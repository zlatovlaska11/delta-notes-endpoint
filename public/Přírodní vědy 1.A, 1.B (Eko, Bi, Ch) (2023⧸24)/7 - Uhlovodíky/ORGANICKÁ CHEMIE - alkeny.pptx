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85" r:id="rId3"/>
    <p:sldId id="286" r:id="rId4"/>
    <p:sldId id="287" r:id="rId5"/>
  </p:sldIdLst>
  <p:sldSz cx="9144000" cy="6858000" type="screen4x3"/>
  <p:notesSz cx="6669088" cy="9928225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567" autoAdjust="0"/>
  </p:normalViewPr>
  <p:slideViewPr>
    <p:cSldViewPr>
      <p:cViewPr varScale="1">
        <p:scale>
          <a:sx n="64" d="100"/>
          <a:sy n="64" d="100"/>
        </p:scale>
        <p:origin x="-153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F647E-3F63-44C9-954D-5F78D95797C9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4924F-8F75-4F98-AEC3-06166C839FFF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35841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12EB1-3634-4892-8812-1915BC1134CA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66909" y="4715907"/>
            <a:ext cx="533527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44F25-CD12-474A-A29E-E7C47A301B38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1839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Klepnutím lze upravit styl předlohy podnadpisů.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224C9-8232-4BE8-9990-F93F908CE6AB}" type="datetimeFigureOut">
              <a:rPr lang="cs-CZ" smtClean="0"/>
              <a:pPr/>
              <a:t>14.12.2015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C3192-6070-485B-8F81-44A0F9918512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ORGANICKÁ CHEMIE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ALKENY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obsahují dvojnou vazbu mezi </a:t>
            </a:r>
            <a:r>
              <a:rPr lang="cs-CZ" smtClean="0"/>
              <a:t>atomy uhlíku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887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ETHEN C</a:t>
            </a:r>
            <a:r>
              <a:rPr lang="cs-CZ" baseline="-25000" dirty="0" smtClean="0"/>
              <a:t>2</a:t>
            </a:r>
            <a:r>
              <a:rPr lang="cs-CZ" dirty="0" smtClean="0"/>
              <a:t>H</a:t>
            </a:r>
            <a:r>
              <a:rPr lang="cs-CZ" baseline="-25000" dirty="0" smtClean="0"/>
              <a:t>4</a:t>
            </a:r>
            <a:r>
              <a:rPr lang="cs-CZ" dirty="0" smtClean="0"/>
              <a:t>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strukturní			CH</a:t>
            </a:r>
            <a:r>
              <a:rPr lang="cs-CZ" baseline="-25000" dirty="0" smtClean="0"/>
              <a:t>2</a:t>
            </a:r>
            <a:r>
              <a:rPr lang="cs-CZ" dirty="0" smtClean="0"/>
              <a:t>CH</a:t>
            </a:r>
            <a:r>
              <a:rPr lang="cs-CZ" baseline="-25000" dirty="0" smtClean="0"/>
              <a:t>2</a:t>
            </a:r>
          </a:p>
          <a:p>
            <a:r>
              <a:rPr lang="cs-CZ" dirty="0" smtClean="0"/>
              <a:t>racionální vzorec </a:t>
            </a:r>
          </a:p>
          <a:p>
            <a:r>
              <a:rPr lang="cs-CZ" dirty="0" smtClean="0"/>
              <a:t>bezbarvá plynná hořlavá látka</a:t>
            </a:r>
          </a:p>
          <a:p>
            <a:r>
              <a:rPr lang="cs-CZ" dirty="0" smtClean="0"/>
              <a:t>se vzduchem tvoří výbušnou směs</a:t>
            </a:r>
          </a:p>
          <a:p>
            <a:r>
              <a:rPr lang="cs-CZ" dirty="0" smtClean="0"/>
              <a:t>na výrobu: </a:t>
            </a:r>
            <a:r>
              <a:rPr lang="cs-CZ" dirty="0" err="1" smtClean="0"/>
              <a:t>polyethylenu</a:t>
            </a:r>
            <a:r>
              <a:rPr lang="cs-CZ" dirty="0" smtClean="0"/>
              <a:t>, </a:t>
            </a:r>
            <a:r>
              <a:rPr lang="cs-CZ" dirty="0" err="1" smtClean="0"/>
              <a:t>ethanolu</a:t>
            </a:r>
            <a:r>
              <a:rPr lang="cs-CZ" dirty="0" smtClean="0"/>
              <a:t>, …</a:t>
            </a:r>
          </a:p>
          <a:p>
            <a:r>
              <a:rPr lang="cs-CZ" dirty="0" smtClean="0"/>
              <a:t>k urychlení zrání banánů</a:t>
            </a:r>
          </a:p>
          <a:p>
            <a:endParaRPr lang="cs-CZ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7501" y="2132856"/>
            <a:ext cx="1010322" cy="7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68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1,3 </a:t>
            </a:r>
            <a:r>
              <a:rPr lang="cs-CZ" dirty="0"/>
              <a:t>- butadien </a:t>
            </a:r>
            <a:r>
              <a:rPr lang="cs-CZ" dirty="0" smtClean="0"/>
              <a:t> </a:t>
            </a:r>
            <a:r>
              <a:rPr lang="cs-CZ" dirty="0" smtClean="0"/>
              <a:t>C</a:t>
            </a:r>
            <a:r>
              <a:rPr lang="cs-CZ" baseline="-25000" dirty="0" smtClean="0"/>
              <a:t>4</a:t>
            </a:r>
            <a:r>
              <a:rPr lang="cs-CZ" dirty="0" smtClean="0"/>
              <a:t>H</a:t>
            </a:r>
            <a:r>
              <a:rPr lang="cs-CZ" baseline="-25000" dirty="0" smtClean="0"/>
              <a:t>6</a:t>
            </a:r>
            <a:r>
              <a:rPr lang="cs-CZ" dirty="0" smtClean="0"/>
              <a:t>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 smtClean="0"/>
              <a:t>patří mezi tzv. dieny, které obsahují dvě dvojné vazby</a:t>
            </a:r>
          </a:p>
          <a:p>
            <a:r>
              <a:rPr lang="cs-CZ" dirty="0" smtClean="0"/>
              <a:t>strukturní</a:t>
            </a:r>
            <a:r>
              <a:rPr lang="cs-CZ" dirty="0" smtClean="0"/>
              <a:t>			CH</a:t>
            </a:r>
            <a:r>
              <a:rPr lang="cs-CZ" baseline="-25000" dirty="0" smtClean="0"/>
              <a:t>2</a:t>
            </a:r>
            <a:r>
              <a:rPr lang="cs-CZ" dirty="0" smtClean="0"/>
              <a:t>=CH-CH=CH2</a:t>
            </a:r>
          </a:p>
          <a:p>
            <a:pPr marL="0" indent="0">
              <a:buNone/>
            </a:pPr>
            <a:endParaRPr lang="cs-CZ" dirty="0" smtClean="0"/>
          </a:p>
          <a:p>
            <a:r>
              <a:rPr lang="cs-CZ" dirty="0" smtClean="0"/>
              <a:t>racionální vzorec</a:t>
            </a:r>
          </a:p>
          <a:p>
            <a:endParaRPr lang="cs-CZ" dirty="0" smtClean="0"/>
          </a:p>
          <a:p>
            <a:r>
              <a:rPr lang="cs-CZ" dirty="0" smtClean="0"/>
              <a:t>bezbarvá </a:t>
            </a:r>
            <a:r>
              <a:rPr lang="cs-CZ" dirty="0" smtClean="0"/>
              <a:t>plynná látka</a:t>
            </a:r>
          </a:p>
          <a:p>
            <a:r>
              <a:rPr lang="cs-CZ" dirty="0" smtClean="0"/>
              <a:t>na výrobu syntetického kaučuku</a:t>
            </a:r>
            <a:endParaRPr lang="cs-CZ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85"/>
          <a:stretch/>
        </p:blipFill>
        <p:spPr bwMode="auto">
          <a:xfrm>
            <a:off x="4572000" y="3140968"/>
            <a:ext cx="2014292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8299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28</Words>
  <Application>Microsoft Office PowerPoint</Application>
  <PresentationFormat>Předvádění na obrazovce (4:3)</PresentationFormat>
  <Paragraphs>18</Paragraphs>
  <Slides>4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5" baseType="lpstr">
      <vt:lpstr>Motiv sady Office</vt:lpstr>
      <vt:lpstr>ORGANICKÁ CHEMIE</vt:lpstr>
      <vt:lpstr>ALKENY</vt:lpstr>
      <vt:lpstr>ETHEN C2H4 </vt:lpstr>
      <vt:lpstr>1,3 - butadien  C4H6 </vt:lpstr>
    </vt:vector>
  </TitlesOfParts>
  <Company>DELTA - SŠIE, s.r.o.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ORGANICKÁ CHEMIE</dc:title>
  <dc:creator>buhrji</dc:creator>
  <cp:lastModifiedBy>Buhrová Jitka</cp:lastModifiedBy>
  <cp:revision>50</cp:revision>
  <dcterms:created xsi:type="dcterms:W3CDTF">2010-11-24T08:30:58Z</dcterms:created>
  <dcterms:modified xsi:type="dcterms:W3CDTF">2015-12-14T08:10:16Z</dcterms:modified>
</cp:coreProperties>
</file>