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68" autoAdjust="0"/>
    <p:restoredTop sz="94660"/>
  </p:normalViewPr>
  <p:slideViewPr>
    <p:cSldViewPr snapToGrid="0">
      <p:cViewPr varScale="1">
        <p:scale>
          <a:sx n="64" d="100"/>
          <a:sy n="64" d="100"/>
        </p:scale>
        <p:origin x="560"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Úvodní snímek">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D4CDEB4-1A42-4D3A-AC1C-BA1A587AC8C8}"/>
              </a:ext>
            </a:extLst>
          </p:cNvPr>
          <p:cNvSpPr>
            <a:spLocks noGrp="1"/>
          </p:cNvSpPr>
          <p:nvPr>
            <p:ph type="ctrTitle"/>
          </p:nvPr>
        </p:nvSpPr>
        <p:spPr>
          <a:xfrm>
            <a:off x="1524000" y="1122363"/>
            <a:ext cx="9144000" cy="2387600"/>
          </a:xfrm>
        </p:spPr>
        <p:txBody>
          <a:bodyPr anchor="b"/>
          <a:lstStyle>
            <a:lvl1pPr algn="ctr">
              <a:defRPr sz="6000"/>
            </a:lvl1pPr>
          </a:lstStyle>
          <a:p>
            <a:r>
              <a:rPr lang="cs-CZ"/>
              <a:t>Kliknutím lze upravit styl.</a:t>
            </a:r>
          </a:p>
        </p:txBody>
      </p:sp>
      <p:sp>
        <p:nvSpPr>
          <p:cNvPr id="3" name="Podnadpis 2">
            <a:extLst>
              <a:ext uri="{FF2B5EF4-FFF2-40B4-BE49-F238E27FC236}">
                <a16:creationId xmlns:a16="http://schemas.microsoft.com/office/drawing/2014/main" id="{B8482517-ED31-48EB-94BE-CC44C8FF73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cs-CZ"/>
              <a:t>Kliknutím můžete upravit styl předlohy.</a:t>
            </a:r>
          </a:p>
        </p:txBody>
      </p:sp>
      <p:sp>
        <p:nvSpPr>
          <p:cNvPr id="4" name="Zástupný symbol pro datum 3">
            <a:extLst>
              <a:ext uri="{FF2B5EF4-FFF2-40B4-BE49-F238E27FC236}">
                <a16:creationId xmlns:a16="http://schemas.microsoft.com/office/drawing/2014/main" id="{59D39746-EF53-44E3-8045-FDF2588399DA}"/>
              </a:ext>
            </a:extLst>
          </p:cNvPr>
          <p:cNvSpPr>
            <a:spLocks noGrp="1"/>
          </p:cNvSpPr>
          <p:nvPr>
            <p:ph type="dt" sz="half" idx="10"/>
          </p:nvPr>
        </p:nvSpPr>
        <p:spPr/>
        <p:txBody>
          <a:bodyPr/>
          <a:lstStyle/>
          <a:p>
            <a:fld id="{3CE39243-A37A-45E0-BFF5-12F0764FC4BE}" type="datetimeFigureOut">
              <a:rPr lang="cs-CZ" smtClean="0"/>
              <a:t>11.10.2018</a:t>
            </a:fld>
            <a:endParaRPr lang="cs-CZ"/>
          </a:p>
        </p:txBody>
      </p:sp>
      <p:sp>
        <p:nvSpPr>
          <p:cNvPr id="5" name="Zástupný symbol pro zápatí 4">
            <a:extLst>
              <a:ext uri="{FF2B5EF4-FFF2-40B4-BE49-F238E27FC236}">
                <a16:creationId xmlns:a16="http://schemas.microsoft.com/office/drawing/2014/main" id="{FAA586D2-196E-456A-906F-BC7935A6BC2C}"/>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A295D884-26F1-47CF-A8EB-6D10706AC259}"/>
              </a:ext>
            </a:extLst>
          </p:cNvPr>
          <p:cNvSpPr>
            <a:spLocks noGrp="1"/>
          </p:cNvSpPr>
          <p:nvPr>
            <p:ph type="sldNum" sz="quarter" idx="12"/>
          </p:nvPr>
        </p:nvSpPr>
        <p:spPr/>
        <p:txBody>
          <a:bodyPr/>
          <a:lstStyle/>
          <a:p>
            <a:fld id="{C91BC9D8-76A5-4E84-A00F-0E76B8A82235}" type="slidenum">
              <a:rPr lang="cs-CZ" smtClean="0"/>
              <a:t>‹#›</a:t>
            </a:fld>
            <a:endParaRPr lang="cs-CZ"/>
          </a:p>
        </p:txBody>
      </p:sp>
    </p:spTree>
    <p:extLst>
      <p:ext uri="{BB962C8B-B14F-4D97-AF65-F5344CB8AC3E}">
        <p14:creationId xmlns:p14="http://schemas.microsoft.com/office/powerpoint/2010/main" val="2300106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32C6A6D-DD68-4412-A495-58A23CBAB561}"/>
              </a:ext>
            </a:extLst>
          </p:cNvPr>
          <p:cNvSpPr>
            <a:spLocks noGrp="1"/>
          </p:cNvSpPr>
          <p:nvPr>
            <p:ph type="title"/>
          </p:nvPr>
        </p:nvSpPr>
        <p:spPr/>
        <p:txBody>
          <a:bodyPr/>
          <a:lstStyle/>
          <a:p>
            <a:r>
              <a:rPr lang="cs-CZ"/>
              <a:t>Kliknutím lze upravit styl.</a:t>
            </a:r>
          </a:p>
        </p:txBody>
      </p:sp>
      <p:sp>
        <p:nvSpPr>
          <p:cNvPr id="3" name="Zástupný symbol pro obsah 2">
            <a:extLst>
              <a:ext uri="{FF2B5EF4-FFF2-40B4-BE49-F238E27FC236}">
                <a16:creationId xmlns:a16="http://schemas.microsoft.com/office/drawing/2014/main" id="{3EA39FF1-340F-40D8-8E8C-E3DCFA69A39E}"/>
              </a:ext>
            </a:extLst>
          </p:cNvPr>
          <p:cNvSpPr>
            <a:spLocks noGrp="1"/>
          </p:cNvSpPr>
          <p:nvPr>
            <p:ph idx="1"/>
          </p:nvPr>
        </p:nvSpPr>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a:extLst>
              <a:ext uri="{FF2B5EF4-FFF2-40B4-BE49-F238E27FC236}">
                <a16:creationId xmlns:a16="http://schemas.microsoft.com/office/drawing/2014/main" id="{D6EE6FD2-4D82-4ECD-AC27-D7B704D116E7}"/>
              </a:ext>
            </a:extLst>
          </p:cNvPr>
          <p:cNvSpPr>
            <a:spLocks noGrp="1"/>
          </p:cNvSpPr>
          <p:nvPr>
            <p:ph type="dt" sz="half" idx="10"/>
          </p:nvPr>
        </p:nvSpPr>
        <p:spPr/>
        <p:txBody>
          <a:bodyPr/>
          <a:lstStyle/>
          <a:p>
            <a:fld id="{3CE39243-A37A-45E0-BFF5-12F0764FC4BE}" type="datetimeFigureOut">
              <a:rPr lang="cs-CZ" smtClean="0"/>
              <a:t>11.10.2018</a:t>
            </a:fld>
            <a:endParaRPr lang="cs-CZ"/>
          </a:p>
        </p:txBody>
      </p:sp>
      <p:sp>
        <p:nvSpPr>
          <p:cNvPr id="5" name="Zástupný symbol pro zápatí 4">
            <a:extLst>
              <a:ext uri="{FF2B5EF4-FFF2-40B4-BE49-F238E27FC236}">
                <a16:creationId xmlns:a16="http://schemas.microsoft.com/office/drawing/2014/main" id="{AB8EF882-F761-477B-9908-ACCD19B909D9}"/>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8A568F9B-81F3-492C-AD57-B38DEE7C4A21}"/>
              </a:ext>
            </a:extLst>
          </p:cNvPr>
          <p:cNvSpPr>
            <a:spLocks noGrp="1"/>
          </p:cNvSpPr>
          <p:nvPr>
            <p:ph type="sldNum" sz="quarter" idx="12"/>
          </p:nvPr>
        </p:nvSpPr>
        <p:spPr/>
        <p:txBody>
          <a:bodyPr/>
          <a:lstStyle/>
          <a:p>
            <a:fld id="{C91BC9D8-76A5-4E84-A00F-0E76B8A82235}" type="slidenum">
              <a:rPr lang="cs-CZ" smtClean="0"/>
              <a:t>‹#›</a:t>
            </a:fld>
            <a:endParaRPr lang="cs-CZ"/>
          </a:p>
        </p:txBody>
      </p:sp>
    </p:spTree>
    <p:extLst>
      <p:ext uri="{BB962C8B-B14F-4D97-AF65-F5344CB8AC3E}">
        <p14:creationId xmlns:p14="http://schemas.microsoft.com/office/powerpoint/2010/main" val="2595215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Záhlaví části">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625D1154-5F6C-4BAB-86F6-091A57DDB64A}"/>
              </a:ext>
            </a:extLst>
          </p:cNvPr>
          <p:cNvSpPr>
            <a:spLocks noGrp="1"/>
          </p:cNvSpPr>
          <p:nvPr>
            <p:ph type="title"/>
          </p:nvPr>
        </p:nvSpPr>
        <p:spPr>
          <a:xfrm>
            <a:off x="831850" y="1709738"/>
            <a:ext cx="10515600" cy="2852737"/>
          </a:xfrm>
        </p:spPr>
        <p:txBody>
          <a:bodyPr anchor="b"/>
          <a:lstStyle>
            <a:lvl1pPr>
              <a:defRPr sz="6000"/>
            </a:lvl1pPr>
          </a:lstStyle>
          <a:p>
            <a:r>
              <a:rPr lang="cs-CZ"/>
              <a:t>Kliknutím lze upravit styl.</a:t>
            </a:r>
          </a:p>
        </p:txBody>
      </p:sp>
      <p:sp>
        <p:nvSpPr>
          <p:cNvPr id="3" name="Zástupný symbol pro text 2">
            <a:extLst>
              <a:ext uri="{FF2B5EF4-FFF2-40B4-BE49-F238E27FC236}">
                <a16:creationId xmlns:a16="http://schemas.microsoft.com/office/drawing/2014/main" id="{1F615CC7-0C25-4993-B27F-969B23AD76C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cs-CZ"/>
              <a:t>Upravte styly předlohy textu.</a:t>
            </a:r>
          </a:p>
        </p:txBody>
      </p:sp>
      <p:sp>
        <p:nvSpPr>
          <p:cNvPr id="4" name="Zástupný symbol pro datum 3">
            <a:extLst>
              <a:ext uri="{FF2B5EF4-FFF2-40B4-BE49-F238E27FC236}">
                <a16:creationId xmlns:a16="http://schemas.microsoft.com/office/drawing/2014/main" id="{496389AE-651A-4B7C-A4CF-8128C1FCC523}"/>
              </a:ext>
            </a:extLst>
          </p:cNvPr>
          <p:cNvSpPr>
            <a:spLocks noGrp="1"/>
          </p:cNvSpPr>
          <p:nvPr>
            <p:ph type="dt" sz="half" idx="10"/>
          </p:nvPr>
        </p:nvSpPr>
        <p:spPr/>
        <p:txBody>
          <a:bodyPr/>
          <a:lstStyle/>
          <a:p>
            <a:fld id="{3CE39243-A37A-45E0-BFF5-12F0764FC4BE}" type="datetimeFigureOut">
              <a:rPr lang="cs-CZ" smtClean="0"/>
              <a:t>11.10.2018</a:t>
            </a:fld>
            <a:endParaRPr lang="cs-CZ"/>
          </a:p>
        </p:txBody>
      </p:sp>
      <p:sp>
        <p:nvSpPr>
          <p:cNvPr id="5" name="Zástupný symbol pro zápatí 4">
            <a:extLst>
              <a:ext uri="{FF2B5EF4-FFF2-40B4-BE49-F238E27FC236}">
                <a16:creationId xmlns:a16="http://schemas.microsoft.com/office/drawing/2014/main" id="{1196A104-83DC-40F1-B462-B95DD9F84D03}"/>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FC193C41-B647-403D-A841-DA70A05A4339}"/>
              </a:ext>
            </a:extLst>
          </p:cNvPr>
          <p:cNvSpPr>
            <a:spLocks noGrp="1"/>
          </p:cNvSpPr>
          <p:nvPr>
            <p:ph type="sldNum" sz="quarter" idx="12"/>
          </p:nvPr>
        </p:nvSpPr>
        <p:spPr/>
        <p:txBody>
          <a:bodyPr/>
          <a:lstStyle/>
          <a:p>
            <a:fld id="{C91BC9D8-76A5-4E84-A00F-0E76B8A82235}" type="slidenum">
              <a:rPr lang="cs-CZ" smtClean="0"/>
              <a:t>‹#›</a:t>
            </a:fld>
            <a:endParaRPr lang="cs-CZ"/>
          </a:p>
        </p:txBody>
      </p:sp>
    </p:spTree>
    <p:extLst>
      <p:ext uri="{BB962C8B-B14F-4D97-AF65-F5344CB8AC3E}">
        <p14:creationId xmlns:p14="http://schemas.microsoft.com/office/powerpoint/2010/main" val="21209005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045FCEC-D03F-4EFF-BF3B-594779B6A63F}"/>
              </a:ext>
            </a:extLst>
          </p:cNvPr>
          <p:cNvSpPr>
            <a:spLocks noGrp="1"/>
          </p:cNvSpPr>
          <p:nvPr>
            <p:ph type="title"/>
          </p:nvPr>
        </p:nvSpPr>
        <p:spPr/>
        <p:txBody>
          <a:bodyPr/>
          <a:lstStyle/>
          <a:p>
            <a:r>
              <a:rPr lang="cs-CZ"/>
              <a:t>Kliknutím lze upravit styl.</a:t>
            </a:r>
          </a:p>
        </p:txBody>
      </p:sp>
      <p:sp>
        <p:nvSpPr>
          <p:cNvPr id="3" name="Zástupný symbol pro obsah 2">
            <a:extLst>
              <a:ext uri="{FF2B5EF4-FFF2-40B4-BE49-F238E27FC236}">
                <a16:creationId xmlns:a16="http://schemas.microsoft.com/office/drawing/2014/main" id="{BF78361F-947C-4638-A4A9-8EEE4BE2920F}"/>
              </a:ext>
            </a:extLst>
          </p:cNvPr>
          <p:cNvSpPr>
            <a:spLocks noGrp="1"/>
          </p:cNvSpPr>
          <p:nvPr>
            <p:ph sz="half" idx="1"/>
          </p:nvPr>
        </p:nvSpPr>
        <p:spPr>
          <a:xfrm>
            <a:off x="838200" y="1825625"/>
            <a:ext cx="5181600" cy="4351338"/>
          </a:xfrm>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obsah 3">
            <a:extLst>
              <a:ext uri="{FF2B5EF4-FFF2-40B4-BE49-F238E27FC236}">
                <a16:creationId xmlns:a16="http://schemas.microsoft.com/office/drawing/2014/main" id="{C5DBB36A-6D3E-46CC-9CEF-5357485905B1}"/>
              </a:ext>
            </a:extLst>
          </p:cNvPr>
          <p:cNvSpPr>
            <a:spLocks noGrp="1"/>
          </p:cNvSpPr>
          <p:nvPr>
            <p:ph sz="half" idx="2"/>
          </p:nvPr>
        </p:nvSpPr>
        <p:spPr>
          <a:xfrm>
            <a:off x="6172200" y="1825625"/>
            <a:ext cx="5181600" cy="4351338"/>
          </a:xfrm>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5" name="Zástupný symbol pro datum 4">
            <a:extLst>
              <a:ext uri="{FF2B5EF4-FFF2-40B4-BE49-F238E27FC236}">
                <a16:creationId xmlns:a16="http://schemas.microsoft.com/office/drawing/2014/main" id="{6F0BE132-0695-4E43-AE90-DD0ED60910A6}"/>
              </a:ext>
            </a:extLst>
          </p:cNvPr>
          <p:cNvSpPr>
            <a:spLocks noGrp="1"/>
          </p:cNvSpPr>
          <p:nvPr>
            <p:ph type="dt" sz="half" idx="10"/>
          </p:nvPr>
        </p:nvSpPr>
        <p:spPr/>
        <p:txBody>
          <a:bodyPr/>
          <a:lstStyle/>
          <a:p>
            <a:fld id="{3CE39243-A37A-45E0-BFF5-12F0764FC4BE}" type="datetimeFigureOut">
              <a:rPr lang="cs-CZ" smtClean="0"/>
              <a:t>11.10.2018</a:t>
            </a:fld>
            <a:endParaRPr lang="cs-CZ"/>
          </a:p>
        </p:txBody>
      </p:sp>
      <p:sp>
        <p:nvSpPr>
          <p:cNvPr id="6" name="Zástupný symbol pro zápatí 5">
            <a:extLst>
              <a:ext uri="{FF2B5EF4-FFF2-40B4-BE49-F238E27FC236}">
                <a16:creationId xmlns:a16="http://schemas.microsoft.com/office/drawing/2014/main" id="{20E8859D-D6DC-4BBF-9407-095726000337}"/>
              </a:ext>
            </a:extLst>
          </p:cNvPr>
          <p:cNvSpPr>
            <a:spLocks noGrp="1"/>
          </p:cNvSpPr>
          <p:nvPr>
            <p:ph type="ftr" sz="quarter" idx="11"/>
          </p:nvPr>
        </p:nvSpPr>
        <p:spPr/>
        <p:txBody>
          <a:bodyPr/>
          <a:lstStyle/>
          <a:p>
            <a:endParaRPr lang="cs-CZ"/>
          </a:p>
        </p:txBody>
      </p:sp>
      <p:sp>
        <p:nvSpPr>
          <p:cNvPr id="7" name="Zástupný symbol pro číslo snímku 6">
            <a:extLst>
              <a:ext uri="{FF2B5EF4-FFF2-40B4-BE49-F238E27FC236}">
                <a16:creationId xmlns:a16="http://schemas.microsoft.com/office/drawing/2014/main" id="{3D0EB1E0-880C-4099-944C-3ED0E6679955}"/>
              </a:ext>
            </a:extLst>
          </p:cNvPr>
          <p:cNvSpPr>
            <a:spLocks noGrp="1"/>
          </p:cNvSpPr>
          <p:nvPr>
            <p:ph type="sldNum" sz="quarter" idx="12"/>
          </p:nvPr>
        </p:nvSpPr>
        <p:spPr/>
        <p:txBody>
          <a:bodyPr/>
          <a:lstStyle/>
          <a:p>
            <a:fld id="{C91BC9D8-76A5-4E84-A00F-0E76B8A82235}" type="slidenum">
              <a:rPr lang="cs-CZ" smtClean="0"/>
              <a:t>‹#›</a:t>
            </a:fld>
            <a:endParaRPr lang="cs-CZ"/>
          </a:p>
        </p:txBody>
      </p:sp>
    </p:spTree>
    <p:extLst>
      <p:ext uri="{BB962C8B-B14F-4D97-AF65-F5344CB8AC3E}">
        <p14:creationId xmlns:p14="http://schemas.microsoft.com/office/powerpoint/2010/main" val="16082058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ovnání">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7F9A4A07-B35F-4EA0-ABEF-71ACFC90C18D}"/>
              </a:ext>
            </a:extLst>
          </p:cNvPr>
          <p:cNvSpPr>
            <a:spLocks noGrp="1"/>
          </p:cNvSpPr>
          <p:nvPr>
            <p:ph type="title"/>
          </p:nvPr>
        </p:nvSpPr>
        <p:spPr>
          <a:xfrm>
            <a:off x="839788" y="365125"/>
            <a:ext cx="10515600" cy="1325563"/>
          </a:xfrm>
        </p:spPr>
        <p:txBody>
          <a:bodyPr/>
          <a:lstStyle/>
          <a:p>
            <a:r>
              <a:rPr lang="cs-CZ"/>
              <a:t>Kliknutím lze upravit styl.</a:t>
            </a:r>
          </a:p>
        </p:txBody>
      </p:sp>
      <p:sp>
        <p:nvSpPr>
          <p:cNvPr id="3" name="Zástupný symbol pro text 2">
            <a:extLst>
              <a:ext uri="{FF2B5EF4-FFF2-40B4-BE49-F238E27FC236}">
                <a16:creationId xmlns:a16="http://schemas.microsoft.com/office/drawing/2014/main" id="{C6E4A3A5-C960-4A34-A7E1-ABDB16227A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Upravte styly předlohy textu.</a:t>
            </a:r>
          </a:p>
        </p:txBody>
      </p:sp>
      <p:sp>
        <p:nvSpPr>
          <p:cNvPr id="4" name="Zástupný symbol pro obsah 3">
            <a:extLst>
              <a:ext uri="{FF2B5EF4-FFF2-40B4-BE49-F238E27FC236}">
                <a16:creationId xmlns:a16="http://schemas.microsoft.com/office/drawing/2014/main" id="{EE4784BB-8CCF-47E7-BBFF-F8E72FEFF6CB}"/>
              </a:ext>
            </a:extLst>
          </p:cNvPr>
          <p:cNvSpPr>
            <a:spLocks noGrp="1"/>
          </p:cNvSpPr>
          <p:nvPr>
            <p:ph sz="half" idx="2"/>
          </p:nvPr>
        </p:nvSpPr>
        <p:spPr>
          <a:xfrm>
            <a:off x="839788" y="2505075"/>
            <a:ext cx="5157787" cy="3684588"/>
          </a:xfrm>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5" name="Zástupný symbol pro text 4">
            <a:extLst>
              <a:ext uri="{FF2B5EF4-FFF2-40B4-BE49-F238E27FC236}">
                <a16:creationId xmlns:a16="http://schemas.microsoft.com/office/drawing/2014/main" id="{B3CB26D9-23CF-4887-8EAA-587C68C230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Upravte styly předlohy textu.</a:t>
            </a:r>
          </a:p>
        </p:txBody>
      </p:sp>
      <p:sp>
        <p:nvSpPr>
          <p:cNvPr id="6" name="Zástupný symbol pro obsah 5">
            <a:extLst>
              <a:ext uri="{FF2B5EF4-FFF2-40B4-BE49-F238E27FC236}">
                <a16:creationId xmlns:a16="http://schemas.microsoft.com/office/drawing/2014/main" id="{6BFBC3A3-8A62-4EC6-A0B7-32E9983CE363}"/>
              </a:ext>
            </a:extLst>
          </p:cNvPr>
          <p:cNvSpPr>
            <a:spLocks noGrp="1"/>
          </p:cNvSpPr>
          <p:nvPr>
            <p:ph sz="quarter" idx="4"/>
          </p:nvPr>
        </p:nvSpPr>
        <p:spPr>
          <a:xfrm>
            <a:off x="6172200" y="2505075"/>
            <a:ext cx="5183188" cy="3684588"/>
          </a:xfrm>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7" name="Zástupný symbol pro datum 6">
            <a:extLst>
              <a:ext uri="{FF2B5EF4-FFF2-40B4-BE49-F238E27FC236}">
                <a16:creationId xmlns:a16="http://schemas.microsoft.com/office/drawing/2014/main" id="{8E0309A3-8075-4623-933E-D64C1E8E41A2}"/>
              </a:ext>
            </a:extLst>
          </p:cNvPr>
          <p:cNvSpPr>
            <a:spLocks noGrp="1"/>
          </p:cNvSpPr>
          <p:nvPr>
            <p:ph type="dt" sz="half" idx="10"/>
          </p:nvPr>
        </p:nvSpPr>
        <p:spPr/>
        <p:txBody>
          <a:bodyPr/>
          <a:lstStyle/>
          <a:p>
            <a:fld id="{3CE39243-A37A-45E0-BFF5-12F0764FC4BE}" type="datetimeFigureOut">
              <a:rPr lang="cs-CZ" smtClean="0"/>
              <a:t>11.10.2018</a:t>
            </a:fld>
            <a:endParaRPr lang="cs-CZ"/>
          </a:p>
        </p:txBody>
      </p:sp>
      <p:sp>
        <p:nvSpPr>
          <p:cNvPr id="8" name="Zástupný symbol pro zápatí 7">
            <a:extLst>
              <a:ext uri="{FF2B5EF4-FFF2-40B4-BE49-F238E27FC236}">
                <a16:creationId xmlns:a16="http://schemas.microsoft.com/office/drawing/2014/main" id="{4F8E3DF5-6040-49DF-A037-C59A60E51632}"/>
              </a:ext>
            </a:extLst>
          </p:cNvPr>
          <p:cNvSpPr>
            <a:spLocks noGrp="1"/>
          </p:cNvSpPr>
          <p:nvPr>
            <p:ph type="ftr" sz="quarter" idx="11"/>
          </p:nvPr>
        </p:nvSpPr>
        <p:spPr/>
        <p:txBody>
          <a:bodyPr/>
          <a:lstStyle/>
          <a:p>
            <a:endParaRPr lang="cs-CZ"/>
          </a:p>
        </p:txBody>
      </p:sp>
      <p:sp>
        <p:nvSpPr>
          <p:cNvPr id="9" name="Zástupný symbol pro číslo snímku 8">
            <a:extLst>
              <a:ext uri="{FF2B5EF4-FFF2-40B4-BE49-F238E27FC236}">
                <a16:creationId xmlns:a16="http://schemas.microsoft.com/office/drawing/2014/main" id="{2658A1ED-D1C7-45F2-B441-D5D9D38C5CC5}"/>
              </a:ext>
            </a:extLst>
          </p:cNvPr>
          <p:cNvSpPr>
            <a:spLocks noGrp="1"/>
          </p:cNvSpPr>
          <p:nvPr>
            <p:ph type="sldNum" sz="quarter" idx="12"/>
          </p:nvPr>
        </p:nvSpPr>
        <p:spPr/>
        <p:txBody>
          <a:bodyPr/>
          <a:lstStyle/>
          <a:p>
            <a:fld id="{C91BC9D8-76A5-4E84-A00F-0E76B8A82235}" type="slidenum">
              <a:rPr lang="cs-CZ" smtClean="0"/>
              <a:t>‹#›</a:t>
            </a:fld>
            <a:endParaRPr lang="cs-CZ"/>
          </a:p>
        </p:txBody>
      </p:sp>
    </p:spTree>
    <p:extLst>
      <p:ext uri="{BB962C8B-B14F-4D97-AF65-F5344CB8AC3E}">
        <p14:creationId xmlns:p14="http://schemas.microsoft.com/office/powerpoint/2010/main" val="34974524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Jenom nadpis">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380BB70-DE83-4C25-A67F-EA24F4A60604}"/>
              </a:ext>
            </a:extLst>
          </p:cNvPr>
          <p:cNvSpPr>
            <a:spLocks noGrp="1"/>
          </p:cNvSpPr>
          <p:nvPr>
            <p:ph type="title"/>
          </p:nvPr>
        </p:nvSpPr>
        <p:spPr/>
        <p:txBody>
          <a:bodyPr/>
          <a:lstStyle/>
          <a:p>
            <a:r>
              <a:rPr lang="cs-CZ"/>
              <a:t>Kliknutím lze upravit styl.</a:t>
            </a:r>
          </a:p>
        </p:txBody>
      </p:sp>
      <p:sp>
        <p:nvSpPr>
          <p:cNvPr id="3" name="Zástupný symbol pro datum 2">
            <a:extLst>
              <a:ext uri="{FF2B5EF4-FFF2-40B4-BE49-F238E27FC236}">
                <a16:creationId xmlns:a16="http://schemas.microsoft.com/office/drawing/2014/main" id="{F08A0723-C9D7-4E80-997E-B7D9AA9059AF}"/>
              </a:ext>
            </a:extLst>
          </p:cNvPr>
          <p:cNvSpPr>
            <a:spLocks noGrp="1"/>
          </p:cNvSpPr>
          <p:nvPr>
            <p:ph type="dt" sz="half" idx="10"/>
          </p:nvPr>
        </p:nvSpPr>
        <p:spPr/>
        <p:txBody>
          <a:bodyPr/>
          <a:lstStyle/>
          <a:p>
            <a:fld id="{3CE39243-A37A-45E0-BFF5-12F0764FC4BE}" type="datetimeFigureOut">
              <a:rPr lang="cs-CZ" smtClean="0"/>
              <a:t>11.10.2018</a:t>
            </a:fld>
            <a:endParaRPr lang="cs-CZ"/>
          </a:p>
        </p:txBody>
      </p:sp>
      <p:sp>
        <p:nvSpPr>
          <p:cNvPr id="4" name="Zástupný symbol pro zápatí 3">
            <a:extLst>
              <a:ext uri="{FF2B5EF4-FFF2-40B4-BE49-F238E27FC236}">
                <a16:creationId xmlns:a16="http://schemas.microsoft.com/office/drawing/2014/main" id="{1C0D4726-5E27-43B0-B0F0-7EDA4A445C3A}"/>
              </a:ext>
            </a:extLst>
          </p:cNvPr>
          <p:cNvSpPr>
            <a:spLocks noGrp="1"/>
          </p:cNvSpPr>
          <p:nvPr>
            <p:ph type="ftr" sz="quarter" idx="11"/>
          </p:nvPr>
        </p:nvSpPr>
        <p:spPr/>
        <p:txBody>
          <a:bodyPr/>
          <a:lstStyle/>
          <a:p>
            <a:endParaRPr lang="cs-CZ"/>
          </a:p>
        </p:txBody>
      </p:sp>
      <p:sp>
        <p:nvSpPr>
          <p:cNvPr id="5" name="Zástupný symbol pro číslo snímku 4">
            <a:extLst>
              <a:ext uri="{FF2B5EF4-FFF2-40B4-BE49-F238E27FC236}">
                <a16:creationId xmlns:a16="http://schemas.microsoft.com/office/drawing/2014/main" id="{A1A395E6-25FF-4D41-A3DF-13FDE2D15450}"/>
              </a:ext>
            </a:extLst>
          </p:cNvPr>
          <p:cNvSpPr>
            <a:spLocks noGrp="1"/>
          </p:cNvSpPr>
          <p:nvPr>
            <p:ph type="sldNum" sz="quarter" idx="12"/>
          </p:nvPr>
        </p:nvSpPr>
        <p:spPr/>
        <p:txBody>
          <a:bodyPr/>
          <a:lstStyle/>
          <a:p>
            <a:fld id="{C91BC9D8-76A5-4E84-A00F-0E76B8A82235}" type="slidenum">
              <a:rPr lang="cs-CZ" smtClean="0"/>
              <a:t>‹#›</a:t>
            </a:fld>
            <a:endParaRPr lang="cs-CZ"/>
          </a:p>
        </p:txBody>
      </p:sp>
    </p:spTree>
    <p:extLst>
      <p:ext uri="{BB962C8B-B14F-4D97-AF65-F5344CB8AC3E}">
        <p14:creationId xmlns:p14="http://schemas.microsoft.com/office/powerpoint/2010/main" val="31011748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ázdný">
    <p:spTree>
      <p:nvGrpSpPr>
        <p:cNvPr id="1" name=""/>
        <p:cNvGrpSpPr/>
        <p:nvPr/>
      </p:nvGrpSpPr>
      <p:grpSpPr>
        <a:xfrm>
          <a:off x="0" y="0"/>
          <a:ext cx="0" cy="0"/>
          <a:chOff x="0" y="0"/>
          <a:chExt cx="0" cy="0"/>
        </a:xfrm>
      </p:grpSpPr>
      <p:sp>
        <p:nvSpPr>
          <p:cNvPr id="2" name="Zástupný symbol pro datum 1">
            <a:extLst>
              <a:ext uri="{FF2B5EF4-FFF2-40B4-BE49-F238E27FC236}">
                <a16:creationId xmlns:a16="http://schemas.microsoft.com/office/drawing/2014/main" id="{4634415F-080E-43F3-9444-1FC24C98BAFA}"/>
              </a:ext>
            </a:extLst>
          </p:cNvPr>
          <p:cNvSpPr>
            <a:spLocks noGrp="1"/>
          </p:cNvSpPr>
          <p:nvPr>
            <p:ph type="dt" sz="half" idx="10"/>
          </p:nvPr>
        </p:nvSpPr>
        <p:spPr/>
        <p:txBody>
          <a:bodyPr/>
          <a:lstStyle/>
          <a:p>
            <a:fld id="{3CE39243-A37A-45E0-BFF5-12F0764FC4BE}" type="datetimeFigureOut">
              <a:rPr lang="cs-CZ" smtClean="0"/>
              <a:t>11.10.2018</a:t>
            </a:fld>
            <a:endParaRPr lang="cs-CZ"/>
          </a:p>
        </p:txBody>
      </p:sp>
      <p:sp>
        <p:nvSpPr>
          <p:cNvPr id="3" name="Zástupný symbol pro zápatí 2">
            <a:extLst>
              <a:ext uri="{FF2B5EF4-FFF2-40B4-BE49-F238E27FC236}">
                <a16:creationId xmlns:a16="http://schemas.microsoft.com/office/drawing/2014/main" id="{0B590462-A1A0-4331-BE13-A2FFB5FC10C2}"/>
              </a:ext>
            </a:extLst>
          </p:cNvPr>
          <p:cNvSpPr>
            <a:spLocks noGrp="1"/>
          </p:cNvSpPr>
          <p:nvPr>
            <p:ph type="ftr" sz="quarter" idx="11"/>
          </p:nvPr>
        </p:nvSpPr>
        <p:spPr/>
        <p:txBody>
          <a:bodyPr/>
          <a:lstStyle/>
          <a:p>
            <a:endParaRPr lang="cs-CZ"/>
          </a:p>
        </p:txBody>
      </p:sp>
      <p:sp>
        <p:nvSpPr>
          <p:cNvPr id="4" name="Zástupný symbol pro číslo snímku 3">
            <a:extLst>
              <a:ext uri="{FF2B5EF4-FFF2-40B4-BE49-F238E27FC236}">
                <a16:creationId xmlns:a16="http://schemas.microsoft.com/office/drawing/2014/main" id="{1EFF30EB-A7FC-4D13-B8A3-BE51C74688B4}"/>
              </a:ext>
            </a:extLst>
          </p:cNvPr>
          <p:cNvSpPr>
            <a:spLocks noGrp="1"/>
          </p:cNvSpPr>
          <p:nvPr>
            <p:ph type="sldNum" sz="quarter" idx="12"/>
          </p:nvPr>
        </p:nvSpPr>
        <p:spPr/>
        <p:txBody>
          <a:bodyPr/>
          <a:lstStyle/>
          <a:p>
            <a:fld id="{C91BC9D8-76A5-4E84-A00F-0E76B8A82235}" type="slidenum">
              <a:rPr lang="cs-CZ" smtClean="0"/>
              <a:t>‹#›</a:t>
            </a:fld>
            <a:endParaRPr lang="cs-CZ"/>
          </a:p>
        </p:txBody>
      </p:sp>
    </p:spTree>
    <p:extLst>
      <p:ext uri="{BB962C8B-B14F-4D97-AF65-F5344CB8AC3E}">
        <p14:creationId xmlns:p14="http://schemas.microsoft.com/office/powerpoint/2010/main" val="12537165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Obsah s titulkem">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48A5AE2-DB13-4F8E-8151-16580D6584A9}"/>
              </a:ext>
            </a:extLst>
          </p:cNvPr>
          <p:cNvSpPr>
            <a:spLocks noGrp="1"/>
          </p:cNvSpPr>
          <p:nvPr>
            <p:ph type="title"/>
          </p:nvPr>
        </p:nvSpPr>
        <p:spPr>
          <a:xfrm>
            <a:off x="839788" y="457200"/>
            <a:ext cx="3932237" cy="1600200"/>
          </a:xfrm>
        </p:spPr>
        <p:txBody>
          <a:bodyPr anchor="b"/>
          <a:lstStyle>
            <a:lvl1pPr>
              <a:defRPr sz="3200"/>
            </a:lvl1pPr>
          </a:lstStyle>
          <a:p>
            <a:r>
              <a:rPr lang="cs-CZ"/>
              <a:t>Kliknutím lze upravit styl.</a:t>
            </a:r>
          </a:p>
        </p:txBody>
      </p:sp>
      <p:sp>
        <p:nvSpPr>
          <p:cNvPr id="3" name="Zástupný symbol pro obsah 2">
            <a:extLst>
              <a:ext uri="{FF2B5EF4-FFF2-40B4-BE49-F238E27FC236}">
                <a16:creationId xmlns:a16="http://schemas.microsoft.com/office/drawing/2014/main" id="{95A3659A-5A68-4FFE-820A-8A8C78F99C8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text 3">
            <a:extLst>
              <a:ext uri="{FF2B5EF4-FFF2-40B4-BE49-F238E27FC236}">
                <a16:creationId xmlns:a16="http://schemas.microsoft.com/office/drawing/2014/main" id="{81B04AC4-AE8C-4CD2-811E-A6F184E72B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Upravte styly předlohy textu.</a:t>
            </a:r>
          </a:p>
        </p:txBody>
      </p:sp>
      <p:sp>
        <p:nvSpPr>
          <p:cNvPr id="5" name="Zástupný symbol pro datum 4">
            <a:extLst>
              <a:ext uri="{FF2B5EF4-FFF2-40B4-BE49-F238E27FC236}">
                <a16:creationId xmlns:a16="http://schemas.microsoft.com/office/drawing/2014/main" id="{DD41B388-EB3B-4BEE-A60C-8715CC5867F4}"/>
              </a:ext>
            </a:extLst>
          </p:cNvPr>
          <p:cNvSpPr>
            <a:spLocks noGrp="1"/>
          </p:cNvSpPr>
          <p:nvPr>
            <p:ph type="dt" sz="half" idx="10"/>
          </p:nvPr>
        </p:nvSpPr>
        <p:spPr/>
        <p:txBody>
          <a:bodyPr/>
          <a:lstStyle/>
          <a:p>
            <a:fld id="{3CE39243-A37A-45E0-BFF5-12F0764FC4BE}" type="datetimeFigureOut">
              <a:rPr lang="cs-CZ" smtClean="0"/>
              <a:t>11.10.2018</a:t>
            </a:fld>
            <a:endParaRPr lang="cs-CZ"/>
          </a:p>
        </p:txBody>
      </p:sp>
      <p:sp>
        <p:nvSpPr>
          <p:cNvPr id="6" name="Zástupný symbol pro zápatí 5">
            <a:extLst>
              <a:ext uri="{FF2B5EF4-FFF2-40B4-BE49-F238E27FC236}">
                <a16:creationId xmlns:a16="http://schemas.microsoft.com/office/drawing/2014/main" id="{DC2F8E0C-6D8C-48F9-9222-859EB203F8BF}"/>
              </a:ext>
            </a:extLst>
          </p:cNvPr>
          <p:cNvSpPr>
            <a:spLocks noGrp="1"/>
          </p:cNvSpPr>
          <p:nvPr>
            <p:ph type="ftr" sz="quarter" idx="11"/>
          </p:nvPr>
        </p:nvSpPr>
        <p:spPr/>
        <p:txBody>
          <a:bodyPr/>
          <a:lstStyle/>
          <a:p>
            <a:endParaRPr lang="cs-CZ"/>
          </a:p>
        </p:txBody>
      </p:sp>
      <p:sp>
        <p:nvSpPr>
          <p:cNvPr id="7" name="Zástupný symbol pro číslo snímku 6">
            <a:extLst>
              <a:ext uri="{FF2B5EF4-FFF2-40B4-BE49-F238E27FC236}">
                <a16:creationId xmlns:a16="http://schemas.microsoft.com/office/drawing/2014/main" id="{1571E520-4F9B-4E4C-92F9-DBFC1C63D1C6}"/>
              </a:ext>
            </a:extLst>
          </p:cNvPr>
          <p:cNvSpPr>
            <a:spLocks noGrp="1"/>
          </p:cNvSpPr>
          <p:nvPr>
            <p:ph type="sldNum" sz="quarter" idx="12"/>
          </p:nvPr>
        </p:nvSpPr>
        <p:spPr/>
        <p:txBody>
          <a:bodyPr/>
          <a:lstStyle/>
          <a:p>
            <a:fld id="{C91BC9D8-76A5-4E84-A00F-0E76B8A82235}" type="slidenum">
              <a:rPr lang="cs-CZ" smtClean="0"/>
              <a:t>‹#›</a:t>
            </a:fld>
            <a:endParaRPr lang="cs-CZ"/>
          </a:p>
        </p:txBody>
      </p:sp>
    </p:spTree>
    <p:extLst>
      <p:ext uri="{BB962C8B-B14F-4D97-AF65-F5344CB8AC3E}">
        <p14:creationId xmlns:p14="http://schemas.microsoft.com/office/powerpoint/2010/main" val="35237120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ázek s titulkem">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2CD858A-667D-4EE6-93C4-A6F3426E0693}"/>
              </a:ext>
            </a:extLst>
          </p:cNvPr>
          <p:cNvSpPr>
            <a:spLocks noGrp="1"/>
          </p:cNvSpPr>
          <p:nvPr>
            <p:ph type="title"/>
          </p:nvPr>
        </p:nvSpPr>
        <p:spPr>
          <a:xfrm>
            <a:off x="839788" y="457200"/>
            <a:ext cx="3932237" cy="1600200"/>
          </a:xfrm>
        </p:spPr>
        <p:txBody>
          <a:bodyPr anchor="b"/>
          <a:lstStyle>
            <a:lvl1pPr>
              <a:defRPr sz="3200"/>
            </a:lvl1pPr>
          </a:lstStyle>
          <a:p>
            <a:r>
              <a:rPr lang="cs-CZ"/>
              <a:t>Kliknutím lze upravit styl.</a:t>
            </a:r>
          </a:p>
        </p:txBody>
      </p:sp>
      <p:sp>
        <p:nvSpPr>
          <p:cNvPr id="3" name="Zástupný symbol obrázku 2">
            <a:extLst>
              <a:ext uri="{FF2B5EF4-FFF2-40B4-BE49-F238E27FC236}">
                <a16:creationId xmlns:a16="http://schemas.microsoft.com/office/drawing/2014/main" id="{7D512C89-1140-48BB-86ED-78E9B23931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cs-CZ"/>
          </a:p>
        </p:txBody>
      </p:sp>
      <p:sp>
        <p:nvSpPr>
          <p:cNvPr id="4" name="Zástupný symbol pro text 3">
            <a:extLst>
              <a:ext uri="{FF2B5EF4-FFF2-40B4-BE49-F238E27FC236}">
                <a16:creationId xmlns:a16="http://schemas.microsoft.com/office/drawing/2014/main" id="{08C71890-4E6C-4FD9-973F-6B3E9A27D6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Upravte styly předlohy textu.</a:t>
            </a:r>
          </a:p>
        </p:txBody>
      </p:sp>
      <p:sp>
        <p:nvSpPr>
          <p:cNvPr id="5" name="Zástupný symbol pro datum 4">
            <a:extLst>
              <a:ext uri="{FF2B5EF4-FFF2-40B4-BE49-F238E27FC236}">
                <a16:creationId xmlns:a16="http://schemas.microsoft.com/office/drawing/2014/main" id="{7BC1E061-1758-4392-8A7B-2385BC5AA833}"/>
              </a:ext>
            </a:extLst>
          </p:cNvPr>
          <p:cNvSpPr>
            <a:spLocks noGrp="1"/>
          </p:cNvSpPr>
          <p:nvPr>
            <p:ph type="dt" sz="half" idx="10"/>
          </p:nvPr>
        </p:nvSpPr>
        <p:spPr/>
        <p:txBody>
          <a:bodyPr/>
          <a:lstStyle/>
          <a:p>
            <a:fld id="{3CE39243-A37A-45E0-BFF5-12F0764FC4BE}" type="datetimeFigureOut">
              <a:rPr lang="cs-CZ" smtClean="0"/>
              <a:t>11.10.2018</a:t>
            </a:fld>
            <a:endParaRPr lang="cs-CZ"/>
          </a:p>
        </p:txBody>
      </p:sp>
      <p:sp>
        <p:nvSpPr>
          <p:cNvPr id="6" name="Zástupný symbol pro zápatí 5">
            <a:extLst>
              <a:ext uri="{FF2B5EF4-FFF2-40B4-BE49-F238E27FC236}">
                <a16:creationId xmlns:a16="http://schemas.microsoft.com/office/drawing/2014/main" id="{4DDC6731-5272-486A-A877-A008578C4817}"/>
              </a:ext>
            </a:extLst>
          </p:cNvPr>
          <p:cNvSpPr>
            <a:spLocks noGrp="1"/>
          </p:cNvSpPr>
          <p:nvPr>
            <p:ph type="ftr" sz="quarter" idx="11"/>
          </p:nvPr>
        </p:nvSpPr>
        <p:spPr/>
        <p:txBody>
          <a:bodyPr/>
          <a:lstStyle/>
          <a:p>
            <a:endParaRPr lang="cs-CZ"/>
          </a:p>
        </p:txBody>
      </p:sp>
      <p:sp>
        <p:nvSpPr>
          <p:cNvPr id="7" name="Zástupný symbol pro číslo snímku 6">
            <a:extLst>
              <a:ext uri="{FF2B5EF4-FFF2-40B4-BE49-F238E27FC236}">
                <a16:creationId xmlns:a16="http://schemas.microsoft.com/office/drawing/2014/main" id="{F0D73167-5A02-4773-A977-AC24A8FA3617}"/>
              </a:ext>
            </a:extLst>
          </p:cNvPr>
          <p:cNvSpPr>
            <a:spLocks noGrp="1"/>
          </p:cNvSpPr>
          <p:nvPr>
            <p:ph type="sldNum" sz="quarter" idx="12"/>
          </p:nvPr>
        </p:nvSpPr>
        <p:spPr/>
        <p:txBody>
          <a:bodyPr/>
          <a:lstStyle/>
          <a:p>
            <a:fld id="{C91BC9D8-76A5-4E84-A00F-0E76B8A82235}" type="slidenum">
              <a:rPr lang="cs-CZ" smtClean="0"/>
              <a:t>‹#›</a:t>
            </a:fld>
            <a:endParaRPr lang="cs-CZ"/>
          </a:p>
        </p:txBody>
      </p:sp>
    </p:spTree>
    <p:extLst>
      <p:ext uri="{BB962C8B-B14F-4D97-AF65-F5344CB8AC3E}">
        <p14:creationId xmlns:p14="http://schemas.microsoft.com/office/powerpoint/2010/main" val="22131152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Nadpis a svislý text">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0633592-2CB9-4BB7-906E-A1212AED5C45}"/>
              </a:ext>
            </a:extLst>
          </p:cNvPr>
          <p:cNvSpPr>
            <a:spLocks noGrp="1"/>
          </p:cNvSpPr>
          <p:nvPr>
            <p:ph type="title"/>
          </p:nvPr>
        </p:nvSpPr>
        <p:spPr/>
        <p:txBody>
          <a:bodyPr/>
          <a:lstStyle/>
          <a:p>
            <a:r>
              <a:rPr lang="cs-CZ"/>
              <a:t>Kliknutím lze upravit styl.</a:t>
            </a:r>
          </a:p>
        </p:txBody>
      </p:sp>
      <p:sp>
        <p:nvSpPr>
          <p:cNvPr id="3" name="Zástupný symbol pro svislý text 2">
            <a:extLst>
              <a:ext uri="{FF2B5EF4-FFF2-40B4-BE49-F238E27FC236}">
                <a16:creationId xmlns:a16="http://schemas.microsoft.com/office/drawing/2014/main" id="{478A67B0-7FDA-4A5F-BB2C-332FC7D027DE}"/>
              </a:ext>
            </a:extLst>
          </p:cNvPr>
          <p:cNvSpPr>
            <a:spLocks noGrp="1"/>
          </p:cNvSpPr>
          <p:nvPr>
            <p:ph type="body" orient="vert" idx="1"/>
          </p:nvPr>
        </p:nvSpPr>
        <p:spPr/>
        <p:txBody>
          <a:bodyPr vert="eaVert"/>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a:extLst>
              <a:ext uri="{FF2B5EF4-FFF2-40B4-BE49-F238E27FC236}">
                <a16:creationId xmlns:a16="http://schemas.microsoft.com/office/drawing/2014/main" id="{8F259526-DE95-4237-B325-0E8FD1029FFD}"/>
              </a:ext>
            </a:extLst>
          </p:cNvPr>
          <p:cNvSpPr>
            <a:spLocks noGrp="1"/>
          </p:cNvSpPr>
          <p:nvPr>
            <p:ph type="dt" sz="half" idx="10"/>
          </p:nvPr>
        </p:nvSpPr>
        <p:spPr/>
        <p:txBody>
          <a:bodyPr/>
          <a:lstStyle/>
          <a:p>
            <a:fld id="{3CE39243-A37A-45E0-BFF5-12F0764FC4BE}" type="datetimeFigureOut">
              <a:rPr lang="cs-CZ" smtClean="0"/>
              <a:t>11.10.2018</a:t>
            </a:fld>
            <a:endParaRPr lang="cs-CZ"/>
          </a:p>
        </p:txBody>
      </p:sp>
      <p:sp>
        <p:nvSpPr>
          <p:cNvPr id="5" name="Zástupný symbol pro zápatí 4">
            <a:extLst>
              <a:ext uri="{FF2B5EF4-FFF2-40B4-BE49-F238E27FC236}">
                <a16:creationId xmlns:a16="http://schemas.microsoft.com/office/drawing/2014/main" id="{6267D32A-BF16-4D14-B78A-98DE3F48DFED}"/>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9601B715-7859-4FE2-A7D8-48A471C3CB51}"/>
              </a:ext>
            </a:extLst>
          </p:cNvPr>
          <p:cNvSpPr>
            <a:spLocks noGrp="1"/>
          </p:cNvSpPr>
          <p:nvPr>
            <p:ph type="sldNum" sz="quarter" idx="12"/>
          </p:nvPr>
        </p:nvSpPr>
        <p:spPr/>
        <p:txBody>
          <a:bodyPr/>
          <a:lstStyle/>
          <a:p>
            <a:fld id="{C91BC9D8-76A5-4E84-A00F-0E76B8A82235}" type="slidenum">
              <a:rPr lang="cs-CZ" smtClean="0"/>
              <a:t>‹#›</a:t>
            </a:fld>
            <a:endParaRPr lang="cs-CZ"/>
          </a:p>
        </p:txBody>
      </p:sp>
    </p:spTree>
    <p:extLst>
      <p:ext uri="{BB962C8B-B14F-4D97-AF65-F5344CB8AC3E}">
        <p14:creationId xmlns:p14="http://schemas.microsoft.com/office/powerpoint/2010/main" val="9799943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Svislý nadpis a text">
    <p:spTree>
      <p:nvGrpSpPr>
        <p:cNvPr id="1" name=""/>
        <p:cNvGrpSpPr/>
        <p:nvPr/>
      </p:nvGrpSpPr>
      <p:grpSpPr>
        <a:xfrm>
          <a:off x="0" y="0"/>
          <a:ext cx="0" cy="0"/>
          <a:chOff x="0" y="0"/>
          <a:chExt cx="0" cy="0"/>
        </a:xfrm>
      </p:grpSpPr>
      <p:sp>
        <p:nvSpPr>
          <p:cNvPr id="2" name="Svislý nadpis 1">
            <a:extLst>
              <a:ext uri="{FF2B5EF4-FFF2-40B4-BE49-F238E27FC236}">
                <a16:creationId xmlns:a16="http://schemas.microsoft.com/office/drawing/2014/main" id="{03A9CA45-B1A9-4D3A-9511-647115A651CF}"/>
              </a:ext>
            </a:extLst>
          </p:cNvPr>
          <p:cNvSpPr>
            <a:spLocks noGrp="1"/>
          </p:cNvSpPr>
          <p:nvPr>
            <p:ph type="title" orient="vert"/>
          </p:nvPr>
        </p:nvSpPr>
        <p:spPr>
          <a:xfrm>
            <a:off x="8724900" y="365125"/>
            <a:ext cx="2628900" cy="5811838"/>
          </a:xfrm>
        </p:spPr>
        <p:txBody>
          <a:bodyPr vert="eaVert"/>
          <a:lstStyle/>
          <a:p>
            <a:r>
              <a:rPr lang="cs-CZ"/>
              <a:t>Kliknutím lze upravit styl.</a:t>
            </a:r>
          </a:p>
        </p:txBody>
      </p:sp>
      <p:sp>
        <p:nvSpPr>
          <p:cNvPr id="3" name="Zástupný symbol pro svislý text 2">
            <a:extLst>
              <a:ext uri="{FF2B5EF4-FFF2-40B4-BE49-F238E27FC236}">
                <a16:creationId xmlns:a16="http://schemas.microsoft.com/office/drawing/2014/main" id="{45072F47-97B3-4193-9331-427775283DA3}"/>
              </a:ext>
            </a:extLst>
          </p:cNvPr>
          <p:cNvSpPr>
            <a:spLocks noGrp="1"/>
          </p:cNvSpPr>
          <p:nvPr>
            <p:ph type="body" orient="vert" idx="1"/>
          </p:nvPr>
        </p:nvSpPr>
        <p:spPr>
          <a:xfrm>
            <a:off x="838200" y="365125"/>
            <a:ext cx="7734300" cy="5811838"/>
          </a:xfrm>
        </p:spPr>
        <p:txBody>
          <a:bodyPr vert="eaVert"/>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a:extLst>
              <a:ext uri="{FF2B5EF4-FFF2-40B4-BE49-F238E27FC236}">
                <a16:creationId xmlns:a16="http://schemas.microsoft.com/office/drawing/2014/main" id="{359735D8-14A3-4A33-921F-D76B7885BA22}"/>
              </a:ext>
            </a:extLst>
          </p:cNvPr>
          <p:cNvSpPr>
            <a:spLocks noGrp="1"/>
          </p:cNvSpPr>
          <p:nvPr>
            <p:ph type="dt" sz="half" idx="10"/>
          </p:nvPr>
        </p:nvSpPr>
        <p:spPr/>
        <p:txBody>
          <a:bodyPr/>
          <a:lstStyle/>
          <a:p>
            <a:fld id="{3CE39243-A37A-45E0-BFF5-12F0764FC4BE}" type="datetimeFigureOut">
              <a:rPr lang="cs-CZ" smtClean="0"/>
              <a:t>11.10.2018</a:t>
            </a:fld>
            <a:endParaRPr lang="cs-CZ"/>
          </a:p>
        </p:txBody>
      </p:sp>
      <p:sp>
        <p:nvSpPr>
          <p:cNvPr id="5" name="Zástupný symbol pro zápatí 4">
            <a:extLst>
              <a:ext uri="{FF2B5EF4-FFF2-40B4-BE49-F238E27FC236}">
                <a16:creationId xmlns:a16="http://schemas.microsoft.com/office/drawing/2014/main" id="{949D4BD7-3BC4-48A8-AE1B-CED7C07B1FAE}"/>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E44E73E6-816E-48DD-932B-6A36A58B5AB3}"/>
              </a:ext>
            </a:extLst>
          </p:cNvPr>
          <p:cNvSpPr>
            <a:spLocks noGrp="1"/>
          </p:cNvSpPr>
          <p:nvPr>
            <p:ph type="sldNum" sz="quarter" idx="12"/>
          </p:nvPr>
        </p:nvSpPr>
        <p:spPr/>
        <p:txBody>
          <a:bodyPr/>
          <a:lstStyle/>
          <a:p>
            <a:fld id="{C91BC9D8-76A5-4E84-A00F-0E76B8A82235}" type="slidenum">
              <a:rPr lang="cs-CZ" smtClean="0"/>
              <a:t>‹#›</a:t>
            </a:fld>
            <a:endParaRPr lang="cs-CZ"/>
          </a:p>
        </p:txBody>
      </p:sp>
    </p:spTree>
    <p:extLst>
      <p:ext uri="{BB962C8B-B14F-4D97-AF65-F5344CB8AC3E}">
        <p14:creationId xmlns:p14="http://schemas.microsoft.com/office/powerpoint/2010/main" val="866704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nadpis 1">
            <a:extLst>
              <a:ext uri="{FF2B5EF4-FFF2-40B4-BE49-F238E27FC236}">
                <a16:creationId xmlns:a16="http://schemas.microsoft.com/office/drawing/2014/main" id="{D44452A8-83EE-492D-8C52-1FC7050EF7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cs-CZ"/>
              <a:t>Kliknutím lze upravit styl.</a:t>
            </a:r>
          </a:p>
        </p:txBody>
      </p:sp>
      <p:sp>
        <p:nvSpPr>
          <p:cNvPr id="3" name="Zástupný symbol pro text 2">
            <a:extLst>
              <a:ext uri="{FF2B5EF4-FFF2-40B4-BE49-F238E27FC236}">
                <a16:creationId xmlns:a16="http://schemas.microsoft.com/office/drawing/2014/main" id="{D36E00E3-3D47-49AC-B197-5D536AC83F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a:extLst>
              <a:ext uri="{FF2B5EF4-FFF2-40B4-BE49-F238E27FC236}">
                <a16:creationId xmlns:a16="http://schemas.microsoft.com/office/drawing/2014/main" id="{962E5B8D-D6F4-4D4D-84E1-0CD72C8860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E39243-A37A-45E0-BFF5-12F0764FC4BE}" type="datetimeFigureOut">
              <a:rPr lang="cs-CZ" smtClean="0"/>
              <a:t>11.10.2018</a:t>
            </a:fld>
            <a:endParaRPr lang="cs-CZ"/>
          </a:p>
        </p:txBody>
      </p:sp>
      <p:sp>
        <p:nvSpPr>
          <p:cNvPr id="5" name="Zástupný symbol pro zápatí 4">
            <a:extLst>
              <a:ext uri="{FF2B5EF4-FFF2-40B4-BE49-F238E27FC236}">
                <a16:creationId xmlns:a16="http://schemas.microsoft.com/office/drawing/2014/main" id="{6A4379E0-8796-4703-9349-E6FE2814D7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cs-CZ"/>
          </a:p>
        </p:txBody>
      </p:sp>
      <p:sp>
        <p:nvSpPr>
          <p:cNvPr id="6" name="Zástupný symbol pro číslo snímku 5">
            <a:extLst>
              <a:ext uri="{FF2B5EF4-FFF2-40B4-BE49-F238E27FC236}">
                <a16:creationId xmlns:a16="http://schemas.microsoft.com/office/drawing/2014/main" id="{8979DD98-2350-4003-855B-3CBD424E5C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1BC9D8-76A5-4E84-A00F-0E76B8A82235}" type="slidenum">
              <a:rPr lang="cs-CZ" smtClean="0"/>
              <a:t>‹#›</a:t>
            </a:fld>
            <a:endParaRPr lang="cs-CZ"/>
          </a:p>
        </p:txBody>
      </p:sp>
    </p:spTree>
    <p:extLst>
      <p:ext uri="{BB962C8B-B14F-4D97-AF65-F5344CB8AC3E}">
        <p14:creationId xmlns:p14="http://schemas.microsoft.com/office/powerpoint/2010/main" val="25047842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96ED3EA-903E-4DD9-9A37-88F4E9413616}"/>
              </a:ext>
            </a:extLst>
          </p:cNvPr>
          <p:cNvSpPr>
            <a:spLocks noGrp="1"/>
          </p:cNvSpPr>
          <p:nvPr>
            <p:ph type="ctrTitle"/>
          </p:nvPr>
        </p:nvSpPr>
        <p:spPr/>
        <p:txBody>
          <a:bodyPr/>
          <a:lstStyle/>
          <a:p>
            <a:r>
              <a:rPr lang="cs-CZ" dirty="0" err="1"/>
              <a:t>Supertypy</a:t>
            </a:r>
            <a:r>
              <a:rPr lang="cs-CZ" dirty="0"/>
              <a:t> a subtypy</a:t>
            </a:r>
          </a:p>
        </p:txBody>
      </p:sp>
      <p:sp>
        <p:nvSpPr>
          <p:cNvPr id="3" name="Podnadpis 2">
            <a:extLst>
              <a:ext uri="{FF2B5EF4-FFF2-40B4-BE49-F238E27FC236}">
                <a16:creationId xmlns:a16="http://schemas.microsoft.com/office/drawing/2014/main" id="{705C9A19-FDC1-41CD-B35A-98292E9A1EDB}"/>
              </a:ext>
            </a:extLst>
          </p:cNvPr>
          <p:cNvSpPr>
            <a:spLocks noGrp="1"/>
          </p:cNvSpPr>
          <p:nvPr>
            <p:ph type="subTitle" idx="1"/>
          </p:nvPr>
        </p:nvSpPr>
        <p:spPr/>
        <p:txBody>
          <a:bodyPr/>
          <a:lstStyle/>
          <a:p>
            <a:endParaRPr lang="cs-CZ"/>
          </a:p>
        </p:txBody>
      </p:sp>
    </p:spTree>
    <p:extLst>
      <p:ext uri="{BB962C8B-B14F-4D97-AF65-F5344CB8AC3E}">
        <p14:creationId xmlns:p14="http://schemas.microsoft.com/office/powerpoint/2010/main" val="3307441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65CAA1B-0238-439A-9211-3E11AA42DDD7}"/>
              </a:ext>
            </a:extLst>
          </p:cNvPr>
          <p:cNvSpPr>
            <a:spLocks noGrp="1"/>
          </p:cNvSpPr>
          <p:nvPr>
            <p:ph type="title"/>
          </p:nvPr>
        </p:nvSpPr>
        <p:spPr/>
        <p:txBody>
          <a:bodyPr/>
          <a:lstStyle/>
          <a:p>
            <a:r>
              <a:rPr lang="cs-CZ" dirty="0"/>
              <a:t>Motivace</a:t>
            </a:r>
          </a:p>
        </p:txBody>
      </p:sp>
      <p:sp>
        <p:nvSpPr>
          <p:cNvPr id="3" name="Zástupný symbol pro obsah 2">
            <a:extLst>
              <a:ext uri="{FF2B5EF4-FFF2-40B4-BE49-F238E27FC236}">
                <a16:creationId xmlns:a16="http://schemas.microsoft.com/office/drawing/2014/main" id="{713E9829-CDF3-4C16-856A-EFC4785816AE}"/>
              </a:ext>
            </a:extLst>
          </p:cNvPr>
          <p:cNvSpPr>
            <a:spLocks noGrp="1"/>
          </p:cNvSpPr>
          <p:nvPr>
            <p:ph idx="1"/>
          </p:nvPr>
        </p:nvSpPr>
        <p:spPr/>
        <p:txBody>
          <a:bodyPr/>
          <a:lstStyle/>
          <a:p>
            <a:r>
              <a:rPr lang="cs-CZ" dirty="0"/>
              <a:t>S obojím se hojně setkáváme v běžném životě, například typ objednávky (s sebou, v restauraci), typ tašky, typ platby v obchodě, ...</a:t>
            </a:r>
          </a:p>
          <a:p>
            <a:r>
              <a:rPr lang="cs-CZ" dirty="0"/>
              <a:t>Typicky se dělají super a sub typy asociovat s výběrem platební metody, pokud porozumíme tomu, ze pokud se jedná o nějaký výběr, vhodný k zavedeni sub a super typu, potom je snadné je začít modelovat do ERD</a:t>
            </a:r>
          </a:p>
          <a:p>
            <a:endParaRPr lang="cs-CZ" dirty="0"/>
          </a:p>
        </p:txBody>
      </p:sp>
    </p:spTree>
    <p:extLst>
      <p:ext uri="{BB962C8B-B14F-4D97-AF65-F5344CB8AC3E}">
        <p14:creationId xmlns:p14="http://schemas.microsoft.com/office/powerpoint/2010/main" val="3416799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9C519F4A-B326-4134-90A3-28103D1F8086}"/>
              </a:ext>
            </a:extLst>
          </p:cNvPr>
          <p:cNvSpPr>
            <a:spLocks noGrp="1"/>
          </p:cNvSpPr>
          <p:nvPr>
            <p:ph type="title"/>
          </p:nvPr>
        </p:nvSpPr>
        <p:spPr/>
        <p:txBody>
          <a:bodyPr/>
          <a:lstStyle/>
          <a:p>
            <a:r>
              <a:rPr lang="cs-CZ" dirty="0"/>
              <a:t>Výběr entit</a:t>
            </a:r>
          </a:p>
        </p:txBody>
      </p:sp>
      <p:sp>
        <p:nvSpPr>
          <p:cNvPr id="3" name="Zástupný symbol pro obsah 2">
            <a:extLst>
              <a:ext uri="{FF2B5EF4-FFF2-40B4-BE49-F238E27FC236}">
                <a16:creationId xmlns:a16="http://schemas.microsoft.com/office/drawing/2014/main" id="{19194760-5221-405F-A8E5-02FCE83A4F23}"/>
              </a:ext>
            </a:extLst>
          </p:cNvPr>
          <p:cNvSpPr>
            <a:spLocks noGrp="1"/>
          </p:cNvSpPr>
          <p:nvPr>
            <p:ph idx="1"/>
          </p:nvPr>
        </p:nvSpPr>
        <p:spPr/>
        <p:txBody>
          <a:bodyPr>
            <a:normAutofit fontScale="92500" lnSpcReduction="10000"/>
          </a:bodyPr>
          <a:lstStyle/>
          <a:p>
            <a:r>
              <a:rPr lang="cs-CZ" dirty="0"/>
              <a:t>Často mají některé instance entit atributy a/nebo relace k jiným entitám, představme si výběr platební metody, kdy zákazník může použít platbu v hotovosti, šekem nebo kreditní kartou.</a:t>
            </a:r>
          </a:p>
          <a:p>
            <a:r>
              <a:rPr lang="cs-CZ" dirty="0"/>
              <a:t>Všechny typy platby mají nějaké atributy, například datum platby, suma atd., ovšem taková kreditní karta má navíc ještě </a:t>
            </a:r>
            <a:br>
              <a:rPr lang="cs-CZ" dirty="0"/>
            </a:br>
            <a:r>
              <a:rPr lang="cs-CZ" dirty="0"/>
              <a:t>číslo kreditky. Zároveň musíme u platby kartou vědět,</a:t>
            </a:r>
            <a:br>
              <a:rPr lang="cs-CZ" dirty="0"/>
            </a:br>
            <a:r>
              <a:rPr lang="cs-CZ" dirty="0"/>
              <a:t>který zákazník tuto platbu provedl, což je rozdílné </a:t>
            </a:r>
            <a:br>
              <a:rPr lang="cs-CZ" dirty="0"/>
            </a:br>
            <a:r>
              <a:rPr lang="cs-CZ" dirty="0"/>
              <a:t>od zbylých dvou typů.</a:t>
            </a:r>
          </a:p>
          <a:p>
            <a:r>
              <a:rPr lang="cs-CZ" dirty="0"/>
              <a:t>Mohli bychom tedy vytvořit jednu entitu Platba nebo </a:t>
            </a:r>
            <a:br>
              <a:rPr lang="cs-CZ" dirty="0"/>
            </a:br>
            <a:r>
              <a:rPr lang="cs-CZ" dirty="0"/>
              <a:t>3 oddělené entity Hotovost, šek a kreditka? A co by se </a:t>
            </a:r>
            <a:br>
              <a:rPr lang="cs-CZ" dirty="0"/>
            </a:br>
            <a:r>
              <a:rPr lang="cs-CZ" dirty="0"/>
              <a:t>stalo v případě, kdy bychom v budoucnu dovolili platbu </a:t>
            </a:r>
            <a:br>
              <a:rPr lang="cs-CZ" dirty="0"/>
            </a:br>
            <a:r>
              <a:rPr lang="cs-CZ" dirty="0"/>
              <a:t>dalším typem?</a:t>
            </a:r>
          </a:p>
        </p:txBody>
      </p:sp>
      <p:pic>
        <p:nvPicPr>
          <p:cNvPr id="4" name="Picture 1">
            <a:extLst>
              <a:ext uri="{FF2B5EF4-FFF2-40B4-BE49-F238E27FC236}">
                <a16:creationId xmlns:a16="http://schemas.microsoft.com/office/drawing/2014/main" id="{4C332ED9-0EB7-4C06-AB9A-8796E77010BF}"/>
              </a:ext>
            </a:extLst>
          </p:cNvPr>
          <p:cNvPicPr/>
          <p:nvPr/>
        </p:nvPicPr>
        <p:blipFill>
          <a:blip r:embed="rId2"/>
          <a:stretch>
            <a:fillRect/>
          </a:stretch>
        </p:blipFill>
        <p:spPr>
          <a:xfrm>
            <a:off x="9045389" y="3361765"/>
            <a:ext cx="2850776" cy="3496235"/>
          </a:xfrm>
          <a:prstGeom prst="rect">
            <a:avLst/>
          </a:prstGeom>
        </p:spPr>
      </p:pic>
    </p:spTree>
    <p:extLst>
      <p:ext uri="{BB962C8B-B14F-4D97-AF65-F5344CB8AC3E}">
        <p14:creationId xmlns:p14="http://schemas.microsoft.com/office/powerpoint/2010/main" val="18416513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22BDBB8F-C1E4-4453-B213-2919F679735C}"/>
              </a:ext>
            </a:extLst>
          </p:cNvPr>
          <p:cNvSpPr>
            <a:spLocks noGrp="1"/>
          </p:cNvSpPr>
          <p:nvPr>
            <p:ph type="title"/>
          </p:nvPr>
        </p:nvSpPr>
        <p:spPr/>
        <p:txBody>
          <a:bodyPr/>
          <a:lstStyle/>
          <a:p>
            <a:r>
              <a:rPr lang="cs-CZ" dirty="0"/>
              <a:t>Rozdělení entit</a:t>
            </a:r>
          </a:p>
        </p:txBody>
      </p:sp>
      <p:sp>
        <p:nvSpPr>
          <p:cNvPr id="3" name="Zástupný symbol pro obsah 2">
            <a:extLst>
              <a:ext uri="{FF2B5EF4-FFF2-40B4-BE49-F238E27FC236}">
                <a16:creationId xmlns:a16="http://schemas.microsoft.com/office/drawing/2014/main" id="{A0104FAE-D8FA-4842-9898-6E913AEE0C47}"/>
              </a:ext>
            </a:extLst>
          </p:cNvPr>
          <p:cNvSpPr>
            <a:spLocks noGrp="1"/>
          </p:cNvSpPr>
          <p:nvPr>
            <p:ph idx="1"/>
          </p:nvPr>
        </p:nvSpPr>
        <p:spPr/>
        <p:txBody>
          <a:bodyPr/>
          <a:lstStyle/>
          <a:p>
            <a:r>
              <a:rPr lang="cs-CZ" dirty="0"/>
              <a:t>Někdy dává větší smysl rozdělit entitu na dílčí podtypy</a:t>
            </a:r>
          </a:p>
          <a:p>
            <a:r>
              <a:rPr lang="cs-CZ" dirty="0"/>
              <a:t>To může být případ, kdy skupina instancí má speciální nastavení, jako jsou atributy nebo relace, které existují právě v dané skupině.</a:t>
            </a:r>
          </a:p>
          <a:p>
            <a:r>
              <a:rPr lang="cs-CZ" dirty="0"/>
              <a:t>V tomto případě se entita nazývá </a:t>
            </a:r>
            <a:r>
              <a:rPr lang="cs-CZ" b="1" dirty="0" err="1"/>
              <a:t>supertyp</a:t>
            </a:r>
            <a:r>
              <a:rPr lang="cs-CZ" dirty="0"/>
              <a:t> a každá skupina potom </a:t>
            </a:r>
            <a:r>
              <a:rPr lang="cs-CZ" b="1" dirty="0"/>
              <a:t>subtyp</a:t>
            </a:r>
          </a:p>
        </p:txBody>
      </p:sp>
    </p:spTree>
    <p:extLst>
      <p:ext uri="{BB962C8B-B14F-4D97-AF65-F5344CB8AC3E}">
        <p14:creationId xmlns:p14="http://schemas.microsoft.com/office/powerpoint/2010/main" val="2698809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1881201C-1F05-4C0D-9415-691D351AF038}"/>
              </a:ext>
            </a:extLst>
          </p:cNvPr>
          <p:cNvSpPr>
            <a:spLocks noGrp="1"/>
          </p:cNvSpPr>
          <p:nvPr>
            <p:ph type="title"/>
          </p:nvPr>
        </p:nvSpPr>
        <p:spPr/>
        <p:txBody>
          <a:bodyPr/>
          <a:lstStyle/>
          <a:p>
            <a:r>
              <a:rPr lang="cs-CZ" dirty="0"/>
              <a:t>Charakteristika subtypu I.</a:t>
            </a:r>
          </a:p>
        </p:txBody>
      </p:sp>
      <p:sp>
        <p:nvSpPr>
          <p:cNvPr id="3" name="Zástupný symbol pro obsah 2">
            <a:extLst>
              <a:ext uri="{FF2B5EF4-FFF2-40B4-BE49-F238E27FC236}">
                <a16:creationId xmlns:a16="http://schemas.microsoft.com/office/drawing/2014/main" id="{BED557E4-91BE-4A31-A510-C89D194D774C}"/>
              </a:ext>
            </a:extLst>
          </p:cNvPr>
          <p:cNvSpPr>
            <a:spLocks noGrp="1"/>
          </p:cNvSpPr>
          <p:nvPr>
            <p:ph idx="1"/>
          </p:nvPr>
        </p:nvSpPr>
        <p:spPr/>
        <p:txBody>
          <a:bodyPr/>
          <a:lstStyle/>
          <a:p>
            <a:r>
              <a:rPr lang="cs-CZ" dirty="0"/>
              <a:t>Přebírá všechny atributy </a:t>
            </a:r>
            <a:r>
              <a:rPr lang="cs-CZ" dirty="0" err="1"/>
              <a:t>supertypu</a:t>
            </a:r>
            <a:endParaRPr lang="cs-CZ" dirty="0"/>
          </a:p>
          <a:p>
            <a:r>
              <a:rPr lang="cs-CZ" dirty="0"/>
              <a:t>Přebírá všechny relace </a:t>
            </a:r>
            <a:r>
              <a:rPr lang="cs-CZ" dirty="0" err="1"/>
              <a:t>supertypu</a:t>
            </a:r>
            <a:endParaRPr lang="cs-CZ" dirty="0"/>
          </a:p>
          <a:p>
            <a:r>
              <a:rPr lang="cs-CZ" dirty="0"/>
              <a:t>Obvykle obsahuje vlastní atributy a relace</a:t>
            </a:r>
          </a:p>
          <a:p>
            <a:r>
              <a:rPr lang="cs-CZ" dirty="0"/>
              <a:t>Je zakreslován bez </a:t>
            </a:r>
            <a:r>
              <a:rPr lang="cs-CZ" dirty="0" err="1"/>
              <a:t>supertypu</a:t>
            </a:r>
            <a:endParaRPr lang="cs-CZ" dirty="0"/>
          </a:p>
          <a:p>
            <a:r>
              <a:rPr lang="cs-CZ" dirty="0"/>
              <a:t>Nikdy neexistuje osamoceně</a:t>
            </a:r>
          </a:p>
          <a:p>
            <a:r>
              <a:rPr lang="cs-CZ" dirty="0"/>
              <a:t>Může mít další subtypy</a:t>
            </a:r>
          </a:p>
        </p:txBody>
      </p:sp>
    </p:spTree>
    <p:extLst>
      <p:ext uri="{BB962C8B-B14F-4D97-AF65-F5344CB8AC3E}">
        <p14:creationId xmlns:p14="http://schemas.microsoft.com/office/powerpoint/2010/main" val="34164506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E4063C2-D1FC-48CA-8262-1D5CE68402C8}"/>
              </a:ext>
            </a:extLst>
          </p:cNvPr>
          <p:cNvSpPr>
            <a:spLocks noGrp="1"/>
          </p:cNvSpPr>
          <p:nvPr>
            <p:ph type="title"/>
          </p:nvPr>
        </p:nvSpPr>
        <p:spPr/>
        <p:txBody>
          <a:bodyPr/>
          <a:lstStyle/>
          <a:p>
            <a:r>
              <a:rPr lang="cs-CZ" dirty="0"/>
              <a:t>Charakteristika subtypu II.</a:t>
            </a:r>
          </a:p>
        </p:txBody>
      </p:sp>
      <p:sp>
        <p:nvSpPr>
          <p:cNvPr id="3" name="Zástupný symbol pro obsah 2">
            <a:extLst>
              <a:ext uri="{FF2B5EF4-FFF2-40B4-BE49-F238E27FC236}">
                <a16:creationId xmlns:a16="http://schemas.microsoft.com/office/drawing/2014/main" id="{25C9EE03-DA27-4582-B5AF-25CE3C5B18B2}"/>
              </a:ext>
            </a:extLst>
          </p:cNvPr>
          <p:cNvSpPr>
            <a:spLocks noGrp="1"/>
          </p:cNvSpPr>
          <p:nvPr>
            <p:ph idx="1"/>
          </p:nvPr>
        </p:nvSpPr>
        <p:spPr/>
        <p:txBody>
          <a:bodyPr/>
          <a:lstStyle/>
          <a:p>
            <a:r>
              <a:rPr lang="cs-CZ" dirty="0"/>
              <a:t>Příklad </a:t>
            </a:r>
            <a:r>
              <a:rPr lang="cs-CZ" dirty="0" err="1"/>
              <a:t>supertypu</a:t>
            </a:r>
            <a:r>
              <a:rPr lang="cs-CZ" dirty="0"/>
              <a:t> a subtypů </a:t>
            </a:r>
            <a:r>
              <a:rPr lang="cs-CZ" dirty="0" err="1"/>
              <a:t>midterm</a:t>
            </a:r>
            <a:r>
              <a:rPr lang="cs-CZ" dirty="0"/>
              <a:t>, </a:t>
            </a:r>
            <a:r>
              <a:rPr lang="cs-CZ" dirty="0" err="1"/>
              <a:t>final</a:t>
            </a:r>
            <a:r>
              <a:rPr lang="cs-CZ" dirty="0"/>
              <a:t> a </a:t>
            </a:r>
            <a:r>
              <a:rPr lang="cs-CZ" dirty="0" err="1"/>
              <a:t>quiz</a:t>
            </a:r>
            <a:r>
              <a:rPr lang="cs-CZ" dirty="0"/>
              <a:t>, které přebírají všechny atributy </a:t>
            </a:r>
            <a:r>
              <a:rPr lang="cs-CZ" dirty="0" err="1"/>
              <a:t>exam</a:t>
            </a:r>
            <a:r>
              <a:rPr lang="cs-CZ" dirty="0"/>
              <a:t> a stejně tak i všechny relace, na které je </a:t>
            </a:r>
            <a:r>
              <a:rPr lang="cs-CZ" dirty="0" err="1"/>
              <a:t>exam</a:t>
            </a:r>
            <a:r>
              <a:rPr lang="cs-CZ" dirty="0"/>
              <a:t> napojeno</a:t>
            </a:r>
          </a:p>
        </p:txBody>
      </p:sp>
      <p:pic>
        <p:nvPicPr>
          <p:cNvPr id="4" name="Picture 3">
            <a:extLst>
              <a:ext uri="{FF2B5EF4-FFF2-40B4-BE49-F238E27FC236}">
                <a16:creationId xmlns:a16="http://schemas.microsoft.com/office/drawing/2014/main" id="{725D8498-27AD-43E7-9DC0-36386F6A1810}"/>
              </a:ext>
            </a:extLst>
          </p:cNvPr>
          <p:cNvPicPr/>
          <p:nvPr/>
        </p:nvPicPr>
        <p:blipFill>
          <a:blip r:embed="rId2"/>
          <a:stretch>
            <a:fillRect/>
          </a:stretch>
        </p:blipFill>
        <p:spPr>
          <a:xfrm>
            <a:off x="3405747" y="2782094"/>
            <a:ext cx="4474229" cy="4075906"/>
          </a:xfrm>
          <a:prstGeom prst="rect">
            <a:avLst/>
          </a:prstGeom>
        </p:spPr>
      </p:pic>
    </p:spTree>
    <p:extLst>
      <p:ext uri="{BB962C8B-B14F-4D97-AF65-F5344CB8AC3E}">
        <p14:creationId xmlns:p14="http://schemas.microsoft.com/office/powerpoint/2010/main" val="7931815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CF8123B-0232-49E8-8C36-8AFA7A064277}"/>
              </a:ext>
            </a:extLst>
          </p:cNvPr>
          <p:cNvSpPr>
            <a:spLocks noGrp="1"/>
          </p:cNvSpPr>
          <p:nvPr>
            <p:ph type="title"/>
          </p:nvPr>
        </p:nvSpPr>
        <p:spPr/>
        <p:txBody>
          <a:bodyPr/>
          <a:lstStyle/>
          <a:p>
            <a:r>
              <a:rPr lang="cs-CZ" dirty="0"/>
              <a:t>Více než jeden subtyp I.</a:t>
            </a:r>
          </a:p>
        </p:txBody>
      </p:sp>
      <p:sp>
        <p:nvSpPr>
          <p:cNvPr id="3" name="Zástupný symbol pro obsah 2">
            <a:extLst>
              <a:ext uri="{FF2B5EF4-FFF2-40B4-BE49-F238E27FC236}">
                <a16:creationId xmlns:a16="http://schemas.microsoft.com/office/drawing/2014/main" id="{7B3C045B-BF46-4B06-8529-582E09A66253}"/>
              </a:ext>
            </a:extLst>
          </p:cNvPr>
          <p:cNvSpPr>
            <a:spLocks noGrp="1"/>
          </p:cNvSpPr>
          <p:nvPr>
            <p:ph idx="1"/>
          </p:nvPr>
        </p:nvSpPr>
        <p:spPr/>
        <p:txBody>
          <a:bodyPr>
            <a:normAutofit lnSpcReduction="10000"/>
          </a:bodyPr>
          <a:lstStyle/>
          <a:p>
            <a:r>
              <a:rPr lang="cs-CZ" dirty="0"/>
              <a:t>Když je ER model hotový, subtypy nikdy nestojí osamoceně. Jinak řečeno, pokud má entita subtyp, druhý podtyp musí také existovat. To dává smysl. Pokud by byl pouze jeden subtyp, potom defacto je to samotný </a:t>
            </a:r>
            <a:r>
              <a:rPr lang="cs-CZ" dirty="0" err="1"/>
              <a:t>supertyp</a:t>
            </a:r>
            <a:r>
              <a:rPr lang="cs-CZ" dirty="0"/>
              <a:t> a nemá cenu jej členit.</a:t>
            </a:r>
          </a:p>
          <a:p>
            <a:r>
              <a:rPr lang="cs-CZ" dirty="0"/>
              <a:t>Tento nápad přináší 2 pravidla pro subtypy:</a:t>
            </a:r>
          </a:p>
          <a:p>
            <a:pPr lvl="1"/>
            <a:r>
              <a:rPr lang="cs-CZ" dirty="0"/>
              <a:t>Každá instance </a:t>
            </a:r>
            <a:r>
              <a:rPr lang="cs-CZ" dirty="0" err="1"/>
              <a:t>supertypu</a:t>
            </a:r>
            <a:r>
              <a:rPr lang="cs-CZ" dirty="0"/>
              <a:t> je také instancí jednoho subtypů. Všechny subtypy jsou zapisovány bez vynechání. Nemůže se stát, že by instance nebyla ani jedním subtypem.</a:t>
            </a:r>
          </a:p>
          <a:p>
            <a:pPr lvl="1"/>
            <a:r>
              <a:rPr lang="cs-CZ" dirty="0"/>
              <a:t>Vzájemná výlučnost: každá instance </a:t>
            </a:r>
            <a:r>
              <a:rPr lang="cs-CZ" dirty="0" err="1"/>
              <a:t>supertypu</a:t>
            </a:r>
            <a:r>
              <a:rPr lang="cs-CZ" dirty="0"/>
              <a:t> je instancí pouze jednoho subtypu.</a:t>
            </a:r>
          </a:p>
          <a:p>
            <a:r>
              <a:rPr lang="cs-CZ" dirty="0"/>
              <a:t>Z důvodu první podmínky je dobře zahrnovat vždycky podtyp ostatní tak, aby opravdu došlo k pokrytí všech možných typů instancí.</a:t>
            </a:r>
          </a:p>
        </p:txBody>
      </p:sp>
    </p:spTree>
    <p:extLst>
      <p:ext uri="{BB962C8B-B14F-4D97-AF65-F5344CB8AC3E}">
        <p14:creationId xmlns:p14="http://schemas.microsoft.com/office/powerpoint/2010/main" val="23770023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0A24FC1-1C7E-4242-AE38-13A343820008}"/>
              </a:ext>
            </a:extLst>
          </p:cNvPr>
          <p:cNvSpPr>
            <a:spLocks noGrp="1"/>
          </p:cNvSpPr>
          <p:nvPr>
            <p:ph type="title"/>
          </p:nvPr>
        </p:nvSpPr>
        <p:spPr/>
        <p:txBody>
          <a:bodyPr/>
          <a:lstStyle/>
          <a:p>
            <a:r>
              <a:rPr lang="cs-CZ" dirty="0"/>
              <a:t>Více než jeden subtyp II.</a:t>
            </a:r>
          </a:p>
        </p:txBody>
      </p:sp>
      <p:sp>
        <p:nvSpPr>
          <p:cNvPr id="3" name="Zástupný symbol pro obsah 2">
            <a:extLst>
              <a:ext uri="{FF2B5EF4-FFF2-40B4-BE49-F238E27FC236}">
                <a16:creationId xmlns:a16="http://schemas.microsoft.com/office/drawing/2014/main" id="{40B3703A-734E-4B39-B17D-24604EB029B2}"/>
              </a:ext>
            </a:extLst>
          </p:cNvPr>
          <p:cNvSpPr>
            <a:spLocks noGrp="1"/>
          </p:cNvSpPr>
          <p:nvPr>
            <p:ph idx="1"/>
          </p:nvPr>
        </p:nvSpPr>
        <p:spPr/>
        <p:txBody>
          <a:bodyPr>
            <a:normAutofit/>
          </a:bodyPr>
          <a:lstStyle/>
          <a:p>
            <a:r>
              <a:rPr lang="cs-CZ" dirty="0"/>
              <a:t>Každá entita může být rozdělena pomocí vytvoření pravidla, které rozdělí instance do skupin. Ale není hlavním úkolem dosáhnout rozdělení na podtypy, úkolem je toho docílit, pokud je zde důvod k těmto podtypům. Vždy když ukazuje úloha na podobnosti a rozdílnosti mezi instancemi, potom je důležité vytvářet subtypy.</a:t>
            </a:r>
          </a:p>
          <a:p>
            <a:r>
              <a:rPr lang="cs-CZ" dirty="0"/>
              <a:t>Když modelujeme </a:t>
            </a:r>
            <a:r>
              <a:rPr lang="cs-CZ" dirty="0" err="1"/>
              <a:t>supertypy</a:t>
            </a:r>
            <a:r>
              <a:rPr lang="cs-CZ" dirty="0"/>
              <a:t> a subtypy, je důležité si odpovídat na následující 3 otázky:</a:t>
            </a:r>
          </a:p>
          <a:p>
            <a:pPr lvl="1"/>
            <a:r>
              <a:rPr lang="cs-CZ" dirty="0"/>
              <a:t>Je subtyp druhem </a:t>
            </a:r>
            <a:r>
              <a:rPr lang="cs-CZ" dirty="0" err="1"/>
              <a:t>supertypu</a:t>
            </a:r>
            <a:r>
              <a:rPr lang="cs-CZ" dirty="0"/>
              <a:t>?</a:t>
            </a:r>
          </a:p>
          <a:p>
            <a:pPr lvl="1"/>
            <a:r>
              <a:rPr lang="cs-CZ" dirty="0"/>
              <a:t>Pokryl/a jsem všechny možné případy?</a:t>
            </a:r>
          </a:p>
          <a:p>
            <a:pPr lvl="1"/>
            <a:r>
              <a:rPr lang="cs-CZ" dirty="0"/>
              <a:t>Opravdu každá instance odpovídá pouze jednomu subtypu?</a:t>
            </a:r>
          </a:p>
        </p:txBody>
      </p:sp>
    </p:spTree>
    <p:extLst>
      <p:ext uri="{BB962C8B-B14F-4D97-AF65-F5344CB8AC3E}">
        <p14:creationId xmlns:p14="http://schemas.microsoft.com/office/powerpoint/2010/main" val="6938246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0F5487D-6F24-44C0-9004-889005AB2DCF}"/>
              </a:ext>
            </a:extLst>
          </p:cNvPr>
          <p:cNvSpPr>
            <a:spLocks noGrp="1"/>
          </p:cNvSpPr>
          <p:nvPr>
            <p:ph type="title"/>
          </p:nvPr>
        </p:nvSpPr>
        <p:spPr/>
        <p:txBody>
          <a:bodyPr/>
          <a:lstStyle/>
          <a:p>
            <a:r>
              <a:rPr lang="cs-CZ" dirty="0"/>
              <a:t>Vnořené podtypy</a:t>
            </a:r>
          </a:p>
        </p:txBody>
      </p:sp>
      <p:sp>
        <p:nvSpPr>
          <p:cNvPr id="3" name="Zástupný symbol pro obsah 2">
            <a:extLst>
              <a:ext uri="{FF2B5EF4-FFF2-40B4-BE49-F238E27FC236}">
                <a16:creationId xmlns:a16="http://schemas.microsoft.com/office/drawing/2014/main" id="{8B335354-CD90-4FFC-A1D5-A865AE821D09}"/>
              </a:ext>
            </a:extLst>
          </p:cNvPr>
          <p:cNvSpPr>
            <a:spLocks noGrp="1"/>
          </p:cNvSpPr>
          <p:nvPr>
            <p:ph idx="1"/>
          </p:nvPr>
        </p:nvSpPr>
        <p:spPr/>
        <p:txBody>
          <a:bodyPr/>
          <a:lstStyle/>
          <a:p>
            <a:r>
              <a:rPr lang="cs-CZ" dirty="0"/>
              <a:t>Podtypy můžeme vnořovat (</a:t>
            </a:r>
            <a:r>
              <a:rPr lang="cs-CZ" dirty="0" err="1"/>
              <a:t>zahnízďovat</a:t>
            </a:r>
            <a:r>
              <a:rPr lang="cs-CZ" dirty="0"/>
              <a:t> – </a:t>
            </a:r>
            <a:r>
              <a:rPr lang="cs-CZ" dirty="0" err="1"/>
              <a:t>nested</a:t>
            </a:r>
            <a:r>
              <a:rPr lang="cs-CZ" dirty="0"/>
              <a:t> </a:t>
            </a:r>
            <a:r>
              <a:rPr lang="cs-CZ" dirty="0" err="1"/>
              <a:t>subtypes</a:t>
            </a:r>
            <a:r>
              <a:rPr lang="cs-CZ" dirty="0"/>
              <a:t>)</a:t>
            </a:r>
          </a:p>
          <a:p>
            <a:r>
              <a:rPr lang="cs-CZ" dirty="0"/>
              <a:t>Pro snazší čtení můžeme ukazovat subtypy se dvěma úrovněmi.</a:t>
            </a:r>
          </a:p>
        </p:txBody>
      </p:sp>
      <p:pic>
        <p:nvPicPr>
          <p:cNvPr id="4" name="Picture 4">
            <a:extLst>
              <a:ext uri="{FF2B5EF4-FFF2-40B4-BE49-F238E27FC236}">
                <a16:creationId xmlns:a16="http://schemas.microsoft.com/office/drawing/2014/main" id="{2CA5ADA7-FA7A-483B-A03C-57872F409600}"/>
              </a:ext>
            </a:extLst>
          </p:cNvPr>
          <p:cNvPicPr/>
          <p:nvPr/>
        </p:nvPicPr>
        <p:blipFill>
          <a:blip r:embed="rId2"/>
          <a:stretch>
            <a:fillRect/>
          </a:stretch>
        </p:blipFill>
        <p:spPr>
          <a:xfrm>
            <a:off x="4026832" y="3101741"/>
            <a:ext cx="2965637" cy="3756259"/>
          </a:xfrm>
          <a:prstGeom prst="rect">
            <a:avLst/>
          </a:prstGeom>
        </p:spPr>
      </p:pic>
    </p:spTree>
    <p:extLst>
      <p:ext uri="{BB962C8B-B14F-4D97-AF65-F5344CB8AC3E}">
        <p14:creationId xmlns:p14="http://schemas.microsoft.com/office/powerpoint/2010/main" val="40901135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4E887C49-A88C-4D38-8EDD-7E4F86818387}"/>
              </a:ext>
            </a:extLst>
          </p:cNvPr>
          <p:cNvSpPr>
            <a:spLocks noGrp="1"/>
          </p:cNvSpPr>
          <p:nvPr>
            <p:ph type="title"/>
          </p:nvPr>
        </p:nvSpPr>
        <p:spPr/>
        <p:txBody>
          <a:bodyPr/>
          <a:lstStyle/>
          <a:p>
            <a:r>
              <a:rPr lang="cs-CZ" dirty="0"/>
              <a:t>Dokumentace podnikových pravidel</a:t>
            </a:r>
          </a:p>
        </p:txBody>
      </p:sp>
      <p:sp>
        <p:nvSpPr>
          <p:cNvPr id="3" name="Zástupný symbol pro obsah 2">
            <a:extLst>
              <a:ext uri="{FF2B5EF4-FFF2-40B4-BE49-F238E27FC236}">
                <a16:creationId xmlns:a16="http://schemas.microsoft.com/office/drawing/2014/main" id="{F5BE3E90-B24B-406D-97E6-6E17921FD927}"/>
              </a:ext>
            </a:extLst>
          </p:cNvPr>
          <p:cNvSpPr>
            <a:spLocks noGrp="1"/>
          </p:cNvSpPr>
          <p:nvPr>
            <p:ph idx="1"/>
          </p:nvPr>
        </p:nvSpPr>
        <p:spPr/>
        <p:txBody>
          <a:bodyPr/>
          <a:lstStyle/>
          <a:p>
            <a:r>
              <a:rPr lang="cs-CZ" dirty="0"/>
              <a:t>Jeden z primárních cílů datového modelování je ujištění, že všechny části informací, které jsou potřebné pro běh podniku jsou rozpoznány.</a:t>
            </a:r>
          </a:p>
          <a:p>
            <a:r>
              <a:rPr lang="cs-CZ" dirty="0"/>
              <a:t>Identifikace a dokumentace podnikových pravidel je klíčem ke kontrole, zda datový model je kompletní a odpovídá zadání.</a:t>
            </a:r>
          </a:p>
          <a:p>
            <a:r>
              <a:rPr lang="cs-CZ" dirty="0"/>
              <a:t>Je důležité rozpoznat, že ne všechny podniková pravidla mohou být reprezentována pomocí ERD.</a:t>
            </a:r>
          </a:p>
          <a:p>
            <a:r>
              <a:rPr lang="cs-CZ" dirty="0"/>
              <a:t>Některá pravidla musí být implementována pomocí programování.</a:t>
            </a:r>
          </a:p>
        </p:txBody>
      </p:sp>
    </p:spTree>
    <p:extLst>
      <p:ext uri="{BB962C8B-B14F-4D97-AF65-F5344CB8AC3E}">
        <p14:creationId xmlns:p14="http://schemas.microsoft.com/office/powerpoint/2010/main" val="19296253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51CCC1EB-06F2-4BB7-A41E-3C5961D333DB}"/>
              </a:ext>
            </a:extLst>
          </p:cNvPr>
          <p:cNvSpPr>
            <a:spLocks noGrp="1"/>
          </p:cNvSpPr>
          <p:nvPr>
            <p:ph type="title"/>
          </p:nvPr>
        </p:nvSpPr>
        <p:spPr>
          <a:xfrm>
            <a:off x="838200" y="365125"/>
            <a:ext cx="10515600" cy="1325563"/>
          </a:xfrm>
        </p:spPr>
        <p:txBody>
          <a:bodyPr/>
          <a:lstStyle/>
          <a:p>
            <a:r>
              <a:rPr lang="cs-CZ" dirty="0"/>
              <a:t>Strukturální a procedurální podniková pravidla I.</a:t>
            </a:r>
          </a:p>
        </p:txBody>
      </p:sp>
      <p:sp>
        <p:nvSpPr>
          <p:cNvPr id="3" name="Zástupný symbol pro obsah 2">
            <a:extLst>
              <a:ext uri="{FF2B5EF4-FFF2-40B4-BE49-F238E27FC236}">
                <a16:creationId xmlns:a16="http://schemas.microsoft.com/office/drawing/2014/main" id="{5AB80462-7460-4BE2-8FF5-AF59F2EDF7FF}"/>
              </a:ext>
            </a:extLst>
          </p:cNvPr>
          <p:cNvSpPr>
            <a:spLocks noGrp="1"/>
          </p:cNvSpPr>
          <p:nvPr>
            <p:ph idx="1"/>
          </p:nvPr>
        </p:nvSpPr>
        <p:spPr/>
        <p:txBody>
          <a:bodyPr/>
          <a:lstStyle/>
          <a:p>
            <a:r>
              <a:rPr lang="cs-CZ" dirty="0"/>
              <a:t>Strukturální podniková pravidla indikují typ informací o tom, jak jsou informace ukládány a jak jsou propojeny jednotlivé elementy.</a:t>
            </a:r>
          </a:p>
          <a:p>
            <a:r>
              <a:rPr lang="cs-CZ" dirty="0"/>
              <a:t>Procedurální pravidla se potýkají s požadavky před uložením, kroky, procesy a </a:t>
            </a:r>
            <a:r>
              <a:rPr lang="cs-CZ" dirty="0" err="1"/>
              <a:t>workflow</a:t>
            </a:r>
            <a:r>
              <a:rPr lang="cs-CZ" dirty="0"/>
              <a:t> požadavky podniku.</a:t>
            </a:r>
          </a:p>
          <a:p>
            <a:r>
              <a:rPr lang="cs-CZ" dirty="0"/>
              <a:t>Mnoho procedurálních pravidel jsou časové, tedy že úloha a musí být před úlohou b.</a:t>
            </a:r>
          </a:p>
          <a:p>
            <a:r>
              <a:rPr lang="cs-CZ" dirty="0"/>
              <a:t>Strukturální pravidla jsou téměř vždy zakreslena v ERD, některá procedurální pravidla nemohou být v diagramu, ale stejně tak musí být dokumentována, aby byla doprogramována později.</a:t>
            </a:r>
          </a:p>
        </p:txBody>
      </p:sp>
    </p:spTree>
    <p:extLst>
      <p:ext uri="{BB962C8B-B14F-4D97-AF65-F5344CB8AC3E}">
        <p14:creationId xmlns:p14="http://schemas.microsoft.com/office/powerpoint/2010/main" val="22795587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5B39824-4CE8-494D-96F7-F01F280C1A04}"/>
              </a:ext>
            </a:extLst>
          </p:cNvPr>
          <p:cNvSpPr>
            <a:spLocks noGrp="1"/>
          </p:cNvSpPr>
          <p:nvPr>
            <p:ph type="title"/>
          </p:nvPr>
        </p:nvSpPr>
        <p:spPr/>
        <p:txBody>
          <a:bodyPr/>
          <a:lstStyle/>
          <a:p>
            <a:r>
              <a:rPr lang="cs-CZ" dirty="0"/>
              <a:t>Strukturální pravidla</a:t>
            </a:r>
          </a:p>
        </p:txBody>
      </p:sp>
      <p:sp>
        <p:nvSpPr>
          <p:cNvPr id="3" name="Zástupný symbol pro obsah 2">
            <a:extLst>
              <a:ext uri="{FF2B5EF4-FFF2-40B4-BE49-F238E27FC236}">
                <a16:creationId xmlns:a16="http://schemas.microsoft.com/office/drawing/2014/main" id="{78B723AA-F836-4DC2-931C-4FD35AB24A3C}"/>
              </a:ext>
            </a:extLst>
          </p:cNvPr>
          <p:cNvSpPr>
            <a:spLocks noGrp="1"/>
          </p:cNvSpPr>
          <p:nvPr>
            <p:ph idx="1"/>
          </p:nvPr>
        </p:nvSpPr>
        <p:spPr/>
        <p:txBody>
          <a:bodyPr>
            <a:normAutofit fontScale="85000" lnSpcReduction="20000"/>
          </a:bodyPr>
          <a:lstStyle/>
          <a:p>
            <a:endParaRPr lang="cs-CZ" dirty="0"/>
          </a:p>
          <a:p>
            <a:endParaRPr lang="cs-CZ" dirty="0"/>
          </a:p>
          <a:p>
            <a:endParaRPr lang="cs-CZ" dirty="0"/>
          </a:p>
          <a:p>
            <a:endParaRPr lang="cs-CZ" dirty="0"/>
          </a:p>
          <a:p>
            <a:endParaRPr lang="cs-CZ" dirty="0"/>
          </a:p>
          <a:p>
            <a:endParaRPr lang="cs-CZ" dirty="0"/>
          </a:p>
          <a:p>
            <a:r>
              <a:rPr lang="cs-CZ" dirty="0"/>
              <a:t>Škola má také mnoho podnikových pravidel, zkuste zodpovědět následující otázky:</a:t>
            </a:r>
          </a:p>
          <a:p>
            <a:pPr lvl="1"/>
            <a:r>
              <a:rPr lang="cs-CZ" dirty="0"/>
              <a:t>Je možné, aby třída neměla přiřazeného vyučujícího?</a:t>
            </a:r>
          </a:p>
          <a:p>
            <a:pPr lvl="1"/>
            <a:r>
              <a:rPr lang="cs-CZ" dirty="0"/>
              <a:t>Je možné, aby dva studenti mezi stejné student id a nějaký student neměl přiřazené id vůbec?</a:t>
            </a:r>
          </a:p>
          <a:p>
            <a:pPr lvl="1"/>
            <a:r>
              <a:rPr lang="cs-CZ" dirty="0"/>
              <a:t>Je možné, aby učitel měl vyučovat ve třídě, kde není žádný žák zapsaný?</a:t>
            </a:r>
          </a:p>
          <a:p>
            <a:pPr lvl="1"/>
            <a:r>
              <a:rPr lang="cs-CZ" dirty="0"/>
              <a:t>Je možné, aby někdo </a:t>
            </a:r>
            <a:r>
              <a:rPr lang="cs-CZ" dirty="0" err="1"/>
              <a:t>navštěvoal</a:t>
            </a:r>
            <a:r>
              <a:rPr lang="cs-CZ" dirty="0"/>
              <a:t> školu, i když není zapsán v žádné třídě?</a:t>
            </a:r>
          </a:p>
        </p:txBody>
      </p:sp>
      <p:pic>
        <p:nvPicPr>
          <p:cNvPr id="5" name="Picture 5">
            <a:extLst>
              <a:ext uri="{FF2B5EF4-FFF2-40B4-BE49-F238E27FC236}">
                <a16:creationId xmlns:a16="http://schemas.microsoft.com/office/drawing/2014/main" id="{68ED2BCE-0FD5-4228-AB3D-D6D052D127E2}"/>
              </a:ext>
            </a:extLst>
          </p:cNvPr>
          <p:cNvPicPr/>
          <p:nvPr/>
        </p:nvPicPr>
        <p:blipFill>
          <a:blip r:embed="rId2"/>
          <a:stretch>
            <a:fillRect/>
          </a:stretch>
        </p:blipFill>
        <p:spPr>
          <a:xfrm>
            <a:off x="838200" y="1690687"/>
            <a:ext cx="7444409" cy="2152443"/>
          </a:xfrm>
          <a:prstGeom prst="rect">
            <a:avLst/>
          </a:prstGeom>
        </p:spPr>
      </p:pic>
    </p:spTree>
    <p:extLst>
      <p:ext uri="{BB962C8B-B14F-4D97-AF65-F5344CB8AC3E}">
        <p14:creationId xmlns:p14="http://schemas.microsoft.com/office/powerpoint/2010/main" val="29858526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A0771B0-8F2D-4A0D-8721-2EE7CE7B955D}"/>
              </a:ext>
            </a:extLst>
          </p:cNvPr>
          <p:cNvSpPr>
            <a:spLocks noGrp="1"/>
          </p:cNvSpPr>
          <p:nvPr>
            <p:ph type="title"/>
          </p:nvPr>
        </p:nvSpPr>
        <p:spPr/>
        <p:txBody>
          <a:bodyPr/>
          <a:lstStyle/>
          <a:p>
            <a:r>
              <a:rPr lang="cs-CZ" dirty="0"/>
              <a:t>Procedurální pravidla I.</a:t>
            </a:r>
          </a:p>
        </p:txBody>
      </p:sp>
      <p:sp>
        <p:nvSpPr>
          <p:cNvPr id="3" name="Zástupný symbol pro obsah 2">
            <a:extLst>
              <a:ext uri="{FF2B5EF4-FFF2-40B4-BE49-F238E27FC236}">
                <a16:creationId xmlns:a16="http://schemas.microsoft.com/office/drawing/2014/main" id="{FA1AF1BD-BFBD-4772-8A63-1CB3BC53F643}"/>
              </a:ext>
            </a:extLst>
          </p:cNvPr>
          <p:cNvSpPr>
            <a:spLocks noGrp="1"/>
          </p:cNvSpPr>
          <p:nvPr>
            <p:ph idx="1"/>
          </p:nvPr>
        </p:nvSpPr>
        <p:spPr/>
        <p:txBody>
          <a:bodyPr>
            <a:normAutofit/>
          </a:bodyPr>
          <a:lstStyle/>
          <a:p>
            <a:r>
              <a:rPr lang="cs-CZ" dirty="0"/>
              <a:t>Určují </a:t>
            </a:r>
            <a:r>
              <a:rPr lang="cs-CZ" dirty="0" err="1"/>
              <a:t>workflow</a:t>
            </a:r>
            <a:r>
              <a:rPr lang="cs-CZ" dirty="0"/>
              <a:t> a procesy, které k tomu náleží.</a:t>
            </a:r>
          </a:p>
          <a:p>
            <a:r>
              <a:rPr lang="cs-CZ" dirty="0"/>
              <a:t>Například podepsané cestovní výkazy, pravidelné kontroly práce manažerem, ...</a:t>
            </a:r>
          </a:p>
          <a:p>
            <a:r>
              <a:rPr lang="cs-CZ" dirty="0"/>
              <a:t>Příklad zakreslení pravidla do diagramu ERD</a:t>
            </a:r>
          </a:p>
          <a:p>
            <a:pPr lvl="1"/>
            <a:r>
              <a:rPr lang="cs-CZ" dirty="0"/>
              <a:t>HR oddělení: někteří naši zaměstnanci musí navštěvovat tréninkové události. Tyto události jsou v některé z poboček, kam zaměstnanec dojede a zúčastní se tréninku.</a:t>
            </a:r>
          </a:p>
        </p:txBody>
      </p:sp>
      <p:pic>
        <p:nvPicPr>
          <p:cNvPr id="4" name="Picture 6">
            <a:extLst>
              <a:ext uri="{FF2B5EF4-FFF2-40B4-BE49-F238E27FC236}">
                <a16:creationId xmlns:a16="http://schemas.microsoft.com/office/drawing/2014/main" id="{548BF1CA-5B08-427E-8EFA-2638AB800B67}"/>
              </a:ext>
            </a:extLst>
          </p:cNvPr>
          <p:cNvPicPr/>
          <p:nvPr/>
        </p:nvPicPr>
        <p:blipFill>
          <a:blip r:embed="rId2"/>
          <a:stretch>
            <a:fillRect/>
          </a:stretch>
        </p:blipFill>
        <p:spPr>
          <a:xfrm>
            <a:off x="4789005" y="4518991"/>
            <a:ext cx="3758648" cy="2339009"/>
          </a:xfrm>
          <a:prstGeom prst="rect">
            <a:avLst/>
          </a:prstGeom>
        </p:spPr>
      </p:pic>
    </p:spTree>
    <p:extLst>
      <p:ext uri="{BB962C8B-B14F-4D97-AF65-F5344CB8AC3E}">
        <p14:creationId xmlns:p14="http://schemas.microsoft.com/office/powerpoint/2010/main" val="27998278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1DB03465-2C61-4BAF-BC96-B23AB42C4B80}"/>
              </a:ext>
            </a:extLst>
          </p:cNvPr>
          <p:cNvSpPr>
            <a:spLocks noGrp="1"/>
          </p:cNvSpPr>
          <p:nvPr>
            <p:ph type="title"/>
          </p:nvPr>
        </p:nvSpPr>
        <p:spPr/>
        <p:txBody>
          <a:bodyPr/>
          <a:lstStyle/>
          <a:p>
            <a:r>
              <a:rPr lang="cs-CZ" dirty="0"/>
              <a:t>Procedurální pravidla II.</a:t>
            </a:r>
          </a:p>
        </p:txBody>
      </p:sp>
      <p:sp>
        <p:nvSpPr>
          <p:cNvPr id="3" name="Zástupný symbol pro obsah 2">
            <a:extLst>
              <a:ext uri="{FF2B5EF4-FFF2-40B4-BE49-F238E27FC236}">
                <a16:creationId xmlns:a16="http://schemas.microsoft.com/office/drawing/2014/main" id="{6F36FB51-1B31-4CEE-BD3E-74D12EBA7452}"/>
              </a:ext>
            </a:extLst>
          </p:cNvPr>
          <p:cNvSpPr>
            <a:spLocks noGrp="1"/>
          </p:cNvSpPr>
          <p:nvPr>
            <p:ph idx="1"/>
          </p:nvPr>
        </p:nvSpPr>
        <p:spPr/>
        <p:txBody>
          <a:bodyPr/>
          <a:lstStyle/>
          <a:p>
            <a:r>
              <a:rPr lang="cs-CZ" dirty="0"/>
              <a:t>Studenti musí nejprve vystudovat kurz algebry a geometrie, aby mohli být zapsáni do kurzu trigonometrie. =&gt; může být toto reprezentováno v ERD? Jak byste to implementovali programově? Pokud student projde daným předmětem, můžete se zamyslet na tím, jaké další pravidlo by škola musela chtít?</a:t>
            </a:r>
          </a:p>
        </p:txBody>
      </p:sp>
    </p:spTree>
    <p:extLst>
      <p:ext uri="{BB962C8B-B14F-4D97-AF65-F5344CB8AC3E}">
        <p14:creationId xmlns:p14="http://schemas.microsoft.com/office/powerpoint/2010/main" val="36440261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99860474-5E49-443C-82E7-710E51C36626}"/>
              </a:ext>
            </a:extLst>
          </p:cNvPr>
          <p:cNvSpPr>
            <a:spLocks noGrp="1"/>
          </p:cNvSpPr>
          <p:nvPr>
            <p:ph type="title"/>
          </p:nvPr>
        </p:nvSpPr>
        <p:spPr/>
        <p:txBody>
          <a:bodyPr/>
          <a:lstStyle/>
          <a:p>
            <a:r>
              <a:rPr lang="cs-CZ" dirty="0"/>
              <a:t>Dokumentace pravidel</a:t>
            </a:r>
          </a:p>
        </p:txBody>
      </p:sp>
      <p:sp>
        <p:nvSpPr>
          <p:cNvPr id="3" name="Zástupný symbol pro obsah 2">
            <a:extLst>
              <a:ext uri="{FF2B5EF4-FFF2-40B4-BE49-F238E27FC236}">
                <a16:creationId xmlns:a16="http://schemas.microsoft.com/office/drawing/2014/main" id="{B789D1AA-ED28-4F8D-A16F-C7956A2D9E90}"/>
              </a:ext>
            </a:extLst>
          </p:cNvPr>
          <p:cNvSpPr>
            <a:spLocks noGrp="1"/>
          </p:cNvSpPr>
          <p:nvPr>
            <p:ph idx="1"/>
          </p:nvPr>
        </p:nvSpPr>
        <p:spPr/>
        <p:txBody>
          <a:bodyPr/>
          <a:lstStyle/>
          <a:p>
            <a:r>
              <a:rPr lang="cs-CZ" dirty="0"/>
              <a:t>Při procesu návrhu konceptuálního datového modelu nemohou být všechna pravidla namodelovaná.</a:t>
            </a:r>
          </a:p>
          <a:p>
            <a:r>
              <a:rPr lang="cs-CZ" dirty="0"/>
              <a:t>Některá pravidla jako níže 2 uvedena musí být implementována programové v závislosti na datech.</a:t>
            </a:r>
          </a:p>
          <a:p>
            <a:pPr lvl="1"/>
            <a:r>
              <a:rPr lang="cs-CZ" dirty="0"/>
              <a:t>Každý zaměstnanec, jehož přesčasy dosáhnout 10 hodin týdně musí být placen 1,5krat násobkem hodinové mzdy.</a:t>
            </a:r>
          </a:p>
          <a:p>
            <a:pPr lvl="1"/>
            <a:r>
              <a:rPr lang="cs-CZ" dirty="0"/>
              <a:t>Zákazníci jejichž účet je 90 dní </a:t>
            </a:r>
            <a:r>
              <a:rPr lang="cs-CZ"/>
              <a:t>v mínusu </a:t>
            </a:r>
            <a:r>
              <a:rPr lang="cs-CZ" dirty="0"/>
              <a:t>nebudou mít dovoleno přidat další objednávku.</a:t>
            </a:r>
          </a:p>
        </p:txBody>
      </p:sp>
    </p:spTree>
    <p:extLst>
      <p:ext uri="{BB962C8B-B14F-4D97-AF65-F5344CB8AC3E}">
        <p14:creationId xmlns:p14="http://schemas.microsoft.com/office/powerpoint/2010/main" val="25182010"/>
      </p:ext>
    </p:extLst>
  </p:cSld>
  <p:clrMapOvr>
    <a:masterClrMapping/>
  </p:clrMapOvr>
</p:sld>
</file>

<file path=ppt/theme/theme1.xml><?xml version="1.0" encoding="utf-8"?>
<a:theme xmlns:a="http://schemas.openxmlformats.org/drawingml/2006/main" name="Motiv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TotalTime>
  <Words>882</Words>
  <Application>Microsoft Office PowerPoint</Application>
  <PresentationFormat>Širokoúhlá obrazovka</PresentationFormat>
  <Paragraphs>70</Paragraphs>
  <Slides>15</Slides>
  <Notes>0</Notes>
  <HiddenSlides>0</HiddenSlides>
  <MMClips>0</MMClips>
  <ScaleCrop>false</ScaleCrop>
  <HeadingPairs>
    <vt:vector size="6" baseType="variant">
      <vt:variant>
        <vt:lpstr>Použitá písma</vt:lpstr>
      </vt:variant>
      <vt:variant>
        <vt:i4>3</vt:i4>
      </vt:variant>
      <vt:variant>
        <vt:lpstr>Motiv</vt:lpstr>
      </vt:variant>
      <vt:variant>
        <vt:i4>1</vt:i4>
      </vt:variant>
      <vt:variant>
        <vt:lpstr>Nadpisy snímků</vt:lpstr>
      </vt:variant>
      <vt:variant>
        <vt:i4>15</vt:i4>
      </vt:variant>
    </vt:vector>
  </HeadingPairs>
  <TitlesOfParts>
    <vt:vector size="19" baseType="lpstr">
      <vt:lpstr>Arial</vt:lpstr>
      <vt:lpstr>Calibri</vt:lpstr>
      <vt:lpstr>Calibri Light</vt:lpstr>
      <vt:lpstr>Motiv Office</vt:lpstr>
      <vt:lpstr>Supertypy a subtypy</vt:lpstr>
      <vt:lpstr>Motivace</vt:lpstr>
      <vt:lpstr>Výběr entit</vt:lpstr>
      <vt:lpstr>Rozdělení entit</vt:lpstr>
      <vt:lpstr>Charakteristika subtypu I.</vt:lpstr>
      <vt:lpstr>Charakteristika subtypu II.</vt:lpstr>
      <vt:lpstr>Více než jeden subtyp I.</vt:lpstr>
      <vt:lpstr>Více než jeden subtyp II.</vt:lpstr>
      <vt:lpstr>Vnořené podtypy</vt:lpstr>
      <vt:lpstr>Dokumentace podnikových pravidel</vt:lpstr>
      <vt:lpstr>Strukturální a procedurální podniková pravidla I.</vt:lpstr>
      <vt:lpstr>Strukturální pravidla</vt:lpstr>
      <vt:lpstr>Procedurální pravidla I.</vt:lpstr>
      <vt:lpstr>Procedurální pravidla II.</vt:lpstr>
      <vt:lpstr>Dokumentace pravidel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Supertypy a subtypy</dc:title>
  <dc:creator>Veronika Hurtová</dc:creator>
  <cp:lastModifiedBy>Veronika</cp:lastModifiedBy>
  <cp:revision>9</cp:revision>
  <dcterms:created xsi:type="dcterms:W3CDTF">2017-10-09T09:48:32Z</dcterms:created>
  <dcterms:modified xsi:type="dcterms:W3CDTF">2018-10-11T11:09:32Z</dcterms:modified>
</cp:coreProperties>
</file>