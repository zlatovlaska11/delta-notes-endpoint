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0" r:id="rId4"/>
  </p:sldIdLst>
  <p:sldSz cx="9144000" cy="6858000" type="screen4x3"/>
  <p:notesSz cx="6858000" cy="9144000"/>
  <p:embeddedFontLst>
    <p:embeddedFont>
      <p:font typeface="Tahoma" panose="020B0604030504040204" pitchFamily="34" charset="0"/>
      <p:regular r:id="rId6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ayh4LC9BOwWTYw/jkmE37oC3y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s-CZ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1923f0a7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71923f0a7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1923f0a7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71923f0a7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dpis a obsah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Záhlaví části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va obsahy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orovnání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ouze nadpis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ázdný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sah s titulkem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rázek s titulkem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dpis a svislý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vislý nadpis a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pic>
        <p:nvPicPr>
          <p:cNvPr id="15" name="Google Shape;15;p37" descr="lista-UEI-znak-01-A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5492750"/>
            <a:ext cx="9140825" cy="13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7" descr="lista-FEI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75" y="0"/>
            <a:ext cx="9140825" cy="36036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cs-CZ"/>
              <a:t>Logické operátory</a:t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 rot="10800000" flipH="1">
            <a:off x="-1" y="764704"/>
            <a:ext cx="6228185" cy="45719"/>
          </a:xfrm>
          <a:prstGeom prst="rect">
            <a:avLst/>
          </a:prstGeom>
          <a:solidFill>
            <a:srgbClr val="00B3C5"/>
          </a:solidFill>
          <a:ln w="25400" cap="flat" cmpd="sng">
            <a:solidFill>
              <a:srgbClr val="00B3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3"/>
          <p:cNvSpPr txBox="1">
            <a:spLocks noGrp="1"/>
          </p:cNvSpPr>
          <p:nvPr>
            <p:ph type="body" idx="1"/>
          </p:nvPr>
        </p:nvSpPr>
        <p:spPr>
          <a:xfrm>
            <a:off x="172425" y="1052725"/>
            <a:ext cx="8799900" cy="52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cs-CZ" sz="2400" b="1">
                <a:solidFill>
                  <a:srgbClr val="000000"/>
                </a:solidFill>
              </a:rPr>
              <a:t>AND </a:t>
            </a:r>
            <a:r>
              <a:rPr lang="cs-CZ" sz="2400">
                <a:solidFill>
                  <a:srgbClr val="000000"/>
                </a:solidFill>
              </a:rPr>
              <a:t>-  a zároveň; vrací ANO, pokud oba operandy jsou zároveň ANO</a:t>
            </a:r>
            <a:endParaRPr sz="24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</p:txBody>
      </p:sp>
      <p:pic>
        <p:nvPicPr>
          <p:cNvPr id="195" name="Google Shape;19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623" y="1990338"/>
            <a:ext cx="7021500" cy="406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71923f0a77_0_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cs-CZ"/>
              <a:t>Logické operátory</a:t>
            </a:r>
            <a:endParaRPr/>
          </a:p>
        </p:txBody>
      </p:sp>
      <p:sp>
        <p:nvSpPr>
          <p:cNvPr id="204" name="Google Shape;204;g71923f0a77_0_4"/>
          <p:cNvSpPr/>
          <p:nvPr/>
        </p:nvSpPr>
        <p:spPr>
          <a:xfrm rot="10800000" flipH="1">
            <a:off x="-1" y="764823"/>
            <a:ext cx="6228300" cy="45600"/>
          </a:xfrm>
          <a:prstGeom prst="rect">
            <a:avLst/>
          </a:prstGeom>
          <a:solidFill>
            <a:srgbClr val="00B3C5"/>
          </a:solidFill>
          <a:ln w="25400" cap="flat" cmpd="sng">
            <a:solidFill>
              <a:srgbClr val="00B3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g71923f0a77_0_4"/>
          <p:cNvSpPr txBox="1">
            <a:spLocks noGrp="1"/>
          </p:cNvSpPr>
          <p:nvPr>
            <p:ph type="body" idx="1"/>
          </p:nvPr>
        </p:nvSpPr>
        <p:spPr>
          <a:xfrm>
            <a:off x="172425" y="1052725"/>
            <a:ext cx="8786700" cy="52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cs-CZ" sz="2400" b="1">
                <a:solidFill>
                  <a:srgbClr val="000000"/>
                </a:solidFill>
              </a:rPr>
              <a:t>OR </a:t>
            </a:r>
            <a:r>
              <a:rPr lang="cs-CZ" sz="2400">
                <a:solidFill>
                  <a:srgbClr val="000000"/>
                </a:solidFill>
              </a:rPr>
              <a:t>- nebo, vrací ANO; pokud alespoň jeden operand je ANO</a:t>
            </a:r>
            <a:endParaRPr sz="24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</p:txBody>
      </p:sp>
      <p:pic>
        <p:nvPicPr>
          <p:cNvPr id="207" name="Google Shape;207;g71923f0a77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150" y="1701975"/>
            <a:ext cx="7265700" cy="42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71923f0a77_0_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cs-CZ"/>
              <a:t>Logické operátory</a:t>
            </a:r>
            <a:endParaRPr/>
          </a:p>
        </p:txBody>
      </p:sp>
      <p:sp>
        <p:nvSpPr>
          <p:cNvPr id="216" name="Google Shape;216;g71923f0a77_0_15"/>
          <p:cNvSpPr/>
          <p:nvPr/>
        </p:nvSpPr>
        <p:spPr>
          <a:xfrm rot="10800000" flipH="1">
            <a:off x="-1" y="764823"/>
            <a:ext cx="6228300" cy="45600"/>
          </a:xfrm>
          <a:prstGeom prst="rect">
            <a:avLst/>
          </a:prstGeom>
          <a:solidFill>
            <a:srgbClr val="00B3C5"/>
          </a:solidFill>
          <a:ln w="25400" cap="flat" cmpd="sng">
            <a:solidFill>
              <a:srgbClr val="00B3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g71923f0a77_0_15"/>
          <p:cNvSpPr txBox="1">
            <a:spLocks noGrp="1"/>
          </p:cNvSpPr>
          <p:nvPr>
            <p:ph type="body" idx="1"/>
          </p:nvPr>
        </p:nvSpPr>
        <p:spPr>
          <a:xfrm>
            <a:off x="172432" y="1052736"/>
            <a:ext cx="8229600" cy="52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cs-CZ" sz="2400" b="1">
                <a:solidFill>
                  <a:srgbClr val="000000"/>
                </a:solidFill>
              </a:rPr>
              <a:t>NOT </a:t>
            </a:r>
            <a:r>
              <a:rPr lang="cs-CZ" sz="2400">
                <a:solidFill>
                  <a:srgbClr val="000000"/>
                </a:solidFill>
              </a:rPr>
              <a:t>- není pravda, že; vrací ANO, když následující operand je NE</a:t>
            </a:r>
            <a:endParaRPr sz="24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</p:txBody>
      </p:sp>
      <p:pic>
        <p:nvPicPr>
          <p:cNvPr id="219" name="Google Shape;219;g71923f0a7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75" y="2630275"/>
            <a:ext cx="641985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pa">
  <a:themeElements>
    <a:clrScheme name="Kancelář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3127</TotalTime>
  <Words>48</Words>
  <Application>Microsoft Office PowerPoint</Application>
  <PresentationFormat>Předvádění na obrazovce (4:3)</PresentationFormat>
  <Paragraphs>6</Paragraphs>
  <Slides>3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7" baseType="lpstr">
      <vt:lpstr>Tahoma</vt:lpstr>
      <vt:lpstr>Calibri</vt:lpstr>
      <vt:lpstr>Arial</vt:lpstr>
      <vt:lpstr>upa</vt:lpstr>
      <vt:lpstr>Logické operátory</vt:lpstr>
      <vt:lpstr>Logické operátory</vt:lpstr>
      <vt:lpstr>Logické operátory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 1</dc:title>
  <dc:creator>PGR</dc:creator>
  <cp:lastModifiedBy>Uživatel</cp:lastModifiedBy>
  <cp:revision>16</cp:revision>
  <dcterms:created xsi:type="dcterms:W3CDTF">2006-02-18T12:15:41Z</dcterms:created>
  <dcterms:modified xsi:type="dcterms:W3CDTF">2021-04-09T06:20:48Z</dcterms:modified>
</cp:coreProperties>
</file>