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58" r:id="rId5"/>
    <p:sldId id="259" r:id="rId6"/>
    <p:sldId id="262" r:id="rId7"/>
    <p:sldId id="260" r:id="rId8"/>
    <p:sldId id="261" r:id="rId9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1" d="100"/>
          <a:sy n="61" d="100"/>
        </p:scale>
        <p:origin x="9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9A29F05-D76C-45A0-93FA-41B00E95F9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945DD0B8-F096-4CC6-8043-27DDE502A9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F805A08-2D59-49C3-97E5-6A79EF2DE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DD9CB-B779-4661-BCE3-0952AC6C293F}" type="datetimeFigureOut">
              <a:rPr lang="cs-CZ" smtClean="0"/>
              <a:t>06.10.2021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71F1DA5-64B6-47DC-85D2-CAC5CF7F7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28D6DCC-FCAC-4D6F-8DB6-63CD06F22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A3DC6-7C37-42C3-A204-5179A15631E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49050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2DB6512-7F18-464C-BA34-4145B5D51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C4EBE1B9-3A55-4FE3-B121-BD1D7CF4DF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FD97AC4F-C9FB-472D-A1D4-77119ACB8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DD9CB-B779-4661-BCE3-0952AC6C293F}" type="datetimeFigureOut">
              <a:rPr lang="cs-CZ" smtClean="0"/>
              <a:t>06.10.2021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F0AC46F-8D11-4FF8-A76D-72628106E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940F4A1-D45F-4F4C-A4B3-72CDD9E2F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A3DC6-7C37-42C3-A204-5179A15631E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52574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33AB03E-FD5C-4437-A574-5AC99A237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>
            <a:extLst>
              <a:ext uri="{FF2B5EF4-FFF2-40B4-BE49-F238E27FC236}">
                <a16:creationId xmlns:a16="http://schemas.microsoft.com/office/drawing/2014/main" id="{AEE0D9D8-4727-4542-9D9F-CD932FC481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D4713A5-9033-4383-A19D-1AB93EF6E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DD9CB-B779-4661-BCE3-0952AC6C293F}" type="datetimeFigureOut">
              <a:rPr lang="cs-CZ" smtClean="0"/>
              <a:t>06.10.2021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7A9B12C-CDBA-4C8C-95C4-7AF5562D1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6BD8BEE-F6D3-4478-B5BC-67614E82A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A3DC6-7C37-42C3-A204-5179A15631E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88916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FDE771F-6031-475F-A9E8-A9A5CA157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C864257D-1E8F-4062-9AC1-D307F4BBC8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>
            <a:extLst>
              <a:ext uri="{FF2B5EF4-FFF2-40B4-BE49-F238E27FC236}">
                <a16:creationId xmlns:a16="http://schemas.microsoft.com/office/drawing/2014/main" id="{B3CD3F68-76E3-4E10-836E-067FEDDDEB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94A41C66-BE7C-47C2-933E-1BD52F671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DD9CB-B779-4661-BCE3-0952AC6C293F}" type="datetimeFigureOut">
              <a:rPr lang="cs-CZ" smtClean="0"/>
              <a:t>06.10.2021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5A3386DF-5B05-440D-8C04-A962C47BA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49A5267C-AA7A-411D-8D3F-811822E18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A3DC6-7C37-42C3-A204-5179A15631E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26578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FADD8FB-CFF3-47C7-8AA2-A3DEE402D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>
            <a:extLst>
              <a:ext uri="{FF2B5EF4-FFF2-40B4-BE49-F238E27FC236}">
                <a16:creationId xmlns:a16="http://schemas.microsoft.com/office/drawing/2014/main" id="{E5849CBC-2AC6-4C82-AF5A-6235B59CC0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Zástupný symbol pro obsah 3">
            <a:extLst>
              <a:ext uri="{FF2B5EF4-FFF2-40B4-BE49-F238E27FC236}">
                <a16:creationId xmlns:a16="http://schemas.microsoft.com/office/drawing/2014/main" id="{3631F587-B457-4ED4-81FD-AAA130D2C5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text 4">
            <a:extLst>
              <a:ext uri="{FF2B5EF4-FFF2-40B4-BE49-F238E27FC236}">
                <a16:creationId xmlns:a16="http://schemas.microsoft.com/office/drawing/2014/main" id="{C2627BC9-CB32-4474-B6E8-228E533DC4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6" name="Zástupný symbol pro obsah 5">
            <a:extLst>
              <a:ext uri="{FF2B5EF4-FFF2-40B4-BE49-F238E27FC236}">
                <a16:creationId xmlns:a16="http://schemas.microsoft.com/office/drawing/2014/main" id="{871EDB21-60E7-4737-BB9C-6C0AA44984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378DE547-CE59-4EF4-AA31-0EE73E3DC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DD9CB-B779-4661-BCE3-0952AC6C293F}" type="datetimeFigureOut">
              <a:rPr lang="cs-CZ" smtClean="0"/>
              <a:t>06.10.2021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39747993-C913-42C6-BE0D-FE61DB688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3C77DBA9-1C3D-401F-9CA7-DFEABCA23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A3DC6-7C37-42C3-A204-5179A15631E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005114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828DC6D-98A0-44B9-BBBB-D280562C7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D978CF78-AA63-4A40-94BF-34ED241E6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DD9CB-B779-4661-BCE3-0952AC6C293F}" type="datetimeFigureOut">
              <a:rPr lang="cs-CZ" smtClean="0"/>
              <a:t>06.10.2021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5D3D272C-9B09-43B0-AB37-A9091974E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83CD6563-696B-432F-86B4-27D25AC5C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A3DC6-7C37-42C3-A204-5179A15631E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375147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5187E569-6A19-443A-B397-E85E92EA5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DD9CB-B779-4661-BCE3-0952AC6C293F}" type="datetimeFigureOut">
              <a:rPr lang="cs-CZ" smtClean="0"/>
              <a:t>06.10.2021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3A15C2B2-43ED-4F54-9649-BCA3A556F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26F74A2E-2EE0-4DF3-98DC-2B5478A87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A3DC6-7C37-42C3-A204-5179A15631E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0845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DE19016-0ACE-41B8-998C-C1E3718BD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B05AC355-43AB-488F-A83E-7F86524E17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>
            <a:extLst>
              <a:ext uri="{FF2B5EF4-FFF2-40B4-BE49-F238E27FC236}">
                <a16:creationId xmlns:a16="http://schemas.microsoft.com/office/drawing/2014/main" id="{77068F6B-80E1-4108-A071-D9C38F77EF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E4D73FA9-0614-4674-9682-491238743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DD9CB-B779-4661-BCE3-0952AC6C293F}" type="datetimeFigureOut">
              <a:rPr lang="cs-CZ" smtClean="0"/>
              <a:t>06.10.2021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5B7D9B32-9B20-4DFF-86E8-EC1A05905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408F8972-5096-4CF7-A905-789F5E761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A3DC6-7C37-42C3-A204-5179A15631E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56607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0FBEDB7-8F78-4C91-86D6-A8395C5A7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2FDDE4CD-B6B6-419E-8505-D63E9AE22A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symbol pro text 3">
            <a:extLst>
              <a:ext uri="{FF2B5EF4-FFF2-40B4-BE49-F238E27FC236}">
                <a16:creationId xmlns:a16="http://schemas.microsoft.com/office/drawing/2014/main" id="{898BF2E3-6B78-4D54-AED4-2F04FDB18E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05D8E050-39C7-4BEC-8C9F-A77FF0779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DD9CB-B779-4661-BCE3-0952AC6C293F}" type="datetimeFigureOut">
              <a:rPr lang="cs-CZ" smtClean="0"/>
              <a:t>06.10.2021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24DA0BB2-E1C6-47F7-8712-0C7F9EF40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78B642C9-3D11-44BB-AEF1-EF4ADC27A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A3DC6-7C37-42C3-A204-5179A15631E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41726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13E25B1-117E-47F3-8DC2-9E7DD32B8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7187D815-A12A-4E37-8C58-A8FC5A2CC7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3B6056B-F251-45D0-8B72-C5AEC7B25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DD9CB-B779-4661-BCE3-0952AC6C293F}" type="datetimeFigureOut">
              <a:rPr lang="cs-CZ" smtClean="0"/>
              <a:t>06.10.2021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C82422C-8534-458E-96A8-749269DFD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8D7FDD6-C061-429F-92E2-7F881135C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A3DC6-7C37-42C3-A204-5179A15631E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77078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3C3FC8F6-CB73-4FF1-8AB3-DBAABB99A5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FB2B0B23-802F-41A0-B1CE-277920C4C6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7F772642-2151-46F9-A395-654716EFE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DD9CB-B779-4661-BCE3-0952AC6C293F}" type="datetimeFigureOut">
              <a:rPr lang="cs-CZ" smtClean="0"/>
              <a:t>06.10.2021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8FC5D0AD-ECAB-4EF4-AF1A-677D26B0E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6254CB15-E998-4292-96D5-9BDA74843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A3DC6-7C37-42C3-A204-5179A15631E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65178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857318EF-B3D6-4A62-968A-0C92F91E5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>
            <a:extLst>
              <a:ext uri="{FF2B5EF4-FFF2-40B4-BE49-F238E27FC236}">
                <a16:creationId xmlns:a16="http://schemas.microsoft.com/office/drawing/2014/main" id="{2436997A-0B39-44DF-A2AB-F7063DEAEF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383BD1B2-CCEC-4A85-AAD2-C2CE8630A5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4DD9CB-B779-4661-BCE3-0952AC6C293F}" type="datetimeFigureOut">
              <a:rPr lang="cs-CZ" smtClean="0"/>
              <a:t>06.10.2021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1791AA6B-8A91-4769-A345-FB2F165736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23244E5-9061-4BE2-AFDA-7ED46FD7E3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0A3DC6-7C37-42C3-A204-5179A15631E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52922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it-slovnik.cz/pojem/case-sensitive/?utm_source=cp&amp;utm_medium=link&amp;utm_campaign=cp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6355775-52C9-4F11-9C67-D3F2C749A0C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Příkazový řádek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05F445E8-8EDB-42AC-B07A-F63307A0005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609848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94AB7A5-C2E0-49BA-9739-00B5A7C16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Kde se vzal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217BBE7A-09D1-4EC7-B8B5-8710063749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Autor Bill Gates (Microsoft)</a:t>
            </a:r>
          </a:p>
          <a:p>
            <a:r>
              <a:rPr lang="cs-CZ" dirty="0"/>
              <a:t>Součástí všech Windows</a:t>
            </a:r>
          </a:p>
          <a:p>
            <a:r>
              <a:rPr lang="cs-CZ" dirty="0"/>
              <a:t>Dříve MS DOS nejpoužívanější OS</a:t>
            </a:r>
          </a:p>
          <a:p>
            <a:r>
              <a:rPr lang="cs-CZ" dirty="0"/>
              <a:t>Dnes stále nepostradatelný</a:t>
            </a:r>
          </a:p>
          <a:p>
            <a:r>
              <a:rPr lang="cs-CZ" dirty="0"/>
              <a:t>Více verzí DOS (DR-DOS, </a:t>
            </a:r>
            <a:r>
              <a:rPr lang="cs-CZ" dirty="0" err="1"/>
              <a:t>FreeDOS</a:t>
            </a:r>
            <a:r>
              <a:rPr lang="cs-CZ" dirty="0"/>
              <a:t>)</a:t>
            </a:r>
          </a:p>
          <a:p>
            <a:r>
              <a:rPr lang="cs-CZ" dirty="0"/>
              <a:t>Obsahuje řadu příkazů</a:t>
            </a:r>
          </a:p>
          <a:p>
            <a:r>
              <a:rPr lang="cs-CZ" dirty="0"/>
              <a:t>Není case sensitive</a:t>
            </a:r>
          </a:p>
        </p:txBody>
      </p:sp>
    </p:spTree>
    <p:extLst>
      <p:ext uri="{BB962C8B-B14F-4D97-AF65-F5344CB8AC3E}">
        <p14:creationId xmlns:p14="http://schemas.microsoft.com/office/powerpoint/2010/main" val="11981100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9732618-0135-4509-9480-8359C8A66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Co je to Case sensitive? 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89DCB75-73DA-4D77-BEE3-A0A24DFB4D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Case sensitive - anglicky "citlivé na velikost písmen". </a:t>
            </a:r>
          </a:p>
          <a:p>
            <a:r>
              <a:rPr lang="cs-CZ" dirty="0"/>
              <a:t>Z hlediska citlivosti na velikost písmen jsou například slova "KAMIL" a "</a:t>
            </a:r>
            <a:r>
              <a:rPr lang="cs-CZ" dirty="0" err="1"/>
              <a:t>kamil</a:t>
            </a:r>
            <a:r>
              <a:rPr lang="cs-CZ" dirty="0"/>
              <a:t>" - dva naprosto rozdílné řetězce. </a:t>
            </a:r>
          </a:p>
          <a:p>
            <a:endParaRPr lang="cs-CZ" dirty="0"/>
          </a:p>
          <a:p>
            <a:r>
              <a:rPr lang="cs-CZ" dirty="0"/>
              <a:t>Jinými slovy: pokud je nějaký text "case sensitive", tak velká a malá písmena NEJSOU záměnná. Příklad: "BEGIN", "</a:t>
            </a:r>
            <a:r>
              <a:rPr lang="cs-CZ" dirty="0" err="1"/>
              <a:t>begin</a:t>
            </a:r>
            <a:r>
              <a:rPr lang="cs-CZ" dirty="0"/>
              <a:t>" a "</a:t>
            </a:r>
            <a:r>
              <a:rPr lang="cs-CZ" dirty="0" err="1"/>
              <a:t>BeGIn</a:t>
            </a:r>
            <a:r>
              <a:rPr lang="cs-CZ" dirty="0"/>
              <a:t>" jsou interpretována jako tři různá slova. </a:t>
            </a:r>
          </a:p>
          <a:p>
            <a:r>
              <a:rPr lang="cs-CZ" dirty="0"/>
              <a:t>Opakem je case-</a:t>
            </a:r>
            <a:r>
              <a:rPr lang="cs-CZ" dirty="0" err="1"/>
              <a:t>insensitive</a:t>
            </a:r>
            <a:r>
              <a:rPr lang="cs-CZ" dirty="0"/>
              <a:t>.</a:t>
            </a:r>
            <a:br>
              <a:rPr lang="cs-CZ" dirty="0"/>
            </a:br>
            <a:br>
              <a:rPr lang="cs-CZ" dirty="0"/>
            </a:br>
            <a:r>
              <a:rPr lang="cs-CZ" sz="1400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Zdroj: </a:t>
            </a:r>
            <a:r>
              <a:rPr lang="cs-CZ" sz="1400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  <a:hlinkClick r:id="rId2"/>
              </a:rPr>
              <a:t>https://it-slovnik.cz/pojem/case-sensitive/?utm_source=cp&amp;utm_medium=link&amp;utm_campaign=</a:t>
            </a:r>
            <a:r>
              <a:rPr lang="cs-CZ" sz="1400" b="0" i="0" dirty="0" err="1">
                <a:solidFill>
                  <a:srgbClr val="000000"/>
                </a:solidFill>
                <a:effectLst/>
                <a:latin typeface="helvetica" panose="020B0604020202020204" pitchFamily="34" charset="0"/>
                <a:hlinkClick r:id="rId2"/>
              </a:rPr>
              <a:t>cp</a:t>
            </a:r>
            <a:r>
              <a:rPr lang="cs-CZ" sz="1400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, 6.10.2021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7246208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51FC616-6A1D-4872-B2D0-F624BB65F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Jak ho spustíme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73643B90-65A2-4743-A751-147F075539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b="1" dirty="0"/>
              <a:t>WIN + R -&gt; cmd.exe</a:t>
            </a:r>
          </a:p>
          <a:p>
            <a:r>
              <a:rPr lang="cs-CZ" b="1" dirty="0"/>
              <a:t>Hlavní panel =&gt; Hledání </a:t>
            </a:r>
          </a:p>
          <a:p>
            <a:r>
              <a:rPr lang="cs-CZ" b="1" dirty="0" err="1"/>
              <a:t>Win</a:t>
            </a:r>
            <a:r>
              <a:rPr lang="cs-CZ" b="1" dirty="0"/>
              <a:t> + X =&gt; Spustit</a:t>
            </a:r>
          </a:p>
          <a:p>
            <a:pPr marL="0" indent="0">
              <a:buNone/>
            </a:pPr>
            <a:endParaRPr lang="cs-CZ" b="1" dirty="0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DA001246-8BB3-455C-8B2B-323602051C1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772" r="35227"/>
          <a:stretch/>
        </p:blipFill>
        <p:spPr>
          <a:xfrm>
            <a:off x="7613875" y="3009281"/>
            <a:ext cx="4035973" cy="3302619"/>
          </a:xfrm>
          <a:prstGeom prst="rect">
            <a:avLst/>
          </a:prstGeom>
        </p:spPr>
      </p:pic>
      <p:pic>
        <p:nvPicPr>
          <p:cNvPr id="8" name="Obrázek 7">
            <a:extLst>
              <a:ext uri="{FF2B5EF4-FFF2-40B4-BE49-F238E27FC236}">
                <a16:creationId xmlns:a16="http://schemas.microsoft.com/office/drawing/2014/main" id="{A31A5C25-EEE4-4697-858A-0ED864A655A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5479" r="77672"/>
          <a:stretch/>
        </p:blipFill>
        <p:spPr>
          <a:xfrm>
            <a:off x="4104429" y="2915352"/>
            <a:ext cx="1851579" cy="3942648"/>
          </a:xfrm>
          <a:prstGeom prst="rect">
            <a:avLst/>
          </a:prstGeom>
        </p:spPr>
      </p:pic>
      <p:pic>
        <p:nvPicPr>
          <p:cNvPr id="10" name="Obrázek 9">
            <a:extLst>
              <a:ext uri="{FF2B5EF4-FFF2-40B4-BE49-F238E27FC236}">
                <a16:creationId xmlns:a16="http://schemas.microsoft.com/office/drawing/2014/main" id="{460BFBE1-033F-4B6B-B309-A146AEDE86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0968" y="365125"/>
            <a:ext cx="3864030" cy="2319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1666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0C1A1A6-9590-43CB-9778-CF1616ED7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Příkazový řádek I.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90744E8A-FB7C-43F4-B961-6229C2864E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Po spuštění jsme v domovském adresáři.</a:t>
            </a:r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36D430E9-1844-43F2-877E-80C50F6578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0963" y="2389117"/>
            <a:ext cx="8306710" cy="4184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0492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CC03125-2C09-42F5-B092-1F27D3B3F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Úprava příkazového řádku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720AB461-C101-4CD6-9D1C-69175B856D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 dirty="0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512D34F8-D238-43F1-ABD8-EABE7A7838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7654" y="1525196"/>
            <a:ext cx="7117492" cy="5242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2802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9D5E378-B42A-4EA0-A399-544EBB7B5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Základní příkazy I.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70EB8436-0B2F-420F-ADAA-796A718598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b="1" dirty="0"/>
              <a:t>DIR</a:t>
            </a:r>
            <a:r>
              <a:rPr lang="cs-CZ" dirty="0"/>
              <a:t> – vypíše obsah adresáře</a:t>
            </a:r>
          </a:p>
          <a:p>
            <a:r>
              <a:rPr lang="cs-CZ" b="1" dirty="0"/>
              <a:t>CD</a:t>
            </a:r>
            <a:r>
              <a:rPr lang="cs-CZ" dirty="0"/>
              <a:t> – pohyb po adresářích (cd.. Přesun do nadřazeného adresáře</a:t>
            </a:r>
          </a:p>
          <a:p>
            <a:r>
              <a:rPr lang="cs-CZ" b="1" dirty="0"/>
              <a:t>MD</a:t>
            </a:r>
            <a:r>
              <a:rPr lang="cs-CZ" dirty="0"/>
              <a:t> – vytváří nový adresář</a:t>
            </a:r>
          </a:p>
          <a:p>
            <a:r>
              <a:rPr lang="cs-CZ" b="1" dirty="0"/>
              <a:t>RD</a:t>
            </a:r>
            <a:r>
              <a:rPr lang="cs-CZ" dirty="0"/>
              <a:t> – maže adresář</a:t>
            </a:r>
          </a:p>
          <a:p>
            <a:r>
              <a:rPr lang="cs-CZ" b="1" dirty="0"/>
              <a:t>REN</a:t>
            </a:r>
            <a:r>
              <a:rPr lang="cs-CZ" dirty="0"/>
              <a:t> – přejmenuje adresář</a:t>
            </a:r>
          </a:p>
          <a:p>
            <a:r>
              <a:rPr lang="cs-CZ" b="1" dirty="0"/>
              <a:t>MOVE</a:t>
            </a:r>
            <a:r>
              <a:rPr lang="cs-CZ" dirty="0"/>
              <a:t> – přesun souboru</a:t>
            </a:r>
          </a:p>
          <a:p>
            <a:r>
              <a:rPr lang="cs-CZ" b="1" dirty="0"/>
              <a:t>DEL</a:t>
            </a:r>
            <a:r>
              <a:rPr lang="cs-CZ" dirty="0"/>
              <a:t> – maže soubor</a:t>
            </a:r>
          </a:p>
          <a:p>
            <a:r>
              <a:rPr lang="cs-CZ" b="1" dirty="0"/>
              <a:t>COPY</a:t>
            </a:r>
            <a:r>
              <a:rPr lang="cs-CZ" dirty="0"/>
              <a:t> – kopírování souborů</a:t>
            </a:r>
          </a:p>
        </p:txBody>
      </p:sp>
    </p:spTree>
    <p:extLst>
      <p:ext uri="{BB962C8B-B14F-4D97-AF65-F5344CB8AC3E}">
        <p14:creationId xmlns:p14="http://schemas.microsoft.com/office/powerpoint/2010/main" val="6056678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0564044-05D6-4A3A-8590-56E723382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Základní příkazy II.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FB4583B5-E927-43AE-9C04-D3438248E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cs-CZ" b="1" dirty="0"/>
              <a:t>ECHO - </a:t>
            </a:r>
            <a:r>
              <a:rPr lang="cs-CZ" dirty="0"/>
              <a:t>vypíše vámi zadaný text, dá se využít v kombinaci s proměnnými (echo %</a:t>
            </a:r>
            <a:r>
              <a:rPr lang="cs-CZ" dirty="0" err="1"/>
              <a:t>username</a:t>
            </a:r>
            <a:r>
              <a:rPr lang="cs-CZ" dirty="0"/>
              <a:t>% vypíše aktuálního uživatele)</a:t>
            </a:r>
          </a:p>
          <a:p>
            <a:r>
              <a:rPr lang="cs-CZ" b="1" dirty="0"/>
              <a:t>TREE</a:t>
            </a:r>
            <a:r>
              <a:rPr lang="cs-CZ" dirty="0"/>
              <a:t> - graficky zobrazí adresáře, podadresáře i soubory</a:t>
            </a:r>
          </a:p>
          <a:p>
            <a:r>
              <a:rPr lang="cs-CZ" b="1" dirty="0"/>
              <a:t>HELP</a:t>
            </a:r>
            <a:r>
              <a:rPr lang="cs-CZ" dirty="0"/>
              <a:t> – vypíše nápovědu k příkazům</a:t>
            </a:r>
          </a:p>
          <a:p>
            <a:r>
              <a:rPr lang="cs-CZ" b="1" dirty="0"/>
              <a:t>SYSTEMINFO</a:t>
            </a:r>
            <a:r>
              <a:rPr lang="cs-CZ" dirty="0"/>
              <a:t> – informace o základní konfiguraci systému</a:t>
            </a:r>
          </a:p>
          <a:p>
            <a:r>
              <a:rPr lang="cs-CZ" b="1" dirty="0"/>
              <a:t>PING</a:t>
            </a:r>
            <a:r>
              <a:rPr lang="cs-CZ" dirty="0"/>
              <a:t> – testuje dostupnost vzdáleného počítače</a:t>
            </a:r>
          </a:p>
          <a:p>
            <a:r>
              <a:rPr lang="cs-CZ" b="1" dirty="0"/>
              <a:t>TRACERT</a:t>
            </a:r>
            <a:r>
              <a:rPr lang="cs-CZ" dirty="0"/>
              <a:t> – cesta komunikace v síti</a:t>
            </a:r>
          </a:p>
          <a:p>
            <a:r>
              <a:rPr lang="cs-CZ" b="1" dirty="0"/>
              <a:t>IPCONFIG</a:t>
            </a:r>
            <a:r>
              <a:rPr lang="cs-CZ" dirty="0"/>
              <a:t> – nastavení síťového rozhraní</a:t>
            </a:r>
          </a:p>
          <a:p>
            <a:r>
              <a:rPr lang="cs-CZ" dirty="0"/>
              <a:t>příkazy lze zapisovat do tzv. </a:t>
            </a:r>
            <a:r>
              <a:rPr lang="cs-CZ" b="1" dirty="0"/>
              <a:t>dávek</a:t>
            </a:r>
            <a:r>
              <a:rPr lang="cs-CZ" dirty="0"/>
              <a:t> (sled příkazů, které se automaticky spustí po spuštění dávky (textový soubor s koncovkou *.BAT, *.CMD)</a:t>
            </a:r>
          </a:p>
          <a:p>
            <a:pPr lvl="1"/>
            <a:r>
              <a:rPr lang="cs-CZ" dirty="0"/>
              <a:t>Dávkový soubor kalkulačka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927663300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326</Words>
  <Application>Microsoft Office PowerPoint</Application>
  <PresentationFormat>Širokoúhlá obrazovka</PresentationFormat>
  <Paragraphs>41</Paragraphs>
  <Slides>8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helvetica</vt:lpstr>
      <vt:lpstr>Motiv Office</vt:lpstr>
      <vt:lpstr>Příkazový řádek</vt:lpstr>
      <vt:lpstr>Kde se vzal</vt:lpstr>
      <vt:lpstr>Co je to Case sensitive? </vt:lpstr>
      <vt:lpstr>Jak ho spustíme</vt:lpstr>
      <vt:lpstr>Příkazový řádek I.</vt:lpstr>
      <vt:lpstr>Úprava příkazového řádku</vt:lpstr>
      <vt:lpstr>Základní příkazy I.</vt:lpstr>
      <vt:lpstr>Základní příkazy II.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Příkazový řádek</dc:title>
  <dc:creator>Veronika Hurtová</dc:creator>
  <cp:lastModifiedBy>Votavová Gabriela</cp:lastModifiedBy>
  <cp:revision>8</cp:revision>
  <dcterms:created xsi:type="dcterms:W3CDTF">2017-10-10T09:18:29Z</dcterms:created>
  <dcterms:modified xsi:type="dcterms:W3CDTF">2021-10-06T07:32:56Z</dcterms:modified>
</cp:coreProperties>
</file>