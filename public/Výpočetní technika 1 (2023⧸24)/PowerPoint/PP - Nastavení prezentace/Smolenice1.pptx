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663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1218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817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0668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921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1961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1676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792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5232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7132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0401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5791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1227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4102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1910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7700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078600-7B0C-4AB3-944D-1CDBA0B6A850}" type="datetimeFigureOut">
              <a:rPr lang="cs-CZ" smtClean="0"/>
              <a:t>9.2.2018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611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iki/Smolenice" TargetMode="External"/><Relationship Id="rId2" Type="http://schemas.openxmlformats.org/officeDocument/2006/relationships/hyperlink" Target="http://3.bp.blogspot.com/-E8OeeNE36-o/T5GUTpcBJFI/AAAAAAAAAaM/HvW6cSIqh0U/s1600/IMG_6668.JP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Smolenice_zamok.jpg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Osnova</a:t>
            </a:r>
            <a:endParaRPr lang="cs-CZ" dirty="0"/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poloha</a:t>
            </a:r>
          </a:p>
          <a:p>
            <a:r>
              <a:rPr lang="cs-CZ" dirty="0" smtClean="0"/>
              <a:t>historie</a:t>
            </a:r>
          </a:p>
          <a:p>
            <a:r>
              <a:rPr lang="cs-CZ" dirty="0" smtClean="0"/>
              <a:t>současnost</a:t>
            </a:r>
          </a:p>
          <a:p>
            <a:r>
              <a:rPr lang="cs-CZ" dirty="0" smtClean="0"/>
              <a:t>pamětihodnosti, osobnosti</a:t>
            </a:r>
          </a:p>
          <a:p>
            <a:r>
              <a:rPr lang="cs-CZ" dirty="0" smtClean="0"/>
              <a:t>zdroje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9795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 smtClean="0"/>
              <a:t>Trocha historie nikoho nezabije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před Kristem</a:t>
            </a:r>
            <a:endParaRPr lang="cs-CZ" dirty="0"/>
          </a:p>
        </p:txBody>
      </p:sp>
      <p:sp>
        <p:nvSpPr>
          <p:cNvPr id="6" name="Zástupný symbol pro obsah 5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561955"/>
          </a:xfrm>
        </p:spPr>
        <p:txBody>
          <a:bodyPr>
            <a:normAutofit/>
          </a:bodyPr>
          <a:lstStyle/>
          <a:p>
            <a:r>
              <a:rPr lang="cs-CZ" dirty="0" smtClean="0"/>
              <a:t>osídleno již v době kamenné</a:t>
            </a:r>
          </a:p>
          <a:p>
            <a:r>
              <a:rPr lang="cs-CZ" dirty="0" smtClean="0"/>
              <a:t>keltské oppidum</a:t>
            </a:r>
          </a:p>
          <a:p>
            <a:endParaRPr lang="cs-CZ" dirty="0"/>
          </a:p>
          <a:p>
            <a:endParaRPr lang="cs-CZ" dirty="0" smtClean="0"/>
          </a:p>
          <a:p>
            <a:endParaRPr lang="cs-CZ" dirty="0"/>
          </a:p>
          <a:p>
            <a:endParaRPr lang="cs-CZ" dirty="0" smtClean="0"/>
          </a:p>
          <a:p>
            <a:endParaRPr lang="cs-CZ" dirty="0"/>
          </a:p>
          <a:p>
            <a:r>
              <a:rPr lang="cs-CZ" dirty="0" smtClean="0"/>
              <a:t>velkomoravské hradiště</a:t>
            </a:r>
            <a:endParaRPr lang="cs-CZ" dirty="0"/>
          </a:p>
        </p:txBody>
      </p:sp>
      <p:sp>
        <p:nvSpPr>
          <p:cNvPr id="7" name="Zástupný symbol pro text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 smtClean="0"/>
              <a:t>po Kristu</a:t>
            </a:r>
            <a:endParaRPr lang="cs-CZ" dirty="0"/>
          </a:p>
        </p:txBody>
      </p:sp>
      <p:sp>
        <p:nvSpPr>
          <p:cNvPr id="8" name="Zástupný symbol pro obsah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cs-CZ" dirty="0" smtClean="0"/>
              <a:t>1. písemná zmínka z roku 1240</a:t>
            </a:r>
          </a:p>
          <a:p>
            <a:r>
              <a:rPr lang="cs-CZ" dirty="0" smtClean="0"/>
              <a:t>hrad postaven ve 14. století</a:t>
            </a:r>
          </a:p>
          <a:p>
            <a:r>
              <a:rPr lang="cs-CZ" dirty="0" smtClean="0"/>
              <a:t>zámek dostavěn v roce 1953</a:t>
            </a:r>
            <a:endParaRPr lang="cs-CZ" dirty="0"/>
          </a:p>
        </p:txBody>
      </p:sp>
      <p:pic>
        <p:nvPicPr>
          <p:cNvPr id="9" name="Obrázek 8" title="Molpí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714" y="3618222"/>
            <a:ext cx="2400000" cy="1800000"/>
          </a:xfrm>
          <a:prstGeom prst="rect">
            <a:avLst/>
          </a:prstGeom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994" y="4018651"/>
            <a:ext cx="2710843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976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Zdroje</a:t>
            </a:r>
            <a:endParaRPr lang="cs-CZ" dirty="0"/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AUTOR NEUVEDEN. </a:t>
            </a:r>
            <a:r>
              <a:rPr lang="pt-BR" i="1" dirty="0"/>
              <a:t>www.hradiska.sk</a:t>
            </a:r>
            <a:r>
              <a:rPr lang="pt-BR" dirty="0"/>
              <a:t> [online]. [cit. 11.2.2018]. Dostupný na WWW: </a:t>
            </a:r>
            <a:r>
              <a:rPr lang="pt-BR" dirty="0">
                <a:hlinkClick r:id="rId2"/>
              </a:rPr>
              <a:t>http://3.bp.blogspot.com/-</a:t>
            </a:r>
            <a:r>
              <a:rPr lang="pt-BR" dirty="0" smtClean="0">
                <a:hlinkClick r:id="rId2"/>
              </a:rPr>
              <a:t>E8OeeNE36-o/T5GUTpcBJFI/AAAAAAAAAaM/HvW6cSIqh0U/s1600/IMG_6668.JPG</a:t>
            </a:r>
            <a:endParaRPr lang="cs-CZ" dirty="0" smtClean="0"/>
          </a:p>
          <a:p>
            <a:r>
              <a:rPr lang="cs-CZ" dirty="0"/>
              <a:t>AUTOR NEUVEDEN. </a:t>
            </a:r>
            <a:r>
              <a:rPr lang="cs-CZ" i="1" dirty="0"/>
              <a:t>Smolenice</a:t>
            </a:r>
            <a:r>
              <a:rPr lang="cs-CZ" dirty="0"/>
              <a:t> [online]. [cit. 11.2.2018]. Dostupný na WWW: </a:t>
            </a:r>
            <a:r>
              <a:rPr lang="cs-CZ" dirty="0">
                <a:hlinkClick r:id="rId3"/>
              </a:rPr>
              <a:t>https://</a:t>
            </a:r>
            <a:r>
              <a:rPr lang="cs-CZ" dirty="0" smtClean="0">
                <a:hlinkClick r:id="rId3"/>
              </a:rPr>
              <a:t>cs.wikipedia.org/wiki/Smolenice</a:t>
            </a:r>
            <a:endParaRPr lang="cs-CZ" dirty="0" smtClean="0"/>
          </a:p>
          <a:p>
            <a:r>
              <a:rPr lang="pt-BR" dirty="0"/>
              <a:t>AUTOR NEUVEDEN. </a:t>
            </a:r>
            <a:r>
              <a:rPr lang="pt-BR" i="1" dirty="0"/>
              <a:t>https://cs.wikipedia.org/wiki/Smolenický_zámek</a:t>
            </a:r>
            <a:r>
              <a:rPr lang="pt-BR" dirty="0"/>
              <a:t> [online]. [cit. 11.2.2018]. Dostupný na WWW: </a:t>
            </a:r>
            <a:r>
              <a:rPr lang="pt-BR" dirty="0">
                <a:hlinkClick r:id="rId4"/>
              </a:rPr>
              <a:t>https://</a:t>
            </a:r>
            <a:r>
              <a:rPr lang="pt-BR" dirty="0" smtClean="0">
                <a:hlinkClick r:id="rId4"/>
              </a:rPr>
              <a:t>commons.wikimedia.org/wiki/File:Smolenice_zamok.jpg</a:t>
            </a:r>
            <a:endParaRPr lang="cs-CZ" dirty="0" smtClean="0"/>
          </a:p>
          <a:p>
            <a:r>
              <a:rPr lang="pt-BR" dirty="0"/>
              <a:t>AUTOR NEUVEDEN. </a:t>
            </a:r>
            <a:r>
              <a:rPr lang="pt-BR" i="1" dirty="0"/>
              <a:t>www.postoveznamky.xk</a:t>
            </a:r>
            <a:r>
              <a:rPr lang="pt-BR" dirty="0"/>
              <a:t> [online]. [cit. 11.2.2018]. Dostupný na WWW: https://www.postoveznamky.sk/images/nahlady/ZN_49_Osobnosti_Stefan_Banic_1870-1941_v_obrazok_876.jpg</a:t>
            </a:r>
            <a:endParaRPr lang="cs-CZ" dirty="0" smtClean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02857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Pamětihodnosti, osobnosti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cs-CZ" dirty="0" smtClean="0"/>
              <a:t>Smolenický zámek</a:t>
            </a:r>
          </a:p>
          <a:p>
            <a:r>
              <a:rPr lang="cs-CZ" dirty="0" smtClean="0"/>
              <a:t>farský kostel, kostel ve Smolenické Nové Vsi</a:t>
            </a:r>
          </a:p>
          <a:p>
            <a:r>
              <a:rPr lang="cs-CZ" dirty="0" smtClean="0"/>
              <a:t>socha Kamenní </a:t>
            </a:r>
            <a:r>
              <a:rPr lang="cs-CZ" dirty="0" err="1" smtClean="0"/>
              <a:t>mnisi</a:t>
            </a:r>
            <a:r>
              <a:rPr lang="cs-CZ" dirty="0" smtClean="0"/>
              <a:t> z </a:t>
            </a:r>
            <a:r>
              <a:rPr lang="cs-CZ" dirty="0" err="1" smtClean="0"/>
              <a:t>Dobrej</a:t>
            </a:r>
            <a:r>
              <a:rPr lang="cs-CZ" dirty="0" smtClean="0"/>
              <a:t> vody</a:t>
            </a:r>
          </a:p>
          <a:p>
            <a:r>
              <a:rPr lang="cs-CZ" dirty="0" smtClean="0"/>
              <a:t>stará fara se slunečními hodinami</a:t>
            </a:r>
          </a:p>
          <a:p>
            <a:r>
              <a:rPr lang="cs-CZ" dirty="0" smtClean="0"/>
              <a:t>zvonice</a:t>
            </a:r>
          </a:p>
          <a:p>
            <a:r>
              <a:rPr lang="cs-CZ" dirty="0" smtClean="0"/>
              <a:t>židovský hřbitov</a:t>
            </a:r>
          </a:p>
          <a:p>
            <a:r>
              <a:rPr lang="cs-CZ" dirty="0" smtClean="0"/>
              <a:t>jesk</a:t>
            </a:r>
            <a:r>
              <a:rPr lang="cs-CZ" dirty="0"/>
              <a:t>y</a:t>
            </a:r>
            <a:r>
              <a:rPr lang="cs-CZ" dirty="0" smtClean="0"/>
              <a:t>ně Driny</a:t>
            </a:r>
            <a:endParaRPr lang="cs-CZ" dirty="0"/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dirty="0" smtClean="0"/>
              <a:t>Štefan </a:t>
            </a:r>
            <a:r>
              <a:rPr lang="cs-CZ" dirty="0" err="1" smtClean="0"/>
              <a:t>Banič</a:t>
            </a:r>
            <a:r>
              <a:rPr lang="cs-CZ" dirty="0" smtClean="0"/>
              <a:t> – vynálezce padáku, objevitel jeskyně Driny</a:t>
            </a:r>
          </a:p>
          <a:p>
            <a:endParaRPr lang="cs-CZ" dirty="0"/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62" y="2925761"/>
            <a:ext cx="2508197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63862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Faz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3454</TotalTime>
  <Words>85</Words>
  <Application>Microsoft Office PowerPoint</Application>
  <PresentationFormat>Širokoúhlá obrazovka</PresentationFormat>
  <Paragraphs>34</Paragraphs>
  <Slides>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Fazeta</vt:lpstr>
      <vt:lpstr>Osnova</vt:lpstr>
      <vt:lpstr>Trocha historie nikoho nezabije</vt:lpstr>
      <vt:lpstr>Zdroje</vt:lpstr>
      <vt:lpstr>Pamětihodnosti, osobnosti</vt:lpstr>
    </vt:vector>
  </TitlesOfParts>
  <Company>DELTA - SŠIE, ZŠ a MŠ s.r.o.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Osnova</dc:title>
  <dc:creator>Buhrová Jitka</dc:creator>
  <cp:lastModifiedBy>Buhrová Jitka</cp:lastModifiedBy>
  <cp:revision>7</cp:revision>
  <dcterms:created xsi:type="dcterms:W3CDTF">2018-02-09T08:30:22Z</dcterms:created>
  <dcterms:modified xsi:type="dcterms:W3CDTF">2018-02-11T18:04:56Z</dcterms:modified>
</cp:coreProperties>
</file>