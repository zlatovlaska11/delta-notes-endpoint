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254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882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966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769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53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7239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424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8168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64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820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2102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008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5940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0164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3745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7561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129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34D4A-B32F-4031-A963-ACC2C790C057}" type="datetimeFigureOut">
              <a:rPr lang="cs-CZ" smtClean="0"/>
              <a:t>11.2.2018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4891A-D52C-4837-87D2-711B3C5EB3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45442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molenice.com/" TargetMode="External"/><Relationship Id="rId2" Type="http://schemas.openxmlformats.org/officeDocument/2006/relationships/hyperlink" Target="https://cs.wikipedia.org/wiki/Smolenic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hemolak.sk/sk/o-nas/profil-spolocnost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Moje rodné město	</a:t>
            </a:r>
            <a:endParaRPr lang="cs-CZ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cs-CZ" sz="6000" cap="all" dirty="0">
                <a:latin typeface="Andalus" panose="02020603050405020304" pitchFamily="18" charset="-78"/>
                <a:ea typeface="+mj-ea"/>
                <a:cs typeface="Andalus" panose="02020603050405020304" pitchFamily="18" charset="-78"/>
              </a:rPr>
              <a:t>Smolenice</a:t>
            </a:r>
            <a:endParaRPr lang="cs-CZ" sz="6000" cap="all" dirty="0">
              <a:latin typeface="Andalus" panose="02020603050405020304" pitchFamily="18" charset="-78"/>
              <a:ea typeface="+mj-ea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2340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SMOLENICE - </a:t>
            </a:r>
            <a:r>
              <a:rPr lang="cs-CZ" cap="none" dirty="0">
                <a:latin typeface="Andalus" panose="02020603050405020304" pitchFamily="18" charset="-78"/>
                <a:cs typeface="Andalus" panose="02020603050405020304" pitchFamily="18" charset="-78"/>
              </a:rPr>
              <a:t>p</a:t>
            </a:r>
            <a:r>
              <a:rPr lang="cs-CZ" cap="none" dirty="0" smtClean="0">
                <a:latin typeface="Andalus" panose="02020603050405020304" pitchFamily="18" charset="-78"/>
                <a:cs typeface="Andalus" panose="02020603050405020304" pitchFamily="18" charset="-78"/>
              </a:rPr>
              <a:t>oloha</a:t>
            </a:r>
            <a:endParaRPr lang="cs-CZ" cap="none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asi 60 km severovýchodně od Bratislavy </a:t>
            </a: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Asi 25 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km severozápadně od Trnavy </a:t>
            </a:r>
            <a:endParaRPr lang="cs-CZ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na 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státní silnici č. 502 z Bratislavy do </a:t>
            </a:r>
            <a:r>
              <a:rPr lang="cs-CZ" dirty="0" err="1" smtClean="0">
                <a:latin typeface="Andalus" panose="02020603050405020304" pitchFamily="18" charset="-78"/>
                <a:cs typeface="Andalus" panose="02020603050405020304" pitchFamily="18" charset="-78"/>
              </a:rPr>
              <a:t>Trstína</a:t>
            </a:r>
            <a:endParaRPr lang="cs-CZ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železniční 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stanice </a:t>
            </a:r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na 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trati č. 116 Trnava – </a:t>
            </a:r>
            <a:r>
              <a:rPr lang="cs-CZ" dirty="0" err="1">
                <a:latin typeface="Andalus" panose="02020603050405020304" pitchFamily="18" charset="-78"/>
                <a:cs typeface="Andalus" panose="02020603050405020304" pitchFamily="18" charset="-78"/>
              </a:rPr>
              <a:t>Kúty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(asi 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4 km od centra </a:t>
            </a:r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obce)</a:t>
            </a: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48°30′18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″ s. š., 17°25′43″ v. d.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477" y="4206622"/>
            <a:ext cx="3448855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49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Současnost</a:t>
            </a:r>
            <a:endParaRPr lang="cs-CZ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3 245 obyvatel</a:t>
            </a: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průměrný věk 40,78 let</a:t>
            </a: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Chemolak – výroba nátěrových hmot</a:t>
            </a: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 zámek sídlem Slovenské akademie věd</a:t>
            </a:r>
          </a:p>
          <a:p>
            <a:r>
              <a:rPr lang="cs-CZ" dirty="0" err="1" smtClean="0">
                <a:latin typeface="Andalus" panose="02020603050405020304" pitchFamily="18" charset="-78"/>
                <a:cs typeface="Andalus" panose="02020603050405020304" pitchFamily="18" charset="-78"/>
              </a:rPr>
              <a:t>knihobúdka</a:t>
            </a:r>
            <a:endParaRPr lang="cs-CZ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50" y="4126994"/>
            <a:ext cx="33909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97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</a:rPr>
              <a:t>Zdroje</a:t>
            </a:r>
            <a:endParaRPr lang="cs-CZ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AUTOR NEUVEDEN. </a:t>
            </a:r>
            <a:r>
              <a:rPr lang="cs-CZ" i="1" dirty="0">
                <a:latin typeface="Andalus" panose="02020603050405020304" pitchFamily="18" charset="-78"/>
                <a:cs typeface="Andalus" panose="02020603050405020304" pitchFamily="18" charset="-78"/>
              </a:rPr>
              <a:t>Smolenice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 [online]. [cit. 9.2.2018]. Dostupný na WWW: 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  <a:hlinkClick r:id="rId2"/>
              </a:rPr>
              <a:t>https://</a:t>
            </a:r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  <a:hlinkClick r:id="rId2"/>
              </a:rPr>
              <a:t>cs.wikipedia.org/wiki/Smolenice</a:t>
            </a:r>
            <a:endParaRPr lang="cs-CZ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  <a:hlinkClick r:id="rId3"/>
              </a:rPr>
              <a:t>www.smolenice.com</a:t>
            </a:r>
            <a:endParaRPr lang="cs-CZ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  <a:hlinkClick r:id="rId4"/>
              </a:rPr>
              <a:t>http://</a:t>
            </a:r>
            <a:r>
              <a:rPr lang="cs-CZ" dirty="0" smtClean="0">
                <a:latin typeface="Andalus" panose="02020603050405020304" pitchFamily="18" charset="-78"/>
                <a:cs typeface="Andalus" panose="02020603050405020304" pitchFamily="18" charset="-78"/>
                <a:hlinkClick r:id="rId4"/>
              </a:rPr>
              <a:t>www.chemolak.sk/sk/o-nas/profil-spolocnosti</a:t>
            </a:r>
            <a:endParaRPr lang="cs-CZ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ZAMBORSKÝ, Juraj. </a:t>
            </a:r>
            <a:r>
              <a:rPr lang="cs-CZ" i="1" dirty="0">
                <a:latin typeface="Andalus" panose="02020603050405020304" pitchFamily="18" charset="-78"/>
                <a:cs typeface="Andalus" panose="02020603050405020304" pitchFamily="18" charset="-78"/>
              </a:rPr>
              <a:t>www.smolenice.com</a:t>
            </a:r>
            <a:r>
              <a:rPr lang="cs-CZ" dirty="0">
                <a:latin typeface="Andalus" panose="02020603050405020304" pitchFamily="18" charset="-78"/>
                <a:cs typeface="Andalus" panose="02020603050405020304" pitchFamily="18" charset="-78"/>
              </a:rPr>
              <a:t> [online]. [cit. 11.2.2018]. Dostupný na WWW: http://smolenice.com/html/images/smolenicke-noviny/smolenicke-noviny-4-2017.pdf</a:t>
            </a:r>
            <a:endParaRPr lang="cs-CZ" dirty="0" smtClean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endParaRPr lang="cs-CZ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50865223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ační stopa">
  <a:themeElements>
    <a:clrScheme name="Modrá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Kondenzační stopa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ační stopa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TM04033937[[fn=Kondenzační stopa]]</Template>
  <TotalTime>3468</TotalTime>
  <Words>83</Words>
  <Application>Microsoft Office PowerPoint</Application>
  <PresentationFormat>Širokoúhlá obrazovka</PresentationFormat>
  <Paragraphs>19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Andalus</vt:lpstr>
      <vt:lpstr>Arial</vt:lpstr>
      <vt:lpstr>Century Gothic</vt:lpstr>
      <vt:lpstr>Kondenzační stopa</vt:lpstr>
      <vt:lpstr>Moje rodné město </vt:lpstr>
      <vt:lpstr>SMOLENICE - poloha</vt:lpstr>
      <vt:lpstr>Současnost</vt:lpstr>
      <vt:lpstr>Zdroje</vt:lpstr>
    </vt:vector>
  </TitlesOfParts>
  <Company>DELTA - SŠIE, ZŠ a MŠ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Moje rodné město</dc:title>
  <dc:creator>Buhrová Jitka</dc:creator>
  <cp:lastModifiedBy>Buhrová Jitka</cp:lastModifiedBy>
  <cp:revision>6</cp:revision>
  <dcterms:created xsi:type="dcterms:W3CDTF">2018-02-09T08:21:51Z</dcterms:created>
  <dcterms:modified xsi:type="dcterms:W3CDTF">2018-02-11T18:12:51Z</dcterms:modified>
</cp:coreProperties>
</file>