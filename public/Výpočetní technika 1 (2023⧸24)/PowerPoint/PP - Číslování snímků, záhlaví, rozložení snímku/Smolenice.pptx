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60" r:id="rId2"/>
    <p:sldId id="256" r:id="rId3"/>
    <p:sldId id="261" r:id="rId4"/>
    <p:sldId id="257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202DA-068C-4975-8450-BF9A895873B7}" v="1" dt="2021-04-07T10:45:41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4" autoAdjust="0"/>
    <p:restoredTop sz="86371" autoAdjust="0"/>
  </p:normalViewPr>
  <p:slideViewPr>
    <p:cSldViewPr snapToGrid="0">
      <p:cViewPr varScale="1">
        <p:scale>
          <a:sx n="54" d="100"/>
          <a:sy n="54" d="100"/>
        </p:scale>
        <p:origin x="32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5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13E3E-4538-48DB-979C-1DF3DF0FAB13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A56F1-640A-409C-ABDB-1899662FE6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83059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E7C2B-9DF6-43F5-AAB1-6213F04125AC}" type="datetimeFigureOut">
              <a:rPr lang="cs-CZ" smtClean="0"/>
              <a:t>07.04.2021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92A99-B752-4F40-81BD-12BD1457EFC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44207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92A99-B752-4F40-81BD-12BD1457EFC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737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630660"/>
      </p:ext>
    </p:extLst>
  </p:cSld>
  <p:clrMapOvr>
    <a:masterClrMapping/>
  </p:clrMapOvr>
  <p:transition spd="slow" advClick="0" advTm="10000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2185908"/>
      </p:ext>
    </p:extLst>
  </p:cSld>
  <p:clrMapOvr>
    <a:masterClrMapping/>
  </p:clrMapOvr>
  <p:transition spd="slow" advClick="0" advTm="10000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8178966"/>
      </p:ext>
    </p:extLst>
  </p:cSld>
  <p:clrMapOvr>
    <a:masterClrMapping/>
  </p:clrMapOvr>
  <p:transition spd="slow" advClick="0" advTm="10000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0668137"/>
      </p:ext>
    </p:extLst>
  </p:cSld>
  <p:clrMapOvr>
    <a:masterClrMapping/>
  </p:clrMapOvr>
  <p:transition spd="slow" advClick="0" advTm="10000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921791"/>
      </p:ext>
    </p:extLst>
  </p:cSld>
  <p:clrMapOvr>
    <a:masterClrMapping/>
  </p:clrMapOvr>
  <p:transition spd="slow" advClick="0" advTm="10000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1961798"/>
      </p:ext>
    </p:extLst>
  </p:cSld>
  <p:clrMapOvr>
    <a:masterClrMapping/>
  </p:clrMapOvr>
  <p:transition spd="slow" advClick="0" advTm="10000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1676054"/>
      </p:ext>
    </p:extLst>
  </p:cSld>
  <p:clrMapOvr>
    <a:masterClrMapping/>
  </p:clrMapOvr>
  <p:transition spd="slow" advClick="0" advTm="10000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7921948"/>
      </p:ext>
    </p:extLst>
  </p:cSld>
  <p:clrMapOvr>
    <a:masterClrMapping/>
  </p:clrMapOvr>
  <p:transition spd="slow" advClick="0" advTm="10000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232847"/>
      </p:ext>
    </p:extLst>
  </p:cSld>
  <p:clrMapOvr>
    <a:masterClrMapping/>
  </p:clrMapOvr>
  <p:transition spd="slow" advClick="0" advTm="10000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7132222"/>
      </p:ext>
    </p:extLst>
  </p:cSld>
  <p:clrMapOvr>
    <a:masterClrMapping/>
  </p:clrMapOvr>
  <p:transition spd="slow" advClick="0" advTm="10000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401737"/>
      </p:ext>
    </p:extLst>
  </p:cSld>
  <p:clrMapOvr>
    <a:masterClrMapping/>
  </p:clrMapOvr>
  <p:transition spd="slow" advClick="0" advTm="10000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5791965"/>
      </p:ext>
    </p:extLst>
  </p:cSld>
  <p:clrMapOvr>
    <a:masterClrMapping/>
  </p:clrMapOvr>
  <p:transition spd="slow" advClick="0" advTm="10000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1227648"/>
      </p:ext>
    </p:extLst>
  </p:cSld>
  <p:clrMapOvr>
    <a:masterClrMapping/>
  </p:clrMapOvr>
  <p:transition spd="slow" advClick="0" advTm="10000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102829"/>
      </p:ext>
    </p:extLst>
  </p:cSld>
  <p:clrMapOvr>
    <a:masterClrMapping/>
  </p:clrMapOvr>
  <p:transition spd="slow" advClick="0" advTm="10000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1910226"/>
      </p:ext>
    </p:extLst>
  </p:cSld>
  <p:clrMapOvr>
    <a:masterClrMapping/>
  </p:clrMapOvr>
  <p:transition spd="slow" advClick="0" advTm="10000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7700518"/>
      </p:ext>
    </p:extLst>
  </p:cSld>
  <p:clrMapOvr>
    <a:masterClrMapping/>
  </p:clrMapOvr>
  <p:transition spd="slow" advClick="0" advTm="10000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14.2.2018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Moje rodné město - Smolenice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E4B6F98-6B94-4242-9E5D-A57E6BFFBC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611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 advClick="0" advTm="10000">
    <p:wheel spokes="1"/>
  </p:transition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olenice.com/" TargetMode="External"/><Relationship Id="rId7" Type="http://schemas.openxmlformats.org/officeDocument/2006/relationships/hyperlink" Target="https://commons.wikimedia.org/wiki/File:Smolenice_zamok.jpg" TargetMode="External"/><Relationship Id="rId2" Type="http://schemas.openxmlformats.org/officeDocument/2006/relationships/hyperlink" Target="https://cs.wikipedia.org/wiki/Smolen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3.bp.blogspot.com/-E8OeeNE36-o/T5GUTpcBJFI/AAAAAAAAAaM/HvW6cSIqh0U/s1600/IMG_6668.JPG" TargetMode="External"/><Relationship Id="rId5" Type="http://schemas.openxmlformats.org/officeDocument/2006/relationships/hyperlink" Target="http://smolenice.com/html/images/smolenicke-noviny/smolenicke-noviny-4-2017.pdf" TargetMode="External"/><Relationship Id="rId4" Type="http://schemas.openxmlformats.org/officeDocument/2006/relationships/hyperlink" Target="http://www.chemolak.sk/sk/o-nas/profil-spolocnost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Moje rodné město	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Smolenice</a:t>
            </a:r>
          </a:p>
        </p:txBody>
      </p:sp>
    </p:spTree>
    <p:extLst>
      <p:ext uri="{BB962C8B-B14F-4D97-AF65-F5344CB8AC3E}">
        <p14:creationId xmlns:p14="http://schemas.microsoft.com/office/powerpoint/2010/main" val="1467398332"/>
      </p:ext>
    </p:extLst>
  </p:cSld>
  <p:clrMapOvr>
    <a:masterClrMapping/>
  </p:clrMapOvr>
  <p:transition spd="slow" advClick="0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Osnova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poloha</a:t>
            </a:r>
          </a:p>
          <a:p>
            <a:r>
              <a:rPr lang="cs-CZ" dirty="0"/>
              <a:t>historie</a:t>
            </a:r>
          </a:p>
          <a:p>
            <a:r>
              <a:rPr lang="cs-CZ" dirty="0"/>
              <a:t>současnost</a:t>
            </a:r>
          </a:p>
          <a:p>
            <a:r>
              <a:rPr lang="cs-CZ" dirty="0"/>
              <a:t>pamětihodnosti, osobnosti</a:t>
            </a:r>
          </a:p>
          <a:p>
            <a:r>
              <a:rPr lang="cs-CZ" dirty="0"/>
              <a:t>zdroje </a:t>
            </a:r>
          </a:p>
        </p:txBody>
      </p:sp>
    </p:spTree>
    <p:extLst>
      <p:ext uri="{BB962C8B-B14F-4D97-AF65-F5344CB8AC3E}">
        <p14:creationId xmlns:p14="http://schemas.microsoft.com/office/powerpoint/2010/main" val="1597957460"/>
      </p:ext>
    </p:extLst>
  </p:cSld>
  <p:clrMapOvr>
    <a:masterClrMapping/>
  </p:clrMapOvr>
  <p:transition spd="slow" advClick="0" advTm="10000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SMOLENICE - </a:t>
            </a:r>
            <a:r>
              <a:rPr lang="cs-CZ" cap="none" dirty="0"/>
              <a:t>poloha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asi 60 km severovýchodně od Bratislavy </a:t>
            </a:r>
          </a:p>
          <a:p>
            <a:r>
              <a:rPr lang="cs-CZ" dirty="0"/>
              <a:t>Asi 25 km severozápadně od Trnavy </a:t>
            </a:r>
          </a:p>
          <a:p>
            <a:r>
              <a:rPr lang="cs-CZ" dirty="0"/>
              <a:t>na státní silnici č. 502 z Bratislavy do </a:t>
            </a:r>
            <a:r>
              <a:rPr lang="cs-CZ" dirty="0" err="1"/>
              <a:t>Trstína</a:t>
            </a:r>
            <a:endParaRPr lang="cs-CZ" dirty="0"/>
          </a:p>
          <a:p>
            <a:r>
              <a:rPr lang="cs-CZ" dirty="0"/>
              <a:t>železniční stanice na trati č. 116 Trnava – </a:t>
            </a:r>
            <a:r>
              <a:rPr lang="cs-CZ" dirty="0" err="1"/>
              <a:t>Kúty</a:t>
            </a:r>
            <a:r>
              <a:rPr lang="cs-CZ" dirty="0"/>
              <a:t> (asi 4 km od centra obce)</a:t>
            </a:r>
          </a:p>
          <a:p>
            <a:r>
              <a:rPr lang="cs-CZ" dirty="0"/>
              <a:t>48°30′18″ s. š., 17°25′43″ v. d.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477" y="4206622"/>
            <a:ext cx="3448855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5379"/>
      </p:ext>
    </p:extLst>
  </p:cSld>
  <p:clrMapOvr>
    <a:masterClrMapping/>
  </p:clrMapOvr>
  <p:transition spd="slow" advClick="0" advTm="10000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Trocha historie nikoho nezabije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před Kristem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561955"/>
          </a:xfrm>
        </p:spPr>
        <p:txBody>
          <a:bodyPr>
            <a:normAutofit/>
          </a:bodyPr>
          <a:lstStyle/>
          <a:p>
            <a:r>
              <a:rPr lang="cs-CZ" dirty="0"/>
              <a:t>osídleno již v době kamenné</a:t>
            </a:r>
          </a:p>
          <a:p>
            <a:r>
              <a:rPr lang="cs-CZ" dirty="0"/>
              <a:t>keltské oppidum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velkomoravské hradiště</a:t>
            </a:r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po Kristu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1. písemná zmínka z roku 1240</a:t>
            </a:r>
          </a:p>
          <a:p>
            <a:r>
              <a:rPr lang="cs-CZ" dirty="0"/>
              <a:t>hrad postaven ve 14. století</a:t>
            </a:r>
          </a:p>
          <a:p>
            <a:r>
              <a:rPr lang="cs-CZ" dirty="0"/>
              <a:t>zámek dostavěn v roce 1953</a:t>
            </a:r>
          </a:p>
        </p:txBody>
      </p:sp>
      <p:pic>
        <p:nvPicPr>
          <p:cNvPr id="9" name="Obrázek 8" title="Molpí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14" y="3618222"/>
            <a:ext cx="2400000" cy="1800000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994" y="4018651"/>
            <a:ext cx="271084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76670"/>
      </p:ext>
    </p:extLst>
  </p:cSld>
  <p:clrMapOvr>
    <a:masterClrMapping/>
  </p:clrMapOvr>
  <p:transition spd="slow" advClick="0" advTm="10000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Současnost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3 245 obyvatel</a:t>
            </a:r>
          </a:p>
          <a:p>
            <a:r>
              <a:rPr lang="cs-CZ" dirty="0"/>
              <a:t>průměrný věk 40,78 let</a:t>
            </a:r>
          </a:p>
          <a:p>
            <a:r>
              <a:rPr lang="cs-CZ" dirty="0"/>
              <a:t>Chemolak – výroba nátěrových hmot</a:t>
            </a:r>
          </a:p>
          <a:p>
            <a:r>
              <a:rPr lang="cs-CZ" dirty="0"/>
              <a:t>zámek sídlem Slovenské akademie věd</a:t>
            </a:r>
          </a:p>
          <a:p>
            <a:r>
              <a:rPr lang="cs-CZ" dirty="0"/>
              <a:t>Kniho-budka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0" y="4126994"/>
            <a:ext cx="33909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59311"/>
      </p:ext>
    </p:extLst>
  </p:cSld>
  <p:clrMapOvr>
    <a:masterClrMapping/>
  </p:clrMapOvr>
  <p:transition spd="slow" advClick="0" advTm="10000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Pamětihodnosti, osobnosti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dirty="0"/>
              <a:t>Smolenický zámek</a:t>
            </a:r>
          </a:p>
          <a:p>
            <a:r>
              <a:rPr lang="cs-CZ" dirty="0"/>
              <a:t>farský kostel, kostel ve Smolenické Nové Vsi</a:t>
            </a:r>
          </a:p>
          <a:p>
            <a:r>
              <a:rPr lang="cs-CZ" dirty="0"/>
              <a:t>socha Kamenní mniši z Dobré vody</a:t>
            </a:r>
          </a:p>
          <a:p>
            <a:r>
              <a:rPr lang="cs-CZ" dirty="0"/>
              <a:t>stará fara se slunečními hodinami</a:t>
            </a:r>
          </a:p>
          <a:p>
            <a:r>
              <a:rPr lang="cs-CZ" dirty="0"/>
              <a:t>zvonice</a:t>
            </a:r>
          </a:p>
          <a:p>
            <a:r>
              <a:rPr lang="cs-CZ" dirty="0"/>
              <a:t>židovský hřbitov</a:t>
            </a:r>
          </a:p>
          <a:p>
            <a:r>
              <a:rPr lang="cs-CZ" dirty="0"/>
              <a:t>jeskyně Driny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Štefan Banič – vynálezce padáku, objevitel jeskyně Driny</a:t>
            </a:r>
          </a:p>
          <a:p>
            <a:endParaRPr lang="cs-CZ" dirty="0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2" y="2925761"/>
            <a:ext cx="250819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63862"/>
      </p:ext>
    </p:extLst>
  </p:cSld>
  <p:clrMapOvr>
    <a:masterClrMapping/>
  </p:clrMapOvr>
  <p:transition spd="slow" advClick="0" advTm="10000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/>
              <a:t>AUTOR NEUVEDEN. </a:t>
            </a:r>
            <a:r>
              <a:rPr lang="cs-CZ" i="1" dirty="0"/>
              <a:t>Smolenice</a:t>
            </a:r>
            <a:r>
              <a:rPr lang="cs-CZ" dirty="0"/>
              <a:t> [online]. [cit. 9.2.2018]. Dostupný na WWW: </a:t>
            </a:r>
            <a:r>
              <a:rPr lang="cs-CZ" dirty="0">
                <a:hlinkClick r:id="rId2"/>
              </a:rPr>
              <a:t>https://cs.wikipedia.org/wiki/Smolenice</a:t>
            </a:r>
            <a:endParaRPr lang="cs-CZ" dirty="0"/>
          </a:p>
          <a:p>
            <a:r>
              <a:rPr lang="cs-CZ" dirty="0">
                <a:hlinkClick r:id="rId3"/>
              </a:rPr>
              <a:t>www.smolenice.com</a:t>
            </a:r>
            <a:endParaRPr lang="cs-CZ" dirty="0"/>
          </a:p>
          <a:p>
            <a:r>
              <a:rPr lang="cs-CZ" dirty="0">
                <a:hlinkClick r:id="rId4"/>
              </a:rPr>
              <a:t>http://www.chemolak.sk/sk/o-nas/profil-spolocnosti</a:t>
            </a:r>
            <a:endParaRPr lang="cs-CZ" dirty="0"/>
          </a:p>
          <a:p>
            <a:r>
              <a:rPr lang="cs-CZ" dirty="0"/>
              <a:t>ZAMBORSKÝ, Juraj. </a:t>
            </a:r>
            <a:r>
              <a:rPr lang="cs-CZ" i="1" dirty="0"/>
              <a:t>www.smolenice.com</a:t>
            </a:r>
            <a:r>
              <a:rPr lang="cs-CZ" dirty="0"/>
              <a:t> [online]. [cit. 11.2.2018]. Dostupný na WWW: </a:t>
            </a:r>
            <a:r>
              <a:rPr lang="cs-CZ" dirty="0">
                <a:hlinkClick r:id="rId5"/>
              </a:rPr>
              <a:t>http://smolenice.com/html/images/smolenicke-noviny/smolenicke-noviny-4-2017.pdf</a:t>
            </a:r>
            <a:endParaRPr lang="cs-CZ" dirty="0"/>
          </a:p>
          <a:p>
            <a:r>
              <a:rPr lang="pt-BR" dirty="0"/>
              <a:t>AUTOR NEUVEDEN. </a:t>
            </a:r>
            <a:r>
              <a:rPr lang="pt-BR" i="1" dirty="0"/>
              <a:t>www.hradiska.sk</a:t>
            </a:r>
            <a:r>
              <a:rPr lang="pt-BR" dirty="0"/>
              <a:t> [online]. [cit. 11.2.2018]. Dostupný na WWW: </a:t>
            </a:r>
            <a:r>
              <a:rPr lang="pt-BR" dirty="0">
                <a:hlinkClick r:id="rId6"/>
              </a:rPr>
              <a:t>http://3.bp.blogspot.com/-E8OeeNE36-o/T5GUTpcBJFI/AAAAAAAAAaM/HvW6cSIqh0U/s1600/IMG_6668.JPG</a:t>
            </a:r>
            <a:endParaRPr lang="cs-CZ" dirty="0"/>
          </a:p>
          <a:p>
            <a:r>
              <a:rPr lang="cs-CZ" dirty="0"/>
              <a:t>AUTOR NEUVEDEN. </a:t>
            </a:r>
            <a:r>
              <a:rPr lang="cs-CZ" i="1" dirty="0"/>
              <a:t>Smolenice</a:t>
            </a:r>
            <a:r>
              <a:rPr lang="cs-CZ" dirty="0"/>
              <a:t> [online]. [cit. 11.2.2018]. Dostupný na WWW: </a:t>
            </a:r>
            <a:r>
              <a:rPr lang="cs-CZ" dirty="0">
                <a:hlinkClick r:id="rId2"/>
              </a:rPr>
              <a:t>https://cs.wikipedia.org/wiki/Smolenice</a:t>
            </a:r>
            <a:endParaRPr lang="cs-CZ" dirty="0"/>
          </a:p>
          <a:p>
            <a:r>
              <a:rPr lang="pt-BR" dirty="0"/>
              <a:t>AUTOR NEUVEDEN. </a:t>
            </a:r>
            <a:r>
              <a:rPr lang="pt-BR" i="1" dirty="0"/>
              <a:t>https://cs.wikipedia.org/wiki/Smolenický_zámek</a:t>
            </a:r>
            <a:r>
              <a:rPr lang="pt-BR" dirty="0"/>
              <a:t> [online]. [cit. 11.2.2018]. Dostupný na WWW: </a:t>
            </a:r>
            <a:r>
              <a:rPr lang="pt-BR" dirty="0">
                <a:hlinkClick r:id="rId7"/>
              </a:rPr>
              <a:t>https://commons.wikimedia.org/wiki/File:Smolenice_zamok.jpg</a:t>
            </a:r>
            <a:endParaRPr lang="cs-CZ" dirty="0"/>
          </a:p>
          <a:p>
            <a:r>
              <a:rPr lang="pt-BR" dirty="0"/>
              <a:t>AUTOR NEUVEDEN. </a:t>
            </a:r>
            <a:r>
              <a:rPr lang="pt-BR" i="1" dirty="0"/>
              <a:t>www.postoveznamky.xk</a:t>
            </a:r>
            <a:r>
              <a:rPr lang="pt-BR" dirty="0"/>
              <a:t> [online]. [cit. 11.2.2018]. Dostupný na WWW: https://www.postoveznamky.sk/images/nahlady/ZN_49_Osobnosti_Stefan_Banic_1870-1941_v_obrazok_876.jpg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6291938"/>
      </p:ext>
    </p:extLst>
  </p:cSld>
  <p:clrMapOvr>
    <a:masterClrMapping/>
  </p:clrMapOvr>
  <p:transition spd="slow" advClick="0" advTm="10000">
    <p:wheel spokes="1"/>
  </p:transition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3469</TotalTime>
  <Words>411</Words>
  <Application>Microsoft Office PowerPoint</Application>
  <PresentationFormat>Širokoúhlá obrazovka</PresentationFormat>
  <Paragraphs>54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Fazeta</vt:lpstr>
      <vt:lpstr>Moje rodné město </vt:lpstr>
      <vt:lpstr>Osnova</vt:lpstr>
      <vt:lpstr>SMOLENICE - poloha</vt:lpstr>
      <vt:lpstr>Trocha historie nikoho nezabije</vt:lpstr>
      <vt:lpstr>Současnost</vt:lpstr>
      <vt:lpstr>Pamětihodnosti, osobnosti</vt:lpstr>
      <vt:lpstr>Zdroje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Osnova</dc:title>
  <dc:creator>Buhrová Jitka</dc:creator>
  <cp:lastModifiedBy>Votavová Gabriela</cp:lastModifiedBy>
  <cp:revision>12</cp:revision>
  <dcterms:created xsi:type="dcterms:W3CDTF">2018-02-09T08:30:22Z</dcterms:created>
  <dcterms:modified xsi:type="dcterms:W3CDTF">2021-04-07T10:46:52Z</dcterms:modified>
</cp:coreProperties>
</file>