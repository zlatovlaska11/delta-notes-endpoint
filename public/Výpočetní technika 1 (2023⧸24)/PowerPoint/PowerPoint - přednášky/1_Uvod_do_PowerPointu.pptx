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9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3" r:id="rId12"/>
    <p:sldId id="270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2" r:id="rId30"/>
    <p:sldId id="290" r:id="rId31"/>
    <p:sldId id="293" r:id="rId32"/>
  </p:sldIdLst>
  <p:sldSz cx="9144000" cy="6858000" type="screen4x3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00" autoAdjust="0"/>
  </p:normalViewPr>
  <p:slideViewPr>
    <p:cSldViewPr>
      <p:cViewPr varScale="1">
        <p:scale>
          <a:sx n="59" d="100"/>
          <a:sy n="59" d="100"/>
        </p:scale>
        <p:origin x="143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38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738"/>
    </p:cViewPr>
  </p:sorterViewPr>
  <p:notesViewPr>
    <p:cSldViewPr>
      <p:cViewPr varScale="1">
        <p:scale>
          <a:sx n="53" d="100"/>
          <a:sy n="53" d="100"/>
        </p:scale>
        <p:origin x="-2904" y="-96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835B8-7E4A-4A0C-A3C8-2DD1F2EA1EFF}" type="datetimeFigureOut">
              <a:rPr lang="cs-CZ" smtClean="0"/>
              <a:t>09.04.2021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2F9F1-5927-4936-8CD3-F6FE4197D7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89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09.04.2021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9503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10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8540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5DA5-E8BF-4E44-AC22-0D7CBE6628AF}" type="datetime1">
              <a:rPr lang="cs-CZ" smtClean="0"/>
              <a:t>09.04.2021</a:t>
            </a:fld>
            <a:endParaRPr lang="cs-CZ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E0B6-69B8-48E3-B8BE-212B91D25CCB}" type="datetime1">
              <a:rPr lang="cs-CZ" smtClean="0"/>
              <a:t>09.04.2021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47C9A-A51A-4C89-AB2D-BDA23F0C36F5}" type="datetime1">
              <a:rPr lang="cs-CZ" smtClean="0"/>
              <a:t>09.04.2021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08825-80C4-4BE5-A54E-6E5A9581392C}" type="datetime1">
              <a:rPr lang="cs-CZ" smtClean="0"/>
              <a:t>09.04.2021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14811-06CC-400A-B0B6-07976C6FCB5B}" type="datetime1">
              <a:rPr lang="cs-CZ" smtClean="0"/>
              <a:t>09.04.2021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31B8-ABFA-4D03-9848-E364EED2F4F7}" type="datetime1">
              <a:rPr lang="cs-CZ" smtClean="0"/>
              <a:t>09.04.2021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5648-0C27-4B93-B4D7-E8FB5E984374}" type="datetime1">
              <a:rPr lang="cs-CZ" smtClean="0"/>
              <a:t>09.04.2021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959B5-0368-4AD6-B1E8-BFCE825C60B6}" type="datetime1">
              <a:rPr lang="cs-CZ" smtClean="0"/>
              <a:t>09.04.2021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B396-7CB2-44C4-874D-E5B2B3775C7C}" type="datetime1">
              <a:rPr lang="cs-CZ" smtClean="0"/>
              <a:t>09.04.2021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5273-622F-4814-B853-B6484B8F3E1C}" type="datetime1">
              <a:rPr lang="cs-CZ" smtClean="0"/>
              <a:t>09.04.2021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36D0-B4F6-4C27-9DEE-A542FC7DAD23}" type="datetime1">
              <a:rPr lang="cs-CZ" smtClean="0"/>
              <a:t>09.04.2021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C521112-CCB4-4F86-BCC5-E586A38875CF}" type="datetime1">
              <a:rPr lang="cs-CZ" smtClean="0"/>
              <a:t>09.04.2021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GkeGth31-U&amp;list=PL-kucyrqbXSqQtiZEGYeDWBwA-v_z8JM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Úvod do PowerPointu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3297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 čemu je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683568" y="2060848"/>
            <a:ext cx="8229600" cy="45259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cs-CZ" sz="2400" dirty="0"/>
              <a:t>Jedná se o program pro tvorbu, úpravy, správu a promítání prezentací.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Nabízí vám prostředky pro vytváření  dynamické prezentace.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B3C2205-DB6A-4C65-8F58-F919B510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9394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Spuštění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83568" y="2276872"/>
            <a:ext cx="8003232" cy="381642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PowerPoint je součástí balíčku MS Office.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Spuštění je stejné jako u ostatních programů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Postup: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Start </a:t>
            </a:r>
            <a:r>
              <a:rPr lang="cs-CZ" sz="2400" dirty="0">
                <a:sym typeface="Wingdings"/>
              </a:rPr>
              <a:t> Všechny programy  Microsoft Office  Microsoft Office PowerPoint.</a:t>
            </a:r>
            <a:endParaRPr lang="cs-CZ" sz="2400" dirty="0"/>
          </a:p>
          <a:p>
            <a:pPr>
              <a:lnSpc>
                <a:spcPct val="150000"/>
              </a:lnSpc>
            </a:pPr>
            <a:endParaRPr lang="cs-CZ" sz="2400" dirty="0"/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F7DA6A4-7638-469F-97CE-1812D6FB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6714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Ovládaní programu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87514" y="2204864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Pro práci v prostředí PowerPointu využijete: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Pás karet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Místní nabídku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Miniaturní panel nástrojů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Klávesové kombinace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E01AD57-2322-439F-9C85-86119EAE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9448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Pás karet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83568" y="2051528"/>
            <a:ext cx="7125112" cy="263527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Podobný v</a:t>
            </a:r>
            <a:r>
              <a:rPr lang="cs-CZ" sz="2400" dirty="0"/>
              <a:t>e Wordu a v Excelu.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U PowerPointu mají stejné funkce: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687FAEB-DE21-4F0D-A3C4-6291A82D93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433" r="20255" b="5967"/>
          <a:stretch/>
        </p:blipFill>
        <p:spPr>
          <a:xfrm>
            <a:off x="0" y="3786266"/>
            <a:ext cx="9144000" cy="430076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1766532-FB8B-4ECF-A1DC-A92C04BA4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353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defTabSz="457200" rtl="0">
              <a:spcBef>
                <a:spcPct val="0"/>
              </a:spcBef>
            </a:pPr>
            <a:r>
              <a:rPr lang="cs-CZ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Místní nabídka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99592" y="1340768"/>
            <a:ext cx="5256584" cy="4464496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Zobrazení pomocí pravého tlačítka myši.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Liší se podle místa, kde klepnete.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Šedě vyznačení nabídka znamená, že je nedostupná.</a:t>
            </a:r>
          </a:p>
          <a:p>
            <a:pPr>
              <a:lnSpc>
                <a:spcPct val="200000"/>
              </a:lnSpc>
            </a:pPr>
            <a:endParaRPr lang="cs-CZ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25" t="38991" r="19823" b="30505"/>
          <a:stretch/>
        </p:blipFill>
        <p:spPr bwMode="auto">
          <a:xfrm>
            <a:off x="6073943" y="1600200"/>
            <a:ext cx="2583174" cy="4061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255D71E-C374-475A-99E9-CCDB7B88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245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defTabSz="457200" rtl="0">
              <a:spcBef>
                <a:spcPct val="0"/>
              </a:spcBef>
            </a:pPr>
            <a:r>
              <a:rPr lang="cs-CZ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Miniaturní panel nástrojů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96793" y="1340768"/>
            <a:ext cx="5246240" cy="375292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cs-CZ" sz="2400" dirty="0"/>
              <a:t>Je nabídka tlačítek, které vám usnadňují práci.</a:t>
            </a:r>
          </a:p>
          <a:p>
            <a:pPr>
              <a:lnSpc>
                <a:spcPct val="160000"/>
              </a:lnSpc>
            </a:pPr>
            <a:r>
              <a:rPr lang="cs-CZ" sz="2400" dirty="0"/>
              <a:t>Zobrazují se po označení daného úseku a kliknuté pravého tlačítka myši nad nabídkou.</a:t>
            </a:r>
          </a:p>
          <a:p>
            <a:endParaRPr lang="cs-CZ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27" t="4431" r="38245" b="40905"/>
          <a:stretch/>
        </p:blipFill>
        <p:spPr bwMode="auto">
          <a:xfrm>
            <a:off x="6131143" y="1490879"/>
            <a:ext cx="2530624" cy="4336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bdélník 3"/>
          <p:cNvSpPr/>
          <p:nvPr/>
        </p:nvSpPr>
        <p:spPr>
          <a:xfrm>
            <a:off x="5968892" y="5237712"/>
            <a:ext cx="2851580" cy="58926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6AC15EF-C8F7-488D-9802-AF77B2BC8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66209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defTabSz="457200" rtl="0">
              <a:spcBef>
                <a:spcPct val="0"/>
              </a:spcBef>
            </a:pPr>
            <a:r>
              <a:rPr lang="cs-CZ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Klávesové kombinace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86046" y="1403281"/>
            <a:ext cx="7125112" cy="405143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Neboli klávesové zkratky, které vám umožnují také urychlit práci.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Jejich přehled naleznete i po najetí na dané tlačítko a počkáte.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10961" r="59235" b="75793"/>
          <a:stretch/>
        </p:blipFill>
        <p:spPr bwMode="auto">
          <a:xfrm>
            <a:off x="4849586" y="4221088"/>
            <a:ext cx="3237317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D58F6E6-E9C9-4179-BCDA-16EA4318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3699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Zobrazení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55576" y="1556792"/>
            <a:ext cx="7125112" cy="29713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PowerPoint vám nabízí různé možnosti nastavení zobrazení prostředí programu.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Pro nastavení zobrazení používáte kartu Zobrazení skupinu Zobrazení prezentace.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65FF821-5302-4E52-A1D2-093C6730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986758"/>
            <a:ext cx="8675800" cy="1674490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8C4BB72-7102-4687-9ABD-353BC63E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3461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1009443" y="620687"/>
            <a:ext cx="7234966" cy="52381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cs-CZ" sz="2400" b="1" dirty="0"/>
              <a:t>Normální zobrazení: </a:t>
            </a:r>
            <a:r>
              <a:rPr lang="cs-CZ" sz="2400" dirty="0"/>
              <a:t>je určeno pro základní běžné práce s objekty na snímcích</a:t>
            </a:r>
          </a:p>
          <a:p>
            <a:pPr>
              <a:lnSpc>
                <a:spcPct val="150000"/>
              </a:lnSpc>
            </a:pPr>
            <a:r>
              <a:rPr lang="cs-CZ" sz="2400" b="1" dirty="0"/>
              <a:t>Řazení snímků: </a:t>
            </a:r>
            <a:r>
              <a:rPr lang="cs-CZ" sz="2400" dirty="0"/>
              <a:t>nabízí pohled na více snímků současně a umožňuje vám snadnou organizaci snímků (mazání, přesouvání, kopírování, …)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EABE322A-09EC-48F8-891F-A61EC34F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10</a:t>
            </a:fld>
            <a:endParaRPr lang="cs-CZ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9443" y="692697"/>
            <a:ext cx="7125112" cy="51661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cs-CZ" sz="2400" b="1" dirty="0"/>
              <a:t>Poznámky: </a:t>
            </a:r>
            <a:r>
              <a:rPr lang="cs-CZ" sz="2400" dirty="0"/>
              <a:t>slouží k vytvoření poznámky k danému snímku.</a:t>
            </a:r>
          </a:p>
          <a:p>
            <a:pPr>
              <a:lnSpc>
                <a:spcPct val="150000"/>
              </a:lnSpc>
            </a:pPr>
            <a:r>
              <a:rPr lang="cs-CZ" sz="2400" b="1" dirty="0"/>
              <a:t>Předlohy: </a:t>
            </a:r>
            <a:r>
              <a:rPr lang="cs-CZ" sz="2400" dirty="0"/>
              <a:t>používají se zejména pro hromadnou úpravu na snímcích (barva pozadí, uspořádání snímku, …)</a:t>
            </a:r>
          </a:p>
          <a:p>
            <a:endParaRPr lang="cs-CZ"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B41CB14D-FA31-43EE-8EE7-5DD3AF667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2" y="4149080"/>
            <a:ext cx="8807132" cy="648072"/>
          </a:xfrm>
          <a:prstGeom prst="rect">
            <a:avLst/>
          </a:prstGeom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D7579EC-6A68-4FF6-9E03-518F6D03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11</a:t>
            </a:fld>
            <a:endParaRPr lang="cs-CZ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9443" y="404665"/>
            <a:ext cx="7125112" cy="545413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b="1" dirty="0"/>
              <a:t>Karta Zobrazení </a:t>
            </a:r>
            <a:r>
              <a:rPr lang="cs-CZ" sz="2400" dirty="0"/>
              <a:t>umožňuje: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 zobrazit pravítko,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použít lupu,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práci s okny (když chcete pracovat s více prezentacemi).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B5D4E67-183C-4DE6-B938-92462D2C4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12</a:t>
            </a:fld>
            <a:endParaRPr lang="cs-CZ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Snímky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b="1" dirty="0"/>
              <a:t>Snímek = Slide </a:t>
            </a:r>
            <a:r>
              <a:rPr lang="cs-CZ" dirty="0"/>
              <a:t>je základní jednotka prezentace.</a:t>
            </a:r>
          </a:p>
          <a:p>
            <a:pPr>
              <a:lnSpc>
                <a:spcPct val="150000"/>
              </a:lnSpc>
            </a:pPr>
            <a:r>
              <a:rPr lang="cs-CZ" dirty="0"/>
              <a:t>Tvorba: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přes kartu Domů ve skupině Snímek klikněte na tlačítko nový snímek.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 pomocí klávesové zkratky Ctrl + M</a:t>
            </a:r>
          </a:p>
          <a:p>
            <a:pPr>
              <a:lnSpc>
                <a:spcPct val="150000"/>
              </a:lnSpc>
            </a:pPr>
            <a:endParaRPr lang="cs-CZ" sz="36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CA4024A-EF85-4CBD-A965-1F600363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13</a:t>
            </a:fld>
            <a:endParaRPr lang="cs-CZ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Práce se snímky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71600" y="2204864"/>
            <a:ext cx="7848872" cy="43924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Vkládat</a:t>
            </a:r>
          </a:p>
          <a:p>
            <a:pPr>
              <a:lnSpc>
                <a:spcPct val="150000"/>
              </a:lnSpc>
            </a:pPr>
            <a:r>
              <a:rPr lang="cs-CZ" dirty="0"/>
              <a:t>Odstraňovat</a:t>
            </a:r>
          </a:p>
          <a:p>
            <a:pPr>
              <a:lnSpc>
                <a:spcPct val="150000"/>
              </a:lnSpc>
            </a:pPr>
            <a:r>
              <a:rPr lang="cs-CZ" dirty="0"/>
              <a:t>Kopírovat</a:t>
            </a:r>
          </a:p>
          <a:p>
            <a:pPr>
              <a:lnSpc>
                <a:spcPct val="150000"/>
              </a:lnSpc>
            </a:pPr>
            <a:r>
              <a:rPr lang="cs-CZ" dirty="0"/>
              <a:t>Přesouvat</a:t>
            </a:r>
          </a:p>
          <a:p>
            <a:pPr>
              <a:lnSpc>
                <a:spcPct val="150000"/>
              </a:lnSpc>
            </a:pPr>
            <a:r>
              <a:rPr lang="cs-CZ" dirty="0"/>
              <a:t>Upravovat</a:t>
            </a:r>
          </a:p>
          <a:p>
            <a:pPr>
              <a:lnSpc>
                <a:spcPct val="150000"/>
              </a:lnSpc>
            </a:pPr>
            <a:r>
              <a:rPr lang="cs-CZ" dirty="0"/>
              <a:t>Duplikovat</a:t>
            </a:r>
          </a:p>
          <a:p>
            <a:pPr>
              <a:lnSpc>
                <a:spcPct val="150000"/>
              </a:lnSpc>
            </a:pPr>
            <a:r>
              <a:rPr lang="cs-CZ" dirty="0"/>
              <a:t>Skrývat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980652A-1393-44EC-950E-93B2B7B9E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14</a:t>
            </a:fld>
            <a:endParaRPr lang="cs-CZ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7125113" cy="924475"/>
          </a:xfrm>
        </p:spPr>
        <p:txBody>
          <a:bodyPr/>
          <a:lstStyle/>
          <a:p>
            <a:r>
              <a:rPr lang="cs-CZ" dirty="0"/>
              <a:t>Rozložení snímků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7A56D220-B5EE-41EE-BFC9-8FB59A3B0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5303C2F-BB5A-4D35-A8CB-69C0A98EB6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52" r="64174" b="38795"/>
          <a:stretch/>
        </p:blipFill>
        <p:spPr>
          <a:xfrm>
            <a:off x="1755628" y="1598924"/>
            <a:ext cx="5632744" cy="4972627"/>
          </a:xfrm>
          <a:prstGeom prst="rect">
            <a:avLst/>
          </a:prstGeom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D965BF93-33EA-4D96-B0FB-FBEC880A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15</a:t>
            </a:fld>
            <a:endParaRPr lang="cs-CZ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27584" y="188640"/>
            <a:ext cx="7125113" cy="924475"/>
          </a:xfrm>
        </p:spPr>
        <p:txBody>
          <a:bodyPr/>
          <a:lstStyle/>
          <a:p>
            <a:r>
              <a:rPr lang="cs-CZ" dirty="0"/>
              <a:t>Označení snímků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1560" y="1628800"/>
            <a:ext cx="5184576" cy="4608512"/>
          </a:xfrm>
        </p:spPr>
        <p:txBody>
          <a:bodyPr/>
          <a:lstStyle/>
          <a:p>
            <a:r>
              <a:rPr lang="cs-CZ" dirty="0"/>
              <a:t>Daný snímek označíte levým tlačítkem myši =&gt; snímek se zabarví.</a:t>
            </a:r>
          </a:p>
          <a:p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968ABBE-6E8E-46FE-83CA-8B6D700FA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1085081"/>
            <a:ext cx="2562225" cy="5695950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40ABC09-02C6-4455-8CB4-DE096007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16</a:t>
            </a:fld>
            <a:endParaRPr lang="cs-CZ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1009442" y="404664"/>
            <a:ext cx="7739021" cy="6336704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cs-CZ" dirty="0"/>
              <a:t>Pro označení a přesun snímku či jinou práci se snímkem můžete použít:</a:t>
            </a:r>
          </a:p>
          <a:p>
            <a:pPr lvl="1">
              <a:spcAft>
                <a:spcPts val="600"/>
              </a:spcAft>
            </a:pPr>
            <a:r>
              <a:rPr lang="cs-CZ" sz="2400" dirty="0"/>
              <a:t>Levou lištu.</a:t>
            </a:r>
          </a:p>
          <a:p>
            <a:pPr lvl="1">
              <a:spcAft>
                <a:spcPts val="600"/>
              </a:spcAft>
            </a:pPr>
            <a:r>
              <a:rPr lang="cs-CZ" sz="2400" dirty="0"/>
              <a:t>Katru Zobrazení Řazení snímků.</a:t>
            </a:r>
          </a:p>
          <a:p>
            <a:pPr>
              <a:spcAft>
                <a:spcPts val="600"/>
              </a:spcAft>
            </a:pPr>
            <a:r>
              <a:rPr lang="cs-CZ" dirty="0"/>
              <a:t>Pro označení snímků, jako nesouvislé oblasti používáme klávesu Ctrl.</a:t>
            </a:r>
          </a:p>
          <a:p>
            <a:pPr>
              <a:spcAft>
                <a:spcPts val="600"/>
              </a:spcAft>
            </a:pPr>
            <a:r>
              <a:rPr lang="cs-CZ" dirty="0"/>
              <a:t>Pro označeních všech snímků použijete klávesovou zkratku Ctrl + A</a:t>
            </a:r>
          </a:p>
          <a:p>
            <a:pPr>
              <a:spcAft>
                <a:spcPts val="600"/>
              </a:spcAft>
            </a:pPr>
            <a:r>
              <a:rPr lang="cs-CZ" dirty="0"/>
              <a:t>Pro označení souvislé oblasti klávesu Shift (</a:t>
            </a:r>
            <a:r>
              <a:rPr lang="cs-CZ" i="1" dirty="0"/>
              <a:t>označíte první snímek stisknete Shift a pak poslední snímek</a:t>
            </a:r>
            <a:r>
              <a:rPr lang="cs-CZ" dirty="0"/>
              <a:t>)</a:t>
            </a:r>
          </a:p>
          <a:p>
            <a:pPr lvl="1">
              <a:spcAft>
                <a:spcPts val="600"/>
              </a:spcAft>
            </a:pPr>
            <a:endParaRPr lang="cs-CZ" sz="24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96386E12-365C-43C0-B92F-7B295642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17</a:t>
            </a:fld>
            <a:endParaRPr lang="cs-CZ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Změna pořadí snímků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09442" y="1484784"/>
            <a:ext cx="7811029" cy="5256583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cs-CZ" dirty="0"/>
              <a:t>Přetažením  snímku pomocí levého tlačítka myši.</a:t>
            </a:r>
          </a:p>
          <a:p>
            <a:pPr lvl="1">
              <a:lnSpc>
                <a:spcPct val="160000"/>
              </a:lnSpc>
            </a:pPr>
            <a:r>
              <a:rPr lang="cs-CZ" sz="2400" dirty="0"/>
              <a:t>Snímek označíte  levým tlačítkem myši, tlačítko držíte.</a:t>
            </a:r>
          </a:p>
          <a:p>
            <a:pPr lvl="1">
              <a:lnSpc>
                <a:spcPct val="160000"/>
              </a:lnSpc>
            </a:pPr>
            <a:r>
              <a:rPr lang="cs-CZ" sz="2400" dirty="0"/>
              <a:t>Jede myší na místo, kde chcete snímek umístit a tlačítko pustíte.</a:t>
            </a:r>
          </a:p>
          <a:p>
            <a:pPr>
              <a:lnSpc>
                <a:spcPct val="160000"/>
              </a:lnSpc>
            </a:pPr>
            <a:r>
              <a:rPr lang="cs-CZ" dirty="0"/>
              <a:t>Můžete použít i kartu Zobrazení, kde se nachází tlačítko Řazení snímků.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56368D9-57C3-48DE-8EAB-8B4476A6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18</a:t>
            </a:fld>
            <a:endParaRPr lang="cs-CZ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892" y="800708"/>
            <a:ext cx="8738216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C8220527-F657-4357-80D2-82470A84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19</a:t>
            </a:fld>
            <a:endParaRPr lang="cs-CZ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Vložení snímku z jiné prezentace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707085" y="1412776"/>
            <a:ext cx="8229600" cy="532859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cs-CZ" sz="2800" dirty="0"/>
              <a:t>U tlačítka Nový snímek klikněte na šipku a z nabídky vyberte Znovu použit snímky.</a:t>
            </a:r>
          </a:p>
          <a:p>
            <a:pPr>
              <a:lnSpc>
                <a:spcPct val="200000"/>
              </a:lnSpc>
            </a:pPr>
            <a:r>
              <a:rPr lang="cs-CZ" sz="2800" dirty="0"/>
              <a:t>Otevře se nové dialogové okno dejte procházet.</a:t>
            </a:r>
          </a:p>
          <a:p>
            <a:pPr>
              <a:lnSpc>
                <a:spcPct val="200000"/>
              </a:lnSpc>
            </a:pPr>
            <a:r>
              <a:rPr lang="cs-CZ" sz="2800" dirty="0"/>
              <a:t>Z nabídky vyberte procházet soubor.</a:t>
            </a:r>
          </a:p>
          <a:p>
            <a:pPr>
              <a:lnSpc>
                <a:spcPct val="200000"/>
              </a:lnSpc>
            </a:pPr>
            <a:r>
              <a:rPr lang="cs-CZ" sz="2800" dirty="0"/>
              <a:t>Najděte daný soubor, který otevřete.</a:t>
            </a:r>
          </a:p>
          <a:p>
            <a:pPr>
              <a:lnSpc>
                <a:spcPct val="200000"/>
              </a:lnSpc>
            </a:pPr>
            <a:r>
              <a:rPr lang="cs-CZ" sz="2800" dirty="0"/>
              <a:t>Z dialogového okna vyberte dané snímky (stačí 2 krát poklepat na ně levým tlačítkem)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33F15A3D-C78C-493A-830E-9E831C1E3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20</a:t>
            </a:fld>
            <a:endParaRPr lang="cs-CZ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284504"/>
            <a:ext cx="4348336" cy="5753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bdélník 4"/>
          <p:cNvSpPr/>
          <p:nvPr/>
        </p:nvSpPr>
        <p:spPr>
          <a:xfrm>
            <a:off x="2123728" y="5661247"/>
            <a:ext cx="2174168" cy="376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A2B23E18-DD7F-43F2-92DA-44E4CB21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21</a:t>
            </a:fld>
            <a:endParaRPr lang="cs-CZ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b="5965"/>
          <a:stretch>
            <a:fillRect/>
          </a:stretch>
        </p:blipFill>
        <p:spPr bwMode="auto">
          <a:xfrm>
            <a:off x="283746" y="764704"/>
            <a:ext cx="8576508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B1E0139C-8004-49EF-9448-EFD4CD0D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22</a:t>
            </a:fld>
            <a:endParaRPr lang="cs-CZ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Zabezpečení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83568" y="1607574"/>
            <a:ext cx="8229600" cy="49971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Zabezpečení heslem pro otevření: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Soubor =&gt; Uložit jako =&gt;Nástroje. 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Vyberte příkaz Obecné možnosti =&gt; Heslo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Doporučuje se mít zaškrtnout: Při uložení z toho souboru odebrat automaticky vytvoření osobní údaje.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5566B07-D6DD-4B13-9FA1-D1F55C45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23</a:t>
            </a:fld>
            <a:endParaRPr lang="cs-CZ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r="28134" b="14107"/>
          <a:stretch>
            <a:fillRect/>
          </a:stretch>
        </p:blipFill>
        <p:spPr bwMode="auto">
          <a:xfrm>
            <a:off x="440832" y="343067"/>
            <a:ext cx="8262336" cy="6171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808E5BED-F145-44B2-96BA-A2A0BD83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24</a:t>
            </a:fld>
            <a:endParaRPr lang="cs-CZ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600200"/>
          </a:xfrm>
        </p:spPr>
        <p:txBody>
          <a:bodyPr/>
          <a:lstStyle/>
          <a:p>
            <a:r>
              <a:rPr lang="cs-CZ" dirty="0"/>
              <a:t>Možnosti aplikace PowerPoint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1560" y="2060848"/>
            <a:ext cx="8229600" cy="4525963"/>
          </a:xfrm>
        </p:spPr>
        <p:txBody>
          <a:bodyPr>
            <a:normAutofit/>
          </a:bodyPr>
          <a:lstStyle/>
          <a:p>
            <a:r>
              <a:rPr lang="cs-CZ" dirty="0"/>
              <a:t>Karta Soubor =&gt; Možnosti </a:t>
            </a:r>
          </a:p>
          <a:p>
            <a:r>
              <a:rPr lang="cs-CZ" dirty="0"/>
              <a:t>Umožňuje</a:t>
            </a:r>
            <a:r>
              <a:rPr lang="cs-CZ" sz="3200" dirty="0"/>
              <a:t> </a:t>
            </a:r>
            <a:r>
              <a:rPr lang="cs-CZ" dirty="0"/>
              <a:t>vám nastavení:</a:t>
            </a:r>
          </a:p>
          <a:p>
            <a:pPr lvl="1"/>
            <a:r>
              <a:rPr lang="cs-CZ" sz="2400" dirty="0"/>
              <a:t>vzhled programu,</a:t>
            </a:r>
          </a:p>
          <a:p>
            <a:pPr lvl="1"/>
            <a:r>
              <a:rPr lang="cs-CZ" sz="2400" dirty="0"/>
              <a:t>ukládání,</a:t>
            </a:r>
          </a:p>
          <a:p>
            <a:pPr lvl="1"/>
            <a:r>
              <a:rPr lang="cs-CZ" sz="2400" dirty="0"/>
              <a:t>osobních údaje,</a:t>
            </a:r>
          </a:p>
          <a:p>
            <a:pPr lvl="1"/>
            <a:r>
              <a:rPr lang="cs-CZ" sz="2400" dirty="0"/>
              <a:t>pravopis,</a:t>
            </a:r>
          </a:p>
          <a:p>
            <a:pPr lvl="1"/>
            <a:r>
              <a:rPr lang="cs-CZ" sz="2400" dirty="0"/>
              <a:t>zobrazení karty Vývojář…</a:t>
            </a:r>
          </a:p>
          <a:p>
            <a:pPr lvl="1">
              <a:buNone/>
            </a:pPr>
            <a:endParaRPr lang="cs-CZ" sz="2000" dirty="0"/>
          </a:p>
          <a:p>
            <a:endParaRPr lang="cs-CZ" sz="32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65E7CFC-C589-4B61-BCA2-B080BFFA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25</a:t>
            </a:fld>
            <a:endParaRPr lang="cs-CZ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0A343D6E-4C86-4708-A937-3E488713B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0" y="199625"/>
            <a:ext cx="8892480" cy="6458749"/>
          </a:xfrm>
          <a:prstGeom prst="rect">
            <a:avLst/>
          </a:prstGeom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0F4B15F-FD7F-4BFB-BA59-786A73422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26</a:t>
            </a:fld>
            <a:endParaRPr lang="cs-CZ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Vlastnosti prezentace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cs-CZ" dirty="0"/>
              <a:t>Usnadňuje orientaci, vypovídá o dané prezentaci</a:t>
            </a:r>
          </a:p>
          <a:p>
            <a:pPr>
              <a:lnSpc>
                <a:spcPct val="250000"/>
              </a:lnSpc>
            </a:pPr>
            <a:r>
              <a:rPr lang="cs-CZ" dirty="0"/>
              <a:t>Vlastností souboru:</a:t>
            </a:r>
          </a:p>
          <a:p>
            <a:pPr lvl="1">
              <a:lnSpc>
                <a:spcPct val="250000"/>
              </a:lnSpc>
            </a:pPr>
            <a:r>
              <a:rPr lang="cs-CZ" sz="2400" b="1" dirty="0"/>
              <a:t>Obecné: </a:t>
            </a:r>
            <a:r>
              <a:rPr lang="cs-CZ" sz="2400" dirty="0"/>
              <a:t>ukládá sám powerpoint</a:t>
            </a:r>
          </a:p>
          <a:p>
            <a:pPr lvl="1">
              <a:lnSpc>
                <a:spcPct val="250000"/>
              </a:lnSpc>
            </a:pPr>
            <a:r>
              <a:rPr lang="cs-CZ" sz="2400" b="1" dirty="0"/>
              <a:t>Uživatelské: </a:t>
            </a:r>
            <a:r>
              <a:rPr lang="cs-CZ" sz="2400" dirty="0"/>
              <a:t>přidá sám uživatel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193EE20-F901-45D1-9EDF-28841A64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27</a:t>
            </a:fld>
            <a:endParaRPr lang="cs-CZ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Přidá uživatel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Přes Soubory v dialogovém okně klikněte na tlačítko Připravit a pak na tlačítko Vlastnosti.</a:t>
            </a:r>
          </a:p>
          <a:p>
            <a:pPr>
              <a:lnSpc>
                <a:spcPct val="150000"/>
              </a:lnSpc>
            </a:pPr>
            <a:r>
              <a:rPr lang="cs-CZ" dirty="0"/>
              <a:t>V dialogovém okně můžete vyplnit: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Autora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Název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Klíčová slova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Stav …</a:t>
            </a:r>
          </a:p>
          <a:p>
            <a:pPr lvl="1">
              <a:lnSpc>
                <a:spcPct val="150000"/>
              </a:lnSpc>
              <a:buNone/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F6DB8C9-08A5-4157-BF9C-B6C363E24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28</a:t>
            </a:fld>
            <a:endParaRPr lang="cs-CZ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9656082-A453-4481-8B62-1B329A77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29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D6DA31F-76D9-4ADC-8606-F03DFE58FC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78" r="8263" b="5179"/>
          <a:stretch/>
        </p:blipFill>
        <p:spPr>
          <a:xfrm>
            <a:off x="250690" y="836712"/>
            <a:ext cx="8642619" cy="4896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0401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E9032FF-334F-4997-970B-552989841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476672"/>
            <a:ext cx="8034195" cy="5328592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4C6940D-1808-4697-B33D-D7135EB9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30</a:t>
            </a:fld>
            <a:endParaRPr lang="cs-CZ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03D536AF-230B-4777-9D57-1300E3E5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0" i="0" dirty="0">
                <a:effectLst/>
                <a:latin typeface="Roboto"/>
              </a:rPr>
              <a:t>Práce s prezentací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F0BB886-3617-458E-B214-4F75DE513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0" i="0" dirty="0">
                <a:effectLst/>
                <a:latin typeface="Roboto"/>
              </a:rPr>
              <a:t>Video tutoriál PowerPoint 2010: Práce s prezentací v </a:t>
            </a:r>
            <a:r>
              <a:rPr lang="cs-CZ" b="0" i="0" dirty="0" err="1">
                <a:effectLst/>
                <a:latin typeface="Roboto"/>
              </a:rPr>
              <a:t>Backstage</a:t>
            </a:r>
            <a:endParaRPr lang="cs-CZ" b="0" i="0" dirty="0">
              <a:effectLst/>
              <a:latin typeface="Roboto"/>
            </a:endParaRPr>
          </a:p>
          <a:p>
            <a:r>
              <a:rPr lang="cs-CZ" dirty="0">
                <a:hlinkClick r:id="rId2"/>
              </a:rPr>
              <a:t>https://www.youtube.com/watch?v=zGkeGth31-U&amp;list=PL-kucyrqbXSqQtiZEGYeDWBwA-v_z8JMH</a:t>
            </a:r>
            <a:endParaRPr lang="cs-CZ" dirty="0"/>
          </a:p>
          <a:p>
            <a:endParaRPr lang="cs-CZ" dirty="0"/>
          </a:p>
          <a:p>
            <a:r>
              <a:rPr lang="cs-CZ" dirty="0"/>
              <a:t>Tisk, Nastavení zobrazení, Pravopis, </a:t>
            </a:r>
            <a:r>
              <a:rPr lang="cs-CZ"/>
              <a:t>Možnosti nastavení,….</a:t>
            </a:r>
            <a:endParaRPr lang="cs-CZ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E3C5A127-5591-44B4-AF8E-4AD7B175E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38713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kutivní">
  <a:themeElements>
    <a:clrScheme name="Exekutivní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kutivní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kutivn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1352</TotalTime>
  <Words>678</Words>
  <Application>Microsoft Office PowerPoint</Application>
  <PresentationFormat>Předvádění na obrazovce (4:3)</PresentationFormat>
  <Paragraphs>135</Paragraphs>
  <Slides>31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31</vt:i4>
      </vt:variant>
    </vt:vector>
  </HeadingPairs>
  <TitlesOfParts>
    <vt:vector size="38" baseType="lpstr">
      <vt:lpstr>Arial</vt:lpstr>
      <vt:lpstr>Calibri</vt:lpstr>
      <vt:lpstr>Century Gothic</vt:lpstr>
      <vt:lpstr>Courier New</vt:lpstr>
      <vt:lpstr>Palatino Linotype</vt:lpstr>
      <vt:lpstr>Roboto</vt:lpstr>
      <vt:lpstr>Exekutivní</vt:lpstr>
      <vt:lpstr>Úvod do PowerPointu</vt:lpstr>
      <vt:lpstr>K čemu je </vt:lpstr>
      <vt:lpstr>Spuštění</vt:lpstr>
      <vt:lpstr>Ovládaní programu</vt:lpstr>
      <vt:lpstr>Pás karet</vt:lpstr>
      <vt:lpstr>Místní nabídka </vt:lpstr>
      <vt:lpstr>Miniaturní panel nástrojů </vt:lpstr>
      <vt:lpstr>Klávesové kombinace </vt:lpstr>
      <vt:lpstr>Zobrazení </vt:lpstr>
      <vt:lpstr>Prezentace aplikace PowerPoint</vt:lpstr>
      <vt:lpstr>Prezentace aplikace PowerPoint</vt:lpstr>
      <vt:lpstr>Prezentace aplikace PowerPoint</vt:lpstr>
      <vt:lpstr>Snímky</vt:lpstr>
      <vt:lpstr>Práce se snímky</vt:lpstr>
      <vt:lpstr>Rozložení snímků</vt:lpstr>
      <vt:lpstr>Označení snímků</vt:lpstr>
      <vt:lpstr>Prezentace aplikace PowerPoint</vt:lpstr>
      <vt:lpstr>Změna pořadí snímků </vt:lpstr>
      <vt:lpstr>Prezentace aplikace PowerPoint</vt:lpstr>
      <vt:lpstr>Vložení snímku z jiné prezentace</vt:lpstr>
      <vt:lpstr>Prezentace aplikace PowerPoint</vt:lpstr>
      <vt:lpstr>Prezentace aplikace PowerPoint</vt:lpstr>
      <vt:lpstr>Zabezpečení prezentace</vt:lpstr>
      <vt:lpstr>Prezentace aplikace PowerPoint</vt:lpstr>
      <vt:lpstr>Možnosti aplikace PowerPoint</vt:lpstr>
      <vt:lpstr>Prezentace aplikace PowerPoint</vt:lpstr>
      <vt:lpstr>Vlastnosti prezentace</vt:lpstr>
      <vt:lpstr>Přidá uživatel</vt:lpstr>
      <vt:lpstr>Prezentace aplikace PowerPoint</vt:lpstr>
      <vt:lpstr>Prezentace aplikace PowerPoint</vt:lpstr>
      <vt:lpstr>Práce s prezentací</vt:lpstr>
    </vt:vector>
  </TitlesOfParts>
  <Company>Univerzita Pardubice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PowerPointu</dc:title>
  <dc:creator>UPa</dc:creator>
  <cp:lastModifiedBy>Votavová Gabriela</cp:lastModifiedBy>
  <cp:revision>28</cp:revision>
  <cp:lastPrinted>2018-04-14T07:30:54Z</cp:lastPrinted>
  <dcterms:created xsi:type="dcterms:W3CDTF">2012-06-27T10:00:20Z</dcterms:created>
  <dcterms:modified xsi:type="dcterms:W3CDTF">2021-04-09T09:04:51Z</dcterms:modified>
</cp:coreProperties>
</file>