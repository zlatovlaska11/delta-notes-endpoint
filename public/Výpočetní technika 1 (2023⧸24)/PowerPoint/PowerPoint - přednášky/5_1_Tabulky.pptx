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2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6" r:id="rId10"/>
    <p:sldId id="267" r:id="rId11"/>
  </p:sldIdLst>
  <p:sldSz cx="9144000" cy="6858000" type="screen4x3"/>
  <p:notesSz cx="6735763" cy="98663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08" userDrawn="1">
          <p15:clr>
            <a:srgbClr val="A4A3A4"/>
          </p15:clr>
        </p15:guide>
        <p15:guide id="2" pos="2122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křivánková Jitka" initials="SJ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C325DD-0B52-439B-8838-071C43F89EBB}" v="1" dt="2020-04-22T08:55:00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765" autoAdjust="0"/>
    <p:restoredTop sz="94291" autoAdjust="0"/>
  </p:normalViewPr>
  <p:slideViewPr>
    <p:cSldViewPr>
      <p:cViewPr varScale="1">
        <p:scale>
          <a:sx n="60" d="100"/>
          <a:sy n="60" d="100"/>
        </p:scale>
        <p:origin x="1152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8" d="100"/>
          <a:sy n="58" d="100"/>
        </p:scale>
        <p:origin x="-2520" y="-72"/>
      </p:cViewPr>
      <p:guideLst>
        <p:guide orient="horz" pos="3108"/>
        <p:guide pos="212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tavová Gabriela" userId="f151b92f-625a-445a-9d4b-1ed80f6e2b7e" providerId="ADAL" clId="{38C325DD-0B52-439B-8838-071C43F89EBB}"/>
    <pc:docChg chg="delSld modSld">
      <pc:chgData name="Votavová Gabriela" userId="f151b92f-625a-445a-9d4b-1ed80f6e2b7e" providerId="ADAL" clId="{38C325DD-0B52-439B-8838-071C43F89EBB}" dt="2020-04-22T09:02:51.603" v="16" actId="6549"/>
      <pc:docMkLst>
        <pc:docMk/>
      </pc:docMkLst>
      <pc:sldChg chg="modSp">
        <pc:chgData name="Votavová Gabriela" userId="f151b92f-625a-445a-9d4b-1ed80f6e2b7e" providerId="ADAL" clId="{38C325DD-0B52-439B-8838-071C43F89EBB}" dt="2020-04-22T09:02:51.603" v="16" actId="6549"/>
        <pc:sldMkLst>
          <pc:docMk/>
          <pc:sldMk cId="0" sldId="256"/>
        </pc:sldMkLst>
        <pc:spChg chg="mod">
          <ac:chgData name="Votavová Gabriela" userId="f151b92f-625a-445a-9d4b-1ed80f6e2b7e" providerId="ADAL" clId="{38C325DD-0B52-439B-8838-071C43F89EBB}" dt="2020-04-22T09:02:51.603" v="16" actId="6549"/>
          <ac:spMkLst>
            <pc:docMk/>
            <pc:sldMk cId="0" sldId="256"/>
            <ac:spMk id="2" creationId="{00000000-0000-0000-0000-000000000000}"/>
          </ac:spMkLst>
        </pc:spChg>
        <pc:spChg chg="mod">
          <ac:chgData name="Votavová Gabriela" userId="f151b92f-625a-445a-9d4b-1ed80f6e2b7e" providerId="ADAL" clId="{38C325DD-0B52-439B-8838-071C43F89EBB}" dt="2020-04-22T08:54:52.120" v="0" actId="6549"/>
          <ac:spMkLst>
            <pc:docMk/>
            <pc:sldMk cId="0" sldId="256"/>
            <ac:spMk id="3" creationId="{00000000-0000-0000-0000-000000000000}"/>
          </ac:spMkLst>
        </pc:spChg>
      </pc:sldChg>
      <pc:sldChg chg="modSp">
        <pc:chgData name="Votavová Gabriela" userId="f151b92f-625a-445a-9d4b-1ed80f6e2b7e" providerId="ADAL" clId="{38C325DD-0B52-439B-8838-071C43F89EBB}" dt="2020-04-22T08:55:45.729" v="7" actId="14100"/>
        <pc:sldMkLst>
          <pc:docMk/>
          <pc:sldMk cId="0" sldId="264"/>
        </pc:sldMkLst>
        <pc:spChg chg="mod">
          <ac:chgData name="Votavová Gabriela" userId="f151b92f-625a-445a-9d4b-1ed80f6e2b7e" providerId="ADAL" clId="{38C325DD-0B52-439B-8838-071C43F89EBB}" dt="2020-04-22T08:55:45.729" v="7" actId="14100"/>
          <ac:spMkLst>
            <pc:docMk/>
            <pc:sldMk cId="0" sldId="264"/>
            <ac:spMk id="3" creationId="{00000000-0000-0000-0000-000000000000}"/>
          </ac:spMkLst>
        </pc:spChg>
      </pc:sldChg>
      <pc:sldChg chg="del">
        <pc:chgData name="Votavová Gabriela" userId="f151b92f-625a-445a-9d4b-1ed80f6e2b7e" providerId="ADAL" clId="{38C325DD-0B52-439B-8838-071C43F89EBB}" dt="2020-04-22T09:02:47.567" v="8" actId="2696"/>
        <pc:sldMkLst>
          <pc:docMk/>
          <pc:sldMk cId="0" sldId="268"/>
        </pc:sldMkLst>
      </pc:sldChg>
      <pc:sldChg chg="del">
        <pc:chgData name="Votavová Gabriela" userId="f151b92f-625a-445a-9d4b-1ed80f6e2b7e" providerId="ADAL" clId="{38C325DD-0B52-439B-8838-071C43F89EBB}" dt="2020-04-22T09:02:47.569" v="9" actId="2696"/>
        <pc:sldMkLst>
          <pc:docMk/>
          <pc:sldMk cId="0" sldId="270"/>
        </pc:sldMkLst>
      </pc:sldChg>
      <pc:sldChg chg="del">
        <pc:chgData name="Votavová Gabriela" userId="f151b92f-625a-445a-9d4b-1ed80f6e2b7e" providerId="ADAL" clId="{38C325DD-0B52-439B-8838-071C43F89EBB}" dt="2020-04-22T09:02:47.573" v="11" actId="2696"/>
        <pc:sldMkLst>
          <pc:docMk/>
          <pc:sldMk cId="0" sldId="271"/>
        </pc:sldMkLst>
      </pc:sldChg>
      <pc:sldChg chg="del">
        <pc:chgData name="Votavová Gabriela" userId="f151b92f-625a-445a-9d4b-1ed80f6e2b7e" providerId="ADAL" clId="{38C325DD-0B52-439B-8838-071C43F89EBB}" dt="2020-04-22T09:02:47.578" v="13" actId="2696"/>
        <pc:sldMkLst>
          <pc:docMk/>
          <pc:sldMk cId="0" sldId="272"/>
        </pc:sldMkLst>
      </pc:sldChg>
      <pc:sldChg chg="del">
        <pc:chgData name="Votavová Gabriela" userId="f151b92f-625a-445a-9d4b-1ed80f6e2b7e" providerId="ADAL" clId="{38C325DD-0B52-439B-8838-071C43F89EBB}" dt="2020-04-22T09:02:47.579" v="14" actId="2696"/>
        <pc:sldMkLst>
          <pc:docMk/>
          <pc:sldMk cId="0" sldId="274"/>
        </pc:sldMkLst>
      </pc:sldChg>
      <pc:sldChg chg="del">
        <pc:chgData name="Votavová Gabriela" userId="f151b92f-625a-445a-9d4b-1ed80f6e2b7e" providerId="ADAL" clId="{38C325DD-0B52-439B-8838-071C43F89EBB}" dt="2020-04-22T09:02:47.581" v="15" actId="2696"/>
        <pc:sldMkLst>
          <pc:docMk/>
          <pc:sldMk cId="0" sldId="275"/>
        </pc:sldMkLst>
      </pc:sldChg>
      <pc:sldChg chg="del">
        <pc:chgData name="Votavová Gabriela" userId="f151b92f-625a-445a-9d4b-1ed80f6e2b7e" providerId="ADAL" clId="{38C325DD-0B52-439B-8838-071C43F89EBB}" dt="2020-04-22T09:02:47.571" v="10" actId="2696"/>
        <pc:sldMkLst>
          <pc:docMk/>
          <pc:sldMk cId="2365073644" sldId="276"/>
        </pc:sldMkLst>
      </pc:sldChg>
      <pc:sldChg chg="del">
        <pc:chgData name="Votavová Gabriela" userId="f151b92f-625a-445a-9d4b-1ed80f6e2b7e" providerId="ADAL" clId="{38C325DD-0B52-439B-8838-071C43F89EBB}" dt="2020-04-22T09:02:47.576" v="12" actId="2696"/>
        <pc:sldMkLst>
          <pc:docMk/>
          <pc:sldMk cId="1640715922" sldId="27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07630-FCF3-4690-B8DC-AFED397BE9AE}" type="datetimeFigureOut">
              <a:rPr lang="cs-CZ" smtClean="0"/>
              <a:pPr/>
              <a:t>22.04.2020</a:t>
            </a:fld>
            <a:endParaRPr lang="cs-CZ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F0C10-84C3-41E4-AF76-DB93037DAD3C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34862158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D2C9C-91F5-4F25-BDD6-0FEE903BAD9E}" type="datetimeFigureOut">
              <a:rPr lang="cs-CZ" smtClean="0"/>
              <a:pPr/>
              <a:t>22.04.2020</a:t>
            </a:fld>
            <a:endParaRPr lang="cs-CZ" dirty="0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 dirty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Klepnutím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FC7146-6E8B-40F6-8838-D8847D0A4AA1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61811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EFC7146-6E8B-40F6-8838-D8847D0A4AA1}" type="slidenum">
              <a:rPr lang="cs-CZ" smtClean="0"/>
              <a:pPr/>
              <a:t>4</a:t>
            </a:fld>
            <a:endParaRPr lang="cs-CZ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EE7835E2-7B4B-4B8E-A765-3263A2627936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943447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643ED7E0-539B-42AB-B208-253ECA85E13B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284347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8302F-7671-471C-A6F3-69331CD0F102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520588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563B5-11EB-49B9-AEAA-A4E5D6A731D1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04420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2D1A-CE6F-4E4B-96B0-B55691F8538B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11356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8E246-539E-4237-B606-BA1D5BE44176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1626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B7259-3471-478A-873D-F3316FD6AF7A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483122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769AC-43B1-4B8D-A921-38ADDC68FC7E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879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dirty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B3648-123C-454F-B9E5-D9F99510D14F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67685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cs-CZ" dirty="0"/>
              <a:t>Kliknutím na ikonu přidáte obrázek.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48B30-2CFC-4458-8ED1-2F99E5A5CDCA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24010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C13D-6F57-423B-916B-4FA2E08D5D07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96585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EDA0C-06B9-4B14-A371-C93309092347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427541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3263F-A3AC-408F-8262-56BCF06396EB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0368232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 s citac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0AA07-D28B-421E-97AB-54189C1CF822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55375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ravda nebo neprav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cs-CZ"/>
              <a:t>Upravte styly předlohy textu.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CB0C9-268E-4765-ADCE-C191BF2C4BC3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2458325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A52126-4062-4CFE-A544-02513C340329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054095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8F0CF0-95FB-4CAE-A8E4-2FD9ABFA976C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511787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9D7B804-45B6-454B-B8AA-68C2FB60CBE5}" type="datetime1">
              <a:rPr lang="cs-CZ" smtClean="0"/>
              <a:t>22.04.2020</a:t>
            </a:fld>
            <a:endParaRPr lang="cs-CZ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cs-CZ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93EF35A-D726-4DB8-9993-BA3B69B5C5CF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802490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9" r:id="rId1"/>
    <p:sldLayoutId id="2147483830" r:id="rId2"/>
    <p:sldLayoutId id="2147483831" r:id="rId3"/>
    <p:sldLayoutId id="2147483832" r:id="rId4"/>
    <p:sldLayoutId id="2147483833" r:id="rId5"/>
    <p:sldLayoutId id="2147483834" r:id="rId6"/>
    <p:sldLayoutId id="2147483835" r:id="rId7"/>
    <p:sldLayoutId id="2147483836" r:id="rId8"/>
    <p:sldLayoutId id="2147483837" r:id="rId9"/>
    <p:sldLayoutId id="2147483838" r:id="rId10"/>
    <p:sldLayoutId id="2147483839" r:id="rId11"/>
    <p:sldLayoutId id="2147483840" r:id="rId12"/>
    <p:sldLayoutId id="2147483841" r:id="rId13"/>
    <p:sldLayoutId id="2147483842" r:id="rId14"/>
    <p:sldLayoutId id="2147483843" r:id="rId15"/>
    <p:sldLayoutId id="2147483844" r:id="rId16"/>
    <p:sldLayoutId id="2147483845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Tabulky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cs-CZ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Tabulka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026378" y="1988840"/>
            <a:ext cx="7704667" cy="4074368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cs-CZ" sz="2800" dirty="0"/>
              <a:t>Je svislým a vodorovným dělením rozčleněna </a:t>
            </a:r>
            <a:br>
              <a:rPr lang="cs-CZ" sz="2800" dirty="0"/>
            </a:br>
            <a:r>
              <a:rPr lang="cs-CZ" sz="2800" dirty="0"/>
              <a:t>na buňky.</a:t>
            </a:r>
          </a:p>
          <a:p>
            <a:pPr>
              <a:lnSpc>
                <a:spcPct val="200000"/>
              </a:lnSpc>
            </a:pPr>
            <a:r>
              <a:rPr lang="cs-CZ" sz="2800" dirty="0"/>
              <a:t>Slouží  k zpřehlednění daných informací.</a:t>
            </a:r>
          </a:p>
          <a:p>
            <a:pPr>
              <a:lnSpc>
                <a:spcPct val="200000"/>
              </a:lnSpc>
            </a:pPr>
            <a:r>
              <a:rPr lang="cs-CZ" sz="2800" dirty="0"/>
              <a:t> Jedním ze způsobů prezentace dat.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F898113-4F2D-45FF-B75F-81A3BC3ED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2</a:t>
            </a:fld>
            <a:endParaRPr lang="cs-CZ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Vložení tabulky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82332" y="1268760"/>
            <a:ext cx="7408333" cy="5410199"/>
          </a:xfrm>
        </p:spPr>
        <p:txBody>
          <a:bodyPr>
            <a:normAutofit/>
          </a:bodyPr>
          <a:lstStyle/>
          <a:p>
            <a:pPr lvl="1">
              <a:lnSpc>
                <a:spcPct val="150000"/>
              </a:lnSpc>
            </a:pPr>
            <a:r>
              <a:rPr lang="cs-CZ" sz="2800" dirty="0"/>
              <a:t>Karta Vložení =&gt; další postup je stejný jako ve Wordu.</a:t>
            </a:r>
          </a:p>
          <a:p>
            <a:pPr lvl="1">
              <a:lnSpc>
                <a:spcPct val="150000"/>
              </a:lnSpc>
            </a:pPr>
            <a:r>
              <a:rPr lang="cs-CZ" sz="2800" dirty="0"/>
              <a:t>V rozložení snímku automatické textové pole samo nabízí tlačítko pro vložní tabulky.</a:t>
            </a:r>
          </a:p>
          <a:p>
            <a:pPr lvl="1">
              <a:lnSpc>
                <a:spcPct val="150000"/>
              </a:lnSpc>
            </a:pPr>
            <a:r>
              <a:rPr lang="cs-CZ" sz="2800" dirty="0"/>
              <a:t>Vložení kopie tabulky z jiného programu.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ACF74DC-F110-4759-8362-58616934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3</a:t>
            </a:fld>
            <a:endParaRPr lang="cs-CZ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9C5D3EEE-77B9-4716-BD08-9392E5D8CA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" t="3778" r="39684" b="35811"/>
          <a:stretch/>
        </p:blipFill>
        <p:spPr>
          <a:xfrm>
            <a:off x="899592" y="1160748"/>
            <a:ext cx="8056206" cy="453650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5F2354FB-7A90-4E67-BA31-8B81BB286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4</a:t>
            </a:fld>
            <a:endParaRPr lang="cs-CZ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 cstate="print"/>
          <a:srcRect l="34727" t="26385" r="19529" b="18471"/>
          <a:stretch/>
        </p:blipFill>
        <p:spPr bwMode="auto">
          <a:xfrm>
            <a:off x="929088" y="661466"/>
            <a:ext cx="7645940" cy="576064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3" name="Obdélník 2"/>
          <p:cNvSpPr/>
          <p:nvPr/>
        </p:nvSpPr>
        <p:spPr>
          <a:xfrm>
            <a:off x="3995936" y="3429000"/>
            <a:ext cx="432048" cy="50405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12BB522C-8E72-44E6-96A5-96EC44216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5</a:t>
            </a:fld>
            <a:endParaRPr lang="cs-CZ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Zadání a úprava dat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982133" y="1864294"/>
            <a:ext cx="7704667" cy="4993705"/>
          </a:xfrm>
        </p:spPr>
        <p:txBody>
          <a:bodyPr>
            <a:noAutofit/>
          </a:bodyPr>
          <a:lstStyle/>
          <a:p>
            <a:r>
              <a:rPr lang="cs-CZ" sz="2800" dirty="0"/>
              <a:t>Potup stejný jako v MS Wordu. </a:t>
            </a:r>
          </a:p>
          <a:p>
            <a:r>
              <a:rPr lang="cs-CZ" sz="2800" dirty="0"/>
              <a:t>Přemisťování dat z buňky do buňky:</a:t>
            </a:r>
          </a:p>
          <a:p>
            <a:pPr lvl="1"/>
            <a:r>
              <a:rPr lang="cs-CZ" sz="2800" dirty="0"/>
              <a:t>Pomocí myši (levé i pravé tlačítko)</a:t>
            </a:r>
          </a:p>
          <a:p>
            <a:pPr lvl="1"/>
            <a:r>
              <a:rPr lang="cs-CZ" sz="2800" dirty="0"/>
              <a:t>Přes klávesnici</a:t>
            </a:r>
          </a:p>
          <a:p>
            <a:r>
              <a:rPr lang="cs-CZ" sz="2800" dirty="0"/>
              <a:t>Označení tabulky a buněk v ní můžete použít :</a:t>
            </a:r>
          </a:p>
          <a:p>
            <a:pPr lvl="1"/>
            <a:r>
              <a:rPr lang="cs-CZ" sz="2800" dirty="0"/>
              <a:t>Myš a její levé tlačítko</a:t>
            </a:r>
          </a:p>
          <a:p>
            <a:pPr lvl="1"/>
            <a:r>
              <a:rPr lang="cs-CZ" sz="2800" dirty="0"/>
              <a:t>Klávesu shift + šipky</a:t>
            </a:r>
          </a:p>
          <a:p>
            <a:endParaRPr lang="cs-CZ" sz="28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BD1936E-356E-4338-87DF-D33B823A5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6</a:t>
            </a:fld>
            <a:endParaRPr lang="cs-CZ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619672" y="476672"/>
            <a:ext cx="7416824" cy="6858000"/>
          </a:xfrm>
        </p:spPr>
        <p:txBody>
          <a:bodyPr>
            <a:noAutofit/>
          </a:bodyPr>
          <a:lstStyle/>
          <a:p>
            <a:r>
              <a:rPr lang="cs-CZ" sz="2800" dirty="0"/>
              <a:t>Pro úpravu tabulky můžete používat:</a:t>
            </a:r>
          </a:p>
          <a:p>
            <a:pPr lvl="1"/>
            <a:r>
              <a:rPr lang="cs-CZ" sz="2800" dirty="0"/>
              <a:t>Pravé tlačítko myši</a:t>
            </a:r>
          </a:p>
          <a:p>
            <a:pPr lvl="1"/>
            <a:r>
              <a:rPr lang="cs-CZ" sz="2800" dirty="0"/>
              <a:t>Karty Návrh a Rozložení (zobrazí se při </a:t>
            </a:r>
          </a:p>
          <a:p>
            <a:pPr marL="457200" lvl="1" indent="0">
              <a:buNone/>
            </a:pPr>
            <a:r>
              <a:rPr lang="cs-CZ" sz="2800" dirty="0"/>
              <a:t>    označení tabulky)</a:t>
            </a:r>
          </a:p>
          <a:p>
            <a:r>
              <a:rPr lang="cs-CZ" sz="2800" dirty="0"/>
              <a:t>V tabulce můžete upravovat:</a:t>
            </a:r>
          </a:p>
          <a:p>
            <a:pPr lvl="1"/>
            <a:r>
              <a:rPr lang="cs-CZ" sz="2800" dirty="0"/>
              <a:t>Vkládat sloupce/řádky</a:t>
            </a:r>
          </a:p>
          <a:p>
            <a:pPr lvl="1"/>
            <a:r>
              <a:rPr lang="cs-CZ" sz="2800" dirty="0"/>
              <a:t>Odstraňovat sloupce/řádky</a:t>
            </a:r>
          </a:p>
          <a:p>
            <a:pPr lvl="1"/>
            <a:r>
              <a:rPr lang="cs-CZ" sz="2800" dirty="0"/>
              <a:t>Měnit velikost buněk</a:t>
            </a:r>
          </a:p>
          <a:p>
            <a:pPr lvl="1"/>
            <a:r>
              <a:rPr lang="cs-CZ" sz="2800" dirty="0"/>
              <a:t>Slučovat buňky</a:t>
            </a:r>
          </a:p>
          <a:p>
            <a:pPr lvl="1"/>
            <a:r>
              <a:rPr lang="cs-CZ" sz="2800" dirty="0"/>
              <a:t>Kopírovat buňky</a:t>
            </a:r>
          </a:p>
          <a:p>
            <a:pPr lvl="1"/>
            <a:r>
              <a:rPr lang="cs-CZ" sz="2800" dirty="0"/>
              <a:t>Formátovat tabulku/buňky</a:t>
            </a:r>
          </a:p>
          <a:p>
            <a:pPr lvl="1"/>
            <a:endParaRPr lang="cs-CZ" sz="2800" dirty="0"/>
          </a:p>
        </p:txBody>
      </p:sp>
      <p:sp>
        <p:nvSpPr>
          <p:cNvPr id="2" name="Zástupný symbol pro číslo snímku 1">
            <a:extLst>
              <a:ext uri="{FF2B5EF4-FFF2-40B4-BE49-F238E27FC236}">
                <a16:creationId xmlns:a16="http://schemas.microsoft.com/office/drawing/2014/main" id="{35C586AC-1945-4F2E-BB7B-BBD54ADEA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7</a:t>
            </a:fld>
            <a:endParaRPr lang="cs-CZ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Nástroje tabulky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F24C3A2D-6F77-4E72-B39A-44652F8E9E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2133" y="1844824"/>
            <a:ext cx="7704667" cy="4154992"/>
          </a:xfrm>
        </p:spPr>
        <p:txBody>
          <a:bodyPr/>
          <a:lstStyle/>
          <a:p>
            <a:r>
              <a:rPr lang="cs-CZ" dirty="0"/>
              <a:t>Karta Návrh 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  <a:p>
            <a:r>
              <a:rPr lang="cs-CZ" dirty="0"/>
              <a:t>Karta Rozložení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245A12B3-3F22-4434-8853-D296DE055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438" y="3225300"/>
            <a:ext cx="9144000" cy="1028421"/>
          </a:xfrm>
          <a:prstGeom prst="rect">
            <a:avLst/>
          </a:prstGeom>
        </p:spPr>
      </p:pic>
      <p:pic>
        <p:nvPicPr>
          <p:cNvPr id="5" name="Obrázek 4">
            <a:extLst>
              <a:ext uri="{FF2B5EF4-FFF2-40B4-BE49-F238E27FC236}">
                <a16:creationId xmlns:a16="http://schemas.microsoft.com/office/drawing/2014/main" id="{440D5B38-71E1-41A3-9755-9B45926C7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438" y="5185494"/>
            <a:ext cx="9144000" cy="898311"/>
          </a:xfrm>
          <a:prstGeom prst="rect">
            <a:avLst/>
          </a:prstGeom>
        </p:spPr>
      </p:pic>
      <p:sp>
        <p:nvSpPr>
          <p:cNvPr id="3" name="Zástupný symbol pro číslo snímku 2">
            <a:extLst>
              <a:ext uri="{FF2B5EF4-FFF2-40B4-BE49-F238E27FC236}">
                <a16:creationId xmlns:a16="http://schemas.microsoft.com/office/drawing/2014/main" id="{CAAAC6D8-0947-43AC-9900-2D4CDD340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8</a:t>
            </a:fld>
            <a:endParaRPr lang="cs-CZ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Pravé tlačítko myši</a:t>
            </a:r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62F29B9F-A2E6-4E23-BC65-24E8689699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1812" t="24788" r="8263" b="10782"/>
          <a:stretch/>
        </p:blipFill>
        <p:spPr>
          <a:xfrm>
            <a:off x="2699792" y="1848156"/>
            <a:ext cx="4248472" cy="514288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98C4F8E-71F7-47E0-BFBD-820062E0B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9</a:t>
            </a:fld>
            <a:endParaRPr lang="cs-CZ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Zarovnání textu v tabulce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982132" y="1916832"/>
            <a:ext cx="7704667" cy="5301208"/>
          </a:xfrm>
        </p:spPr>
        <p:txBody>
          <a:bodyPr>
            <a:noAutofit/>
          </a:bodyPr>
          <a:lstStyle/>
          <a:p>
            <a:r>
              <a:rPr lang="cs-CZ" sz="2800" dirty="0"/>
              <a:t>Pro zarovnání textu v tabulce může využít:</a:t>
            </a:r>
          </a:p>
          <a:p>
            <a:pPr lvl="1"/>
            <a:r>
              <a:rPr lang="cs-CZ" sz="2800" dirty="0"/>
              <a:t>Kartu Domů</a:t>
            </a:r>
          </a:p>
          <a:p>
            <a:pPr lvl="1"/>
            <a:r>
              <a:rPr lang="cs-CZ" sz="2800" dirty="0"/>
              <a:t>Kartu  Rozložení</a:t>
            </a:r>
          </a:p>
          <a:p>
            <a:pPr lvl="1"/>
            <a:r>
              <a:rPr lang="cs-CZ" sz="2800" dirty="0"/>
              <a:t>Klávesové zkratky:</a:t>
            </a:r>
          </a:p>
          <a:p>
            <a:pPr lvl="2"/>
            <a:r>
              <a:rPr lang="cs-CZ" sz="2800" dirty="0"/>
              <a:t>Ctrl + E na střed</a:t>
            </a:r>
          </a:p>
          <a:p>
            <a:pPr lvl="2"/>
            <a:r>
              <a:rPr lang="cs-CZ" sz="2800" dirty="0"/>
              <a:t>Ctrl + L vlevo</a:t>
            </a:r>
          </a:p>
          <a:p>
            <a:pPr lvl="2"/>
            <a:r>
              <a:rPr lang="cs-CZ" sz="2800" dirty="0"/>
              <a:t>Ctrl + R vpravo</a:t>
            </a:r>
          </a:p>
          <a:p>
            <a:endParaRPr lang="cs-CZ" sz="28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9F45311-837E-4784-AFF2-983D66D52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3EF35A-D726-4DB8-9993-BA3B69B5C5CF}" type="slidenum">
              <a:rPr lang="cs-CZ" smtClean="0"/>
              <a:pPr/>
              <a:t>10</a:t>
            </a:fld>
            <a:endParaRPr lang="cs-CZ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axa">
  <a:themeElements>
    <a:clrScheme name="Paralaxa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axa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ax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sady Office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TM03457496[[fn=Paralaxa]]</Template>
  <TotalTime>906</TotalTime>
  <Words>183</Words>
  <Application>Microsoft Office PowerPoint</Application>
  <PresentationFormat>Předvádění na obrazovce (4:3)</PresentationFormat>
  <Paragraphs>53</Paragraphs>
  <Slides>10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4" baseType="lpstr">
      <vt:lpstr>Arial</vt:lpstr>
      <vt:lpstr>Calibri</vt:lpstr>
      <vt:lpstr>Corbel</vt:lpstr>
      <vt:lpstr>Paralaxa</vt:lpstr>
      <vt:lpstr>Tabulky</vt:lpstr>
      <vt:lpstr>Tabulka</vt:lpstr>
      <vt:lpstr>Vložení tabulky</vt:lpstr>
      <vt:lpstr>Prezentace aplikace PowerPoint</vt:lpstr>
      <vt:lpstr>Prezentace aplikace PowerPoint</vt:lpstr>
      <vt:lpstr>Zadání a úprava dat</vt:lpstr>
      <vt:lpstr>Prezentace aplikace PowerPoint</vt:lpstr>
      <vt:lpstr>Nástroje tabulky</vt:lpstr>
      <vt:lpstr>Pravé tlačítko myši</vt:lpstr>
      <vt:lpstr>Zarovnání textu v tabulce</vt:lpstr>
    </vt:vector>
  </TitlesOfParts>
  <Company>Univerzita Pardubice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Úvod do PowerPointu</dc:title>
  <dc:creator>UPa</dc:creator>
  <cp:lastModifiedBy>Votavová Gabriela</cp:lastModifiedBy>
  <cp:revision>49</cp:revision>
  <cp:lastPrinted>2018-04-17T14:27:51Z</cp:lastPrinted>
  <dcterms:created xsi:type="dcterms:W3CDTF">2012-06-27T10:00:20Z</dcterms:created>
  <dcterms:modified xsi:type="dcterms:W3CDTF">2020-04-22T09:02:57Z</dcterms:modified>
</cp:coreProperties>
</file>