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tags/tag1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6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4" r:id="rId3"/>
    <p:sldId id="257" r:id="rId4"/>
    <p:sldId id="285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4" r:id="rId15"/>
    <p:sldId id="275" r:id="rId16"/>
    <p:sldId id="286" r:id="rId17"/>
    <p:sldId id="269" r:id="rId18"/>
    <p:sldId id="270" r:id="rId19"/>
    <p:sldId id="272" r:id="rId20"/>
    <p:sldId id="273" r:id="rId21"/>
    <p:sldId id="277" r:id="rId22"/>
    <p:sldId id="279" r:id="rId23"/>
    <p:sldId id="278" r:id="rId24"/>
    <p:sldId id="281" r:id="rId25"/>
    <p:sldId id="283" r:id="rId26"/>
    <p:sldId id="287" r:id="rId27"/>
    <p:sldId id="288" r:id="rId28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67" autoAdjust="0"/>
    <p:restoredTop sz="94660"/>
  </p:normalViewPr>
  <p:slideViewPr>
    <p:cSldViewPr>
      <p:cViewPr varScale="1">
        <p:scale>
          <a:sx n="60" d="100"/>
          <a:sy n="60" d="100"/>
        </p:scale>
        <p:origin x="115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992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00E1668B-B399-415C-B4EF-74BF0EC44096}"/>
    <pc:docChg chg="modSld">
      <pc:chgData name="Votavová Gabriela" userId="f151b92f-625a-445a-9d4b-1ed80f6e2b7e" providerId="ADAL" clId="{00E1668B-B399-415C-B4EF-74BF0EC44096}" dt="2020-04-30T06:53:57.059" v="0" actId="6549"/>
      <pc:docMkLst>
        <pc:docMk/>
      </pc:docMkLst>
      <pc:sldChg chg="modSp">
        <pc:chgData name="Votavová Gabriela" userId="f151b92f-625a-445a-9d4b-1ed80f6e2b7e" providerId="ADAL" clId="{00E1668B-B399-415C-B4EF-74BF0EC44096}" dt="2020-04-30T06:53:57.059" v="0" actId="6549"/>
        <pc:sldMkLst>
          <pc:docMk/>
          <pc:sldMk cId="0" sldId="256"/>
        </pc:sldMkLst>
        <pc:spChg chg="mod">
          <ac:chgData name="Votavová Gabriela" userId="f151b92f-625a-445a-9d4b-1ed80f6e2b7e" providerId="ADAL" clId="{00E1668B-B399-415C-B4EF-74BF0EC44096}" dt="2020-04-30T06:53:57.059" v="0" actId="6549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EE-46FE-9DA0-20E197EAA92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EE-46FE-9DA0-20E197EAA92E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EE-46FE-9DA0-20E197EAA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22812640"/>
        <c:axId val="339778976"/>
        <c:axId val="454952976"/>
      </c:bar3DChart>
      <c:catAx>
        <c:axId val="2228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  <c:auto val="1"/>
        <c:lblAlgn val="ctr"/>
        <c:lblOffset val="100"/>
        <c:noMultiLvlLbl val="0"/>
      </c:catAx>
      <c:valAx>
        <c:axId val="33977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22812640"/>
        <c:crosses val="autoZero"/>
        <c:crossBetween val="between"/>
      </c:valAx>
      <c:serAx>
        <c:axId val="4549529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září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4-41CE-AAD3-34F74679E65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říjen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34-41CE-AAD3-34F74679E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43873920"/>
        <c:axId val="143875456"/>
        <c:axId val="0"/>
      </c:bar3DChart>
      <c:catAx>
        <c:axId val="143873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3875456"/>
        <c:crosses val="autoZero"/>
        <c:auto val="1"/>
        <c:lblAlgn val="ctr"/>
        <c:lblOffset val="100"/>
        <c:noMultiLvlLbl val="0"/>
      </c:catAx>
      <c:valAx>
        <c:axId val="143875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387392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cs-CZ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E09CFA-178D-4ECE-9080-B6759692FB8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8EDC56E7-0DC9-4CB5-A6C5-105D8B09ADF1}">
      <dgm:prSet/>
      <dgm:spPr/>
      <dgm:t>
        <a:bodyPr/>
        <a:lstStyle/>
        <a:p>
          <a:r>
            <a:rPr lang="cs-CZ" b="0" i="0" baseline="0" dirty="0"/>
            <a:t>Dva způsoby nastavení:</a:t>
          </a:r>
          <a:endParaRPr lang="cs-CZ" dirty="0"/>
        </a:p>
      </dgm:t>
    </dgm:pt>
    <dgm:pt modelId="{1F343046-29E9-46C6-AE11-914376D6AB80}" type="parTrans" cxnId="{BA0319B5-E3BE-4A71-8CA2-7F9274C233CF}">
      <dgm:prSet/>
      <dgm:spPr/>
      <dgm:t>
        <a:bodyPr/>
        <a:lstStyle/>
        <a:p>
          <a:endParaRPr lang="cs-CZ"/>
        </a:p>
      </dgm:t>
    </dgm:pt>
    <dgm:pt modelId="{A9FBBAC0-BDE7-48E7-A69F-294B94EA588C}" type="sibTrans" cxnId="{BA0319B5-E3BE-4A71-8CA2-7F9274C233CF}">
      <dgm:prSet/>
      <dgm:spPr/>
      <dgm:t>
        <a:bodyPr/>
        <a:lstStyle/>
        <a:p>
          <a:endParaRPr lang="cs-CZ"/>
        </a:p>
      </dgm:t>
    </dgm:pt>
    <dgm:pt modelId="{77979655-EC7C-4F97-9566-E3AEE4242A9B}">
      <dgm:prSet/>
      <dgm:spPr/>
      <dgm:t>
        <a:bodyPr/>
        <a:lstStyle/>
        <a:p>
          <a:r>
            <a:rPr lang="cs-CZ" b="1"/>
            <a:t>Animační schéma: </a:t>
          </a:r>
          <a:r>
            <a:rPr lang="cs-CZ"/>
            <a:t>základní efekty pro animaci, snímky,…</a:t>
          </a:r>
        </a:p>
      </dgm:t>
    </dgm:pt>
    <dgm:pt modelId="{EB917BFB-82DB-41E3-8143-779C811B0FF8}" type="parTrans" cxnId="{5289414B-9959-46F1-AD2D-60739CF84B85}">
      <dgm:prSet/>
      <dgm:spPr/>
      <dgm:t>
        <a:bodyPr/>
        <a:lstStyle/>
        <a:p>
          <a:endParaRPr lang="cs-CZ"/>
        </a:p>
      </dgm:t>
    </dgm:pt>
    <dgm:pt modelId="{22251259-6AAA-4488-9E76-1084009EB133}" type="sibTrans" cxnId="{5289414B-9959-46F1-AD2D-60739CF84B85}">
      <dgm:prSet/>
      <dgm:spPr/>
      <dgm:t>
        <a:bodyPr/>
        <a:lstStyle/>
        <a:p>
          <a:endParaRPr lang="cs-CZ"/>
        </a:p>
      </dgm:t>
    </dgm:pt>
    <dgm:pt modelId="{49EDACE8-5118-4547-B4AD-83F7C418575E}">
      <dgm:prSet/>
      <dgm:spPr/>
      <dgm:t>
        <a:bodyPr/>
        <a:lstStyle/>
        <a:p>
          <a:r>
            <a:rPr lang="cs-CZ" b="1"/>
            <a:t>Vlastní animace: </a:t>
          </a:r>
          <a:r>
            <a:rPr lang="cs-CZ"/>
            <a:t>animační efekt pro každý objekt. Umožní nastavit začátek a konec.</a:t>
          </a:r>
        </a:p>
      </dgm:t>
    </dgm:pt>
    <dgm:pt modelId="{11D5306A-95BF-4EAB-A049-99BB01A1E80A}" type="parTrans" cxnId="{C9E28B14-2321-4E7F-A800-411972F3E021}">
      <dgm:prSet/>
      <dgm:spPr/>
      <dgm:t>
        <a:bodyPr/>
        <a:lstStyle/>
        <a:p>
          <a:endParaRPr lang="cs-CZ"/>
        </a:p>
      </dgm:t>
    </dgm:pt>
    <dgm:pt modelId="{9AB2348B-2CFC-4F03-A0BF-AFDE26826E83}" type="sibTrans" cxnId="{C9E28B14-2321-4E7F-A800-411972F3E021}">
      <dgm:prSet/>
      <dgm:spPr/>
      <dgm:t>
        <a:bodyPr/>
        <a:lstStyle/>
        <a:p>
          <a:endParaRPr lang="cs-CZ"/>
        </a:p>
      </dgm:t>
    </dgm:pt>
    <dgm:pt modelId="{E88EB306-BD1C-441E-BBEC-910480770326}" type="pres">
      <dgm:prSet presAssocID="{83E09CFA-178D-4ECE-9080-B6759692FB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808D19-0F57-46E5-8CF5-0C7DE8169B2C}" type="pres">
      <dgm:prSet presAssocID="{8EDC56E7-0DC9-4CB5-A6C5-105D8B09ADF1}" presName="hierRoot1" presStyleCnt="0">
        <dgm:presLayoutVars>
          <dgm:hierBranch val="init"/>
        </dgm:presLayoutVars>
      </dgm:prSet>
      <dgm:spPr/>
    </dgm:pt>
    <dgm:pt modelId="{57A49801-E7CA-4BD6-896C-64BCCC4B7080}" type="pres">
      <dgm:prSet presAssocID="{8EDC56E7-0DC9-4CB5-A6C5-105D8B09ADF1}" presName="rootComposite1" presStyleCnt="0"/>
      <dgm:spPr/>
    </dgm:pt>
    <dgm:pt modelId="{2BE25CFA-E879-4092-9B2E-2BCA694BEAAA}" type="pres">
      <dgm:prSet presAssocID="{8EDC56E7-0DC9-4CB5-A6C5-105D8B09ADF1}" presName="rootText1" presStyleLbl="node0" presStyleIdx="0" presStyleCnt="1">
        <dgm:presLayoutVars>
          <dgm:chPref val="3"/>
        </dgm:presLayoutVars>
      </dgm:prSet>
      <dgm:spPr/>
    </dgm:pt>
    <dgm:pt modelId="{97D51AB5-6C55-4EBF-9150-19F87D618489}" type="pres">
      <dgm:prSet presAssocID="{8EDC56E7-0DC9-4CB5-A6C5-105D8B09ADF1}" presName="rootConnector1" presStyleLbl="node1" presStyleIdx="0" presStyleCnt="0"/>
      <dgm:spPr/>
    </dgm:pt>
    <dgm:pt modelId="{7BA07E66-FFB3-483D-963D-10B705979307}" type="pres">
      <dgm:prSet presAssocID="{8EDC56E7-0DC9-4CB5-A6C5-105D8B09ADF1}" presName="hierChild2" presStyleCnt="0"/>
      <dgm:spPr/>
    </dgm:pt>
    <dgm:pt modelId="{50EC5F78-80FC-447A-8EE4-0D056CEC08AE}" type="pres">
      <dgm:prSet presAssocID="{EB917BFB-82DB-41E3-8143-779C811B0FF8}" presName="Name37" presStyleLbl="parChTrans1D2" presStyleIdx="0" presStyleCnt="2"/>
      <dgm:spPr/>
    </dgm:pt>
    <dgm:pt modelId="{1958ED3F-09B7-44C7-AA34-C3D017E75BD3}" type="pres">
      <dgm:prSet presAssocID="{77979655-EC7C-4F97-9566-E3AEE4242A9B}" presName="hierRoot2" presStyleCnt="0">
        <dgm:presLayoutVars>
          <dgm:hierBranch val="init"/>
        </dgm:presLayoutVars>
      </dgm:prSet>
      <dgm:spPr/>
    </dgm:pt>
    <dgm:pt modelId="{6BCE0179-53A5-4806-BC99-5731033FB8F3}" type="pres">
      <dgm:prSet presAssocID="{77979655-EC7C-4F97-9566-E3AEE4242A9B}" presName="rootComposite" presStyleCnt="0"/>
      <dgm:spPr/>
    </dgm:pt>
    <dgm:pt modelId="{EBDDFEC9-04B7-4BE8-AED3-F34311AA1FC5}" type="pres">
      <dgm:prSet presAssocID="{77979655-EC7C-4F97-9566-E3AEE4242A9B}" presName="rootText" presStyleLbl="node2" presStyleIdx="0" presStyleCnt="2">
        <dgm:presLayoutVars>
          <dgm:chPref val="3"/>
        </dgm:presLayoutVars>
      </dgm:prSet>
      <dgm:spPr/>
    </dgm:pt>
    <dgm:pt modelId="{C5ABF4FE-D06C-4A67-8CA8-92C6763F5F8A}" type="pres">
      <dgm:prSet presAssocID="{77979655-EC7C-4F97-9566-E3AEE4242A9B}" presName="rootConnector" presStyleLbl="node2" presStyleIdx="0" presStyleCnt="2"/>
      <dgm:spPr/>
    </dgm:pt>
    <dgm:pt modelId="{3B22B2AE-CD35-4C58-A4C4-E24D18F90FDF}" type="pres">
      <dgm:prSet presAssocID="{77979655-EC7C-4F97-9566-E3AEE4242A9B}" presName="hierChild4" presStyleCnt="0"/>
      <dgm:spPr/>
    </dgm:pt>
    <dgm:pt modelId="{7E4C8F17-66D9-4AE4-8095-0FAC7032B385}" type="pres">
      <dgm:prSet presAssocID="{77979655-EC7C-4F97-9566-E3AEE4242A9B}" presName="hierChild5" presStyleCnt="0"/>
      <dgm:spPr/>
    </dgm:pt>
    <dgm:pt modelId="{F6A153A5-6C54-44D0-B08F-089FE7A19C14}" type="pres">
      <dgm:prSet presAssocID="{11D5306A-95BF-4EAB-A049-99BB01A1E80A}" presName="Name37" presStyleLbl="parChTrans1D2" presStyleIdx="1" presStyleCnt="2"/>
      <dgm:spPr/>
    </dgm:pt>
    <dgm:pt modelId="{D0EFE0CA-7C46-494E-9046-F63B6449C208}" type="pres">
      <dgm:prSet presAssocID="{49EDACE8-5118-4547-B4AD-83F7C418575E}" presName="hierRoot2" presStyleCnt="0">
        <dgm:presLayoutVars>
          <dgm:hierBranch val="init"/>
        </dgm:presLayoutVars>
      </dgm:prSet>
      <dgm:spPr/>
    </dgm:pt>
    <dgm:pt modelId="{95A589CF-E801-4A9E-A268-6E10CD402866}" type="pres">
      <dgm:prSet presAssocID="{49EDACE8-5118-4547-B4AD-83F7C418575E}" presName="rootComposite" presStyleCnt="0"/>
      <dgm:spPr/>
    </dgm:pt>
    <dgm:pt modelId="{DEBA46FD-3C07-4DC2-8FF8-F82CDE4FED8D}" type="pres">
      <dgm:prSet presAssocID="{49EDACE8-5118-4547-B4AD-83F7C418575E}" presName="rootText" presStyleLbl="node2" presStyleIdx="1" presStyleCnt="2">
        <dgm:presLayoutVars>
          <dgm:chPref val="3"/>
        </dgm:presLayoutVars>
      </dgm:prSet>
      <dgm:spPr/>
    </dgm:pt>
    <dgm:pt modelId="{1DE688C1-C4C1-4B47-875B-758FC4BEAFD1}" type="pres">
      <dgm:prSet presAssocID="{49EDACE8-5118-4547-B4AD-83F7C418575E}" presName="rootConnector" presStyleLbl="node2" presStyleIdx="1" presStyleCnt="2"/>
      <dgm:spPr/>
    </dgm:pt>
    <dgm:pt modelId="{97E05749-E028-4245-B6A6-2549D2073AE3}" type="pres">
      <dgm:prSet presAssocID="{49EDACE8-5118-4547-B4AD-83F7C418575E}" presName="hierChild4" presStyleCnt="0"/>
      <dgm:spPr/>
    </dgm:pt>
    <dgm:pt modelId="{84540D78-EFEB-4680-884C-CCC9EA4DB194}" type="pres">
      <dgm:prSet presAssocID="{49EDACE8-5118-4547-B4AD-83F7C418575E}" presName="hierChild5" presStyleCnt="0"/>
      <dgm:spPr/>
    </dgm:pt>
    <dgm:pt modelId="{F5DCC653-9349-40F2-AA26-92F5C66DC0F3}" type="pres">
      <dgm:prSet presAssocID="{8EDC56E7-0DC9-4CB5-A6C5-105D8B09ADF1}" presName="hierChild3" presStyleCnt="0"/>
      <dgm:spPr/>
    </dgm:pt>
  </dgm:ptLst>
  <dgm:cxnLst>
    <dgm:cxn modelId="{C9E28B14-2321-4E7F-A800-411972F3E021}" srcId="{8EDC56E7-0DC9-4CB5-A6C5-105D8B09ADF1}" destId="{49EDACE8-5118-4547-B4AD-83F7C418575E}" srcOrd="1" destOrd="0" parTransId="{11D5306A-95BF-4EAB-A049-99BB01A1E80A}" sibTransId="{9AB2348B-2CFC-4F03-A0BF-AFDE26826E83}"/>
    <dgm:cxn modelId="{CBD62A32-9D97-4148-9E2F-E52A88F0FD1F}" type="presOf" srcId="{77979655-EC7C-4F97-9566-E3AEE4242A9B}" destId="{C5ABF4FE-D06C-4A67-8CA8-92C6763F5F8A}" srcOrd="1" destOrd="0" presId="urn:microsoft.com/office/officeart/2005/8/layout/orgChart1"/>
    <dgm:cxn modelId="{8F3F5549-3847-4088-9D2F-EF825B67A2EA}" type="presOf" srcId="{8EDC56E7-0DC9-4CB5-A6C5-105D8B09ADF1}" destId="{2BE25CFA-E879-4092-9B2E-2BCA694BEAAA}" srcOrd="0" destOrd="0" presId="urn:microsoft.com/office/officeart/2005/8/layout/orgChart1"/>
    <dgm:cxn modelId="{5289414B-9959-46F1-AD2D-60739CF84B85}" srcId="{8EDC56E7-0DC9-4CB5-A6C5-105D8B09ADF1}" destId="{77979655-EC7C-4F97-9566-E3AEE4242A9B}" srcOrd="0" destOrd="0" parTransId="{EB917BFB-82DB-41E3-8143-779C811B0FF8}" sibTransId="{22251259-6AAA-4488-9E76-1084009EB133}"/>
    <dgm:cxn modelId="{C49EB08B-E5F8-4FBA-8B52-EC0726D1F458}" type="presOf" srcId="{8EDC56E7-0DC9-4CB5-A6C5-105D8B09ADF1}" destId="{97D51AB5-6C55-4EBF-9150-19F87D618489}" srcOrd="1" destOrd="0" presId="urn:microsoft.com/office/officeart/2005/8/layout/orgChart1"/>
    <dgm:cxn modelId="{F263B692-2DEF-4194-B992-12C8CD2C690F}" type="presOf" srcId="{EB917BFB-82DB-41E3-8143-779C811B0FF8}" destId="{50EC5F78-80FC-447A-8EE4-0D056CEC08AE}" srcOrd="0" destOrd="0" presId="urn:microsoft.com/office/officeart/2005/8/layout/orgChart1"/>
    <dgm:cxn modelId="{3C818094-D6CF-422D-B8E7-B9BBA4393C18}" type="presOf" srcId="{11D5306A-95BF-4EAB-A049-99BB01A1E80A}" destId="{F6A153A5-6C54-44D0-B08F-089FE7A19C14}" srcOrd="0" destOrd="0" presId="urn:microsoft.com/office/officeart/2005/8/layout/orgChart1"/>
    <dgm:cxn modelId="{2130E39A-E0B6-4338-8DB1-542F0AA2D84E}" type="presOf" srcId="{83E09CFA-178D-4ECE-9080-B6759692FB82}" destId="{E88EB306-BD1C-441E-BBEC-910480770326}" srcOrd="0" destOrd="0" presId="urn:microsoft.com/office/officeart/2005/8/layout/orgChart1"/>
    <dgm:cxn modelId="{0376F0A5-22B8-498E-8CB0-9568084E2CB7}" type="presOf" srcId="{77979655-EC7C-4F97-9566-E3AEE4242A9B}" destId="{EBDDFEC9-04B7-4BE8-AED3-F34311AA1FC5}" srcOrd="0" destOrd="0" presId="urn:microsoft.com/office/officeart/2005/8/layout/orgChart1"/>
    <dgm:cxn modelId="{FA866EAC-5C6D-4CDC-A5EF-B8CD1FF78AAB}" type="presOf" srcId="{49EDACE8-5118-4547-B4AD-83F7C418575E}" destId="{1DE688C1-C4C1-4B47-875B-758FC4BEAFD1}" srcOrd="1" destOrd="0" presId="urn:microsoft.com/office/officeart/2005/8/layout/orgChart1"/>
    <dgm:cxn modelId="{BA0319B5-E3BE-4A71-8CA2-7F9274C233CF}" srcId="{83E09CFA-178D-4ECE-9080-B6759692FB82}" destId="{8EDC56E7-0DC9-4CB5-A6C5-105D8B09ADF1}" srcOrd="0" destOrd="0" parTransId="{1F343046-29E9-46C6-AE11-914376D6AB80}" sibTransId="{A9FBBAC0-BDE7-48E7-A69F-294B94EA588C}"/>
    <dgm:cxn modelId="{745A79E9-2032-47EE-ACD7-1E6165B3FFF8}" type="presOf" srcId="{49EDACE8-5118-4547-B4AD-83F7C418575E}" destId="{DEBA46FD-3C07-4DC2-8FF8-F82CDE4FED8D}" srcOrd="0" destOrd="0" presId="urn:microsoft.com/office/officeart/2005/8/layout/orgChart1"/>
    <dgm:cxn modelId="{5C822B7D-DA25-41C3-AD7B-D722D3B3F713}" type="presParOf" srcId="{E88EB306-BD1C-441E-BBEC-910480770326}" destId="{DB808D19-0F57-46E5-8CF5-0C7DE8169B2C}" srcOrd="0" destOrd="0" presId="urn:microsoft.com/office/officeart/2005/8/layout/orgChart1"/>
    <dgm:cxn modelId="{57F55FCB-CC4A-41E9-A182-9D0F3FD45257}" type="presParOf" srcId="{DB808D19-0F57-46E5-8CF5-0C7DE8169B2C}" destId="{57A49801-E7CA-4BD6-896C-64BCCC4B7080}" srcOrd="0" destOrd="0" presId="urn:microsoft.com/office/officeart/2005/8/layout/orgChart1"/>
    <dgm:cxn modelId="{FED8C3E2-5432-417D-9A17-5A0B652502C7}" type="presParOf" srcId="{57A49801-E7CA-4BD6-896C-64BCCC4B7080}" destId="{2BE25CFA-E879-4092-9B2E-2BCA694BEAAA}" srcOrd="0" destOrd="0" presId="urn:microsoft.com/office/officeart/2005/8/layout/orgChart1"/>
    <dgm:cxn modelId="{40A25129-D1EF-4DB7-A522-069A37B2CAF1}" type="presParOf" srcId="{57A49801-E7CA-4BD6-896C-64BCCC4B7080}" destId="{97D51AB5-6C55-4EBF-9150-19F87D618489}" srcOrd="1" destOrd="0" presId="urn:microsoft.com/office/officeart/2005/8/layout/orgChart1"/>
    <dgm:cxn modelId="{EE395A18-995D-4BC7-80C7-9F78518FD236}" type="presParOf" srcId="{DB808D19-0F57-46E5-8CF5-0C7DE8169B2C}" destId="{7BA07E66-FFB3-483D-963D-10B705979307}" srcOrd="1" destOrd="0" presId="urn:microsoft.com/office/officeart/2005/8/layout/orgChart1"/>
    <dgm:cxn modelId="{C7C15D08-C3EA-4235-A71B-F5BA5F3530CA}" type="presParOf" srcId="{7BA07E66-FFB3-483D-963D-10B705979307}" destId="{50EC5F78-80FC-447A-8EE4-0D056CEC08AE}" srcOrd="0" destOrd="0" presId="urn:microsoft.com/office/officeart/2005/8/layout/orgChart1"/>
    <dgm:cxn modelId="{C6F60FC1-7DE0-4727-9EBA-853CC382AEC1}" type="presParOf" srcId="{7BA07E66-FFB3-483D-963D-10B705979307}" destId="{1958ED3F-09B7-44C7-AA34-C3D017E75BD3}" srcOrd="1" destOrd="0" presId="urn:microsoft.com/office/officeart/2005/8/layout/orgChart1"/>
    <dgm:cxn modelId="{175E6C89-605D-47B4-B81C-D1228522FAAC}" type="presParOf" srcId="{1958ED3F-09B7-44C7-AA34-C3D017E75BD3}" destId="{6BCE0179-53A5-4806-BC99-5731033FB8F3}" srcOrd="0" destOrd="0" presId="urn:microsoft.com/office/officeart/2005/8/layout/orgChart1"/>
    <dgm:cxn modelId="{055F07BD-E8DB-4F10-BE51-10D3738099B2}" type="presParOf" srcId="{6BCE0179-53A5-4806-BC99-5731033FB8F3}" destId="{EBDDFEC9-04B7-4BE8-AED3-F34311AA1FC5}" srcOrd="0" destOrd="0" presId="urn:microsoft.com/office/officeart/2005/8/layout/orgChart1"/>
    <dgm:cxn modelId="{941E2C6F-AF12-414A-B386-5AEF59EAED8E}" type="presParOf" srcId="{6BCE0179-53A5-4806-BC99-5731033FB8F3}" destId="{C5ABF4FE-D06C-4A67-8CA8-92C6763F5F8A}" srcOrd="1" destOrd="0" presId="urn:microsoft.com/office/officeart/2005/8/layout/orgChart1"/>
    <dgm:cxn modelId="{ED111647-BC19-4CA0-8E63-A87EB627F39C}" type="presParOf" srcId="{1958ED3F-09B7-44C7-AA34-C3D017E75BD3}" destId="{3B22B2AE-CD35-4C58-A4C4-E24D18F90FDF}" srcOrd="1" destOrd="0" presId="urn:microsoft.com/office/officeart/2005/8/layout/orgChart1"/>
    <dgm:cxn modelId="{FFE6E242-09AE-4EEC-BA64-6002FE3CFDC8}" type="presParOf" srcId="{1958ED3F-09B7-44C7-AA34-C3D017E75BD3}" destId="{7E4C8F17-66D9-4AE4-8095-0FAC7032B385}" srcOrd="2" destOrd="0" presId="urn:microsoft.com/office/officeart/2005/8/layout/orgChart1"/>
    <dgm:cxn modelId="{E8B20DD3-F660-492E-9171-DB2F365796E4}" type="presParOf" srcId="{7BA07E66-FFB3-483D-963D-10B705979307}" destId="{F6A153A5-6C54-44D0-B08F-089FE7A19C14}" srcOrd="2" destOrd="0" presId="urn:microsoft.com/office/officeart/2005/8/layout/orgChart1"/>
    <dgm:cxn modelId="{B53A67BA-562A-40E1-B200-963216A67B7D}" type="presParOf" srcId="{7BA07E66-FFB3-483D-963D-10B705979307}" destId="{D0EFE0CA-7C46-494E-9046-F63B6449C208}" srcOrd="3" destOrd="0" presId="urn:microsoft.com/office/officeart/2005/8/layout/orgChart1"/>
    <dgm:cxn modelId="{FBBE3797-AC78-405F-BCD4-82DB5D044579}" type="presParOf" srcId="{D0EFE0CA-7C46-494E-9046-F63B6449C208}" destId="{95A589CF-E801-4A9E-A268-6E10CD402866}" srcOrd="0" destOrd="0" presId="urn:microsoft.com/office/officeart/2005/8/layout/orgChart1"/>
    <dgm:cxn modelId="{622C8FC3-7ADB-41DF-A2B0-1B152F752E92}" type="presParOf" srcId="{95A589CF-E801-4A9E-A268-6E10CD402866}" destId="{DEBA46FD-3C07-4DC2-8FF8-F82CDE4FED8D}" srcOrd="0" destOrd="0" presId="urn:microsoft.com/office/officeart/2005/8/layout/orgChart1"/>
    <dgm:cxn modelId="{D4732C6C-AF40-45BC-9CFA-6F2E702A743E}" type="presParOf" srcId="{95A589CF-E801-4A9E-A268-6E10CD402866}" destId="{1DE688C1-C4C1-4B47-875B-758FC4BEAFD1}" srcOrd="1" destOrd="0" presId="urn:microsoft.com/office/officeart/2005/8/layout/orgChart1"/>
    <dgm:cxn modelId="{B178D73C-CCB6-42FD-BDA4-337679EDC04A}" type="presParOf" srcId="{D0EFE0CA-7C46-494E-9046-F63B6449C208}" destId="{97E05749-E028-4245-B6A6-2549D2073AE3}" srcOrd="1" destOrd="0" presId="urn:microsoft.com/office/officeart/2005/8/layout/orgChart1"/>
    <dgm:cxn modelId="{D9C651F6-AE83-46FE-9BE6-37F1B4C1DAB4}" type="presParOf" srcId="{D0EFE0CA-7C46-494E-9046-F63B6449C208}" destId="{84540D78-EFEB-4680-884C-CCC9EA4DB194}" srcOrd="2" destOrd="0" presId="urn:microsoft.com/office/officeart/2005/8/layout/orgChart1"/>
    <dgm:cxn modelId="{FE282531-954F-4561-B9A2-77FD895B77C2}" type="presParOf" srcId="{DB808D19-0F57-46E5-8CF5-0C7DE8169B2C}" destId="{F5DCC653-9349-40F2-AA26-92F5C66DC0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153A5-6C54-44D0-B08F-089FE7A19C14}">
      <dsp:nvSpPr>
        <dsp:cNvPr id="0" name=""/>
        <dsp:cNvSpPr/>
      </dsp:nvSpPr>
      <dsp:spPr>
        <a:xfrm>
          <a:off x="4297680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179"/>
              </a:lnTo>
              <a:lnTo>
                <a:pt x="2351893" y="408179"/>
              </a:lnTo>
              <a:lnTo>
                <a:pt x="2351893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C5F78-80FC-447A-8EE4-0D056CEC08AE}">
      <dsp:nvSpPr>
        <dsp:cNvPr id="0" name=""/>
        <dsp:cNvSpPr/>
      </dsp:nvSpPr>
      <dsp:spPr>
        <a:xfrm>
          <a:off x="1945786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2351893" y="0"/>
              </a:moveTo>
              <a:lnTo>
                <a:pt x="2351893" y="408179"/>
              </a:lnTo>
              <a:lnTo>
                <a:pt x="0" y="408179"/>
              </a:lnTo>
              <a:lnTo>
                <a:pt x="0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25CFA-E879-4092-9B2E-2BCA694BEAAA}">
      <dsp:nvSpPr>
        <dsp:cNvPr id="0" name=""/>
        <dsp:cNvSpPr/>
      </dsp:nvSpPr>
      <dsp:spPr>
        <a:xfrm>
          <a:off x="2353966" y="116986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Dva způsoby nastavení:</a:t>
          </a:r>
          <a:endParaRPr lang="cs-CZ" sz="2800" kern="1200" dirty="0"/>
        </a:p>
      </dsp:txBody>
      <dsp:txXfrm>
        <a:off x="2353966" y="116986"/>
        <a:ext cx="3887427" cy="1943713"/>
      </dsp:txXfrm>
    </dsp:sp>
    <dsp:sp modelId="{EBDDFEC9-04B7-4BE8-AED3-F34311AA1FC5}">
      <dsp:nvSpPr>
        <dsp:cNvPr id="0" name=""/>
        <dsp:cNvSpPr/>
      </dsp:nvSpPr>
      <dsp:spPr>
        <a:xfrm>
          <a:off x="2072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Animační schéma: </a:t>
          </a:r>
          <a:r>
            <a:rPr lang="cs-CZ" sz="2800" kern="1200"/>
            <a:t>základní efekty pro animaci, snímky,…</a:t>
          </a:r>
        </a:p>
      </dsp:txBody>
      <dsp:txXfrm>
        <a:off x="2072" y="2877059"/>
        <a:ext cx="3887427" cy="1943713"/>
      </dsp:txXfrm>
    </dsp:sp>
    <dsp:sp modelId="{DEBA46FD-3C07-4DC2-8FF8-F82CDE4FED8D}">
      <dsp:nvSpPr>
        <dsp:cNvPr id="0" name=""/>
        <dsp:cNvSpPr/>
      </dsp:nvSpPr>
      <dsp:spPr>
        <a:xfrm>
          <a:off x="4705859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Vlastní animace: </a:t>
          </a:r>
          <a:r>
            <a:rPr lang="cs-CZ" sz="2800" kern="1200"/>
            <a:t>animační efekt pro každý objekt. Umožní nastavit začátek a konec.</a:t>
          </a:r>
        </a:p>
      </dsp:txBody>
      <dsp:txXfrm>
        <a:off x="4705859" y="2877059"/>
        <a:ext cx="3887427" cy="1943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30.04.2020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0877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30.04.2020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72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7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3323" y="3721473"/>
            <a:ext cx="5120640" cy="1581150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D28A323-CAC9-4C21-BEA4-C5D43294256B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1475" y="6429375"/>
            <a:ext cx="876300" cy="292100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739896" y="1417320"/>
            <a:ext cx="5120640" cy="2304288"/>
          </a:xfrm>
        </p:spPr>
        <p:txBody>
          <a:bodyPr>
            <a:normAutofit/>
          </a:bodyPr>
          <a:lstStyle>
            <a:lvl1pPr>
              <a:defRPr sz="4000" cap="all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3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5489634" y="0"/>
            <a:ext cx="3393768" cy="6858000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DD47-B569-41E4-9526-F1D0F12F501A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276225" y="228600"/>
            <a:ext cx="8591550" cy="10668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493776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EFF8D88-A0BA-41BB-9560-6BD7A9AAE7F1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743324" y="1400174"/>
            <a:ext cx="5120640" cy="1476375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10" name="Freeform 7"/>
          <p:cNvSpPr>
            <a:spLocks noChangeAspect="1" noEditPoints="1"/>
          </p:cNvSpPr>
          <p:nvPr/>
        </p:nvSpPr>
        <p:spPr bwMode="auto">
          <a:xfrm>
            <a:off x="34289" y="136641"/>
            <a:ext cx="3326149" cy="6721359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733800" y="2895599"/>
            <a:ext cx="5129543" cy="2667001"/>
          </a:xfrm>
        </p:spPr>
        <p:txBody>
          <a:bodyPr anchor="t">
            <a:normAutofit/>
          </a:bodyPr>
          <a:lstStyle>
            <a:lvl1pPr>
              <a:defRPr kumimoji="0" lang="en-US" sz="4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1C279-206D-4DF2-982C-E07265F9D288}" type="datetime1">
              <a:rPr lang="cs-CZ" smtClean="0"/>
              <a:t>30.04.2020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DF62-E9D1-4591-8CD6-05BDA58C79F0}" type="datetime1">
              <a:rPr lang="cs-CZ" smtClean="0"/>
              <a:t>30.04.2020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5" y="1298448"/>
            <a:ext cx="4248150" cy="50958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15815" y="1298448"/>
            <a:ext cx="4248150" cy="50958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5B8173-C01B-4E36-937F-4F2AA5AEA443}" type="datetime1">
              <a:rPr lang="cs-CZ" smtClean="0"/>
              <a:t>30.04.2020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3308-CBC8-4ABF-BE07-9671ABAA1735}" type="datetime1">
              <a:rPr lang="cs-CZ" smtClean="0"/>
              <a:t>30.04.2020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D52126-1CF9-4E7A-B75C-CF7625D21BA5}" type="datetime1">
              <a:rPr lang="cs-CZ" smtClean="0"/>
              <a:t>30.04.2020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2834640" cy="12984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4"/>
          </p:nvPr>
        </p:nvSpPr>
        <p:spPr>
          <a:xfrm>
            <a:off x="3775935" y="533400"/>
            <a:ext cx="5063266" cy="57028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4" y="1539240"/>
            <a:ext cx="2834640" cy="4709160"/>
          </a:xfrm>
        </p:spPr>
        <p:txBody>
          <a:bodyPr>
            <a:normAutofit/>
          </a:bodyPr>
          <a:lstStyle>
            <a:lvl1pPr marL="0" indent="0">
              <a:buNone/>
              <a:defRPr lang="en-US" sz="1600" b="0" i="0" kern="1200" cap="none" spc="30" baseline="0" dirty="0" smtClean="0">
                <a:solidFill>
                  <a:schemeClr val="bg2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09950" y="0"/>
            <a:ext cx="5734050" cy="6858000"/>
          </a:xfrm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3799E33-5A59-48EE-8FEC-37DE2B81919B}" type="datetime1">
              <a:rPr lang="cs-CZ" smtClean="0"/>
              <a:t>30.04.2020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276224" y="228600"/>
            <a:ext cx="2834640" cy="12953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274320" y="1536192"/>
            <a:ext cx="2834640" cy="47122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28B6-E41E-4664-824D-A907A4FA279C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764B1-6258-474F-A4D5-7DA00BD4B394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25" y="1295400"/>
            <a:ext cx="8591550" cy="4933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225" y="6429375"/>
            <a:ext cx="21336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fld id="{879E6175-E6C7-4FA7-A189-614C8C462AAF}" type="datetime1">
              <a:rPr lang="cs-CZ" smtClean="0"/>
              <a:t>30.04.2020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3324" y="6429375"/>
            <a:ext cx="4086225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1475" y="6429375"/>
            <a:ext cx="8763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spcBef>
          <a:spcPts val="400"/>
        </a:spcBef>
        <a:buNone/>
        <a:defRPr sz="3600" b="0" kern="1200" cap="none" spc="0" baseline="0">
          <a:solidFill>
            <a:schemeClr val="tx2"/>
          </a:solidFill>
          <a:latin typeface="+mj-lt"/>
          <a:ea typeface="+mj-ea"/>
          <a:cs typeface="Tunga" pitchFamily="2"/>
        </a:defRPr>
      </a:lvl1pPr>
    </p:titleStyle>
    <p:bodyStyle>
      <a:lvl1pPr marL="171450" indent="-173736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2200" b="0" i="0" kern="1200" cap="none" spc="30" baseline="0">
          <a:solidFill>
            <a:schemeClr val="tx2"/>
          </a:solidFill>
          <a:latin typeface="+mn-lt"/>
          <a:ea typeface="+mn-ea"/>
          <a:cs typeface="Tahoma" pitchFamily="34" charset="0"/>
        </a:defRPr>
      </a:lvl1pPr>
      <a:lvl2pPr marL="34448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51593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3pPr>
      <a:lvl4pPr marL="68897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86042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Tahoma" pitchFamily="34" charset="0"/>
        </a:defRPr>
      </a:lvl5pPr>
      <a:lvl6pPr marL="105156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41732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 a Animace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0"/>
    </mc:Choice>
    <mc:Fallback xmlns="">
      <p:transition spd="slow" advTm="48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683568" y="1337189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efekty mezi snímky.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Přechody, kde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Typ přechodu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Zvuky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3232FE-617D-4319-8EB5-23F376CCB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226"/>
          <a:stretch/>
        </p:blipFill>
        <p:spPr>
          <a:xfrm>
            <a:off x="274319" y="4773906"/>
            <a:ext cx="8343127" cy="106680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909A6BCF-3BC1-40FA-9440-6C41D096D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125"/>
          <a:stretch/>
        </p:blipFill>
        <p:spPr>
          <a:xfrm>
            <a:off x="6087242" y="5680386"/>
            <a:ext cx="2801400" cy="1105550"/>
          </a:xfrm>
          <a:prstGeom prst="rect">
            <a:avLst/>
          </a:prstGeom>
        </p:spPr>
      </p:pic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D1D0009-98DF-4F5C-BD0D-790367D8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26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271"/>
    </mc:Choice>
    <mc:Fallback xmlns="">
      <p:transition advTm="22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920880" cy="37979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a zvukové efekty objektů snímku.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Animace, kde můžete nastavit: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Typ s pořadí animace 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Časování a délku animace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pic>
        <p:nvPicPr>
          <p:cNvPr id="7" name="Obrázek 6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24CFF6E9-28FE-4DD9-9545-05C918BBE8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877" r="36613"/>
          <a:stretch/>
        </p:blipFill>
        <p:spPr>
          <a:xfrm>
            <a:off x="0" y="4186920"/>
            <a:ext cx="7422220" cy="1366088"/>
          </a:xfrm>
          <a:prstGeom prst="rect">
            <a:avLst/>
          </a:prstGeom>
        </p:spPr>
      </p:pic>
      <p:pic>
        <p:nvPicPr>
          <p:cNvPr id="9" name="Obrázek 8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8E8C95B6-D3F4-404C-BE23-27A8089A9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2" t="-7196"/>
          <a:stretch/>
        </p:blipFill>
        <p:spPr>
          <a:xfrm>
            <a:off x="3935275" y="5472490"/>
            <a:ext cx="4943427" cy="1268760"/>
          </a:xfrm>
          <a:prstGeom prst="rect">
            <a:avLst/>
          </a:prstGeom>
        </p:spPr>
      </p:pic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F480195-EC98-4798-8639-989794C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">
        <p14:switch dir="r"/>
        <p:sndAc>
          <p:stSnd>
            <p:snd r:embed="rId2" name="chimes.wav"/>
          </p:stSnd>
        </p:sndAc>
      </p:transition>
    </mc:Choice>
    <mc:Fallback xmlns="">
      <p:transition spd="slow" advTm="456">
        <p:fade/>
        <p:sndAc>
          <p:stSnd>
            <p:snd r:embed="rId4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užití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056784" cy="169852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K obohacení prezentace.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 upozornění na jednotlivé vybrané prvky.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F36E84D-861C-47FB-93C0-0D58798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973EC785-2F67-4E01-A2DB-A297E78716D1}"/>
              </a:ext>
            </a:extLst>
          </p:cNvPr>
          <p:cNvSpPr txBox="1">
            <a:spLocks/>
          </p:cNvSpPr>
          <p:nvPr/>
        </p:nvSpPr>
        <p:spPr>
          <a:xfrm>
            <a:off x="755576" y="3060050"/>
            <a:ext cx="6336704" cy="404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3736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Char char="•"/>
              <a:defRPr sz="2200" b="0" i="0" kern="1200" cap="none" spc="3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34448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2pPr>
            <a:lvl3pPr marL="51593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3pPr>
            <a:lvl4pPr marL="68897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4pPr>
            <a:lvl5pPr marL="86042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5pPr>
            <a:lvl6pPr marL="105156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444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1732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60020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dirty="0"/>
              <a:t>Animovat můžete:</a:t>
            </a:r>
          </a:p>
          <a:p>
            <a:pPr lvl="1"/>
            <a:r>
              <a:rPr lang="cs-CZ" dirty="0"/>
              <a:t>Jednotlivé objekty </a:t>
            </a:r>
          </a:p>
          <a:p>
            <a:r>
              <a:rPr lang="cs-CZ" sz="2000" dirty="0"/>
              <a:t> </a:t>
            </a:r>
            <a:r>
              <a:rPr lang="cs-CZ" sz="2400" dirty="0"/>
              <a:t>Lze využít na všechny typy objektů:</a:t>
            </a:r>
          </a:p>
          <a:p>
            <a:pPr lvl="2"/>
            <a:r>
              <a:rPr lang="cs-CZ" dirty="0"/>
              <a:t>Nadpis</a:t>
            </a:r>
          </a:p>
          <a:p>
            <a:pPr lvl="2"/>
            <a:r>
              <a:rPr lang="cs-CZ" dirty="0"/>
              <a:t>Obrázky</a:t>
            </a:r>
          </a:p>
          <a:p>
            <a:pPr lvl="2"/>
            <a:r>
              <a:rPr lang="cs-CZ" dirty="0"/>
              <a:t>Snímky</a:t>
            </a:r>
          </a:p>
          <a:p>
            <a:pPr lvl="2"/>
            <a:r>
              <a:rPr lang="cs-CZ" dirty="0"/>
              <a:t>Seznamy</a:t>
            </a:r>
          </a:p>
          <a:p>
            <a:pPr lvl="2"/>
            <a:r>
              <a:rPr lang="cs-CZ" dirty="0"/>
              <a:t>Tabulky</a:t>
            </a:r>
          </a:p>
          <a:p>
            <a:pPr lvl="2"/>
            <a:r>
              <a:rPr lang="cs-CZ" dirty="0"/>
              <a:t>Atd.</a:t>
            </a:r>
          </a:p>
          <a:p>
            <a:pPr>
              <a:buFont typeface="Arial" pitchFamily="34" charset="0"/>
              <a:buNone/>
            </a:pPr>
            <a:endParaRPr lang="cs-CZ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4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51">
        <p14:switch dir="r"/>
        <p:sndAc>
          <p:stSnd>
            <p:snd r:embed="rId3" name="chimes.wav"/>
          </p:stSnd>
        </p:sndAc>
      </p:transition>
    </mc:Choice>
    <mc:Fallback xmlns="">
      <p:transition spd="slow" advTm="7051">
        <p:fad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4.81481E-6 L 3.05556E-6 -0.07223 " pathEditMode="relative" rAng="0" ptsTypes="AA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animace</a:t>
            </a:r>
          </a:p>
        </p:txBody>
      </p:sp>
      <p:graphicFrame>
        <p:nvGraphicFramePr>
          <p:cNvPr id="5" name="Zástupný symbol pro obsah 4">
            <a:extLst>
              <a:ext uri="{FF2B5EF4-FFF2-40B4-BE49-F238E27FC236}">
                <a16:creationId xmlns:a16="http://schemas.microsoft.com/office/drawing/2014/main" id="{51CEEF75-1A2E-40AF-92C4-3E0E6068928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51986373"/>
              </p:ext>
            </p:extLst>
          </p:nvPr>
        </p:nvGraphicFramePr>
        <p:xfrm>
          <a:off x="274320" y="1295401"/>
          <a:ext cx="85953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55145C4-0BF8-42BB-BFB9-88F8629B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2"/>
    </mc:Choice>
    <mc:Fallback xmlns="">
      <p:transition spd="slow" advTm="13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Animační schéma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Slouží pro rychlé nastavení.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K nastavení použijete kartu Animace skupinu Animace.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 Zde si můžete vybrat z řady efektů a dále můžete provést další nastavení přes  šipku.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Efekt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Časování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Animace textu</a:t>
            </a:r>
          </a:p>
          <a:p>
            <a:pPr lvl="1">
              <a:lnSpc>
                <a:spcPct val="150000"/>
              </a:lnSpc>
            </a:pPr>
            <a:endParaRPr lang="cs-CZ" sz="2400" dirty="0"/>
          </a:p>
          <a:p>
            <a:pPr lvl="1"/>
            <a:endParaRPr lang="cs-CZ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29000"/>
            <a:ext cx="359092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13ECC83-D04E-4736-AD0A-E4BF6166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7"/>
    </mc:Choice>
    <mc:Fallback xmlns="">
      <p:transition spd="slow" advTm="4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172611"/>
            <a:ext cx="4864588" cy="447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613BF54F-9C6F-4268-B9EF-EA33B5AA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9C7DAC9-BD7C-4C69-AFD2-121FBA2E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15" y="620688"/>
            <a:ext cx="9144000" cy="895934"/>
          </a:xfrm>
          <a:prstGeom prst="rect">
            <a:avLst/>
          </a:prstGeom>
        </p:spPr>
      </p:pic>
      <p:sp>
        <p:nvSpPr>
          <p:cNvPr id="6" name="Šipka: nahoru 5">
            <a:extLst>
              <a:ext uri="{FF2B5EF4-FFF2-40B4-BE49-F238E27FC236}">
                <a16:creationId xmlns:a16="http://schemas.microsoft.com/office/drawing/2014/main" id="{BCFB33D9-DC4B-4D6B-8ED6-97B9836AA5AA}"/>
              </a:ext>
            </a:extLst>
          </p:cNvPr>
          <p:cNvSpPr/>
          <p:nvPr/>
        </p:nvSpPr>
        <p:spPr>
          <a:xfrm rot="2320573">
            <a:off x="4151822" y="1224937"/>
            <a:ext cx="568397" cy="1389742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ransition spd="med" advClick="0" advTm="348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jednotlivých objektů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Pro tvorbu vlastní animace využijete kartu Animace skupinu Rozšířené možnosti animace.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Pro jeho využití musíte označit daný objekt, dále kliknout tlačítko Přidat efekt.</a:t>
            </a:r>
          </a:p>
          <a:p>
            <a:pPr>
              <a:lnSpc>
                <a:spcPct val="200000"/>
              </a:lnSpc>
              <a:buNone/>
            </a:pPr>
            <a:r>
              <a:rPr lang="cs-CZ" sz="24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26" t="6247" r="28968" b="82065"/>
          <a:stretch/>
        </p:blipFill>
        <p:spPr bwMode="auto">
          <a:xfrm>
            <a:off x="4572000" y="4509119"/>
            <a:ext cx="3888432" cy="192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628548-148E-491A-9AD7-8D0183C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63"/>
    </mc:Choice>
    <mc:Fallback xmlns="">
      <p:transition spd="slow" advTm="13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-3.33333E-6 L 2.5E-6 -0.07222 " pathEditMode="relative" rAng="0" ptsTypes="AA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409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573678" y="915068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Dále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Efekty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Možnosti efektu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...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A7A7144-AB7A-4833-A8EC-89AEB151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765E113-CFE7-4803-BC75-AD7982F891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500" t="3778" b="33192"/>
          <a:stretch/>
        </p:blipFill>
        <p:spPr>
          <a:xfrm>
            <a:off x="5508104" y="422124"/>
            <a:ext cx="3092532" cy="592364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EFD8D16-2C28-4236-8914-85EAA653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3734163"/>
            <a:ext cx="3749771" cy="3121684"/>
          </a:xfrm>
          <a:prstGeom prst="rect">
            <a:avLst/>
          </a:prstGeom>
        </p:spPr>
      </p:pic>
      <p:sp>
        <p:nvSpPr>
          <p:cNvPr id="8" name="Šipka: nahoru 7">
            <a:extLst>
              <a:ext uri="{FF2B5EF4-FFF2-40B4-BE49-F238E27FC236}">
                <a16:creationId xmlns:a16="http://schemas.microsoft.com/office/drawing/2014/main" id="{A9DF89CE-E464-4F6C-ACDB-2B09A4E08B2A}"/>
              </a:ext>
            </a:extLst>
          </p:cNvPr>
          <p:cNvSpPr/>
          <p:nvPr/>
        </p:nvSpPr>
        <p:spPr>
          <a:xfrm rot="15495088">
            <a:off x="5371163" y="4638040"/>
            <a:ext cx="564064" cy="1002093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5"/>
    </mc:Choice>
    <mc:Fallback xmlns="">
      <p:transition spd="slow" advTm="34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– úvodní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C7EF2B2-CA5D-4C75-8DDF-EC57BF4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22A31B0-A427-41BD-821B-6CE7BE1B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494004"/>
            <a:ext cx="4033614" cy="52274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2"/>
    </mc:Choice>
    <mc:Fallback xmlns="">
      <p:transition spd="slow" advTm="2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zvýraznění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9B2CC6D-C88E-42F0-97AE-C27198BF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4F38F09-99AF-4A68-B61C-AF325176C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295401"/>
            <a:ext cx="4144292" cy="54933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4"/>
    </mc:Choice>
    <mc:Fallback xmlns="">
      <p:transition spd="slow" advTm="2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závěrečné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D2602AD-FFBC-46AE-82FA-4A90FC0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60D58D-7676-4089-B101-CF5DD6CF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326994"/>
            <a:ext cx="4493666" cy="55531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5"/>
    </mc:Choice>
    <mc:Fallback xmlns="">
      <p:transition spd="slow" advTm="3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idx="4294967295"/>
          </p:nvPr>
        </p:nvSpPr>
        <p:spPr>
          <a:xfrm>
            <a:off x="323528" y="359932"/>
            <a:ext cx="8820472" cy="923925"/>
          </a:xfrm>
        </p:spPr>
        <p:txBody>
          <a:bodyPr/>
          <a:lstStyle/>
          <a:p>
            <a:r>
              <a:rPr lang="cs-CZ" dirty="0"/>
              <a:t>Efekt – dráha pohybu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3E54128-85F4-4DB8-BAE4-7FF5893F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16C5DA1-D301-4B0D-83DE-F37DF2F2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3" y="1452120"/>
            <a:ext cx="4794845" cy="5403146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42D32DD-B679-4078-B267-3349025CC8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825" t="17785" r="35038" b="23387"/>
          <a:stretch/>
        </p:blipFill>
        <p:spPr>
          <a:xfrm>
            <a:off x="4643023" y="1052736"/>
            <a:ext cx="4500977" cy="51092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2"/>
    </mc:Choice>
    <mc:Fallback xmlns="">
      <p:transition spd="slow" advTm="6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44444E-6 L 0.01702 4.44444E-6 C 0.025 4.44444E-6 0.03403 -0.01389 0.04202 -0.01598 C 0.04792 -0.01598 0.05903 -0.00301 0.06407 -0.00301 C 0.07101 -0.00301 0.07796 -0.00695 0.09098 -0.00695 L 0.1 -0.16204 L 0.11007 0.025 L 0.12205 4.44444E-6 L 0.13195 -0.00695 L 0.15608 -0.00093 C 0.16702 -0.00394 0.17605 -0.0169 0.18698 -0.022 C 0.19098 -0.02292 0.2 -0.02408 0.20608 -0.022 C 0.21198 -0.01991 0.21702 -0.00602 0.21893 -0.0051 C 0.22205 -0.00093 0.229 -0.0051 0.23299 -0.00301 L 0.23907 4.44444E-6 L 0.25 4.44444E-6 " pathEditMode="relative" rAng="0" ptsTypes="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08 0.017 0.016 0.021 0.026 C 0.025 0.037 0.027 0.05 0.029 0.063 C 0.031 0.076 0.029 0.087 0.027 0.099 C 0.025 0.11 0.022 0.122 0.015 0.132 C 0.009 0.142 -0.001 0.15 -0.012 0.156 C -0.022 0.162 -0.034 0.166 -0.046 0.168 C -0.058 0.17 -0.07 0.17 -0.081 0.168 C -0.093 0.166 -0.104 0.161 -0.113 0.153 C -0.122 0.146 -0.13 0.137 -0.134 0.126 C -0.139 0.116 -0.141 0.102 -0.141 0.091 C -0.142 0.08 -0.141 0.067 -0.136 0.056 C -0.131 0.046 -0.122 0.038 -0.11 0.034 C -0.098 0.031 -0.086 0.035 -0.078 0.042 C -0.071 0.049 -0.066 0.06 -0.065 0.073 C -0.065 0.086 -0.066 0.098 -0.071 0.108 C -0.076 0.118 -0.075 0.12 -0.095 0.133 C -0.113 0.147 -0.131 0.143 -0.142 0.144 C -0.153 0.144 -0.162 0.14 -0.173 0.136 C -0.185 0.131 -0.195 0.122 -0.202 0.114 C -0.209 0.106 -0.212 0.096 -0.216 0.08 C -0.219 0.064 -0.219 0.056 -0.219 0.044 C -0.219 0.032 -0.219 0.02 -0.219 0.008 E" pathEditMode="relative" ptsTypes="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cesta pohybu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14375" y="1412776"/>
            <a:ext cx="7858331" cy="454599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Přidat animaci =&gt; Další dráhy pohybu =&gt; Možnosti efektu =&gt; Dráha: upravit body</a:t>
            </a:r>
          </a:p>
          <a:p>
            <a:pPr>
              <a:lnSpc>
                <a:spcPct val="200000"/>
              </a:lnSpc>
            </a:pPr>
            <a:endParaRPr lang="cs-CZ" sz="28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D8EE0F4-6F65-4F5D-A15F-95135ECE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9A98DB9-A4AE-4747-99EB-C110CF3D7D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37" t="24788" r="27951" b="47198"/>
          <a:stretch/>
        </p:blipFill>
        <p:spPr>
          <a:xfrm>
            <a:off x="263353" y="3142307"/>
            <a:ext cx="3960440" cy="1440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22E8690-8900-4B64-811D-7E3E33C2A4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876" t="5693" r="29525" b="6579"/>
          <a:stretch/>
        </p:blipFill>
        <p:spPr>
          <a:xfrm>
            <a:off x="5070102" y="2145840"/>
            <a:ext cx="2003724" cy="45756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2"/>
    </mc:Choice>
    <mc:Fallback xmlns="">
      <p:transition spd="slow" advTm="6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256 -0.15324 C -0.30069 -0.14004 0.0073 -0.19097 0.02969 -0.17777 C 0.04393 -0.16875 0.09809 0.01736 0.12379 0.05348 C 0.14896 0.08982 0.16875 0.04838 0.18282 0.03935 C 0.20521 0.02593 0.37761 -0.11412 0.4 -0.1275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28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C 0.06893 -4.44444E-6 0.125 0.05602 0.125 0.125 C 0.125 0.19399 0.06893 0.25 -2.5E-6 0.25 C -0.06892 0.25 -0.125 0.19399 -0.125 0.125 C -0.125 0.05602 -0.06892 -4.44444E-6 -2.5E-6 -4.44444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symbol pro obsah 3" descr="P120510_19.19[04].JPG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0" y="3500438"/>
            <a:ext cx="3336925" cy="2501900"/>
          </a:xfrm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CD2B58F-7C8D-4E7C-8B29-B8AAD9CA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6"/>
    </mc:Choice>
    <mc:Fallback xmlns="">
      <p:transition spd="slow" advTm="32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77 0.0294 C 0.56979 0.06343 0.75798 0.09769 0.78767 0.03542 C 0.81753 -0.02662 0.73576 -0.30555 0.56076 -0.34259 C 0.38576 -0.37939 -0.21476 -0.15301 -0.26164 -0.18611 C -0.30851 -0.21898 0.14791 -0.47708 0.27951 -0.53981 C 0.41145 -0.60231 0.47013 -0.58217 0.52916 -0.56203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26" y="-2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5F45979-C2F4-44DE-B98B-4F12FBB4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3654CE5-C8FC-4124-BE61-D05BD9FE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dráha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19FCA4E-25AE-4361-B6DB-67FFB2C2E7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990614-5B85-4E0F-9469-D40DA6B11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00" r="30313" b="17785"/>
          <a:stretch/>
        </p:blipFill>
        <p:spPr>
          <a:xfrm>
            <a:off x="477705" y="1488859"/>
            <a:ext cx="8188590" cy="51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7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7"/>
    </mc:Choice>
    <mc:Fallback xmlns="">
      <p:transition spd="slow" advTm="193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Způsoby aktivace animací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Existují 4 způsoby: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Při klepnutí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S předchozím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Po předchozím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5" t="34821" r="11316" b="16071"/>
          <a:stretch/>
        </p:blipFill>
        <p:spPr bwMode="auto">
          <a:xfrm>
            <a:off x="3944711" y="1967265"/>
            <a:ext cx="4484914" cy="35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7B5B44-1E2E-43C0-8B58-6B029856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6"/>
    </mc:Choice>
    <mc:Fallback xmlns="">
      <p:transition spd="slow" advTm="4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3.33333E-6 L 3.05556E-6 -0.07223 " pathEditMode="relative" rAng="0" ptsTypes="AA">
                                      <p:cBhvr>
                                        <p:cTn id="1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jednotlivých efektů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Podokno animací =&gt; šipka vedle efektu a v dialogové okně vybrat Časování nebo Možnosti efektu, karta časování.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434" y="2961055"/>
            <a:ext cx="4483319" cy="3781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896CF40-1609-48DD-A860-3B69FC76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A7E1BD-EE0B-4C9F-98CE-0DEC6C2D3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712" t="20586" b="40195"/>
          <a:stretch/>
        </p:blipFill>
        <p:spPr>
          <a:xfrm>
            <a:off x="663247" y="2884167"/>
            <a:ext cx="2948127" cy="3370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9"/>
    </mc:Choice>
    <mc:Fallback xmlns="">
      <p:transition spd="slow" advTm="4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395536" y="692696"/>
            <a:ext cx="7125112" cy="502208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600" dirty="0"/>
              <a:t>Zde můžete nastavit: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Způsob spuštění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Zpoždění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Opakování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...</a:t>
            </a:r>
          </a:p>
          <a:p>
            <a:pPr lvl="2">
              <a:lnSpc>
                <a:spcPct val="200000"/>
              </a:lnSpc>
              <a:buNone/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759065B-7BC2-485C-B1E3-FF68B0BC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70EE49C-B5F8-4104-A62B-45AE8518A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25" t="24788" r="35038" b="31791"/>
          <a:stretch/>
        </p:blipFill>
        <p:spPr>
          <a:xfrm>
            <a:off x="3401614" y="1642129"/>
            <a:ext cx="5716377" cy="478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"/>
    </mc:Choice>
    <mc:Fallback xmlns="">
      <p:transition spd="slow" advTm="10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Textové animace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252769A-8C91-42D2-BDD3-1D53E80C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FEF24DC-3B2C-4378-AA3E-B3B8A6B9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13" t="3778" b="10781"/>
          <a:stretch/>
        </p:blipFill>
        <p:spPr>
          <a:xfrm>
            <a:off x="719572" y="1558592"/>
            <a:ext cx="7704856" cy="48707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6"/>
    </mc:Choice>
    <mc:Fallback xmlns="">
      <p:transition spd="slow" advTm="115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Grafické 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491615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Graf označit a přiřadit mu animaci.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Podokno animací =&gt; šipka vedle efektu =&gt; dialogové okno, kde vyberete Možnosti efektu.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F209016-2D4D-4832-AADF-0FFC099A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8DDBFF5-1BC5-47D7-9148-7032AD0D4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87" t="20586" r="31888" b="51573"/>
          <a:stretch/>
        </p:blipFill>
        <p:spPr>
          <a:xfrm>
            <a:off x="1403648" y="3454565"/>
            <a:ext cx="6884528" cy="297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"/>
    </mc:Choice>
    <mc:Fallback xmlns="">
      <p:transition spd="slow" advTm="10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6994D7-30E0-4D72-876D-6DBB3810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352C2E8D-16F5-455D-B9AD-84C9FDB1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řadách</a:t>
            </a:r>
          </a:p>
        </p:txBody>
      </p:sp>
      <p:graphicFrame>
        <p:nvGraphicFramePr>
          <p:cNvPr id="5" name="Graf 4">
            <a:extLst>
              <a:ext uri="{FF2B5EF4-FFF2-40B4-BE49-F238E27FC236}">
                <a16:creationId xmlns:a16="http://schemas.microsoft.com/office/drawing/2014/main" id="{BABEA464-1B86-4F13-9935-B4A7EB01C343}"/>
              </a:ext>
            </a:extLst>
          </p:cNvPr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99"/>
    </mc:Choice>
    <mc:Fallback xmlns="">
      <p:transition spd="slow" advTm="1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F6087551-4E05-4978-91C0-276A576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ADCE4C6-CD5A-463D-B965-EBE8FAA4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kategorie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0876947"/>
              </p:ext>
            </p:extLst>
          </p:nvPr>
        </p:nvGraphicFramePr>
        <p:xfrm>
          <a:off x="0" y="1628775"/>
          <a:ext cx="71247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"/>
    </mc:Choice>
    <mc:Fallback xmlns="">
      <p:transition spd="slow" advTm="50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Diagram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196752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sz="2400" dirty="0"/>
              <a:t>Diagram vytvoříte přes </a:t>
            </a:r>
            <a:r>
              <a:rPr lang="cs-CZ" sz="2400" dirty="0" err="1"/>
              <a:t>SmartArt</a:t>
            </a:r>
            <a:r>
              <a:rPr lang="cs-CZ" sz="2400" dirty="0"/>
              <a:t>.</a:t>
            </a:r>
          </a:p>
          <a:p>
            <a:pPr>
              <a:lnSpc>
                <a:spcPct val="250000"/>
              </a:lnSpc>
            </a:pPr>
            <a:r>
              <a:rPr lang="cs-CZ" sz="2400" dirty="0"/>
              <a:t>Postup přidání efektu je stejný jako u grafu. 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3CE5E6-E418-4092-8F0D-AE06C627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10A50-07ED-4F02-A55F-F4FA5EF27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38824"/>
          <a:stretch/>
        </p:blipFill>
        <p:spPr bwMode="auto">
          <a:xfrm>
            <a:off x="1146376" y="3422051"/>
            <a:ext cx="6605423" cy="315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0"/>
    </mc:Choice>
    <mc:Fallback xmlns="">
      <p:transition spd="slow" advTm="171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větvích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1"/>
    </mc:Choice>
    <mc:Fallback xmlns="">
      <p:transition spd="slow" advTm="1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Najednou po úrovních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5254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4"/>
    </mc:Choice>
    <mc:Fallback xmlns="">
      <p:transition spd="slow" advTm="65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D5BAE5-A4A6-4CBC-8659-F99A42C8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B5D6C76B-4533-4E12-A625-751D52E4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prezentace</a:t>
            </a: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EE61AEDA-F0E4-41E7-9A5E-9B393EA30C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Karta Prezentace =&gt; skupina Nastavení =&gt; Vyzkoušet časování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A5966B0-DC54-474E-B90B-B1C7F8B7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6672"/>
            <a:ext cx="9144000" cy="121421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AAF45825-1351-41FA-98BF-B055911547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0" r="12604" b="8557"/>
          <a:stretch/>
        </p:blipFill>
        <p:spPr>
          <a:xfrm>
            <a:off x="1237844" y="3152388"/>
            <a:ext cx="6498364" cy="36220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334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"/>
    </mc:Choice>
    <mc:Fallback xmlns="">
      <p:transition spd="slow" advTm="175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1|1.3|1.3|1|0.6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1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|5.3|1.9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5|0.6|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|3|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2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8|1.5|1.4|1.4|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4|1.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ho">
  <a:themeElements>
    <a:clrScheme name="SOHO">
      <a:dk1>
        <a:srgbClr val="2E2224"/>
      </a:dk1>
      <a:lt1>
        <a:sysClr val="window" lastClr="FFFFFF"/>
      </a:lt1>
      <a:dk2>
        <a:srgbClr val="48231E"/>
      </a:dk2>
      <a:lt2>
        <a:srgbClr val="CBD8DD"/>
      </a:lt2>
      <a:accent1>
        <a:srgbClr val="61625E"/>
      </a:accent1>
      <a:accent2>
        <a:srgbClr val="964D2C"/>
      </a:accent2>
      <a:accent3>
        <a:srgbClr val="66553E"/>
      </a:accent3>
      <a:accent4>
        <a:srgbClr val="848058"/>
      </a:accent4>
      <a:accent5>
        <a:srgbClr val="AFA14B"/>
      </a:accent5>
      <a:accent6>
        <a:srgbClr val="AD7D4D"/>
      </a:accent6>
      <a:hlink>
        <a:srgbClr val="FFDE66"/>
      </a:hlink>
      <a:folHlink>
        <a:srgbClr val="C0AEBC"/>
      </a:folHlink>
    </a:clrScheme>
    <a:fontScheme name="SOHO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HO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Malé pracoviště, domácnost (SoHo)</Template>
  <TotalTime>1669</TotalTime>
  <Words>373</Words>
  <Application>Microsoft Office PowerPoint</Application>
  <PresentationFormat>Předvádění na obrazovce (4:3)</PresentationFormat>
  <Paragraphs>118</Paragraphs>
  <Slides>27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1" baseType="lpstr">
      <vt:lpstr>Arial</vt:lpstr>
      <vt:lpstr>Calibri</vt:lpstr>
      <vt:lpstr>Candara</vt:lpstr>
      <vt:lpstr>Soho</vt:lpstr>
      <vt:lpstr>Přechody a Animace </vt:lpstr>
      <vt:lpstr>Přechody</vt:lpstr>
      <vt:lpstr>Animace</vt:lpstr>
      <vt:lpstr>Animace užití</vt:lpstr>
      <vt:lpstr>Nastavení animace</vt:lpstr>
      <vt:lpstr>Animační schéma</vt:lpstr>
      <vt:lpstr>Prezentace aplikace PowerPoint</vt:lpstr>
      <vt:lpstr>Animace jednotlivých objektů</vt:lpstr>
      <vt:lpstr>Prezentace aplikace PowerPoint</vt:lpstr>
      <vt:lpstr>Efekty – úvodní </vt:lpstr>
      <vt:lpstr>Efekty - zvýraznění</vt:lpstr>
      <vt:lpstr>Efekty - závěrečné</vt:lpstr>
      <vt:lpstr>Efekt – dráha pohybu</vt:lpstr>
      <vt:lpstr>Vlastní cesta pohybu</vt:lpstr>
      <vt:lpstr>Prezentace aplikace PowerPoint</vt:lpstr>
      <vt:lpstr>Vlastní dráha</vt:lpstr>
      <vt:lpstr>Způsoby aktivace animací</vt:lpstr>
      <vt:lpstr>Časování jednotlivých efektů</vt:lpstr>
      <vt:lpstr>Prezentace aplikace PowerPoint</vt:lpstr>
      <vt:lpstr>Textové animace</vt:lpstr>
      <vt:lpstr>Grafické animace</vt:lpstr>
      <vt:lpstr>Po řadách</vt:lpstr>
      <vt:lpstr>Podle kategorie</vt:lpstr>
      <vt:lpstr>Diagram</vt:lpstr>
      <vt:lpstr>Po větvích</vt:lpstr>
      <vt:lpstr>Najednou po úrovních</vt:lpstr>
      <vt:lpstr>Časování prezentace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76</cp:revision>
  <cp:lastPrinted>2018-05-09T05:15:16Z</cp:lastPrinted>
  <dcterms:created xsi:type="dcterms:W3CDTF">2012-06-27T10:00:20Z</dcterms:created>
  <dcterms:modified xsi:type="dcterms:W3CDTF">2020-04-30T06:54:06Z</dcterms:modified>
</cp:coreProperties>
</file>