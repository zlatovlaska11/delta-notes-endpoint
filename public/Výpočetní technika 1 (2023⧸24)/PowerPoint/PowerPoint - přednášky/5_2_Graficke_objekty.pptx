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6" r:id="rId4"/>
  </p:sldMasterIdLst>
  <p:notesMasterIdLst>
    <p:notesMasterId r:id="rId36"/>
  </p:notesMasterIdLst>
  <p:handoutMasterIdLst>
    <p:handoutMasterId r:id="rId37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3" r:id="rId11"/>
    <p:sldId id="264" r:id="rId12"/>
    <p:sldId id="262" r:id="rId13"/>
    <p:sldId id="265" r:id="rId14"/>
    <p:sldId id="266" r:id="rId15"/>
    <p:sldId id="267" r:id="rId16"/>
    <p:sldId id="280" r:id="rId17"/>
    <p:sldId id="288" r:id="rId18"/>
    <p:sldId id="268" r:id="rId19"/>
    <p:sldId id="269" r:id="rId20"/>
    <p:sldId id="270" r:id="rId21"/>
    <p:sldId id="271" r:id="rId22"/>
    <p:sldId id="272" r:id="rId23"/>
    <p:sldId id="273" r:id="rId24"/>
    <p:sldId id="277" r:id="rId25"/>
    <p:sldId id="281" r:id="rId26"/>
    <p:sldId id="276" r:id="rId27"/>
    <p:sldId id="278" r:id="rId28"/>
    <p:sldId id="279" r:id="rId29"/>
    <p:sldId id="282" r:id="rId30"/>
    <p:sldId id="283" r:id="rId31"/>
    <p:sldId id="285" r:id="rId32"/>
    <p:sldId id="286" r:id="rId33"/>
    <p:sldId id="284" r:id="rId34"/>
    <p:sldId id="287" r:id="rId35"/>
  </p:sldIdLst>
  <p:sldSz cx="9144000" cy="6858000" type="screen4x3"/>
  <p:notesSz cx="6735763" cy="9866313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58F0C2-BE10-44A6-B727-59E72588CC36}" v="9" dt="2020-04-22T09:16:08.8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388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2520" y="-72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tavová Gabriela" userId="f151b92f-625a-445a-9d4b-1ed80f6e2b7e" providerId="ADAL" clId="{9258F0C2-BE10-44A6-B727-59E72588CC36}"/>
    <pc:docChg chg="undo custSel addSld modSld">
      <pc:chgData name="Votavová Gabriela" userId="f151b92f-625a-445a-9d4b-1ed80f6e2b7e" providerId="ADAL" clId="{9258F0C2-BE10-44A6-B727-59E72588CC36}" dt="2020-04-22T09:21:33.870" v="161" actId="20577"/>
      <pc:docMkLst>
        <pc:docMk/>
      </pc:docMkLst>
      <pc:sldChg chg="modSp">
        <pc:chgData name="Votavová Gabriela" userId="f151b92f-625a-445a-9d4b-1ed80f6e2b7e" providerId="ADAL" clId="{9258F0C2-BE10-44A6-B727-59E72588CC36}" dt="2020-04-22T09:06:59.854" v="0" actId="6549"/>
        <pc:sldMkLst>
          <pc:docMk/>
          <pc:sldMk cId="0" sldId="256"/>
        </pc:sldMkLst>
        <pc:spChg chg="mod">
          <ac:chgData name="Votavová Gabriela" userId="f151b92f-625a-445a-9d4b-1ed80f6e2b7e" providerId="ADAL" clId="{9258F0C2-BE10-44A6-B727-59E72588CC36}" dt="2020-04-22T09:06:59.854" v="0" actId="6549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Votavová Gabriela" userId="f151b92f-625a-445a-9d4b-1ed80f6e2b7e" providerId="ADAL" clId="{9258F0C2-BE10-44A6-B727-59E72588CC36}" dt="2020-04-22T09:09:19.216" v="71" actId="6549"/>
        <pc:sldMkLst>
          <pc:docMk/>
          <pc:sldMk cId="0" sldId="258"/>
        </pc:sldMkLst>
        <pc:spChg chg="mod">
          <ac:chgData name="Votavová Gabriela" userId="f151b92f-625a-445a-9d4b-1ed80f6e2b7e" providerId="ADAL" clId="{9258F0C2-BE10-44A6-B727-59E72588CC36}" dt="2020-04-22T09:09:19.216" v="71" actId="6549"/>
          <ac:spMkLst>
            <pc:docMk/>
            <pc:sldMk cId="0" sldId="258"/>
            <ac:spMk id="3" creationId="{00000000-0000-0000-0000-000000000000}"/>
          </ac:spMkLst>
        </pc:spChg>
      </pc:sldChg>
      <pc:sldChg chg="modSp">
        <pc:chgData name="Votavová Gabriela" userId="f151b92f-625a-445a-9d4b-1ed80f6e2b7e" providerId="ADAL" clId="{9258F0C2-BE10-44A6-B727-59E72588CC36}" dt="2020-04-22T09:10:19.570" v="89" actId="20577"/>
        <pc:sldMkLst>
          <pc:docMk/>
          <pc:sldMk cId="0" sldId="260"/>
        </pc:sldMkLst>
        <pc:spChg chg="mod">
          <ac:chgData name="Votavová Gabriela" userId="f151b92f-625a-445a-9d4b-1ed80f6e2b7e" providerId="ADAL" clId="{9258F0C2-BE10-44A6-B727-59E72588CC36}" dt="2020-04-22T09:10:19.570" v="89" actId="20577"/>
          <ac:spMkLst>
            <pc:docMk/>
            <pc:sldMk cId="0" sldId="260"/>
            <ac:spMk id="3" creationId="{00000000-0000-0000-0000-000000000000}"/>
          </ac:spMkLst>
        </pc:spChg>
      </pc:sldChg>
      <pc:sldChg chg="addSp modSp">
        <pc:chgData name="Votavová Gabriela" userId="f151b92f-625a-445a-9d4b-1ed80f6e2b7e" providerId="ADAL" clId="{9258F0C2-BE10-44A6-B727-59E72588CC36}" dt="2020-04-22T09:12:34.226" v="114" actId="14100"/>
        <pc:sldMkLst>
          <pc:docMk/>
          <pc:sldMk cId="0" sldId="263"/>
        </pc:sldMkLst>
        <pc:spChg chg="mod">
          <ac:chgData name="Votavová Gabriela" userId="f151b92f-625a-445a-9d4b-1ed80f6e2b7e" providerId="ADAL" clId="{9258F0C2-BE10-44A6-B727-59E72588CC36}" dt="2020-04-22T09:11:19.872" v="100" actId="27636"/>
          <ac:spMkLst>
            <pc:docMk/>
            <pc:sldMk cId="0" sldId="263"/>
            <ac:spMk id="3" creationId="{00000000-0000-0000-0000-000000000000}"/>
          </ac:spMkLst>
        </pc:spChg>
        <pc:picChg chg="mod">
          <ac:chgData name="Votavová Gabriela" userId="f151b92f-625a-445a-9d4b-1ed80f6e2b7e" providerId="ADAL" clId="{9258F0C2-BE10-44A6-B727-59E72588CC36}" dt="2020-04-22T09:11:27.641" v="101" actId="1076"/>
          <ac:picMkLst>
            <pc:docMk/>
            <pc:sldMk cId="0" sldId="263"/>
            <ac:picMk id="5" creationId="{00000000-0000-0000-0000-000000000000}"/>
          </ac:picMkLst>
        </pc:picChg>
        <pc:picChg chg="add mod">
          <ac:chgData name="Votavová Gabriela" userId="f151b92f-625a-445a-9d4b-1ed80f6e2b7e" providerId="ADAL" clId="{9258F0C2-BE10-44A6-B727-59E72588CC36}" dt="2020-04-22T09:12:34.226" v="114" actId="14100"/>
          <ac:picMkLst>
            <pc:docMk/>
            <pc:sldMk cId="0" sldId="263"/>
            <ac:picMk id="6" creationId="{419881DF-BCF7-47B0-86E2-E6ABBC04DC61}"/>
          </ac:picMkLst>
        </pc:picChg>
      </pc:sldChg>
      <pc:sldChg chg="addSp delSp modSp">
        <pc:chgData name="Votavová Gabriela" userId="f151b92f-625a-445a-9d4b-1ed80f6e2b7e" providerId="ADAL" clId="{9258F0C2-BE10-44A6-B727-59E72588CC36}" dt="2020-04-22T09:16:23.345" v="130" actId="14100"/>
        <pc:sldMkLst>
          <pc:docMk/>
          <pc:sldMk cId="0" sldId="268"/>
        </pc:sldMkLst>
        <pc:picChg chg="del">
          <ac:chgData name="Votavová Gabriela" userId="f151b92f-625a-445a-9d4b-1ed80f6e2b7e" providerId="ADAL" clId="{9258F0C2-BE10-44A6-B727-59E72588CC36}" dt="2020-04-22T09:16:07.623" v="126" actId="478"/>
          <ac:picMkLst>
            <pc:docMk/>
            <pc:sldMk cId="0" sldId="268"/>
            <ac:picMk id="2" creationId="{0A3B1971-7BAE-442B-A27E-450D995ECAC7}"/>
          </ac:picMkLst>
        </pc:picChg>
        <pc:picChg chg="add mod">
          <ac:chgData name="Votavová Gabriela" userId="f151b92f-625a-445a-9d4b-1ed80f6e2b7e" providerId="ADAL" clId="{9258F0C2-BE10-44A6-B727-59E72588CC36}" dt="2020-04-22T09:16:23.345" v="130" actId="14100"/>
          <ac:picMkLst>
            <pc:docMk/>
            <pc:sldMk cId="0" sldId="268"/>
            <ac:picMk id="4" creationId="{29D6CE57-8BFF-4F80-B4C7-946D9242A654}"/>
          </ac:picMkLst>
        </pc:picChg>
      </pc:sldChg>
      <pc:sldChg chg="modSp">
        <pc:chgData name="Votavová Gabriela" userId="f151b92f-625a-445a-9d4b-1ed80f6e2b7e" providerId="ADAL" clId="{9258F0C2-BE10-44A6-B727-59E72588CC36}" dt="2020-04-22T09:16:34.748" v="132" actId="14100"/>
        <pc:sldMkLst>
          <pc:docMk/>
          <pc:sldMk cId="0" sldId="269"/>
        </pc:sldMkLst>
        <pc:picChg chg="mod">
          <ac:chgData name="Votavová Gabriela" userId="f151b92f-625a-445a-9d4b-1ed80f6e2b7e" providerId="ADAL" clId="{9258F0C2-BE10-44A6-B727-59E72588CC36}" dt="2020-04-22T09:16:34.748" v="132" actId="14100"/>
          <ac:picMkLst>
            <pc:docMk/>
            <pc:sldMk cId="0" sldId="269"/>
            <ac:picMk id="2" creationId="{304D24F7-CD6E-435D-BD23-62894E882F3C}"/>
          </ac:picMkLst>
        </pc:picChg>
      </pc:sldChg>
      <pc:sldChg chg="modSp">
        <pc:chgData name="Votavová Gabriela" userId="f151b92f-625a-445a-9d4b-1ed80f6e2b7e" providerId="ADAL" clId="{9258F0C2-BE10-44A6-B727-59E72588CC36}" dt="2020-04-22T09:21:33.870" v="161" actId="20577"/>
        <pc:sldMkLst>
          <pc:docMk/>
          <pc:sldMk cId="0" sldId="272"/>
        </pc:sldMkLst>
        <pc:spChg chg="mod">
          <ac:chgData name="Votavová Gabriela" userId="f151b92f-625a-445a-9d4b-1ed80f6e2b7e" providerId="ADAL" clId="{9258F0C2-BE10-44A6-B727-59E72588CC36}" dt="2020-04-22T09:21:33.870" v="161" actId="20577"/>
          <ac:spMkLst>
            <pc:docMk/>
            <pc:sldMk cId="0" sldId="272"/>
            <ac:spMk id="3" creationId="{00000000-0000-0000-0000-000000000000}"/>
          </ac:spMkLst>
        </pc:spChg>
      </pc:sldChg>
      <pc:sldChg chg="modSp">
        <pc:chgData name="Votavová Gabriela" userId="f151b92f-625a-445a-9d4b-1ed80f6e2b7e" providerId="ADAL" clId="{9258F0C2-BE10-44A6-B727-59E72588CC36}" dt="2020-04-22T09:18:40.277" v="143" actId="20577"/>
        <pc:sldMkLst>
          <pc:docMk/>
          <pc:sldMk cId="0" sldId="278"/>
        </pc:sldMkLst>
        <pc:spChg chg="mod">
          <ac:chgData name="Votavová Gabriela" userId="f151b92f-625a-445a-9d4b-1ed80f6e2b7e" providerId="ADAL" clId="{9258F0C2-BE10-44A6-B727-59E72588CC36}" dt="2020-04-22T09:18:40.277" v="143" actId="20577"/>
          <ac:spMkLst>
            <pc:docMk/>
            <pc:sldMk cId="0" sldId="278"/>
            <ac:spMk id="3" creationId="{00000000-0000-0000-0000-000000000000}"/>
          </ac:spMkLst>
        </pc:spChg>
      </pc:sldChg>
      <pc:sldChg chg="modSp">
        <pc:chgData name="Votavová Gabriela" userId="f151b92f-625a-445a-9d4b-1ed80f6e2b7e" providerId="ADAL" clId="{9258F0C2-BE10-44A6-B727-59E72588CC36}" dt="2020-04-22T09:20:18.293" v="153" actId="20577"/>
        <pc:sldMkLst>
          <pc:docMk/>
          <pc:sldMk cId="0" sldId="279"/>
        </pc:sldMkLst>
        <pc:spChg chg="mod">
          <ac:chgData name="Votavová Gabriela" userId="f151b92f-625a-445a-9d4b-1ed80f6e2b7e" providerId="ADAL" clId="{9258F0C2-BE10-44A6-B727-59E72588CC36}" dt="2020-04-22T09:20:18.293" v="153" actId="20577"/>
          <ac:spMkLst>
            <pc:docMk/>
            <pc:sldMk cId="0" sldId="279"/>
            <ac:spMk id="4" creationId="{1AF0301B-D17C-446E-808A-D8FCC3E3BDCC}"/>
          </ac:spMkLst>
        </pc:spChg>
      </pc:sldChg>
      <pc:sldChg chg="modSp">
        <pc:chgData name="Votavová Gabriela" userId="f151b92f-625a-445a-9d4b-1ed80f6e2b7e" providerId="ADAL" clId="{9258F0C2-BE10-44A6-B727-59E72588CC36}" dt="2020-04-22T09:14:04.896" v="117" actId="20577"/>
        <pc:sldMkLst>
          <pc:docMk/>
          <pc:sldMk cId="965490131" sldId="280"/>
        </pc:sldMkLst>
        <pc:spChg chg="mod">
          <ac:chgData name="Votavová Gabriela" userId="f151b92f-625a-445a-9d4b-1ed80f6e2b7e" providerId="ADAL" clId="{9258F0C2-BE10-44A6-B727-59E72588CC36}" dt="2020-04-22T09:14:04.896" v="117" actId="20577"/>
          <ac:spMkLst>
            <pc:docMk/>
            <pc:sldMk cId="965490131" sldId="280"/>
            <ac:spMk id="3" creationId="{00000000-0000-0000-0000-000000000000}"/>
          </ac:spMkLst>
        </pc:spChg>
      </pc:sldChg>
      <pc:sldChg chg="modSp">
        <pc:chgData name="Votavová Gabriela" userId="f151b92f-625a-445a-9d4b-1ed80f6e2b7e" providerId="ADAL" clId="{9258F0C2-BE10-44A6-B727-59E72588CC36}" dt="2020-04-22T09:21:20.345" v="160" actId="1076"/>
        <pc:sldMkLst>
          <pc:docMk/>
          <pc:sldMk cId="173951347" sldId="281"/>
        </pc:sldMkLst>
        <pc:spChg chg="mod">
          <ac:chgData name="Votavová Gabriela" userId="f151b92f-625a-445a-9d4b-1ed80f6e2b7e" providerId="ADAL" clId="{9258F0C2-BE10-44A6-B727-59E72588CC36}" dt="2020-04-22T09:20:55.413" v="157" actId="14100"/>
          <ac:spMkLst>
            <pc:docMk/>
            <pc:sldMk cId="173951347" sldId="281"/>
            <ac:spMk id="3" creationId="{08A0E42C-F2FF-40BB-B5CA-B4F847689102}"/>
          </ac:spMkLst>
        </pc:spChg>
        <pc:picChg chg="mod modCrop">
          <ac:chgData name="Votavová Gabriela" userId="f151b92f-625a-445a-9d4b-1ed80f6e2b7e" providerId="ADAL" clId="{9258F0C2-BE10-44A6-B727-59E72588CC36}" dt="2020-04-22T09:21:20.345" v="160" actId="1076"/>
          <ac:picMkLst>
            <pc:docMk/>
            <pc:sldMk cId="173951347" sldId="281"/>
            <ac:picMk id="7" creationId="{9D1B4EFA-CD65-4944-A5BD-A1B674763388}"/>
          </ac:picMkLst>
        </pc:picChg>
        <pc:picChg chg="mod modCrop">
          <ac:chgData name="Votavová Gabriela" userId="f151b92f-625a-445a-9d4b-1ed80f6e2b7e" providerId="ADAL" clId="{9258F0C2-BE10-44A6-B727-59E72588CC36}" dt="2020-04-22T09:21:07.698" v="158" actId="732"/>
          <ac:picMkLst>
            <pc:docMk/>
            <pc:sldMk cId="173951347" sldId="281"/>
            <ac:picMk id="8" creationId="{C4B64603-B690-457E-940B-2899168EA6B9}"/>
          </ac:picMkLst>
        </pc:picChg>
      </pc:sldChg>
      <pc:sldChg chg="modSp">
        <pc:chgData name="Votavová Gabriela" userId="f151b92f-625a-445a-9d4b-1ed80f6e2b7e" providerId="ADAL" clId="{9258F0C2-BE10-44A6-B727-59E72588CC36}" dt="2020-04-22T09:20:05.930" v="151" actId="1076"/>
        <pc:sldMkLst>
          <pc:docMk/>
          <pc:sldMk cId="3064189016" sldId="282"/>
        </pc:sldMkLst>
        <pc:spChg chg="mod">
          <ac:chgData name="Votavová Gabriela" userId="f151b92f-625a-445a-9d4b-1ed80f6e2b7e" providerId="ADAL" clId="{9258F0C2-BE10-44A6-B727-59E72588CC36}" dt="2020-04-22T09:20:00.039" v="150" actId="2710"/>
          <ac:spMkLst>
            <pc:docMk/>
            <pc:sldMk cId="3064189016" sldId="282"/>
            <ac:spMk id="3" creationId="{DB7190A8-5165-4E71-B91C-7F5D6B6EEA2B}"/>
          </ac:spMkLst>
        </pc:spChg>
        <pc:picChg chg="mod">
          <ac:chgData name="Votavová Gabriela" userId="f151b92f-625a-445a-9d4b-1ed80f6e2b7e" providerId="ADAL" clId="{9258F0C2-BE10-44A6-B727-59E72588CC36}" dt="2020-04-22T09:20:05.930" v="151" actId="1076"/>
          <ac:picMkLst>
            <pc:docMk/>
            <pc:sldMk cId="3064189016" sldId="282"/>
            <ac:picMk id="5" creationId="{6297B130-3CD1-402E-8C56-2C044583B50C}"/>
          </ac:picMkLst>
        </pc:picChg>
      </pc:sldChg>
      <pc:sldChg chg="modSp">
        <pc:chgData name="Votavová Gabriela" userId="f151b92f-625a-445a-9d4b-1ed80f6e2b7e" providerId="ADAL" clId="{9258F0C2-BE10-44A6-B727-59E72588CC36}" dt="2020-04-22T09:19:18.006" v="148" actId="2710"/>
        <pc:sldMkLst>
          <pc:docMk/>
          <pc:sldMk cId="620502728" sldId="284"/>
        </pc:sldMkLst>
        <pc:spChg chg="mod">
          <ac:chgData name="Votavová Gabriela" userId="f151b92f-625a-445a-9d4b-1ed80f6e2b7e" providerId="ADAL" clId="{9258F0C2-BE10-44A6-B727-59E72588CC36}" dt="2020-04-22T09:19:18.006" v="148" actId="2710"/>
          <ac:spMkLst>
            <pc:docMk/>
            <pc:sldMk cId="620502728" sldId="284"/>
            <ac:spMk id="6" creationId="{2FB146D3-A5A5-4FAD-B240-2FFAB8BF3BED}"/>
          </ac:spMkLst>
        </pc:spChg>
      </pc:sldChg>
      <pc:sldChg chg="modSp">
        <pc:chgData name="Votavová Gabriela" userId="f151b92f-625a-445a-9d4b-1ed80f6e2b7e" providerId="ADAL" clId="{9258F0C2-BE10-44A6-B727-59E72588CC36}" dt="2020-04-22T09:19:42.341" v="149" actId="2710"/>
        <pc:sldMkLst>
          <pc:docMk/>
          <pc:sldMk cId="2445795727" sldId="286"/>
        </pc:sldMkLst>
        <pc:spChg chg="mod">
          <ac:chgData name="Votavová Gabriela" userId="f151b92f-625a-445a-9d4b-1ed80f6e2b7e" providerId="ADAL" clId="{9258F0C2-BE10-44A6-B727-59E72588CC36}" dt="2020-04-22T09:19:42.341" v="149" actId="2710"/>
          <ac:spMkLst>
            <pc:docMk/>
            <pc:sldMk cId="2445795727" sldId="286"/>
            <ac:spMk id="3" creationId="{04EF830B-FD89-4199-9006-3D1474C23DC6}"/>
          </ac:spMkLst>
        </pc:spChg>
      </pc:sldChg>
      <pc:sldChg chg="addSp delSp modSp add">
        <pc:chgData name="Votavová Gabriela" userId="f151b92f-625a-445a-9d4b-1ed80f6e2b7e" providerId="ADAL" clId="{9258F0C2-BE10-44A6-B727-59E72588CC36}" dt="2020-04-22T09:16:04.987" v="125" actId="478"/>
        <pc:sldMkLst>
          <pc:docMk/>
          <pc:sldMk cId="862848911" sldId="288"/>
        </pc:sldMkLst>
        <pc:picChg chg="add del mod">
          <ac:chgData name="Votavová Gabriela" userId="f151b92f-625a-445a-9d4b-1ed80f6e2b7e" providerId="ADAL" clId="{9258F0C2-BE10-44A6-B727-59E72588CC36}" dt="2020-04-22T09:16:04.987" v="125" actId="478"/>
          <ac:picMkLst>
            <pc:docMk/>
            <pc:sldMk cId="862848911" sldId="288"/>
            <ac:picMk id="5" creationId="{5E1812F8-0386-4361-A92D-286AA4ECE81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07630-FCF3-4690-B8DC-AFED397BE9AE}" type="datetimeFigureOut">
              <a:rPr lang="cs-CZ" smtClean="0"/>
              <a:pPr/>
              <a:t>22.04.2020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6F0C10-84C3-41E4-AF76-DB93037DAD3C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157099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AD2C9C-91F5-4F25-BDD6-0FEE903BAD9E}" type="datetimeFigureOut">
              <a:rPr lang="cs-CZ" smtClean="0"/>
              <a:pPr/>
              <a:t>22.04.2020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C7146-6E8B-40F6-8838-D8847D0A4AA1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720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D995E82B-8E67-4C49-A9DA-99B25E35DEA8}" type="datetime1">
              <a:rPr lang="cs-CZ" smtClean="0"/>
              <a:t>22.04.2020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520F2-081A-42B6-9691-ECCECBDD1CD6}" type="datetime1">
              <a:rPr lang="cs-CZ" smtClean="0"/>
              <a:t>22.04.2020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9DC02-F0C7-49CB-81C0-028CFEF84E8D}" type="datetime1">
              <a:rPr lang="cs-CZ" smtClean="0"/>
              <a:t>22.04.2020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C33BC-E0A1-46A2-B8CD-5DB396002177}" type="datetime1">
              <a:rPr lang="cs-CZ" smtClean="0"/>
              <a:t>22.04.2020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C698A-99CF-4302-81D2-EDEE67997ABE}" type="datetime1">
              <a:rPr lang="cs-CZ" smtClean="0"/>
              <a:t>22.04.2020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51EF2-E5B4-40BE-9033-719834095664}" type="datetime1">
              <a:rPr lang="cs-CZ" smtClean="0"/>
              <a:t>22.04.2020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DACF0-9D8E-4529-9FF4-8939DCCD4326}" type="datetime1">
              <a:rPr lang="cs-CZ" smtClean="0"/>
              <a:t>22.04.2020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074ACFB0-6D1C-405E-A2C1-580B06895179}" type="datetime1">
              <a:rPr lang="cs-CZ" smtClean="0"/>
              <a:t>22.04.2020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8CB9B3F6-8276-4843-8F78-AC22D9AC3687}" type="datetime1">
              <a:rPr lang="cs-CZ" smtClean="0"/>
              <a:t>22.04.2020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77076-F507-4715-9EA9-ECED4D3EF2B0}" type="datetime1">
              <a:rPr lang="cs-CZ" smtClean="0"/>
              <a:t>22.04.2020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5425-40BE-4B57-9D89-AC79877448C0}" type="datetime1">
              <a:rPr lang="cs-CZ" smtClean="0"/>
              <a:t>22.04.2020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D155DE96-403F-4599-843E-7D5556108229}" type="datetime1">
              <a:rPr lang="cs-CZ" smtClean="0"/>
              <a:t>22.04.2020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Grafické objekty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Grafické objekty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Součásti prezentace mohou být i grafické objekty.</a:t>
            </a:r>
          </a:p>
          <a:p>
            <a:r>
              <a:rPr lang="cs-CZ" dirty="0"/>
              <a:t>Jedná se o:</a:t>
            </a:r>
          </a:p>
          <a:p>
            <a:pPr lvl="1"/>
            <a:r>
              <a:rPr lang="cs-CZ" dirty="0"/>
              <a:t>Obrázky</a:t>
            </a:r>
          </a:p>
          <a:p>
            <a:pPr lvl="1"/>
            <a:r>
              <a:rPr lang="cs-CZ" dirty="0"/>
              <a:t>Grafy</a:t>
            </a:r>
          </a:p>
          <a:p>
            <a:pPr lvl="1"/>
            <a:r>
              <a:rPr lang="cs-CZ" dirty="0" err="1"/>
              <a:t>SmartArty</a:t>
            </a:r>
            <a:endParaRPr lang="cs-CZ" dirty="0"/>
          </a:p>
          <a:p>
            <a:pPr lvl="1"/>
            <a:r>
              <a:rPr lang="cs-CZ" dirty="0"/>
              <a:t>atd.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5D963FA-841B-4B59-953A-29A60072A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</a:t>
            </a:fld>
            <a:endParaRPr lang="cs-CZ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Obrázky - výběr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309962" y="2004857"/>
            <a:ext cx="7078462" cy="411805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dirty="0"/>
              <a:t>Klipart:	jednoduché tematické obrázky. </a:t>
            </a:r>
          </a:p>
          <a:p>
            <a:pPr marL="265113" indent="-265113" defTabSz="898525">
              <a:lnSpc>
                <a:spcPct val="200000"/>
              </a:lnSpc>
            </a:pPr>
            <a:r>
              <a:rPr lang="cs-CZ" dirty="0"/>
              <a:t>Obrázek: 	fotky, či jiné „hotové“ obrázky, obrázek		vytvořený v kreslícím programu.</a:t>
            </a:r>
          </a:p>
          <a:p>
            <a:pPr>
              <a:lnSpc>
                <a:spcPct val="200000"/>
              </a:lnSpc>
            </a:pPr>
            <a:r>
              <a:rPr lang="cs-CZ" dirty="0"/>
              <a:t>SmartArt:	vytvořený vývojový diagram.</a:t>
            </a:r>
          </a:p>
          <a:p>
            <a:pPr>
              <a:lnSpc>
                <a:spcPct val="200000"/>
              </a:lnSpc>
            </a:pPr>
            <a:r>
              <a:rPr lang="cs-CZ" dirty="0"/>
              <a:t>Kresba:	pomocí automatických tvarů.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973B5EA-13AA-4D81-8D02-52855A679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3</a:t>
            </a:fld>
            <a:endParaRPr lang="cs-CZ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Obrázek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27584" y="1988840"/>
            <a:ext cx="7632848" cy="40514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cs-CZ" sz="2400" dirty="0"/>
              <a:t>Karta Vložení =&gt; skupina Obrázky nebo Ilustrace.</a:t>
            </a:r>
          </a:p>
          <a:p>
            <a:endParaRPr lang="cs-CZ" dirty="0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CEDAE510-5BC7-43F8-B43F-D52E8D8AA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575" y="3419015"/>
            <a:ext cx="7144279" cy="1989959"/>
          </a:xfrm>
          <a:prstGeom prst="rect">
            <a:avLst/>
          </a:prstGeom>
        </p:spPr>
      </p:pic>
      <p:sp>
        <p:nvSpPr>
          <p:cNvPr id="8" name="Zástupný symbol pro číslo snímku 7">
            <a:extLst>
              <a:ext uri="{FF2B5EF4-FFF2-40B4-BE49-F238E27FC236}">
                <a16:creationId xmlns:a16="http://schemas.microsoft.com/office/drawing/2014/main" id="{8FDB9719-EA79-4BE7-9EC4-B396992E7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4</a:t>
            </a:fld>
            <a:endParaRPr lang="cs-CZ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22101" y="1246189"/>
            <a:ext cx="7125112" cy="2638661"/>
          </a:xfrm>
        </p:spPr>
        <p:txBody>
          <a:bodyPr/>
          <a:lstStyle/>
          <a:p>
            <a:r>
              <a:rPr lang="cs-CZ" dirty="0"/>
              <a:t>Přes ikonu v textovém poli vloženého snímku</a:t>
            </a: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741B538A-CC25-4538-B53B-4207CC773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5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A5398E9B-ECEA-44F8-8E88-F4AB232E9A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612" t="26189" r="19288" b="14983"/>
          <a:stretch/>
        </p:blipFill>
        <p:spPr>
          <a:xfrm>
            <a:off x="1835696" y="1801186"/>
            <a:ext cx="5688632" cy="4266475"/>
          </a:xfrm>
          <a:prstGeom prst="rect">
            <a:avLst/>
          </a:prstGeom>
        </p:spPr>
      </p:pic>
      <p:sp>
        <p:nvSpPr>
          <p:cNvPr id="6" name="Obdélník 5"/>
          <p:cNvSpPr/>
          <p:nvPr/>
        </p:nvSpPr>
        <p:spPr>
          <a:xfrm flipV="1">
            <a:off x="3635896" y="3819212"/>
            <a:ext cx="1872208" cy="8472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ln w="57150">
                <a:solidFill>
                  <a:srgbClr val="FF0000"/>
                </a:solidFill>
              </a:ln>
              <a:noFill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7247" y="548680"/>
            <a:ext cx="7125113" cy="924475"/>
          </a:xfrm>
        </p:spPr>
        <p:txBody>
          <a:bodyPr/>
          <a:lstStyle/>
          <a:p>
            <a:r>
              <a:rPr lang="cs-CZ" dirty="0"/>
              <a:t>Úpravy obrázků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755576" y="1556792"/>
            <a:ext cx="7632848" cy="383541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cs-CZ" dirty="0"/>
              <a:t>Označením obrázku se zaktivní karta Nástroje obrázku =&gt; Formát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6E3D6E95-8882-49B8-9072-587041CEB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52012"/>
            <a:ext cx="9144000" cy="968587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05FC0BB4-9A71-44BB-A699-66CDB3B26B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r="40113" b="-15753"/>
          <a:stretch/>
        </p:blipFill>
        <p:spPr>
          <a:xfrm>
            <a:off x="179512" y="3861048"/>
            <a:ext cx="8568952" cy="1754421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26AC7320-13F2-43F5-A16F-E0C6D0EE5F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187" t="1" b="-10660"/>
          <a:stretch/>
        </p:blipFill>
        <p:spPr>
          <a:xfrm>
            <a:off x="2001140" y="5301208"/>
            <a:ext cx="7125112" cy="1710988"/>
          </a:xfrm>
          <a:prstGeom prst="rect">
            <a:avLst/>
          </a:prstGeom>
        </p:spPr>
      </p:pic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FF1606EF-DE9D-4293-B160-2095D5D72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6</a:t>
            </a:fld>
            <a:endParaRPr lang="cs-CZ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331640" y="476672"/>
            <a:ext cx="6730907" cy="612068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cs-CZ" dirty="0"/>
              <a:t>Komprese</a:t>
            </a:r>
          </a:p>
          <a:p>
            <a:pPr>
              <a:lnSpc>
                <a:spcPct val="150000"/>
              </a:lnSpc>
            </a:pPr>
            <a:r>
              <a:rPr lang="cs-CZ" dirty="0"/>
              <a:t>Jas</a:t>
            </a:r>
          </a:p>
          <a:p>
            <a:pPr>
              <a:lnSpc>
                <a:spcPct val="150000"/>
              </a:lnSpc>
            </a:pPr>
            <a:r>
              <a:rPr lang="cs-CZ" dirty="0"/>
              <a:t>Kontrast</a:t>
            </a:r>
          </a:p>
          <a:p>
            <a:pPr>
              <a:lnSpc>
                <a:spcPct val="150000"/>
              </a:lnSpc>
            </a:pPr>
            <a:r>
              <a:rPr lang="cs-CZ" dirty="0"/>
              <a:t>Přebarvení</a:t>
            </a:r>
          </a:p>
          <a:p>
            <a:pPr>
              <a:lnSpc>
                <a:spcPct val="150000"/>
              </a:lnSpc>
            </a:pPr>
            <a:r>
              <a:rPr lang="cs-CZ" dirty="0"/>
              <a:t>Změnit velikost</a:t>
            </a:r>
          </a:p>
          <a:p>
            <a:pPr>
              <a:lnSpc>
                <a:spcPct val="150000"/>
              </a:lnSpc>
            </a:pPr>
            <a:r>
              <a:rPr lang="cs-CZ" dirty="0"/>
              <a:t>Oříznout</a:t>
            </a:r>
          </a:p>
          <a:p>
            <a:pPr>
              <a:lnSpc>
                <a:spcPct val="150000"/>
              </a:lnSpc>
            </a:pPr>
            <a:r>
              <a:rPr lang="cs-CZ" dirty="0"/>
              <a:t>Změnit styl</a:t>
            </a:r>
          </a:p>
          <a:p>
            <a:pPr>
              <a:lnSpc>
                <a:spcPct val="150000"/>
              </a:lnSpc>
            </a:pPr>
            <a:r>
              <a:rPr lang="cs-CZ" dirty="0"/>
              <a:t>Tvar obrázku</a:t>
            </a:r>
          </a:p>
          <a:p>
            <a:pPr>
              <a:lnSpc>
                <a:spcPct val="150000"/>
              </a:lnSpc>
            </a:pPr>
            <a:r>
              <a:rPr lang="cs-CZ" dirty="0"/>
              <a:t>Přidat efekt</a:t>
            </a:r>
          </a:p>
          <a:p>
            <a:pPr>
              <a:lnSpc>
                <a:spcPct val="150000"/>
              </a:lnSpc>
            </a:pPr>
            <a:r>
              <a:rPr lang="cs-CZ" dirty="0"/>
              <a:t>Vložit vlastní prvek</a:t>
            </a:r>
          </a:p>
          <a:p>
            <a:pPr>
              <a:lnSpc>
                <a:spcPct val="150000"/>
              </a:lnSpc>
            </a:pPr>
            <a:endParaRPr lang="cs-CZ" dirty="0"/>
          </a:p>
          <a:p>
            <a:pPr>
              <a:lnSpc>
                <a:spcPct val="150000"/>
              </a:lnSpc>
            </a:pPr>
            <a:endParaRPr lang="cs-CZ" dirty="0"/>
          </a:p>
        </p:txBody>
      </p:sp>
      <p:pic>
        <p:nvPicPr>
          <p:cNvPr id="5" name="Zástupný symbol pro obsah 3" descr="snapshot_0000000d_cda920b3.jpg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285826" y="1196752"/>
            <a:ext cx="3384376" cy="2538282"/>
          </a:xfrm>
          <a:prstGeom prst="foldedCorner">
            <a:avLst/>
          </a:prstGeom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  <a:softEdge rad="112500"/>
          </a:effectLst>
        </p:spPr>
      </p:pic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A88BC93A-1318-4FDF-A49E-DBFBD39D1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7</a:t>
            </a:fld>
            <a:endParaRPr lang="cs-CZ"/>
          </a:p>
        </p:txBody>
      </p:sp>
      <p:pic>
        <p:nvPicPr>
          <p:cNvPr id="6" name="Obrázek 5" descr="Obsah obrázku sklo, kreslení&#10;&#10;Popis byl vytvořen automaticky">
            <a:extLst>
              <a:ext uri="{FF2B5EF4-FFF2-40B4-BE49-F238E27FC236}">
                <a16:creationId xmlns:a16="http://schemas.microsoft.com/office/drawing/2014/main" id="{419881DF-BCF7-47B0-86E2-E6ABBC04DC6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3538072"/>
            <a:ext cx="2116832" cy="2116832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isometricTopUp"/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Vlastní grafické objekty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971600" y="1844824"/>
            <a:ext cx="7272808" cy="4195594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dirty="0"/>
              <a:t>Karta Domů skupina Kreslení</a:t>
            </a:r>
          </a:p>
          <a:p>
            <a:pPr>
              <a:lnSpc>
                <a:spcPct val="200000"/>
              </a:lnSpc>
            </a:pPr>
            <a:endParaRPr lang="cs-CZ" dirty="0"/>
          </a:p>
          <a:p>
            <a:pPr>
              <a:lnSpc>
                <a:spcPct val="200000"/>
              </a:lnSpc>
            </a:pPr>
            <a:endParaRPr lang="cs-CZ" dirty="0"/>
          </a:p>
          <a:p>
            <a:pPr>
              <a:lnSpc>
                <a:spcPct val="200000"/>
              </a:lnSpc>
            </a:pPr>
            <a:r>
              <a:rPr lang="cs-CZ" dirty="0"/>
              <a:t>Karta Vložení skupina Ilustrace =&gt; tlačítko Obrazce.</a:t>
            </a:r>
          </a:p>
          <a:p>
            <a:pPr>
              <a:lnSpc>
                <a:spcPct val="200000"/>
              </a:lnSpc>
            </a:pP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B47D90C-281B-4AF8-BEE5-1E2CB5DB6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8</a:t>
            </a:fld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3F11C61D-4132-43A9-B39F-C9EAAEC9E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348" y="2708920"/>
            <a:ext cx="6271806" cy="16656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6883" y="89643"/>
            <a:ext cx="2834381" cy="6678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Veselý obličej 7"/>
          <p:cNvSpPr/>
          <p:nvPr/>
        </p:nvSpPr>
        <p:spPr>
          <a:xfrm>
            <a:off x="4205045" y="645839"/>
            <a:ext cx="2664296" cy="2232248"/>
          </a:xfrm>
          <a:prstGeom prst="smileyFace">
            <a:avLst/>
          </a:prstGeom>
          <a:blipFill>
            <a:blip r:embed="rId3"/>
            <a:tile tx="0" ty="0" sx="100000" sy="100000" flip="none" algn="tl"/>
          </a:blip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cxnSp>
        <p:nvCxnSpPr>
          <p:cNvPr id="12" name="Pravoúhlá spojovací čára 11"/>
          <p:cNvCxnSpPr>
            <a:cxnSpLocks/>
            <a:stCxn id="8" idx="4"/>
          </p:cNvCxnSpPr>
          <p:nvPr/>
        </p:nvCxnSpPr>
        <p:spPr>
          <a:xfrm rot="16200000" flipH="1">
            <a:off x="5643236" y="2772043"/>
            <a:ext cx="550913" cy="762999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Pravoúhlá spojovací čára 13"/>
          <p:cNvCxnSpPr>
            <a:cxnSpLocks/>
          </p:cNvCxnSpPr>
          <p:nvPr/>
        </p:nvCxnSpPr>
        <p:spPr>
          <a:xfrm rot="16200000" flipH="1">
            <a:off x="6007627" y="4851988"/>
            <a:ext cx="585131" cy="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Slunce 2">
            <a:extLst>
              <a:ext uri="{FF2B5EF4-FFF2-40B4-BE49-F238E27FC236}">
                <a16:creationId xmlns:a16="http://schemas.microsoft.com/office/drawing/2014/main" id="{5E80991B-A4A8-4C7F-B1C3-43CE583B9D05}"/>
              </a:ext>
            </a:extLst>
          </p:cNvPr>
          <p:cNvSpPr/>
          <p:nvPr/>
        </p:nvSpPr>
        <p:spPr>
          <a:xfrm>
            <a:off x="5875118" y="3428999"/>
            <a:ext cx="1317591" cy="1224136"/>
          </a:xfrm>
          <a:prstGeom prst="sun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" name="Svitek: svislý 3">
            <a:extLst>
              <a:ext uri="{FF2B5EF4-FFF2-40B4-BE49-F238E27FC236}">
                <a16:creationId xmlns:a16="http://schemas.microsoft.com/office/drawing/2014/main" id="{61BCD485-6811-4D60-906F-D74A65105379}"/>
              </a:ext>
            </a:extLst>
          </p:cNvPr>
          <p:cNvSpPr/>
          <p:nvPr/>
        </p:nvSpPr>
        <p:spPr>
          <a:xfrm>
            <a:off x="4802568" y="5144554"/>
            <a:ext cx="2232248" cy="1512168"/>
          </a:xfrm>
          <a:prstGeom prst="verticalScroll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AHOJ 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82302FA-D698-414C-B511-CD69F1CE3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9</a:t>
            </a:fld>
            <a:endParaRPr lang="cs-CZ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Obrazce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003015" y="1825835"/>
            <a:ext cx="7125112" cy="4051437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400" dirty="0"/>
              <a:t>Pomocí Obrazců lze vkládat do snímku tlačítka umožňující hypertextový přechod.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 t="91795"/>
          <a:stretch>
            <a:fillRect/>
          </a:stretch>
        </p:blipFill>
        <p:spPr bwMode="auto">
          <a:xfrm>
            <a:off x="1095023" y="4437575"/>
            <a:ext cx="5586427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4E465FA-BDFD-488F-B69C-A980D581C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10</a:t>
            </a:fld>
            <a:endParaRPr lang="cs-CZ"/>
          </a:p>
        </p:txBody>
      </p:sp>
      <p:sp>
        <p:nvSpPr>
          <p:cNvPr id="5" name="Tlačítko akce: Zvuk 4">
            <a:hlinkClick r:id="" action="ppaction://noaction" highlightClick="1">
              <a:snd r:embed="rId3" name="applause.wav"/>
            </a:hlinkClick>
            <a:extLst>
              <a:ext uri="{FF2B5EF4-FFF2-40B4-BE49-F238E27FC236}">
                <a16:creationId xmlns:a16="http://schemas.microsoft.com/office/drawing/2014/main" id="{B360AEA6-DA6A-4316-8EAF-334D68D6414A}"/>
              </a:ext>
            </a:extLst>
          </p:cNvPr>
          <p:cNvSpPr/>
          <p:nvPr/>
        </p:nvSpPr>
        <p:spPr>
          <a:xfrm>
            <a:off x="6504170" y="2708920"/>
            <a:ext cx="1619672" cy="1584176"/>
          </a:xfrm>
          <a:prstGeom prst="actionButtonSound">
            <a:avLst/>
          </a:prstGeom>
          <a:gradFill flip="none" rotWithShape="1">
            <a:gsLst>
              <a:gs pos="0">
                <a:schemeClr val="accent2">
                  <a:lumMod val="0"/>
                  <a:lumOff val="100000"/>
                </a:schemeClr>
              </a:gs>
              <a:gs pos="35000">
                <a:schemeClr val="accent2">
                  <a:lumMod val="0"/>
                  <a:lumOff val="100000"/>
                </a:schemeClr>
              </a:gs>
              <a:gs pos="100000">
                <a:schemeClr val="accent2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28575">
            <a:solidFill>
              <a:srgbClr val="0070C0"/>
            </a:solidFill>
            <a:prstDash val="sysDash"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Fotoalba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400" dirty="0"/>
              <a:t>PowerPoint umožňuje vytvářet speciální formátované prezentace pro vložení fotografií a vytištění ve formě fotoalba.</a:t>
            </a:r>
          </a:p>
          <a:p>
            <a:pPr>
              <a:lnSpc>
                <a:spcPct val="200000"/>
              </a:lnSpc>
            </a:pPr>
            <a:r>
              <a:rPr lang="cs-CZ" sz="2400" dirty="0"/>
              <a:t>Nemusí jít jen o fotky, ale i o obrázky.</a:t>
            </a:r>
          </a:p>
          <a:p>
            <a:pPr>
              <a:lnSpc>
                <a:spcPct val="200000"/>
              </a:lnSpc>
              <a:buNone/>
            </a:pPr>
            <a:endParaRPr lang="cs-CZ" sz="2400" dirty="0"/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D88C9764-8C11-4BF8-9787-6DC8FCA44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11</a:t>
            </a:fld>
            <a:endParaRPr lang="cs-CZ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Vytvoření fotoalba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187624" y="1844824"/>
            <a:ext cx="6965245" cy="419559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400" dirty="0"/>
              <a:t>Karta Vložení skupina Obrázky tlačítko Fotoalbum =&gt; příkaz Nové fotoalbum. 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C9A6DE19-725D-42C7-90EE-7CB3ABC3C6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2969" b="65247"/>
          <a:stretch/>
        </p:blipFill>
        <p:spPr>
          <a:xfrm>
            <a:off x="1845461" y="3154948"/>
            <a:ext cx="5453077" cy="2877259"/>
          </a:xfrm>
          <a:prstGeom prst="rect">
            <a:avLst/>
          </a:prstGeom>
        </p:spPr>
      </p:pic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744EF1EA-ACEA-43AE-9DA9-253995176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12</a:t>
            </a:fld>
            <a:endParaRPr lang="cs-CZ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Vytvoření fotoalba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187624" y="1844824"/>
            <a:ext cx="6965245" cy="419559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400" dirty="0"/>
              <a:t>V dialogovém okně Fotoalbum vkládáte fotky přes tlačítko Soubor či disk.</a:t>
            </a:r>
          </a:p>
          <a:p>
            <a:pPr>
              <a:lnSpc>
                <a:spcPct val="150000"/>
              </a:lnSpc>
            </a:pPr>
            <a:r>
              <a:rPr lang="cs-CZ" sz="2400" dirty="0"/>
              <a:t>Obrázky můžete upravit.</a:t>
            </a:r>
          </a:p>
          <a:p>
            <a:pPr>
              <a:lnSpc>
                <a:spcPct val="150000"/>
              </a:lnSpc>
            </a:pPr>
            <a:r>
              <a:rPr lang="cs-CZ" sz="2400" dirty="0"/>
              <a:t>Po úpravu obrázků ve fotoalbu klikněte na Vytvořit, čímž vytvoříte novou prezentaci s titulním snímkem Fotoalba. 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C4EB6C1-C2B2-4865-9E4D-CA5A014A7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65490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9AC762-4428-48B1-B3A3-0C05CD57A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A872869-A32F-41DE-8B7D-9460E0C94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DDB63C9-E730-4A96-94AC-76ABDB920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14</a:t>
            </a:fld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5E1812F8-0386-4361-A92D-286AA4ECE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40" y="812341"/>
            <a:ext cx="7397241" cy="499681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62848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6C31BC61-CEB4-4D35-B707-599421209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15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29D6CE57-8BFF-4F80-B4C7-946D9242A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836712"/>
            <a:ext cx="8640960" cy="58049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304D24F7-CD6E-435D-BD23-62894E882F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78" b="5179"/>
          <a:stretch/>
        </p:blipFill>
        <p:spPr>
          <a:xfrm>
            <a:off x="369278" y="1900800"/>
            <a:ext cx="8405444" cy="4480528"/>
          </a:xfrm>
          <a:prstGeom prst="rect">
            <a:avLst/>
          </a:prstGeom>
        </p:spPr>
      </p:pic>
      <p:sp>
        <p:nvSpPr>
          <p:cNvPr id="3" name="Nadpis 2">
            <a:extLst>
              <a:ext uri="{FF2B5EF4-FFF2-40B4-BE49-F238E27FC236}">
                <a16:creationId xmlns:a16="http://schemas.microsoft.com/office/drawing/2014/main" id="{9EE67E8B-85AB-4885-925F-273035294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Automatické vytvoření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74C35F5-1CAF-4A1C-8EFC-B01429980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16</a:t>
            </a:fld>
            <a:endParaRPr lang="cs-CZ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Práce s fotoalbem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001296" y="2119257"/>
            <a:ext cx="7141408" cy="392116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dirty="0"/>
              <a:t>Doporučuje se fotky upravovat ve speciálním programu.</a:t>
            </a:r>
          </a:p>
          <a:p>
            <a:pPr>
              <a:lnSpc>
                <a:spcPct val="150000"/>
              </a:lnSpc>
            </a:pPr>
            <a:r>
              <a:rPr lang="cs-CZ" dirty="0"/>
              <a:t>Při úpravě fotoalba stačí daný snímek označit a pak: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Přes pravé tlačítko myši otevřít Fotoalbum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Přes kartu Vložení Fotoalbum Upravit fotoalbum</a:t>
            </a:r>
          </a:p>
          <a:p>
            <a:pPr lvl="1">
              <a:lnSpc>
                <a:spcPct val="150000"/>
              </a:lnSpc>
              <a:buNone/>
            </a:pPr>
            <a:endParaRPr lang="cs-CZ" sz="2400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7012AE4B-72BC-4C08-8CAF-7CBC7C895D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17" r="75044" b="78880"/>
          <a:stretch/>
        </p:blipFill>
        <p:spPr>
          <a:xfrm>
            <a:off x="531902" y="5224504"/>
            <a:ext cx="4320480" cy="1586834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FA1E68D3-52C8-44BE-8C60-56035088A2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7214" r="81500" b="15075"/>
          <a:stretch/>
        </p:blipFill>
        <p:spPr>
          <a:xfrm>
            <a:off x="5649384" y="5224504"/>
            <a:ext cx="2948168" cy="1586834"/>
          </a:xfrm>
          <a:prstGeom prst="rect">
            <a:avLst/>
          </a:prstGeom>
        </p:spPr>
      </p:pic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03D87D9-251F-471F-9A08-48121DF78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17</a:t>
            </a:fld>
            <a:endParaRPr lang="cs-CZ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3273A64B-1E4F-4DA1-8AF5-D741F7F651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862" t="21986" r="31888" b="19186"/>
          <a:stretch/>
        </p:blipFill>
        <p:spPr>
          <a:xfrm>
            <a:off x="1115616" y="1052736"/>
            <a:ext cx="7097931" cy="4968552"/>
          </a:xfrm>
          <a:prstGeom prst="rect">
            <a:avLst/>
          </a:prstGeom>
        </p:spPr>
      </p:pic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2480DB4A-4355-432A-8B25-D90DD974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18</a:t>
            </a:fld>
            <a:endParaRPr lang="cs-CZ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Grafy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dirty="0"/>
              <a:t>Karta Vložení skupina Ilustrace ikona Graf.</a:t>
            </a:r>
          </a:p>
          <a:p>
            <a:pPr>
              <a:lnSpc>
                <a:spcPct val="200000"/>
              </a:lnSpc>
            </a:pPr>
            <a:r>
              <a:rPr lang="cs-CZ" dirty="0"/>
              <a:t>Textové pole snímku ikona Graf.</a:t>
            </a:r>
          </a:p>
          <a:p>
            <a:pPr lvl="1">
              <a:lnSpc>
                <a:spcPct val="200000"/>
              </a:lnSpc>
              <a:buNone/>
            </a:pPr>
            <a:endParaRPr lang="cs-CZ" sz="24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5A4ECFF-E196-4B32-ABC9-26BF1C21F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19</a:t>
            </a:fld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F603BB1A-6985-4A85-A79C-6EA3AF61E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357" y="3887386"/>
            <a:ext cx="6539770" cy="190109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D0D5E3-F95C-46FE-80BF-B726BB457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Tvorba grafu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9BD2625-86B7-4712-8428-9C74C3E8E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20</a:t>
            </a:fld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dirty="0"/>
              <a:t>Výběr typu grafu.</a:t>
            </a:r>
          </a:p>
          <a:p>
            <a:pPr>
              <a:lnSpc>
                <a:spcPct val="200000"/>
              </a:lnSpc>
            </a:pPr>
            <a:r>
              <a:rPr lang="cs-CZ" dirty="0"/>
              <a:t>Vyplnění údajů </a:t>
            </a:r>
            <a:br>
              <a:rPr lang="cs-CZ" dirty="0"/>
            </a:br>
            <a:r>
              <a:rPr lang="cs-CZ" dirty="0"/>
              <a:t>v pomocné tabulce </a:t>
            </a:r>
            <a:br>
              <a:rPr lang="cs-CZ" dirty="0"/>
            </a:br>
            <a:r>
              <a:rPr lang="cs-CZ" dirty="0"/>
              <a:t>v Excelu.</a:t>
            </a:r>
          </a:p>
          <a:p>
            <a:pPr lvl="1">
              <a:lnSpc>
                <a:spcPct val="200000"/>
              </a:lnSpc>
              <a:buNone/>
            </a:pPr>
            <a:endParaRPr lang="cs-CZ" sz="2400" dirty="0"/>
          </a:p>
          <a:p>
            <a:pPr lvl="1">
              <a:lnSpc>
                <a:spcPct val="200000"/>
              </a:lnSpc>
            </a:pPr>
            <a:endParaRPr lang="cs-CZ" sz="2400" dirty="0"/>
          </a:p>
          <a:p>
            <a:pPr lvl="1">
              <a:lnSpc>
                <a:spcPct val="200000"/>
              </a:lnSpc>
            </a:pPr>
            <a:endParaRPr lang="cs-CZ" sz="2400" dirty="0"/>
          </a:p>
          <a:p>
            <a:pPr lvl="1">
              <a:lnSpc>
                <a:spcPct val="200000"/>
              </a:lnSpc>
            </a:pPr>
            <a:endParaRPr lang="cs-CZ" sz="2400" dirty="0"/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9BDF6124-C3C8-4DA4-9CC2-8A2E47F35F5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228E4057-4418-4FC5-99C4-0DA2080BFF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375" t="7980" r="26375" b="13582"/>
          <a:stretch/>
        </p:blipFill>
        <p:spPr>
          <a:xfrm>
            <a:off x="4283968" y="1885912"/>
            <a:ext cx="4611886" cy="430442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BDFA8BC9-97F9-4E3D-8388-6D14F4DC4D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78" r="9051" b="14984"/>
          <a:stretch/>
        </p:blipFill>
        <p:spPr>
          <a:xfrm>
            <a:off x="413792" y="1160748"/>
            <a:ext cx="8316416" cy="4536504"/>
          </a:xfrm>
          <a:prstGeom prst="rect">
            <a:avLst/>
          </a:prstGeom>
        </p:spPr>
      </p:pic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1B357CA-14A1-468F-9663-8D643B112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21</a:t>
            </a:fld>
            <a:endParaRPr lang="cs-CZ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27C37C-EDFA-4069-ACD4-BC4225B47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Úprava grafu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08A0E42C-F2FF-40BB-B5CA-B4F847689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5943" y="1720571"/>
            <a:ext cx="7078282" cy="370300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cs-CZ" dirty="0"/>
              <a:t>Přepis dat v excelovské tabulce.</a:t>
            </a:r>
          </a:p>
          <a:p>
            <a:pPr>
              <a:lnSpc>
                <a:spcPct val="150000"/>
              </a:lnSpc>
            </a:pPr>
            <a:r>
              <a:rPr lang="cs-CZ" dirty="0"/>
              <a:t>Výběr oblasti Grafu =&gt; </a:t>
            </a:r>
            <a:r>
              <a:rPr lang="cs-CZ" b="1" dirty="0"/>
              <a:t>pravý dolní roh tabulky, jen smazání dat nestačí. </a:t>
            </a:r>
          </a:p>
          <a:p>
            <a:pPr>
              <a:lnSpc>
                <a:spcPct val="150000"/>
              </a:lnSpc>
            </a:pPr>
            <a:r>
              <a:rPr lang="cs-CZ" dirty="0"/>
              <a:t>Změna oblasti dat v tabulce se následně projeví v grafu.</a:t>
            </a: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9D1B4EFA-CD65-4944-A5BD-A1B6747633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463" t="14130" r="39094" b="65238"/>
          <a:stretch/>
        </p:blipFill>
        <p:spPr>
          <a:xfrm>
            <a:off x="4766274" y="4837934"/>
            <a:ext cx="4292631" cy="1814553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C4B64603-B690-457E-940B-2899168EA6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175" t="22197" r="32236" b="55603"/>
          <a:stretch/>
        </p:blipFill>
        <p:spPr>
          <a:xfrm>
            <a:off x="85095" y="4797152"/>
            <a:ext cx="4159051" cy="1972242"/>
          </a:xfrm>
          <a:prstGeom prst="rect">
            <a:avLst/>
          </a:prstGeom>
        </p:spPr>
      </p:pic>
      <p:sp>
        <p:nvSpPr>
          <p:cNvPr id="9" name="Šipka: doprava, šrafovaná 8">
            <a:extLst>
              <a:ext uri="{FF2B5EF4-FFF2-40B4-BE49-F238E27FC236}">
                <a16:creationId xmlns:a16="http://schemas.microsoft.com/office/drawing/2014/main" id="{9110360C-9199-4451-BA9E-B560B228CAFB}"/>
              </a:ext>
            </a:extLst>
          </p:cNvPr>
          <p:cNvSpPr/>
          <p:nvPr/>
        </p:nvSpPr>
        <p:spPr>
          <a:xfrm>
            <a:off x="3419872" y="5614580"/>
            <a:ext cx="1440160" cy="451178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3E88B9C4-B33A-46C6-9E3C-2DFCC30E8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39513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sah 1">
            <a:extLst>
              <a:ext uri="{FF2B5EF4-FFF2-40B4-BE49-F238E27FC236}">
                <a16:creationId xmlns:a16="http://schemas.microsoft.com/office/drawing/2014/main" id="{B5A6B966-4159-4740-B8AB-42AFE22B5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E7B73386-C01E-4F7E-8C7C-C4085C69D0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587" t="3778" r="14563" b="9381"/>
          <a:stretch/>
        </p:blipFill>
        <p:spPr>
          <a:xfrm>
            <a:off x="971600" y="692696"/>
            <a:ext cx="7344816" cy="5991824"/>
          </a:xfrm>
          <a:prstGeom prst="rect">
            <a:avLst/>
          </a:prstGeom>
        </p:spPr>
      </p:pic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98EF4F3-4E34-486C-AA95-7F107120F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23</a:t>
            </a:fld>
            <a:endParaRPr lang="cs-CZ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Úpravy grafu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463040" y="2119256"/>
            <a:ext cx="7213416" cy="455010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400" dirty="0"/>
              <a:t>Karty Nástroje grafu =&gt;</a:t>
            </a:r>
            <a:r>
              <a:rPr lang="cs-CZ" dirty="0"/>
              <a:t> karty Návrh a Formát.</a:t>
            </a:r>
          </a:p>
          <a:p>
            <a:pPr>
              <a:lnSpc>
                <a:spcPct val="150000"/>
              </a:lnSpc>
            </a:pPr>
            <a:endParaRPr lang="cs-CZ" sz="2400" dirty="0"/>
          </a:p>
          <a:p>
            <a:pPr>
              <a:lnSpc>
                <a:spcPct val="150000"/>
              </a:lnSpc>
            </a:pPr>
            <a:endParaRPr lang="cs-CZ" sz="2400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622A09D8-7551-4E50-AD8D-B8BD4F3BB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7" y="3226401"/>
            <a:ext cx="9144000" cy="1049675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D0DF6349-C868-4D0F-A705-C9F1FD274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4" y="4809247"/>
            <a:ext cx="9144000" cy="1147948"/>
          </a:xfrm>
          <a:prstGeom prst="rect">
            <a:avLst/>
          </a:prstGeom>
        </p:spPr>
      </p:pic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776898F-24F9-44E0-A5F6-EFC3EEA28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24</a:t>
            </a:fld>
            <a:endParaRPr lang="cs-CZ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5089EFA8-6DF4-4341-AF85-112C33CF05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594" t="8404" r="18" b="7556"/>
          <a:stretch/>
        </p:blipFill>
        <p:spPr>
          <a:xfrm>
            <a:off x="3339214" y="2501121"/>
            <a:ext cx="5796136" cy="4320480"/>
          </a:xfrm>
          <a:prstGeom prst="rect">
            <a:avLst/>
          </a:prstGeom>
        </p:spPr>
      </p:pic>
      <p:sp>
        <p:nvSpPr>
          <p:cNvPr id="3" name="Nadpis 2">
            <a:extLst>
              <a:ext uri="{FF2B5EF4-FFF2-40B4-BE49-F238E27FC236}">
                <a16:creationId xmlns:a16="http://schemas.microsoft.com/office/drawing/2014/main" id="{2A6FCF53-74E4-4D13-BFA1-74911572F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1AF0301B-D17C-446E-808A-D8FCC3E3B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9632" y="2020067"/>
            <a:ext cx="6196405" cy="360381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cs-CZ" dirty="0"/>
              <a:t>Pravé tlačítko myši =&gt; dialogová okna </a:t>
            </a:r>
            <a:br>
              <a:rPr lang="cs-CZ" dirty="0"/>
            </a:br>
            <a:r>
              <a:rPr lang="cs-CZ" dirty="0"/>
              <a:t>s možnostmi.</a:t>
            </a:r>
          </a:p>
          <a:p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045B975-196A-4F9C-A3F6-4DDD83CB4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25</a:t>
            </a:fld>
            <a:endParaRPr lang="cs-CZ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99FE80-0667-4CB3-9C8D-87419588A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SmartArt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B7190A8-5165-4E71-B91C-7F5D6B6EE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cs-CZ" dirty="0"/>
              <a:t>Vývojové diagramy.</a:t>
            </a:r>
          </a:p>
          <a:p>
            <a:pPr>
              <a:lnSpc>
                <a:spcPct val="150000"/>
              </a:lnSpc>
            </a:pPr>
            <a:r>
              <a:rPr lang="cs-CZ" dirty="0"/>
              <a:t>Karta Vložení skupina Ilustrace =&gt; ikona SmartArt, nebo ikona v novém textovém poli.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B7F6B37-2319-4D30-AC25-4F77C6DF3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26</a:t>
            </a:fld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6297B130-3CD1-402E-8C56-2C044583B5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627"/>
          <a:stretch/>
        </p:blipFill>
        <p:spPr>
          <a:xfrm>
            <a:off x="1392104" y="3947230"/>
            <a:ext cx="6267341" cy="199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1890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0F6C5ED-A285-4D47-ADDC-147026F24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SmartArt</a:t>
            </a:r>
          </a:p>
        </p:txBody>
      </p:sp>
      <p:pic>
        <p:nvPicPr>
          <p:cNvPr id="5" name="Zástupný symbol pro obsah 4">
            <a:extLst>
              <a:ext uri="{FF2B5EF4-FFF2-40B4-BE49-F238E27FC236}">
                <a16:creationId xmlns:a16="http://schemas.microsoft.com/office/drawing/2014/main" id="{B722CAA7-6574-4BB4-BE87-7B9B0F6379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4563" y="1799663"/>
            <a:ext cx="7330641" cy="4020351"/>
          </a:xfrm>
          <a:prstGeom prst="rect">
            <a:avLst/>
          </a:prstGeom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4BF2840-58AF-4EBA-B701-F577FA97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180388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0FC251-6714-4C02-8DB3-805AA1897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SmartArt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F3951B87-5D69-4810-9BD9-77CFCA7C3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9BFA531-E52B-4BD6-B3AE-6EB374292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28</a:t>
            </a:fld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08F8DB42-5CBF-48B7-93C6-6125969855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2762" t="2377" r="2750" b="13583"/>
          <a:stretch/>
        </p:blipFill>
        <p:spPr>
          <a:xfrm>
            <a:off x="-108520" y="2020067"/>
            <a:ext cx="9145016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5581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CCF383B-B046-4517-9334-EDAAA9947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Úprava </a:t>
            </a:r>
            <a:r>
              <a:rPr lang="cs-CZ" dirty="0" err="1"/>
              <a:t>SmartArtu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04EF830B-FD89-4199-9006-3D1474C23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cs-CZ" dirty="0"/>
              <a:t>Karty Nástroje obrázku SmartArt =&gt; karty Návrh a Formát.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E58B42A-9273-4EEA-8A33-3CBE15DB3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29</a:t>
            </a:fld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A90FF831-3CF3-45B5-BB9F-47A45E384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83601"/>
            <a:ext cx="9144000" cy="875123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561ADD52-2BEF-43F5-BF7F-EC8746D59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758" y="4772592"/>
            <a:ext cx="9144000" cy="95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7957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24E232-EBB3-46B7-8B4F-A7C205464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/>
              <a:t>Převedení textu na SmartArt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FB10E05-7224-4047-B0F7-E1AA0CDAD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30</a:t>
            </a:fld>
            <a:endParaRPr lang="cs-CZ"/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2FB146D3-A5A5-4FAD-B240-2FFAB8BF3BE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82995" y="2121789"/>
            <a:ext cx="3200400" cy="360273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cs-CZ" dirty="0"/>
              <a:t>Text s odrážkami =&gt; karta Domů skupina Odstavec ikona Převést na SmartArt.</a:t>
            </a:r>
          </a:p>
        </p:txBody>
      </p:sp>
      <p:sp>
        <p:nvSpPr>
          <p:cNvPr id="8" name="Zástupný symbol pro obsah 7">
            <a:extLst>
              <a:ext uri="{FF2B5EF4-FFF2-40B4-BE49-F238E27FC236}">
                <a16:creationId xmlns:a16="http://schemas.microsoft.com/office/drawing/2014/main" id="{BAED97E1-3C5B-4B73-A2B1-9FDB83873F3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A45D494A-A053-4C8C-A396-DF99AE1CA0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519" t="7824" r="20744" b="15903"/>
          <a:stretch/>
        </p:blipFill>
        <p:spPr>
          <a:xfrm>
            <a:off x="4083395" y="1851045"/>
            <a:ext cx="4847455" cy="498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5027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2FB6DD03-7DFB-4E09-93EB-6EB894A81A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613" t="24524" r="19288" b="14983"/>
          <a:stretch/>
        </p:blipFill>
        <p:spPr>
          <a:xfrm>
            <a:off x="251520" y="188640"/>
            <a:ext cx="4668390" cy="3600400"/>
          </a:xfrm>
          <a:prstGeom prst="rect">
            <a:avLst/>
          </a:prstGeom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0F2208B-BAF3-466B-99AB-36386499F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31</a:t>
            </a:fld>
            <a:endParaRPr lang="cs-CZ"/>
          </a:p>
        </p:txBody>
      </p:sp>
      <p:pic>
        <p:nvPicPr>
          <p:cNvPr id="6" name="Zástupný symbol pro obsah 5">
            <a:extLst>
              <a:ext uri="{FF2B5EF4-FFF2-40B4-BE49-F238E27FC236}">
                <a16:creationId xmlns:a16="http://schemas.microsoft.com/office/drawing/2014/main" id="{50FD02E2-BB7C-4691-B86A-F0B780DE5BA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3"/>
          <a:srcRect l="24545" t="3665" r="18649" b="14486"/>
          <a:stretch/>
        </p:blipFill>
        <p:spPr>
          <a:xfrm>
            <a:off x="3647151" y="2420888"/>
            <a:ext cx="5245329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1114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Špendlík">
  <a:themeElements>
    <a:clrScheme name="Špendlík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Špendlík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Špendlí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9746E8B3FF2B2428A148D03C368DE4A" ma:contentTypeVersion="13" ma:contentTypeDescription="Vytvoří nový dokument" ma:contentTypeScope="" ma:versionID="9d94cbd9914ef4824ad723384dcde04a">
  <xsd:schema xmlns:xsd="http://www.w3.org/2001/XMLSchema" xmlns:xs="http://www.w3.org/2001/XMLSchema" xmlns:p="http://schemas.microsoft.com/office/2006/metadata/properties" xmlns:ns3="ea85f2e0-d32a-4312-be8a-c00aff2510cf" xmlns:ns4="c52afa11-cb76-49c2-a807-b2856752eead" targetNamespace="http://schemas.microsoft.com/office/2006/metadata/properties" ma:root="true" ma:fieldsID="f78cee60d32ecf43d3cd1d8f83bcfaea" ns3:_="" ns4:_="">
    <xsd:import namespace="ea85f2e0-d32a-4312-be8a-c00aff2510cf"/>
    <xsd:import namespace="c52afa11-cb76-49c2-a807-b2856752eea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EventHashCode" minOccurs="0"/>
                <xsd:element ref="ns3:MediaServiceGenerationTim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85f2e0-d32a-4312-be8a-c00aff2510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2afa11-cb76-49c2-a807-b2856752eea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9C3C069-FAA8-4B8D-8E3A-0FED5E6635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85f2e0-d32a-4312-be8a-c00aff2510cf"/>
    <ds:schemaRef ds:uri="c52afa11-cb76-49c2-a807-b2856752ee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BDBDEA6-D63E-40F9-86AE-B41B30F749A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2F4E47-8187-4967-A597-3512ABA25F58}">
  <ds:schemaRefs>
    <ds:schemaRef ds:uri="c52afa11-cb76-49c2-a807-b2856752eead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ea85f2e0-d32a-4312-be8a-c00aff2510cf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5074</TotalTime>
  <Words>360</Words>
  <Application>Microsoft Office PowerPoint</Application>
  <PresentationFormat>Předvádění na obrazovce (4:3)</PresentationFormat>
  <Paragraphs>105</Paragraphs>
  <Slides>31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31</vt:i4>
      </vt:variant>
    </vt:vector>
  </HeadingPairs>
  <TitlesOfParts>
    <vt:vector size="37" baseType="lpstr">
      <vt:lpstr>Brush Script MT</vt:lpstr>
      <vt:lpstr>Calibri</vt:lpstr>
      <vt:lpstr>Constantia</vt:lpstr>
      <vt:lpstr>Franklin Gothic Book</vt:lpstr>
      <vt:lpstr>Rage Italic</vt:lpstr>
      <vt:lpstr>Špendlík</vt:lpstr>
      <vt:lpstr>Grafické objekty</vt:lpstr>
      <vt:lpstr>Grafické objekty</vt:lpstr>
      <vt:lpstr>Obrázky - výběr</vt:lpstr>
      <vt:lpstr>Obrázek</vt:lpstr>
      <vt:lpstr>Prezentace aplikace PowerPoint</vt:lpstr>
      <vt:lpstr>Úpravy obrázků</vt:lpstr>
      <vt:lpstr>Prezentace aplikace PowerPoint</vt:lpstr>
      <vt:lpstr>Vlastní grafické objekty</vt:lpstr>
      <vt:lpstr>Prezentace aplikace PowerPoint</vt:lpstr>
      <vt:lpstr>Obrazce</vt:lpstr>
      <vt:lpstr>Fotoalba</vt:lpstr>
      <vt:lpstr>Vytvoření fotoalba</vt:lpstr>
      <vt:lpstr>Vytvoření fotoalba</vt:lpstr>
      <vt:lpstr>Prezentace aplikace PowerPoint</vt:lpstr>
      <vt:lpstr>Prezentace aplikace PowerPoint</vt:lpstr>
      <vt:lpstr>Automatické vytvoření</vt:lpstr>
      <vt:lpstr>Práce s fotoalbem</vt:lpstr>
      <vt:lpstr>Prezentace aplikace PowerPoint</vt:lpstr>
      <vt:lpstr>Grafy</vt:lpstr>
      <vt:lpstr>Tvorba grafu</vt:lpstr>
      <vt:lpstr>Prezentace aplikace PowerPoint</vt:lpstr>
      <vt:lpstr>Úprava grafu</vt:lpstr>
      <vt:lpstr>Prezentace aplikace PowerPoint</vt:lpstr>
      <vt:lpstr>Úpravy grafu</vt:lpstr>
      <vt:lpstr>Prezentace aplikace PowerPoint</vt:lpstr>
      <vt:lpstr>SmartArt</vt:lpstr>
      <vt:lpstr>SmartArt</vt:lpstr>
      <vt:lpstr>SmartArt</vt:lpstr>
      <vt:lpstr>Úprava SmartArtu</vt:lpstr>
      <vt:lpstr>Převedení textu na SmartArt</vt:lpstr>
      <vt:lpstr>Prezentace aplikace PowerPoint</vt:lpstr>
    </vt:vector>
  </TitlesOfParts>
  <Company>Univerzita Pardubice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Úvod do PowerPointu</dc:title>
  <dc:creator>UPa</dc:creator>
  <cp:lastModifiedBy>Votavová Gabriela</cp:lastModifiedBy>
  <cp:revision>58</cp:revision>
  <cp:lastPrinted>2018-04-23T12:43:07Z</cp:lastPrinted>
  <dcterms:created xsi:type="dcterms:W3CDTF">2012-06-27T10:00:20Z</dcterms:created>
  <dcterms:modified xsi:type="dcterms:W3CDTF">2020-04-22T09:21:54Z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0x01010019746E8B3FF2B2428A148D03C368DE4A</vt:lpwstr>
  </property>
</Properties>
</file>