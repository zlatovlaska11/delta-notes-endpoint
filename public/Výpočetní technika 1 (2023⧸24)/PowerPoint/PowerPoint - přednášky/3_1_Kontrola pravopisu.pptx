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68" r:id="rId6"/>
    <p:sldId id="270" r:id="rId7"/>
    <p:sldId id="276" r:id="rId8"/>
    <p:sldId id="271" r:id="rId9"/>
    <p:sldId id="277" r:id="rId10"/>
    <p:sldId id="278" r:id="rId11"/>
    <p:sldId id="272" r:id="rId12"/>
    <p:sldId id="274" r:id="rId13"/>
    <p:sldId id="275" r:id="rId14"/>
    <p:sldId id="279" r:id="rId15"/>
  </p:sldIdLst>
  <p:sldSz cx="9144000" cy="6858000" type="screen4x3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křivánková Jitka" initials="SJ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65" autoAdjust="0"/>
    <p:restoredTop sz="94291" autoAdjust="0"/>
  </p:normalViewPr>
  <p:slideViewPr>
    <p:cSldViewPr>
      <p:cViewPr varScale="1">
        <p:scale>
          <a:sx n="59" d="100"/>
          <a:sy n="59" d="100"/>
        </p:scale>
        <p:origin x="372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2520" y="-72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07630-FCF3-4690-B8DC-AFED397BE9AE}" type="datetimeFigureOut">
              <a:rPr lang="cs-CZ" smtClean="0"/>
              <a:pPr/>
              <a:t>20.02.2023</a:t>
            </a:fld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6F0C10-84C3-41E4-AF76-DB93037DAD3C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348621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AD2C9C-91F5-4F25-BDD6-0FEE903BAD9E}" type="datetimeFigureOut">
              <a:rPr lang="cs-CZ" smtClean="0"/>
              <a:pPr/>
              <a:t>20.02.2023</a:t>
            </a:fld>
            <a:endParaRPr lang="cs-CZ" dirty="0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 dirty="0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FC7146-6E8B-40F6-8838-D8847D0A4AA1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61811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C7146-6E8B-40F6-8838-D8847D0A4AA1}" type="slidenum">
              <a:rPr lang="cs-CZ" smtClean="0"/>
              <a:pPr/>
              <a:t>7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04792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EE7835E2-7B4B-4B8E-A765-3263A2627936}" type="datetime1">
              <a:rPr lang="cs-CZ" smtClean="0"/>
              <a:t>20.02.2023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3943447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643ED7E0-539B-42AB-B208-253ECA85E13B}" type="datetime1">
              <a:rPr lang="cs-CZ" smtClean="0"/>
              <a:t>20.02.2023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84347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8302F-7671-471C-A6F3-69331CD0F102}" type="datetime1">
              <a:rPr lang="cs-CZ" smtClean="0"/>
              <a:t>20.02.2023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52058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563B5-11EB-49B9-AEAA-A4E5D6A731D1}" type="datetime1">
              <a:rPr lang="cs-CZ" smtClean="0"/>
              <a:t>20.02.2023</a:t>
            </a:fld>
            <a:endParaRPr lang="cs-CZ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0442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2D1A-CE6F-4E4B-96B0-B55691F8538B}" type="datetime1">
              <a:rPr lang="cs-CZ" smtClean="0"/>
              <a:t>20.02.2023</a:t>
            </a:fld>
            <a:endParaRPr lang="cs-CZ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11356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8E246-539E-4237-B606-BA1D5BE44176}" type="datetime1">
              <a:rPr lang="cs-CZ" smtClean="0"/>
              <a:t>20.02.2023</a:t>
            </a:fld>
            <a:endParaRPr lang="cs-CZ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1626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B7259-3471-478A-873D-F3316FD6AF7A}" type="datetime1">
              <a:rPr lang="cs-CZ" smtClean="0"/>
              <a:t>20.02.2023</a:t>
            </a:fld>
            <a:endParaRPr lang="cs-CZ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83122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769AC-43B1-4B8D-A921-38ADDC68FC7E}" type="datetime1">
              <a:rPr lang="cs-CZ" smtClean="0"/>
              <a:t>20.02.2023</a:t>
            </a:fld>
            <a:endParaRPr lang="cs-CZ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8791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 dirty="0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3648-123C-454F-B9E5-D9F99510D14F}" type="datetime1">
              <a:rPr lang="cs-CZ" smtClean="0"/>
              <a:t>20.02.2023</a:t>
            </a:fld>
            <a:endParaRPr lang="cs-CZ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767685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 dirty="0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48B30-2CFC-4458-8ED1-2F99E5A5CDCA}" type="datetime1">
              <a:rPr lang="cs-CZ" smtClean="0"/>
              <a:t>20.02.2023</a:t>
            </a:fld>
            <a:endParaRPr lang="cs-CZ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24010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C13D-6F57-423B-916B-4FA2E08D5D07}" type="datetime1">
              <a:rPr lang="cs-CZ" smtClean="0"/>
              <a:t>20.02.2023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6965854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EDA0C-06B9-4B14-A371-C93309092347}" type="datetime1">
              <a:rPr lang="cs-CZ" smtClean="0"/>
              <a:t>20.02.2023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4275414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263F-A3AC-408F-8262-56BCF06396EB}" type="datetime1">
              <a:rPr lang="cs-CZ" smtClean="0"/>
              <a:t>20.02.2023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368232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 s citac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cs-CZ"/>
              <a:t>Upravte styly předlohy textu.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AA07-D28B-421E-97AB-54189C1CF822}" type="datetime1">
              <a:rPr lang="cs-CZ" smtClean="0"/>
              <a:t>20.02.2023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55375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vda nebo neprav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cs-CZ"/>
              <a:t>Upravte styly předlohy textu.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B0C9-268E-4765-ADCE-C191BF2C4BC3}" type="datetime1">
              <a:rPr lang="cs-CZ" smtClean="0"/>
              <a:t>20.02.2023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458325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52126-4062-4CFE-A544-02513C340329}" type="datetime1">
              <a:rPr lang="cs-CZ" smtClean="0"/>
              <a:t>20.02.2023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054095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F0CF0-95FB-4CAE-A8E4-2FD9ABFA976C}" type="datetime1">
              <a:rPr lang="cs-CZ" smtClean="0"/>
              <a:t>20.02.2023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11787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9D7B804-45B6-454B-B8AA-68C2FB60CBE5}" type="datetime1">
              <a:rPr lang="cs-CZ" smtClean="0"/>
              <a:t>20.02.2023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02490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844" r:id="rId16"/>
    <p:sldLayoutId id="2147483845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support.microsoft.com/cs-cz/office/kontrola-pravopisu-v-prezentaci-dafed286-bac0-46cd-ab79-36909e675528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 descr="Obsah obrázku snímek obrazovky&#10;&#10;Popis byl vytvořen automaticky">
            <a:extLst>
              <a:ext uri="{FF2B5EF4-FFF2-40B4-BE49-F238E27FC236}">
                <a16:creationId xmlns:a16="http://schemas.microsoft.com/office/drawing/2014/main" id="{6361EDD4-9E31-4F54-8917-EE23F67E25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36" r="2183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grpSp>
        <p:nvGrpSpPr>
          <p:cNvPr id="14" name="Group 14">
            <a:extLst>
              <a:ext uri="{FF2B5EF4-FFF2-40B4-BE49-F238E27FC236}">
                <a16:creationId xmlns:a16="http://schemas.microsoft.com/office/drawing/2014/main" id="{503816F2-40D5-4C23-AF57-063E39236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576" y="-4763"/>
            <a:ext cx="3761187" cy="6862763"/>
            <a:chOff x="2928938" y="-4763"/>
            <a:chExt cx="5014912" cy="6862763"/>
          </a:xfrm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DBF222D0-66E9-48F8-B249-75AF858DF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5312FABD-B1AF-4E20-A8BF-0A6F0C42C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E6E2E6E5-F3C0-4B1A-8CEF-1F057A280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850A45DB-9259-4551-88A8-0D3D3E4FD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615A3848-AC67-4C67-A516-2823179F07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13BA5F40-CE6A-44DD-BBCE-EA36A12F3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2196300" y="1380068"/>
            <a:ext cx="6430967" cy="2616199"/>
          </a:xfrm>
        </p:spPr>
        <p:txBody>
          <a:bodyPr>
            <a:normAutofit/>
          </a:bodyPr>
          <a:lstStyle/>
          <a:p>
            <a:r>
              <a:rPr lang="cs-CZ" dirty="0"/>
              <a:t>Pravopis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3386532" y="3996267"/>
            <a:ext cx="5240734" cy="1388534"/>
          </a:xfrm>
        </p:spPr>
        <p:txBody>
          <a:bodyPr>
            <a:normAutofit/>
          </a:bodyPr>
          <a:lstStyle/>
          <a:p>
            <a:endParaRPr lang="cs-CZ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043608" y="404664"/>
            <a:ext cx="7125113" cy="924475"/>
          </a:xfrm>
        </p:spPr>
        <p:txBody>
          <a:bodyPr/>
          <a:lstStyle/>
          <a:p>
            <a:r>
              <a:rPr lang="cs-CZ" dirty="0"/>
              <a:t>Kontrola pravopisu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155849" y="1916832"/>
            <a:ext cx="6900630" cy="38164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cs-CZ" sz="2800" dirty="0"/>
              <a:t>Kromě označení chybných slov vám PowerPoint nabízí i jejich opravu.</a:t>
            </a:r>
          </a:p>
          <a:p>
            <a:pPr>
              <a:lnSpc>
                <a:spcPct val="150000"/>
              </a:lnSpc>
              <a:buNone/>
            </a:pPr>
            <a:endParaRPr lang="cs-CZ" sz="2800" dirty="0"/>
          </a:p>
          <a:p>
            <a:pPr>
              <a:lnSpc>
                <a:spcPct val="150000"/>
              </a:lnSpc>
            </a:pPr>
            <a:endParaRPr lang="cs-CZ" sz="28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D6091C5B-ADAA-4BBC-96E8-E203AFAE5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</a:t>
            </a:fld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1D9EED0D-3DE1-427F-A365-344628C358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463" b="64000"/>
          <a:stretch/>
        </p:blipFill>
        <p:spPr>
          <a:xfrm>
            <a:off x="457200" y="3881586"/>
            <a:ext cx="8015194" cy="24393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Automatická kontrola pravopisu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idx="1"/>
          </p:nvPr>
        </p:nvSpPr>
        <p:spPr>
          <a:xfrm>
            <a:off x="982133" y="2060848"/>
            <a:ext cx="7704667" cy="5472608"/>
          </a:xfrm>
        </p:spPr>
        <p:txBody>
          <a:bodyPr>
            <a:normAutofit/>
          </a:bodyPr>
          <a:lstStyle/>
          <a:p>
            <a:r>
              <a:rPr lang="cs-CZ" sz="2800" dirty="0"/>
              <a:t>Kontroluje se právě  dopsané slovo.</a:t>
            </a:r>
          </a:p>
          <a:p>
            <a:r>
              <a:rPr lang="cs-CZ" sz="2800" dirty="0"/>
              <a:t>Zda je červeně  podtrženo =&gt; pravé tlačítko myši</a:t>
            </a:r>
          </a:p>
          <a:p>
            <a:pPr lvl="1"/>
            <a:r>
              <a:rPr lang="cs-CZ" sz="2800" dirty="0"/>
              <a:t>Vybrat z dané nabídky</a:t>
            </a:r>
          </a:p>
          <a:p>
            <a:pPr lvl="1"/>
            <a:r>
              <a:rPr lang="cs-CZ" sz="2800" dirty="0"/>
              <a:t>Přiřadit slovo do slovníku</a:t>
            </a:r>
          </a:p>
          <a:p>
            <a:pPr lvl="1"/>
            <a:r>
              <a:rPr lang="cs-CZ" sz="2800" dirty="0"/>
              <a:t>Přeskakovat chybu</a:t>
            </a:r>
          </a:p>
          <a:p>
            <a:pPr lvl="1">
              <a:buNone/>
            </a:pPr>
            <a:endParaRPr lang="cs-CZ" sz="2800" dirty="0"/>
          </a:p>
          <a:p>
            <a:endParaRPr lang="cs-CZ" sz="2800" dirty="0"/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A5D794C5-DE97-4517-AFE5-98F38EA60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3</a:t>
            </a:fld>
            <a:endParaRPr lang="cs-CZ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4272BE6-AA3B-4C0E-AA9E-50CC6F89F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Nastavení pravopisu =&gt; Možnosti =&gt; Kontrola pravopisu a mluvnice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FCCDED97-CA0F-40BF-9B09-23BC4D343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3FEFA570-9564-427C-8FE3-E775E207F0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741" t="5179" r="15350" b="7980"/>
          <a:stretch/>
        </p:blipFill>
        <p:spPr>
          <a:xfrm>
            <a:off x="1393115" y="2074674"/>
            <a:ext cx="6768752" cy="4795902"/>
          </a:xfrm>
          <a:prstGeom prst="rect">
            <a:avLst/>
          </a:prstGeom>
        </p:spPr>
      </p:pic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1D6BA5A4-2DF8-49D5-A3DA-D18120B43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4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365073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Ruční kontrola pravopisu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719665" y="1916832"/>
            <a:ext cx="7704667" cy="4750230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cs-CZ" sz="2800"/>
              <a:t>Karta Revize =&gt;skupina Kontrola pravopisu =&gt;  tlačítko Pravopis </a:t>
            </a:r>
          </a:p>
          <a:p>
            <a:pPr>
              <a:lnSpc>
                <a:spcPct val="160000"/>
              </a:lnSpc>
            </a:pPr>
            <a:r>
              <a:rPr lang="cs-CZ"/>
              <a:t>Karta Revize umožňuje:</a:t>
            </a:r>
          </a:p>
          <a:p>
            <a:pPr lvl="1"/>
            <a:r>
              <a:rPr lang="cs-CZ" sz="2400"/>
              <a:t>Překlady</a:t>
            </a:r>
          </a:p>
          <a:p>
            <a:pPr lvl="1"/>
            <a:r>
              <a:rPr lang="cs-CZ" sz="2400"/>
              <a:t>Nastavení jazyka</a:t>
            </a:r>
          </a:p>
          <a:p>
            <a:pPr lvl="1"/>
            <a:r>
              <a:rPr lang="cs-CZ" sz="2400"/>
              <a:t>Práci s komentáři</a:t>
            </a:r>
          </a:p>
          <a:p>
            <a:pPr>
              <a:lnSpc>
                <a:spcPct val="160000"/>
              </a:lnSpc>
            </a:pPr>
            <a:endParaRPr lang="cs-CZ" sz="28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D869BB6-284B-4EF9-8623-7C3D2FEC8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5</a:t>
            </a:fld>
            <a:endParaRPr lang="cs-CZ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Karta Revize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951759" y="1620712"/>
            <a:ext cx="7704667" cy="4228661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cs-CZ" sz="2800"/>
              <a:t>Karta Revize umožňuje:</a:t>
            </a:r>
          </a:p>
          <a:p>
            <a:pPr lvl="1"/>
            <a:r>
              <a:rPr lang="cs-CZ" sz="2800"/>
              <a:t>Překlady</a:t>
            </a:r>
          </a:p>
          <a:p>
            <a:pPr lvl="1"/>
            <a:r>
              <a:rPr lang="cs-CZ" sz="2800"/>
              <a:t>Nastavení jazyka</a:t>
            </a:r>
          </a:p>
          <a:p>
            <a:pPr lvl="1"/>
            <a:r>
              <a:rPr lang="cs-CZ" sz="2800"/>
              <a:t>Práci s komentáři</a:t>
            </a:r>
          </a:p>
          <a:p>
            <a:pPr>
              <a:lnSpc>
                <a:spcPct val="160000"/>
              </a:lnSpc>
            </a:pPr>
            <a:endParaRPr lang="cs-CZ" sz="3200" dirty="0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928FC342-CE80-48A9-AB9B-9B12176CC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91584"/>
            <a:ext cx="9144000" cy="1057789"/>
          </a:xfrm>
          <a:prstGeom prst="rect">
            <a:avLst/>
          </a:prstGeom>
        </p:spPr>
      </p:pic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AAA0B066-5B0C-4835-AF4C-525210136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6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40715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Karta Revize =&gt; Přeložit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AAA0B066-5B0C-4835-AF4C-525210136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7</a:t>
            </a:fld>
            <a:endParaRPr lang="cs-CZ" dirty="0"/>
          </a:p>
        </p:txBody>
      </p:sp>
      <p:pic>
        <p:nvPicPr>
          <p:cNvPr id="13" name="Obrázek 12">
            <a:extLst>
              <a:ext uri="{FF2B5EF4-FFF2-40B4-BE49-F238E27FC236}">
                <a16:creationId xmlns:a16="http://schemas.microsoft.com/office/drawing/2014/main" id="{4A898651-86C7-1BBB-6C06-01C81D1D18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713" t="15001" r="40939" b="24422"/>
          <a:stretch/>
        </p:blipFill>
        <p:spPr>
          <a:xfrm>
            <a:off x="5148064" y="3573016"/>
            <a:ext cx="3780928" cy="3115815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32859A4A-3AB2-AEB4-FDD4-D42EF0589A6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262" t="3750" b="5340"/>
          <a:stretch/>
        </p:blipFill>
        <p:spPr>
          <a:xfrm>
            <a:off x="107504" y="1844824"/>
            <a:ext cx="5961767" cy="3871897"/>
          </a:xfrm>
          <a:prstGeom prst="rect">
            <a:avLst/>
          </a:prstGeom>
        </p:spPr>
      </p:pic>
      <p:sp>
        <p:nvSpPr>
          <p:cNvPr id="14" name="Šipka: dolů 13">
            <a:extLst>
              <a:ext uri="{FF2B5EF4-FFF2-40B4-BE49-F238E27FC236}">
                <a16:creationId xmlns:a16="http://schemas.microsoft.com/office/drawing/2014/main" id="{AE7940B4-1B0B-BDA3-B40F-089DA5674CBE}"/>
              </a:ext>
            </a:extLst>
          </p:cNvPr>
          <p:cNvSpPr/>
          <p:nvPr/>
        </p:nvSpPr>
        <p:spPr>
          <a:xfrm rot="18510880">
            <a:off x="6099955" y="3752895"/>
            <a:ext cx="351369" cy="11292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16729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3155244"/>
            <a:ext cx="7911751" cy="2563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Obrázek 1">
            <a:extLst>
              <a:ext uri="{FF2B5EF4-FFF2-40B4-BE49-F238E27FC236}">
                <a16:creationId xmlns:a16="http://schemas.microsoft.com/office/drawing/2014/main" id="{B80BB2DE-BA3A-4508-9FA0-65413020C8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r="1202" b="9521"/>
          <a:stretch/>
        </p:blipFill>
        <p:spPr>
          <a:xfrm>
            <a:off x="1259633" y="461394"/>
            <a:ext cx="6984776" cy="2175518"/>
          </a:xfrm>
          <a:prstGeom prst="rect">
            <a:avLst/>
          </a:prstGeom>
        </p:spPr>
      </p:pic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55417189-F3EC-4F38-A22E-1ADF8F5B3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8</a:t>
            </a:fld>
            <a:endParaRPr lang="cs-CZ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Další nastavení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982132" y="1511712"/>
            <a:ext cx="7704667" cy="396239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sz="2800" dirty="0"/>
              <a:t>Karta Soubor =&gt; Možnosti aplikace PowerPoint =&gt; Kontrola pravopisu a mluvnice.</a:t>
            </a:r>
          </a:p>
          <a:p>
            <a:pPr>
              <a:lnSpc>
                <a:spcPct val="150000"/>
              </a:lnSpc>
            </a:pPr>
            <a:r>
              <a:rPr lang="cs-CZ" sz="2800" dirty="0"/>
              <a:t>Zde můžete i vypnout automatickou kontrolu pravopisu.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879DF1F-3990-4DB7-A937-47DD9000D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9</a:t>
            </a:fld>
            <a:endParaRPr lang="cs-CZ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EA4F3CF0-2840-46CA-B8B1-5EDED9D489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967" t="27590" r="16925" b="12181"/>
          <a:stretch/>
        </p:blipFill>
        <p:spPr>
          <a:xfrm>
            <a:off x="1835696" y="323964"/>
            <a:ext cx="5888174" cy="621007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09C3B686-EFCA-4E6D-904A-0A1E8FF35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10</a:t>
            </a:fld>
            <a:endParaRPr lang="cs-CZ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328E571E-A66C-713F-E8EB-D07938827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DDB76EDE-6C3E-4DFB-17C3-D6D6A0065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Kontrola pravopisu –  Support Microsoft Office.[online] </a:t>
            </a:r>
            <a:r>
              <a:rPr lang="cs-CZ" i="1" dirty="0"/>
              <a:t>Microsoft</a:t>
            </a:r>
            <a:r>
              <a:rPr lang="cs-CZ" dirty="0"/>
              <a:t> [cit 20-01-2020], Dostupné z:  </a:t>
            </a:r>
            <a:r>
              <a:rPr lang="cs-CZ" dirty="0">
                <a:hlinkClick r:id="rId2"/>
              </a:rPr>
              <a:t>https://support.microsoft.com/cs-</a:t>
            </a:r>
            <a:r>
              <a:rPr lang="cs-CZ" dirty="0" err="1">
                <a:hlinkClick r:id="rId2"/>
              </a:rPr>
              <a:t>cz</a:t>
            </a:r>
            <a:r>
              <a:rPr lang="cs-CZ" dirty="0">
                <a:hlinkClick r:id="rId2"/>
              </a:rPr>
              <a:t>/office/kontrola-pravopisu-v-prezentaci-dafed286-bac0-46cd-ab79-36909e675528</a:t>
            </a:r>
            <a:r>
              <a:rPr lang="cs-CZ" dirty="0"/>
              <a:t>, 20. 1. 2020</a:t>
            </a:r>
          </a:p>
          <a:p>
            <a:endParaRPr lang="cs-CZ" dirty="0"/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7BEEDA20-DA35-1248-7AD8-593112EB1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11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7185985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axa">
  <a:themeElements>
    <a:clrScheme name="Paralaxa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axa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ax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9746E8B3FF2B2428A148D03C368DE4A" ma:contentTypeVersion="13" ma:contentTypeDescription="Vytvoří nový dokument" ma:contentTypeScope="" ma:versionID="9d94cbd9914ef4824ad723384dcde04a">
  <xsd:schema xmlns:xsd="http://www.w3.org/2001/XMLSchema" xmlns:xs="http://www.w3.org/2001/XMLSchema" xmlns:p="http://schemas.microsoft.com/office/2006/metadata/properties" xmlns:ns3="ea85f2e0-d32a-4312-be8a-c00aff2510cf" xmlns:ns4="c52afa11-cb76-49c2-a807-b2856752eead" targetNamespace="http://schemas.microsoft.com/office/2006/metadata/properties" ma:root="true" ma:fieldsID="f78cee60d32ecf43d3cd1d8f83bcfaea" ns3:_="" ns4:_="">
    <xsd:import namespace="ea85f2e0-d32a-4312-be8a-c00aff2510cf"/>
    <xsd:import namespace="c52afa11-cb76-49c2-a807-b2856752eea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EventHashCode" minOccurs="0"/>
                <xsd:element ref="ns3:MediaServiceGenerationTim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85f2e0-d32a-4312-be8a-c00aff2510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2afa11-cb76-49c2-a807-b2856752eea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E910A57-CD8F-4D98-8724-F2CBBFCC03A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FE741E-B8AF-47E8-AC3D-1FE8E5C4090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85f2e0-d32a-4312-be8a-c00aff2510cf"/>
    <ds:schemaRef ds:uri="c52afa11-cb76-49c2-a807-b2856752eea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A501258-4370-4BA0-A6D5-F76477219298}">
  <ds:schemaRefs>
    <ds:schemaRef ds:uri="http://schemas.microsoft.com/office/infopath/2007/PartnerControls"/>
    <ds:schemaRef ds:uri="ea85f2e0-d32a-4312-be8a-c00aff2510cf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c52afa11-cb76-49c2-a807-b2856752eead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158</Words>
  <Application>Microsoft Office PowerPoint</Application>
  <PresentationFormat>Předvádění na obrazovce (4:3)</PresentationFormat>
  <Paragraphs>38</Paragraphs>
  <Slides>11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11</vt:i4>
      </vt:variant>
    </vt:vector>
  </HeadingPairs>
  <TitlesOfParts>
    <vt:vector size="15" baseType="lpstr">
      <vt:lpstr>Arial</vt:lpstr>
      <vt:lpstr>Calibri</vt:lpstr>
      <vt:lpstr>Corbel</vt:lpstr>
      <vt:lpstr>Paralaxa</vt:lpstr>
      <vt:lpstr>Pravopis</vt:lpstr>
      <vt:lpstr>Kontrola pravopisu</vt:lpstr>
      <vt:lpstr>Automatická kontrola pravopisu</vt:lpstr>
      <vt:lpstr>Nastavení pravopisu =&gt; Možnosti =&gt; Kontrola pravopisu a mluvnice</vt:lpstr>
      <vt:lpstr>Ruční kontrola pravopisu</vt:lpstr>
      <vt:lpstr>Karta Revize</vt:lpstr>
      <vt:lpstr>Karta Revize =&gt; Přeložit</vt:lpstr>
      <vt:lpstr>Prezentace aplikace PowerPoint</vt:lpstr>
      <vt:lpstr>Další nastavení</vt:lpstr>
      <vt:lpstr>Prezentace aplikace PowerPoint</vt:lpstr>
      <vt:lpstr>Zdroje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Pravopis</dc:title>
  <dc:creator>Votavová Gabriela</dc:creator>
  <cp:lastModifiedBy>Votavová Gabriela</cp:lastModifiedBy>
  <cp:revision>5</cp:revision>
  <dcterms:created xsi:type="dcterms:W3CDTF">2020-04-22T09:00:35Z</dcterms:created>
  <dcterms:modified xsi:type="dcterms:W3CDTF">2023-02-20T12:03:41Z</dcterms:modified>
</cp:coreProperties>
</file>