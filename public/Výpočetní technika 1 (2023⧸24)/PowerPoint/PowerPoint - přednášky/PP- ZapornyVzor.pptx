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9C72D-F5FD-4E00-A584-7D42A668837A}" type="datetimeFigureOut">
              <a:rPr lang="cs-CZ" smtClean="0"/>
              <a:t>28.2.2018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73248-0F5D-47FC-A88B-00ACED0A7E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249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5822BC-60BD-4C73-BF25-3C8372A6A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C139760-9558-4BEE-BD57-E1C6B72EE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36ECA0-F839-45C8-A3FA-E2F4F252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8557-6146-4876-A26B-FB58031810F4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0CDFF3-30D4-490E-B7D2-6BEFDFA1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E599DA-0691-4879-B089-D1488B55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953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32A6AC-465A-4713-A2BE-93F1F5CC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D130E94-4408-4880-B1B9-5C9DE64FA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5AA438-0451-4119-97BF-DAB8487A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A3B29-288A-4901-BCC0-567FFA8C6981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CC099D-B53E-4088-8047-7564A775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4E026E3-1891-4509-8D0C-2EEA8FD1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530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5338C-F291-4337-A0BC-6AA922AE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8AE2A62-D9D8-4D83-ABE5-CFE9E653B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F34757-86ED-4888-A47A-70231C6A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E81E-D391-4E96-9504-AC0843C6F92C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E247B3-7C31-41CD-944E-F9C6AA7C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B30B27-564D-424E-ABAB-14E3F570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172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D12BDD-A8B7-4236-B8FD-077D7E82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BE038A6-FFFD-42A0-956E-7B9AA4368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CE6B169D-3829-49DB-B942-4B722A76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B70BA27-2A5E-4E80-8BE9-A7E9C2EB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0552-60D5-47A1-A690-E9B7ED85AD40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75E3D6B-7087-4632-829E-FFFEE80C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159D06-035C-4A93-B885-16AD799C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428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CFDC46-5F57-4F66-B476-F03B1710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AA2AB87B-995E-4B01-9F40-AA7ACDA49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D6C931C-5548-4861-B9FC-68AD56FF0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66D1A73-26DE-4F89-B83D-02189A986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7171BE0F-182F-4F35-964A-04CE351D0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C154E09-3619-455F-9A26-7FCA318E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00CE-4BBF-4995-9294-E4A83DD1A80F}" type="datetime1">
              <a:rPr lang="cs-CZ" smtClean="0"/>
              <a:t>28.2.2018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8433805-664C-4656-954E-F1E21601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28F94C0-111D-472B-B233-5DC8655E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347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4CB016-922F-481F-AFF4-8385D3F4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85AB1B5-AB49-458C-AC37-05773083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A788-177E-4327-877A-C9C20352CD4F}" type="datetime1">
              <a:rPr lang="cs-CZ" smtClean="0"/>
              <a:t>28.2.2018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B94321E-D2FE-454A-A853-EC4FF452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0B49D7A-A7C4-4094-B00F-8A628178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16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FD6F078-B2CE-4070-BD46-08967A11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D34C-21F6-4597-BC50-A843D0EEE285}" type="datetime1">
              <a:rPr lang="cs-CZ" smtClean="0"/>
              <a:t>28.2.2018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BCE9439-97CC-4941-89FC-3EADFE17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7953325-D820-42DF-94E9-80417D92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354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B6AE1C-1BB0-4F61-8FB2-42CF89AA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0842BA8-E86F-4CFC-AFEC-C0845DC3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D6A49D3E-7F13-44E8-8A00-9B6AC9D53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A1FE094-B4AB-46D8-9BFA-F52DF72D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27205-DAFF-4B26-91AC-655AFC315210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2EB09FD-09AF-48A2-A883-0B106811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3D118F3-61C3-40F5-BFFA-E73CAC6B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236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2C8E02-D5A2-42EB-BC93-0EFD1F41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954CAC3-9508-4812-9FD9-BFE872E21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033A2D8F-9484-4C06-9198-B917C1B40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B21CC08-DBD3-445F-8016-D73348AF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C6268-9B35-49A0-A6F2-62B1E773884C}" type="datetime1">
              <a:rPr lang="cs-CZ" smtClean="0"/>
              <a:t>28.2.2018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04F5FD5-6CF1-4BDC-969F-1878E171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660EA1-4244-4AB5-AD0E-91E2A35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14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EF4C4C-FAF4-4305-8492-21C07190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9F24E6C-16FA-4F25-A5AC-0F1825EE8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53D190-0D07-4D1D-8CAA-CBCCABF5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A2DA-9235-477D-B2EC-11E55EA7DE9E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1A89D0-629F-48BF-A7DC-6405EAB8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146DDF-099B-4C53-958C-F163CD91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45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C420F20-DA2C-4A00-837D-8B9085FDB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425CE3E-735C-4284-B102-7CD205A56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1747E9-60F2-4EE5-9CD1-481218D7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D531-36C9-44F7-BAB1-5B7564272B1A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5FC6C34-FAA5-46DC-914F-0CBA82BC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2E4392-D011-4517-9557-7A41413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66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DF274A0-327E-4D5B-B3ED-3A20090EB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80341AC-2531-4795-AE12-DBC4A7E3F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B2AF9F-F23C-42EC-BF07-0CFC28668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D584C-2E6C-4AA6-9ED9-0BF7837DBF55}" type="datetime1">
              <a:rPr lang="cs-CZ" smtClean="0"/>
              <a:t>28.2.2018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115BF0-7B23-41DC-86CC-2B79232D3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0CF6BE-2161-4B91-BF2D-D6D54D465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7E81E-E921-424D-AD22-C9C4F696299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938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DACB35-0992-47A3-BD7C-0EEA4B389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Prezentace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6EB3C32-8939-416A-9D89-6454F1D847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288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CA280-041C-4602-A122-AA767041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Prezentace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AD144C6-D99A-4D52-9D2A-C289118F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Definujte pojem „prezentace“</a:t>
            </a:r>
          </a:p>
          <a:p>
            <a:r>
              <a:rPr lang="cs-CZ" dirty="0"/>
              <a:t>Prezentace je sdělování informací s využitím slovních i obrazových prostředků.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849582E-EA81-4D7F-A9D7-255D0030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014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CA280-041C-4602-A122-AA767041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Prezentace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AD144C6-D99A-4D52-9D2A-C289118F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cílem prezentace?</a:t>
            </a:r>
          </a:p>
          <a:p>
            <a:r>
              <a:rPr lang="cs-CZ" dirty="0"/>
              <a:t>Cílem prezentace je předání informací posluchačům tak, aby si z ní posluchači zapamatovali co nejvíce.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E8EF229-D02F-4665-A916-CCC9C5AE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00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CA280-041C-4602-A122-AA767041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Prezentace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AD144C6-D99A-4D52-9D2A-C289118F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jakém programu je možno vytvářet prezentace?</a:t>
            </a:r>
          </a:p>
          <a:p>
            <a:r>
              <a:rPr lang="cs-CZ" dirty="0"/>
              <a:t>např. v programech:</a:t>
            </a:r>
          </a:p>
          <a:p>
            <a:pPr lvl="1"/>
            <a:r>
              <a:rPr lang="cs-CZ" sz="2800" dirty="0"/>
              <a:t>PowerPoint (součást Microsoft ), </a:t>
            </a:r>
          </a:p>
          <a:p>
            <a:pPr lvl="1"/>
            <a:r>
              <a:rPr lang="cs-CZ" sz="2800" dirty="0" err="1"/>
              <a:t>Impress</a:t>
            </a:r>
            <a:r>
              <a:rPr lang="cs-CZ" sz="2800" dirty="0"/>
              <a:t> (součást </a:t>
            </a:r>
            <a:r>
              <a:rPr lang="cs-CZ" sz="2800" dirty="0" err="1"/>
              <a:t>LibreOffice</a:t>
            </a:r>
            <a:r>
              <a:rPr lang="cs-CZ" sz="2800" dirty="0"/>
              <a:t>), </a:t>
            </a:r>
          </a:p>
          <a:p>
            <a:pPr lvl="1"/>
            <a:r>
              <a:rPr lang="cs-CZ" sz="2800" dirty="0" err="1"/>
              <a:t>Keynote</a:t>
            </a:r>
            <a:r>
              <a:rPr lang="cs-CZ" sz="2800" dirty="0"/>
              <a:t> (pro Apple), </a:t>
            </a:r>
          </a:p>
          <a:p>
            <a:pPr lvl="1"/>
            <a:r>
              <a:rPr lang="cs-CZ" sz="2800" dirty="0"/>
              <a:t>popř. poslouží i online aplikace, např. </a:t>
            </a:r>
            <a:r>
              <a:rPr lang="cs-CZ" sz="2800" dirty="0" err="1"/>
              <a:t>Prezi</a:t>
            </a:r>
            <a:r>
              <a:rPr lang="cs-CZ" sz="2800" dirty="0"/>
              <a:t>, </a:t>
            </a:r>
            <a:r>
              <a:rPr lang="cs-CZ" sz="2800" dirty="0" err="1"/>
              <a:t>SlideRocket</a:t>
            </a:r>
            <a:r>
              <a:rPr lang="cs-CZ" sz="2800" dirty="0"/>
              <a:t> a Google aplikace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11FC9E4-0544-4AB7-A012-797A54A0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603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E4983-D45F-4E17-A2D5-BC997C8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Obecné zásady prezentace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C2D3F7A-6A6C-4720-AE8E-8F1BA5DE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• Přednášející musí být dobře připraven (musí znát a rozumět tomu, co předkládá posluchačům). </a:t>
            </a:r>
          </a:p>
          <a:p>
            <a:pPr marL="0" indent="0">
              <a:buNone/>
            </a:pPr>
            <a:r>
              <a:rPr lang="cs-CZ" dirty="0"/>
              <a:t>• K přípravě patří nejen vytvoření vlastní prezentace na počítači, ale také příprava místnosti (rozmístění židlí tak, aby všichni viděli, zatemnění místnosti), techniky i sebe samého (vhodné oblečení). </a:t>
            </a:r>
          </a:p>
          <a:p>
            <a:pPr marL="0" indent="0">
              <a:buNone/>
            </a:pPr>
            <a:r>
              <a:rPr lang="cs-CZ" dirty="0"/>
              <a:t>• Při vlastní prezentaci je třeba mluvit pomalu, zřetelně a plynule, používat výrazy odpovídající úrovni vzdělání posluchačů, sledovat reakce posluchačů. </a:t>
            </a:r>
          </a:p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886C9CF-99F4-4064-916C-D95942C4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723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E4983-D45F-4E17-A2D5-BC997C8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Obecné zásady prezentace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0711D1E-CB9F-4EB8-A387-6C134E7A5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• Není vhodné mít ruce v kapsách, drbat se ve vlasech, dívat se na podlahu nebo do textu, stát ztuhle nebo přehnaně gestikulovat. Vždy je třeba dát posluchačům možnost klást otázky. </a:t>
            </a:r>
          </a:p>
          <a:p>
            <a:pPr marL="0" indent="0">
              <a:buNone/>
            </a:pPr>
            <a:r>
              <a:rPr lang="cs-CZ" dirty="0"/>
              <a:t>• Na konci prezentace je vhodné ji krátce shrnout a uvést zdroje, odkud se čerpalo. </a:t>
            </a:r>
          </a:p>
          <a:p>
            <a:pPr marL="0" indent="0">
              <a:buNone/>
            </a:pPr>
            <a:r>
              <a:rPr lang="cs-CZ" dirty="0"/>
              <a:t>• Prezentace má být přiměřeně dlouhá, je třeba vybrat podstatné informace. </a:t>
            </a:r>
          </a:p>
          <a:p>
            <a:pPr marL="0" indent="0">
              <a:buNone/>
            </a:pPr>
            <a:r>
              <a:rPr lang="cs-CZ" dirty="0"/>
              <a:t>• Prezentaci je dobré si předem nanečisto vyzkoušet.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31F3598-B9D9-453B-BBFB-5018EAD0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391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E4983-D45F-4E17-A2D5-BC997C8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Zásady pro zpracování počítačové prezentace 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C2D3F7A-6A6C-4720-AE8E-8F1BA5DE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• Je třeba volit kontrastní barvy, jemné odstíny nejsou na plátně zřetelné. Pozor, na monitoru jsou blízké odstíny snadno rozlišitelné, na plátně ne. Monitor barvy prozáří a vysvítí, plátno je má matnější, na plátně mají barvy jiný odstín, prezentace vypadá jinak (je dobré si výslednou prezentaci předem na plátno promítnout a barvy doladit). </a:t>
            </a:r>
          </a:p>
          <a:p>
            <a:pPr marL="0" indent="0">
              <a:buNone/>
            </a:pPr>
            <a:r>
              <a:rPr lang="cs-CZ" dirty="0"/>
              <a:t>• Pozadí má být tmavé, text světlý. Bude lépe čitelný než tmavý text na světlém pozadí. </a:t>
            </a:r>
          </a:p>
          <a:p>
            <a:pPr marL="0" indent="0">
              <a:buNone/>
            </a:pPr>
            <a:r>
              <a:rPr lang="cs-CZ" dirty="0"/>
              <a:t>• Obrázky musí být dostatečně velké, minimálně přes ¼ plátna. Pozor na barvy v obrázcích. Často při promítnutí obrázku na plátno vůbec není poznat, co obrázek zobrazuje. Podobné barvy vypadají stejně, na monitoru je přitom obrázek rozpoznatelný bez problémů. 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5CFC3F0-7CD7-4AA9-9389-7CC9DBE9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742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E4983-D45F-4E17-A2D5-BC997C8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Zásady pro zpracování počítačové prezentace 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C2D3F7A-6A6C-4720-AE8E-8F1BA5DE9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• Text musí být napsán velkým písmem a nesmí ho být na stránce příliš mnoho (maximálně 10 řádků). Používat se mají bezpatková tučná písma (např. </a:t>
            </a:r>
            <a:r>
              <a:rPr lang="cs-CZ" dirty="0" err="1"/>
              <a:t>Arial</a:t>
            </a:r>
            <a:r>
              <a:rPr lang="cs-CZ" dirty="0"/>
              <a:t>, </a:t>
            </a:r>
            <a:r>
              <a:rPr lang="cs-CZ" dirty="0" err="1"/>
              <a:t>Tahoma</a:t>
            </a:r>
            <a:r>
              <a:rPr lang="cs-CZ" dirty="0"/>
              <a:t>), která jsou na plátně lépe čitelná než písma patková. </a:t>
            </a:r>
          </a:p>
          <a:p>
            <a:pPr marL="0" indent="0">
              <a:buNone/>
            </a:pPr>
            <a:r>
              <a:rPr lang="cs-CZ" dirty="0"/>
              <a:t>• Texty musí být stručné (vše, co prezentující osoba říká, nemá být v prezentaci napsáno). Prezentace předpokládá mluvený komentář, text v prezentaci je jen heslovitý, obsahuje základní myšlenky, vede prezentujícího při výkladu.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9F6E8C9-C63C-4C3A-939C-77C20C6F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465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E4983-D45F-4E17-A2D5-BC997C8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Zásady pro zpracování počítačové prezentace 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0711D1E-CB9F-4EB8-A387-6C134E7A5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• Veškerý text v prezentaci samozřejmě musí splňovat typografická pravidla. </a:t>
            </a:r>
          </a:p>
          <a:p>
            <a:pPr marL="0" indent="0">
              <a:buNone/>
            </a:pPr>
            <a:r>
              <a:rPr lang="cs-CZ" dirty="0"/>
              <a:t>• V prezentaci používejte grafy, schémata, obrázky, graficky zpracované informace se lépe pamatují. Nesmí se však používat samoúčelně jen pro efekt. </a:t>
            </a:r>
          </a:p>
          <a:p>
            <a:pPr marL="0" indent="0">
              <a:buNone/>
            </a:pPr>
            <a:r>
              <a:rPr lang="cs-CZ" dirty="0"/>
              <a:t>• Při tvorbě prezentace je třeba dbát také na zásady dobré grafiky (zarovnání grafických objektů, optický střed stránky). 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21B5FA4-217E-449B-B371-96555FD5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E81E-E921-424D-AD22-C9C4F6962998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332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534</Words>
  <Application>Microsoft Office PowerPoint</Application>
  <PresentationFormat>Širokoúhlá obrazovka</PresentationFormat>
  <Paragraphs>42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Motiv Office</vt:lpstr>
      <vt:lpstr>Prezentace</vt:lpstr>
      <vt:lpstr>Prezentace</vt:lpstr>
      <vt:lpstr>Prezentace</vt:lpstr>
      <vt:lpstr>Prezentace</vt:lpstr>
      <vt:lpstr>Obecné zásady prezentace</vt:lpstr>
      <vt:lpstr>Obecné zásady prezentace</vt:lpstr>
      <vt:lpstr>Zásady pro zpracování počítačové prezentace </vt:lpstr>
      <vt:lpstr>Zásady pro zpracování počítačové prezentace </vt:lpstr>
      <vt:lpstr>Zásady pro zpracování počítačové prezentace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</dc:title>
  <dc:creator>Richard</dc:creator>
  <cp:lastModifiedBy>Votavová Gabriela</cp:lastModifiedBy>
  <cp:revision>5</cp:revision>
  <cp:lastPrinted>2018-02-28T10:59:35Z</cp:lastPrinted>
  <dcterms:created xsi:type="dcterms:W3CDTF">2018-01-31T16:04:28Z</dcterms:created>
  <dcterms:modified xsi:type="dcterms:W3CDTF">2018-03-01T08:27:44Z</dcterms:modified>
</cp:coreProperties>
</file>