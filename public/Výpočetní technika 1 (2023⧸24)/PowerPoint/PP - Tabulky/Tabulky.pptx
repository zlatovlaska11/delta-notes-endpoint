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8" r:id="rId13"/>
    <p:sldId id="266" r:id="rId14"/>
  </p:sldIdLst>
  <p:sldSz cx="12192000" cy="6858000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B93F11-A4CD-4E10-92CB-8936F46A7FA8}" v="11" dt="2020-04-14T17:11:43.2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76481" autoAdjust="0"/>
  </p:normalViewPr>
  <p:slideViewPr>
    <p:cSldViewPr snapToGrid="0">
      <p:cViewPr varScale="1">
        <p:scale>
          <a:sx n="48" d="100"/>
          <a:sy n="48" d="100"/>
        </p:scale>
        <p:origin x="125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8A725-2244-4310-B3EA-540ED3FA662A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C2BDC-D406-459E-9441-C6C63082AD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1258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Nastavte jenom na tento snímek Návrh snímku Fazeta a změňte u něho barvu na variantu Běžící text.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0816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Napište čtyři způsoby, jak lze vložit tabulku do snímku PP – seznam bude mít odrážku tvaru libovolné tabulky.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0464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Popište způsob, jak přidáte nebo odstraníte řádek tabulky.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2810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Popište způsob, jak přidáte nebo odstraníte sloupec tabulky.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9088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dirty="0">
                <a:solidFill>
                  <a:srgbClr val="000000"/>
                </a:solidFill>
              </a:rPr>
              <a:t>Do snímku vložte jednoduchou tabulku (bez barev), která bude mít 4 řádky a 6 sloupců. Zkopírujte ji na stejný snímek a převeďte na styl Tmavý styl 1 – zvýraznění 4.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9531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Zkopírujte tabulku bez stylu z předchozího snímku a změňte podle předlohy. </a:t>
            </a:r>
            <a:endParaRPr lang="cs-CZ" sz="1200" dirty="0">
              <a:solidFill>
                <a:srgbClr val="000000"/>
              </a:solidFill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6021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Vytvořte tabulku podle vzoru. Použijte různé i jiné textury na pozadí řádků.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6782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Vložte tabulku jako Objekt List z aplikace Microsoft Excel. Použijte v Moodle přiloženou tabulku v MS </a:t>
            </a:r>
            <a:r>
              <a:rPr lang="cs-CZ" dirty="0" err="1"/>
              <a:t>Exelu</a:t>
            </a:r>
            <a:r>
              <a:rPr lang="cs-CZ" dirty="0"/>
              <a:t>: Tabulka_propojena.xlsx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Upravte tak, aby výška vložené tabulky byla 12 cm, zarovnejte tabulku na střed snímku.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0403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Vložte tabulku s propojením (Vložit propojení =&gt; Objekt List aplikace Microsoft Excel). </a:t>
            </a:r>
          </a:p>
          <a:p>
            <a:r>
              <a:rPr lang="cs-CZ" dirty="0"/>
              <a:t>Použijte v Moodle přiloženou tabulku v MS </a:t>
            </a:r>
            <a:r>
              <a:rPr lang="cs-CZ" dirty="0" err="1"/>
              <a:t>Exelu</a:t>
            </a:r>
            <a:r>
              <a:rPr lang="cs-CZ" dirty="0"/>
              <a:t>: Tabulka_propojena.xlsx </a:t>
            </a:r>
          </a:p>
          <a:p>
            <a:r>
              <a:rPr lang="cs-CZ" dirty="0"/>
              <a:t>Upravte tak, aby výška vložené tabulky byla 12 cm, zarovnejte tabulku na střed snímku.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4510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Vytvořte závěrečný snímek prezentace s poděkováním za pozornost, nastavte libovolný Návrh designu u tohoto snímku. </a:t>
            </a:r>
          </a:p>
          <a:p>
            <a:r>
              <a:rPr lang="cs-CZ" dirty="0"/>
              <a:t>Do zápatí všech snímků vložte číslo stránky, své jméno a příjmení mimo Úvodního snímku. </a:t>
            </a:r>
          </a:p>
          <a:p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Hotový soubor uložte pod názvem </a:t>
            </a:r>
            <a:r>
              <a:rPr lang="cs-CZ" b="1" i="0" dirty="0" err="1">
                <a:solidFill>
                  <a:srgbClr val="212529"/>
                </a:solidFill>
                <a:effectLst/>
                <a:latin typeface="-apple-system"/>
              </a:rPr>
              <a:t>Tabulky_Prijmeni</a:t>
            </a:r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 jako verzi</a:t>
            </a:r>
            <a:r>
              <a:rPr lang="cs-CZ" b="1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cs-CZ" b="1" i="0" dirty="0" err="1">
                <a:solidFill>
                  <a:srgbClr val="212529"/>
                </a:solidFill>
                <a:effectLst/>
                <a:latin typeface="-apple-system"/>
              </a:rPr>
              <a:t>pptx</a:t>
            </a:r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 a </a:t>
            </a:r>
            <a:r>
              <a:rPr lang="cs-CZ" b="1" i="0" dirty="0" err="1">
                <a:solidFill>
                  <a:srgbClr val="212529"/>
                </a:solidFill>
                <a:effectLst/>
                <a:latin typeface="-apple-system"/>
              </a:rPr>
              <a:t>pdf</a:t>
            </a:r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. </a:t>
            </a:r>
            <a:r>
              <a:rPr lang="cs-CZ" b="0" i="0">
                <a:solidFill>
                  <a:srgbClr val="212529"/>
                </a:solidFill>
                <a:effectLst/>
                <a:latin typeface="-apple-system"/>
              </a:rPr>
              <a:t>Soubory nezipujte, vložte samostatně. 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3489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790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957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613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184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1085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829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395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0802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036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421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669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11CD9-F6DC-4F2D-BA1E-8F9EB1830264}" type="datetimeFigureOut">
              <a:rPr lang="cs-CZ" smtClean="0"/>
              <a:t>15.04.2021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648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adpis 2">
            <a:extLst>
              <a:ext uri="{FF2B5EF4-FFF2-40B4-BE49-F238E27FC236}">
                <a16:creationId xmlns:a16="http://schemas.microsoft.com/office/drawing/2014/main" id="{ECE08B39-4AE4-4196-B9B8-7BB640435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PowerPoint</a:t>
            </a:r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1E78A2C2-A86F-47A5-8736-476FEA875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tabulky</a:t>
            </a:r>
          </a:p>
        </p:txBody>
      </p:sp>
    </p:spTree>
    <p:extLst>
      <p:ext uri="{BB962C8B-B14F-4D97-AF65-F5344CB8AC3E}">
        <p14:creationId xmlns:p14="http://schemas.microsoft.com/office/powerpoint/2010/main" val="3295811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03D56D91-BCEB-43DD-8822-1E7BF5CD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PP - tabulky</a:t>
            </a:r>
          </a:p>
        </p:txBody>
      </p:sp>
      <p:sp>
        <p:nvSpPr>
          <p:cNvPr id="8" name="Zástupný symbol pro obsah 7">
            <a:extLst>
              <a:ext uri="{FF2B5EF4-FFF2-40B4-BE49-F238E27FC236}">
                <a16:creationId xmlns:a16="http://schemas.microsoft.com/office/drawing/2014/main" id="{DB41706A-B563-4554-984E-F1A3BD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8345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AABF761F-8DF2-429B-8E97-D58166A50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PP - tabulky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0952F01F-779B-4185-916A-96DA63EE4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Přidat řádek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3415D146-D379-4187-8EFD-86A421B12B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text 6">
            <a:extLst>
              <a:ext uri="{FF2B5EF4-FFF2-40B4-BE49-F238E27FC236}">
                <a16:creationId xmlns:a16="http://schemas.microsoft.com/office/drawing/2014/main" id="{A2E4345B-FA19-45F6-9DE8-720BAD76E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/>
              <a:t>Odstranit řádek</a:t>
            </a:r>
          </a:p>
        </p:txBody>
      </p:sp>
      <p:sp>
        <p:nvSpPr>
          <p:cNvPr id="8" name="Zástupný symbol pro obsah 7">
            <a:extLst>
              <a:ext uri="{FF2B5EF4-FFF2-40B4-BE49-F238E27FC236}">
                <a16:creationId xmlns:a16="http://schemas.microsoft.com/office/drawing/2014/main" id="{74EEC888-1659-4507-8F51-432E52B6975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6642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AABF761F-8DF2-429B-8E97-D58166A50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PP - tabulky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0952F01F-779B-4185-916A-96DA63EE4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Přidat sloupec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3415D146-D379-4187-8EFD-86A421B12B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text 6">
            <a:extLst>
              <a:ext uri="{FF2B5EF4-FFF2-40B4-BE49-F238E27FC236}">
                <a16:creationId xmlns:a16="http://schemas.microsoft.com/office/drawing/2014/main" id="{A2E4345B-FA19-45F6-9DE8-720BAD76E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/>
              <a:t>Odstranit sloupec</a:t>
            </a:r>
          </a:p>
        </p:txBody>
      </p:sp>
      <p:sp>
        <p:nvSpPr>
          <p:cNvPr id="8" name="Zástupný symbol pro obsah 7">
            <a:extLst>
              <a:ext uri="{FF2B5EF4-FFF2-40B4-BE49-F238E27FC236}">
                <a16:creationId xmlns:a16="http://schemas.microsoft.com/office/drawing/2014/main" id="{74EEC888-1659-4507-8F51-432E52B6975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8606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527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ek 9">
            <a:extLst>
              <a:ext uri="{FF2B5EF4-FFF2-40B4-BE49-F238E27FC236}">
                <a16:creationId xmlns:a16="http://schemas.microsoft.com/office/drawing/2014/main" id="{8B77B2E0-692F-4B05-B963-5129CE405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68" y="4373424"/>
            <a:ext cx="719137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145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797A45BF-011D-4E54-BE66-216FC2DDC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97" y="4236737"/>
            <a:ext cx="10693364" cy="262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09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01E89B-64CB-4DCD-A4A6-FA92830D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Tabulka z MS Excelu</a:t>
            </a:r>
          </a:p>
        </p:txBody>
      </p:sp>
    </p:spTree>
    <p:extLst>
      <p:ext uri="{BB962C8B-B14F-4D97-AF65-F5344CB8AC3E}">
        <p14:creationId xmlns:p14="http://schemas.microsoft.com/office/powerpoint/2010/main" val="2198810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01E89B-64CB-4DCD-A4A6-FA92830D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Tabulka s propojením</a:t>
            </a:r>
          </a:p>
        </p:txBody>
      </p:sp>
    </p:spTree>
    <p:extLst>
      <p:ext uri="{BB962C8B-B14F-4D97-AF65-F5344CB8AC3E}">
        <p14:creationId xmlns:p14="http://schemas.microsoft.com/office/powerpoint/2010/main" val="4196432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32145A-7220-4988-B8BE-FE26E5C7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5393BCB-3C43-4187-BA37-013BFF2FB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017324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9444E8-67D6-42AD-A105-DB7E21F28D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11DD94-DDA8-4386-8E69-060E9FEBABB4}">
  <ds:schemaRefs>
    <ds:schemaRef ds:uri="http://purl.org/dc/elements/1.1/"/>
    <ds:schemaRef ds:uri="http://schemas.microsoft.com/office/2006/documentManagement/types"/>
    <ds:schemaRef ds:uri="c52afa11-cb76-49c2-a807-b2856752eead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a85f2e0-d32a-4312-be8a-c00aff2510cf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902314-4EF2-44DE-B795-4C60E3AAFB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293</Words>
  <Application>Microsoft Office PowerPoint</Application>
  <PresentationFormat>Širokoúhlá obrazovka</PresentationFormat>
  <Paragraphs>36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Motiv Office</vt:lpstr>
      <vt:lpstr>PowerPoint</vt:lpstr>
      <vt:lpstr>PP - tabulky</vt:lpstr>
      <vt:lpstr>PP - tabulky</vt:lpstr>
      <vt:lpstr>PP - tabulky</vt:lpstr>
      <vt:lpstr>Prezentace aplikace PowerPoint</vt:lpstr>
      <vt:lpstr>Prezentace aplikace PowerPoint</vt:lpstr>
      <vt:lpstr>Prezentace aplikace PowerPoint</vt:lpstr>
      <vt:lpstr>Tabulka z MS Excelu</vt:lpstr>
      <vt:lpstr>Tabulka s propojením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Votavová Gabriela</dc:creator>
  <cp:lastModifiedBy>Votavová Gabriela</cp:lastModifiedBy>
  <cp:revision>7</cp:revision>
  <dcterms:created xsi:type="dcterms:W3CDTF">2020-04-14T17:11:54Z</dcterms:created>
  <dcterms:modified xsi:type="dcterms:W3CDTF">2021-04-15T09:12:53Z</dcterms:modified>
</cp:coreProperties>
</file>