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5" r:id="rId7"/>
    <p:sldId id="26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AA9090-AC64-4F74-B9BC-E7B0AF7DDB1A}" v="9" dt="2020-04-08T13:14:04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>
      <p:cViewPr varScale="1">
        <p:scale>
          <a:sx n="59" d="100"/>
          <a:sy n="59" d="100"/>
        </p:scale>
        <p:origin x="8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F473AD-5925-4AFF-ACCD-1F575E70E2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627761C-BAC1-41C9-84EE-AC45C98C0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2783924-4BCC-4231-A0C4-5D4C10BE2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343DA-08B1-45A3-B913-5D667DBD9EFE}" type="datetimeFigureOut">
              <a:rPr lang="cs-CZ" smtClean="0"/>
              <a:t>22.03.2022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BDA5CE6-0B35-4909-A7CF-6CEB2AFA0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6F8DD3A-BF17-4032-9460-F00882411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1116-7D1C-4F24-977D-39D1D9720B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8518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3B7053-6895-45C9-9080-83A569D89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22DBBA8-AF61-420B-A55A-1BCBC488E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1D6591E-BE5C-4B0D-948A-4EAC917BC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343DA-08B1-45A3-B913-5D667DBD9EFE}" type="datetimeFigureOut">
              <a:rPr lang="cs-CZ" smtClean="0"/>
              <a:t>22.03.2022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02B0A05-A220-474E-B5AB-E57D82C1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5018A5C-D748-49DE-BC38-0DA8853C9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1116-7D1C-4F24-977D-39D1D9720B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13162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512069-11BF-4CDA-95F4-CB27ABE3E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38C2D6F5-6428-40F2-9E41-913C44AC5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CC94F07-4516-439F-956D-A34BB5151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343DA-08B1-45A3-B913-5D667DBD9EFE}" type="datetimeFigureOut">
              <a:rPr lang="cs-CZ" smtClean="0"/>
              <a:t>22.03.2022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31AB0D2-E9C8-4DE8-846A-865893662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5A7CC01-E371-4B00-ACE5-976765549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1116-7D1C-4F24-977D-39D1D9720B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92528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65D491-9A8C-4F75-9E3B-0D67B7734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260B2C7-722C-42AE-A2B8-45DC969F7C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62E69CE3-AA14-4799-9319-F01847283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2F91F91-24C7-43F2-9CE8-FC6048095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343DA-08B1-45A3-B913-5D667DBD9EFE}" type="datetimeFigureOut">
              <a:rPr lang="cs-CZ" smtClean="0"/>
              <a:t>22.03.2022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AA0885F-B273-4949-AF14-D483EA79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CB0B6BA-883A-4016-8DC6-5A05C7F39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1116-7D1C-4F24-977D-39D1D9720B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14095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C99AE8-3005-4145-B333-32BAA3FDD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1E960B43-B844-4E47-BE77-F942A0BDA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C5EA5A40-5277-4D06-9B1F-592BF617F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6C617555-7933-4B67-9806-B67A51F657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C3F0035E-8FBC-451C-9CED-FDE36620B1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879EAA48-F7AB-441B-9751-9A6A80D64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343DA-08B1-45A3-B913-5D667DBD9EFE}" type="datetimeFigureOut">
              <a:rPr lang="cs-CZ" smtClean="0"/>
              <a:t>22.03.2022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E5AB0BC9-FB71-4C09-90AB-1554F334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2C5F4BEE-253A-4B6C-AA9F-027684781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1116-7D1C-4F24-977D-39D1D9720B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3588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BB6E69-6A6E-4039-B069-057C22735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0E32165-5316-4A66-9C23-ABA5CF67C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343DA-08B1-45A3-B913-5D667DBD9EFE}" type="datetimeFigureOut">
              <a:rPr lang="cs-CZ" smtClean="0"/>
              <a:t>22.03.2022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AD4893B-EF5F-4D87-8E27-F5E3EBAD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907FB8B-7D8F-4624-94B2-82D68446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1116-7D1C-4F24-977D-39D1D9720B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12422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E7D4DF30-2EF2-48F4-9A3C-1DB5AC414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343DA-08B1-45A3-B913-5D667DBD9EFE}" type="datetimeFigureOut">
              <a:rPr lang="cs-CZ" smtClean="0"/>
              <a:t>22.03.2022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B151FEB-D4F9-4BC1-A020-BBF124358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0DBB5C8-9600-4451-844D-CEA4B5AF3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1116-7D1C-4F24-977D-39D1D9720B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90362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681A06-C45E-48B0-83F8-3AA30BB11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14859D8-1817-4980-BD1D-0FB8B5250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04D40C16-3C65-40DA-87CD-3B2DCE167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A95257E-0085-4BC2-A2B6-2B46E822E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343DA-08B1-45A3-B913-5D667DBD9EFE}" type="datetimeFigureOut">
              <a:rPr lang="cs-CZ" smtClean="0"/>
              <a:t>22.03.2022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59D35ED-61DC-4D59-BE06-6F2AB08FE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E262930-298A-4F89-8DB6-B196FFB32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1116-7D1C-4F24-977D-39D1D9720B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77458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E6E152-90C4-4CBD-B305-FE0D2246A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D50478C2-6C48-43D3-A06E-BE114609F4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4052E4C9-D1EA-49D2-B1A0-F1BEEE6FE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579E91D-4B3B-4BA2-AC2B-88E236D56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343DA-08B1-45A3-B913-5D667DBD9EFE}" type="datetimeFigureOut">
              <a:rPr lang="cs-CZ" smtClean="0"/>
              <a:t>22.03.2022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559BFD3-0036-44C9-93D4-2A6F02A6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14E0C86-E7F9-4A98-8944-9586C591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1116-7D1C-4F24-977D-39D1D9720B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2754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20F6EC-1C0C-400D-B749-47F45FD3F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C07387B-710E-44D6-90FC-E7E71EBB8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19D67B6-0AD8-463F-8BD4-D41B3266D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343DA-08B1-45A3-B913-5D667DBD9EFE}" type="datetimeFigureOut">
              <a:rPr lang="cs-CZ" smtClean="0"/>
              <a:t>22.03.2022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3EF2D77-F283-451A-BD4F-A8BC41053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90AF44A-2605-45D4-83AC-C8469B4B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1116-7D1C-4F24-977D-39D1D9720B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4911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4963F44-CB44-4B49-BA22-10C62F32C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BD569BD-4FF4-4984-B40C-9999BF78C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FF8346C-9164-44D9-A452-2EBEEB0BB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343DA-08B1-45A3-B913-5D667DBD9EFE}" type="datetimeFigureOut">
              <a:rPr lang="cs-CZ" smtClean="0"/>
              <a:t>22.03.2022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8DDF6CC-C0BF-4F58-BCFF-2923A007F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A1343B9-0C87-4C86-9A93-E60DB506F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1116-7D1C-4F24-977D-39D1D9720B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71319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D57579D-C9C5-4BC7-91FA-D70B164F9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E00957E3-7752-4AF9-8193-2C9B06677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4E253A4-7713-429D-AFE1-CB1B200367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343DA-08B1-45A3-B913-5D667DBD9EFE}" type="datetimeFigureOut">
              <a:rPr lang="cs-CZ" smtClean="0"/>
              <a:t>22.03.2022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519692A-D779-4A28-BEF3-6CEB496C44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19A27F6-0C06-477C-9DE6-EAA82E64E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E1116-7D1C-4F24-977D-39D1D9720B3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37569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votaga\Downloads\Tabulky.pptx#-1,1,PowerPoin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upport.microsoft.com/cs-cz/office/p%C5%99id%C3%A1n%C3%AD-hypertextov%C3%BDch-odkaz%C5%AF-na-sn%C3%ADmky-6f37e08a-43a8-40fe-a1d3-3adf6c592fa9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173CD9-1AB2-4619-B4F0-37172E4941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err="1"/>
              <a:t>Power</a:t>
            </a:r>
            <a:r>
              <a:rPr lang="cs-CZ" dirty="0"/>
              <a:t> Point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885B3C3-B497-49D9-A0E7-A35BA773C9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cs-CZ" dirty="0"/>
              <a:t>hypertextové odkazy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cs-CZ" dirty="0"/>
              <a:t>tlačítka akcí</a:t>
            </a:r>
          </a:p>
        </p:txBody>
      </p:sp>
    </p:spTree>
    <p:extLst>
      <p:ext uri="{BB962C8B-B14F-4D97-AF65-F5344CB8AC3E}">
        <p14:creationId xmlns:p14="http://schemas.microsoft.com/office/powerpoint/2010/main" val="347117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526EED-9CE2-4C70-98C8-00E4F732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Hypertextový odkaz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6C67D33-D060-4566-9847-63A872CF2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na slovo „zde“ vložte hypertextový odkaz, kterým přejdete na úvodní snímek prezentace</a:t>
            </a:r>
          </a:p>
        </p:txBody>
      </p:sp>
    </p:spTree>
    <p:extLst>
      <p:ext uri="{BB962C8B-B14F-4D97-AF65-F5344CB8AC3E}">
        <p14:creationId xmlns:p14="http://schemas.microsoft.com/office/powerpoint/2010/main" val="311568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195805A-1722-40DF-A810-9A7534487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ze slova „</a:t>
            </a:r>
            <a:r>
              <a:rPr lang="cs-CZ" dirty="0">
                <a:hlinkClick r:id="rId2" action="ppaction://hlinkpres?slideindex=1&amp;slidetitle=PowerPoint"/>
              </a:rPr>
              <a:t>z</a:t>
            </a:r>
            <a:r>
              <a:rPr lang="cs-CZ" dirty="0">
                <a:hlinkClick r:id="rId2" action="ppaction://hlinkpres?slideindex=1&amp;slidetitle=PowerPoint"/>
              </a:rPr>
              <a:t>de</a:t>
            </a:r>
            <a:r>
              <a:rPr lang="cs-CZ" dirty="0"/>
              <a:t>“ odeberte hypertextový odkaz na prezentaci</a:t>
            </a:r>
          </a:p>
          <a:p>
            <a:endParaRPr lang="cs-CZ" dirty="0"/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id="{ED5B31E4-3636-4F36-851B-5111E0B97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dirty="0"/>
              <a:t>Hypertextový odkaz - odebrání</a:t>
            </a:r>
          </a:p>
        </p:txBody>
      </p:sp>
    </p:spTree>
    <p:extLst>
      <p:ext uri="{BB962C8B-B14F-4D97-AF65-F5344CB8AC3E}">
        <p14:creationId xmlns:p14="http://schemas.microsoft.com/office/powerpoint/2010/main" val="1251445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195805A-1722-40DF-A810-9A7534487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odeberte hypertextový odkaz na podklady k teorii hypertextu: </a:t>
            </a:r>
            <a:r>
              <a:rPr lang="cs-CZ" b="0" i="0" dirty="0">
                <a:solidFill>
                  <a:srgbClr val="212529"/>
                </a:solidFill>
                <a:effectLst/>
                <a:latin typeface="-apple-system"/>
                <a:hlinkClick r:id="rId2"/>
              </a:rPr>
              <a:t>https://support.microsoft.com/cs-cz/office/p%C5%99id%C3%A1n%C3%AD-hypertextov%C3%BDch-odkaz%C5%AF-na-sn%C3%ADmky-6f37e08a-43a8-40fe-a1d3-3adf6c592fa9</a:t>
            </a:r>
            <a:endParaRPr lang="cs-CZ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indent="0">
              <a:buNone/>
            </a:pPr>
            <a:endParaRPr lang="cs-CZ" dirty="0"/>
          </a:p>
          <a:p>
            <a:endParaRPr lang="cs-CZ" dirty="0"/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id="{ED5B31E4-3636-4F36-851B-5111E0B97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dirty="0"/>
              <a:t>Hypertextový odkaz - odebrání</a:t>
            </a:r>
          </a:p>
        </p:txBody>
      </p:sp>
    </p:spTree>
    <p:extLst>
      <p:ext uri="{BB962C8B-B14F-4D97-AF65-F5344CB8AC3E}">
        <p14:creationId xmlns:p14="http://schemas.microsoft.com/office/powerpoint/2010/main" val="517730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526EED-9CE2-4C70-98C8-00E4F732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Hypertextový odkaz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6C67D33-D060-4566-9847-63A872CF2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na slovo „zde“ vložte hypertextový odkaz, kterým přejdete na prezentaci s teorií o hypertextovém odkazu</a:t>
            </a:r>
          </a:p>
          <a:p>
            <a:r>
              <a:rPr lang="cs-CZ" dirty="0"/>
              <a:t>do </a:t>
            </a:r>
            <a:r>
              <a:rPr lang="cs-CZ" b="1" dirty="0"/>
              <a:t>Popisu</a:t>
            </a:r>
            <a:r>
              <a:rPr lang="cs-CZ" dirty="0"/>
              <a:t> hypertextového odkazu napište text: </a:t>
            </a:r>
            <a:r>
              <a:rPr lang="cs-CZ" i="1" dirty="0"/>
              <a:t>Podklad k výuce</a:t>
            </a:r>
          </a:p>
        </p:txBody>
      </p:sp>
    </p:spTree>
    <p:extLst>
      <p:ext uri="{BB962C8B-B14F-4D97-AF65-F5344CB8AC3E}">
        <p14:creationId xmlns:p14="http://schemas.microsoft.com/office/powerpoint/2010/main" val="3099804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526EED-9CE2-4C70-98C8-00E4F732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Hypertextový odkaz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6C67D33-D060-4566-9847-63A872CF2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na slovo „zde“ vložte hypertextový odkaz, kterým otevřete libovolný zpravodajský web </a:t>
            </a:r>
          </a:p>
          <a:p>
            <a:r>
              <a:rPr lang="cs-CZ" dirty="0"/>
              <a:t>do </a:t>
            </a:r>
            <a:r>
              <a:rPr lang="cs-CZ" b="1" dirty="0"/>
              <a:t>Popisu</a:t>
            </a:r>
            <a:r>
              <a:rPr lang="cs-CZ" dirty="0"/>
              <a:t> hypertextového odkazu napište text: </a:t>
            </a:r>
            <a:r>
              <a:rPr lang="cs-CZ" i="1" dirty="0"/>
              <a:t>ZPRÁVY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3619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526EED-9CE2-4C70-98C8-00E4F732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Hypertextový odkaz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6C67D33-D060-4566-9847-63A872CF2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do snímku vložte vhodný obrázek Karkulky</a:t>
            </a:r>
          </a:p>
          <a:p>
            <a:r>
              <a:rPr lang="cs-CZ" dirty="0"/>
              <a:t>na vložený snímek vložte hypertextový odkaz, který otevře nový wordovský soubor Karkulka (soubor může být prázdný) </a:t>
            </a:r>
          </a:p>
        </p:txBody>
      </p:sp>
    </p:spTree>
    <p:extLst>
      <p:ext uri="{BB962C8B-B14F-4D97-AF65-F5344CB8AC3E}">
        <p14:creationId xmlns:p14="http://schemas.microsoft.com/office/powerpoint/2010/main" val="1649200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526EED-9CE2-4C70-98C8-00E4F732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Hypertextový odkaz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6C67D33-D060-4566-9847-63A872CF2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na slovo „zde“ vložte hypertextový odkaz, kterým napíšete e-mail na adresu: info@delta-skola.cz</a:t>
            </a:r>
          </a:p>
          <a:p>
            <a:r>
              <a:rPr lang="cs-CZ" dirty="0"/>
              <a:t>do </a:t>
            </a:r>
            <a:r>
              <a:rPr lang="cs-CZ" b="1" dirty="0"/>
              <a:t>Popisu</a:t>
            </a:r>
            <a:r>
              <a:rPr lang="cs-CZ" dirty="0"/>
              <a:t> hypertextového odkazu napište text: </a:t>
            </a:r>
            <a:r>
              <a:rPr lang="cs-CZ" i="1" dirty="0"/>
              <a:t>ŠKOLA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30153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526EED-9CE2-4C70-98C8-00E4F732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Tlačítko akce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6C67D33-D060-4566-9847-63A872CF2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na střed snímku vložte tlačítko akce =&gt; jako akci vyberte přechod na úvodní snímek prezentace</a:t>
            </a:r>
          </a:p>
          <a:p>
            <a:r>
              <a:rPr lang="cs-CZ" dirty="0"/>
              <a:t>tlačítko akce viditelně barevně upravte, výška tlačítka 7 cm</a:t>
            </a:r>
          </a:p>
        </p:txBody>
      </p:sp>
    </p:spTree>
    <p:extLst>
      <p:ext uri="{BB962C8B-B14F-4D97-AF65-F5344CB8AC3E}">
        <p14:creationId xmlns:p14="http://schemas.microsoft.com/office/powerpoint/2010/main" val="1235688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526EED-9CE2-4C70-98C8-00E4F732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Tlačítko akce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6C67D33-D060-4566-9847-63A872CF2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do levého dolního rohu vložte tlačítko akce a jako akci vyberte přechod na předchozí snímek, vyberte libovolný zvukový efekt</a:t>
            </a:r>
          </a:p>
        </p:txBody>
      </p:sp>
    </p:spTree>
    <p:extLst>
      <p:ext uri="{BB962C8B-B14F-4D97-AF65-F5344CB8AC3E}">
        <p14:creationId xmlns:p14="http://schemas.microsoft.com/office/powerpoint/2010/main" val="3570473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526EED-9CE2-4C70-98C8-00E4F732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Tlačítko akce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6C67D33-D060-4566-9847-63A872CF2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vložte do levého dolního rohu tlačítko akce nebo obrázek či logo školy a jako akci vyberte přechod na stránky naší školy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23653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526EED-9CE2-4C70-98C8-00E4F732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Tlačítko akce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6C67D33-D060-4566-9847-63A872CF2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vložte do levého dolního rohu tlačítko akce „Získat informace“ a jako akci vyberte přechod na libovolný zpravodajský web 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8388255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746E8B3FF2B2428A148D03C368DE4A" ma:contentTypeVersion="13" ma:contentTypeDescription="Vytvoří nový dokument" ma:contentTypeScope="" ma:versionID="9d94cbd9914ef4824ad723384dcde04a">
  <xsd:schema xmlns:xsd="http://www.w3.org/2001/XMLSchema" xmlns:xs="http://www.w3.org/2001/XMLSchema" xmlns:p="http://schemas.microsoft.com/office/2006/metadata/properties" xmlns:ns3="ea85f2e0-d32a-4312-be8a-c00aff2510cf" xmlns:ns4="c52afa11-cb76-49c2-a807-b2856752eead" targetNamespace="http://schemas.microsoft.com/office/2006/metadata/properties" ma:root="true" ma:fieldsID="f78cee60d32ecf43d3cd1d8f83bcfaea" ns3:_="" ns4:_="">
    <xsd:import namespace="ea85f2e0-d32a-4312-be8a-c00aff2510cf"/>
    <xsd:import namespace="c52afa11-cb76-49c2-a807-b2856752eea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85f2e0-d32a-4312-be8a-c00aff2510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2afa11-cb76-49c2-a807-b2856752eea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466C093-7041-40AA-9AD3-CD045343B2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85f2e0-d32a-4312-be8a-c00aff2510cf"/>
    <ds:schemaRef ds:uri="c52afa11-cb76-49c2-a807-b2856752ee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0794DC4-D159-4B29-8721-95F42787893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4A64FA-8B7B-4224-BCDC-7434C8B901A6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ea85f2e0-d32a-4312-be8a-c00aff2510cf"/>
    <ds:schemaRef ds:uri="http://purl.org/dc/elements/1.1/"/>
    <ds:schemaRef ds:uri="http://schemas.microsoft.com/office/2006/metadata/properties"/>
    <ds:schemaRef ds:uri="c52afa11-cb76-49c2-a807-b2856752eead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290</Words>
  <Application>Microsoft Office PowerPoint</Application>
  <PresentationFormat>Širokoúhlá obrazovka</PresentationFormat>
  <Paragraphs>30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8" baseType="lpstr">
      <vt:lpstr>-apple-system</vt:lpstr>
      <vt:lpstr>Arial</vt:lpstr>
      <vt:lpstr>Calibri</vt:lpstr>
      <vt:lpstr>Calibri Light</vt:lpstr>
      <vt:lpstr>Wingdings</vt:lpstr>
      <vt:lpstr>Motiv Office</vt:lpstr>
      <vt:lpstr>Power Point</vt:lpstr>
      <vt:lpstr>Hypertextový odkaz</vt:lpstr>
      <vt:lpstr>Hypertextový odkaz - odebrání</vt:lpstr>
      <vt:lpstr>Hypertextový odkaz - odebrání</vt:lpstr>
      <vt:lpstr>Hypertextový odkaz</vt:lpstr>
      <vt:lpstr>Hypertextový odkaz</vt:lpstr>
      <vt:lpstr>Hypertextový odkaz</vt:lpstr>
      <vt:lpstr>Hypertextový odkaz</vt:lpstr>
      <vt:lpstr>Tlačítko akce</vt:lpstr>
      <vt:lpstr>Tlačítko akce</vt:lpstr>
      <vt:lpstr>Tlačítko akce</vt:lpstr>
      <vt:lpstr>Tlačítko akce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Point</dc:title>
  <dc:creator>Richard</dc:creator>
  <cp:lastModifiedBy>Votavová Gabriela</cp:lastModifiedBy>
  <cp:revision>15</cp:revision>
  <cp:lastPrinted>2020-04-08T09:39:36Z</cp:lastPrinted>
  <dcterms:created xsi:type="dcterms:W3CDTF">2018-02-18T18:01:26Z</dcterms:created>
  <dcterms:modified xsi:type="dcterms:W3CDTF">2022-03-22T09:19:59Z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0x01010019746E8B3FF2B2428A148D03C368DE4A</vt:lpwstr>
  </property>
</Properties>
</file>