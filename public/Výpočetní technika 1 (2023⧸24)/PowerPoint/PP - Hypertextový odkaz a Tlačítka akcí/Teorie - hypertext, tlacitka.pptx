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0103-EFF9-4235-8BF4-583CEDDD8479}" type="datetimeFigureOut">
              <a:rPr lang="cs-CZ" smtClean="0"/>
              <a:t>28.2.2018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8CFA2-8AE8-4CC2-9CDB-3F9DE64F0B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470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D55793-9EC8-4A49-A92B-96BC5C071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1BC367-6D0A-4AEC-A815-A90AC7E04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17149CD-5828-43F5-A91B-86D5F4A3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642A-ABB5-4559-ABEC-1CB11C689D92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0B830E-AB22-4CC3-9AB2-7E85051E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41D216C-229F-4FA6-A720-B1C5A33E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13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343DFB-BF85-486E-BA0C-15668A56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5C294E1-4305-41E1-B132-42F4CDC14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8BA80F1-2ACB-4CC3-ACAE-D886C11C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C6DF4-63A7-43B6-825B-CBB5585BFCC3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C4630D8-48E7-4633-A2A4-59940D68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DDACE7-923B-4E73-AFBF-7527A8B3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903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1967BD-A0CB-458D-B574-D801A63A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4C2C656-D283-4630-B85E-6D901D15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B802BC-DCFE-4D08-89F9-D30A98A2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3AB4-5FAD-42E8-A674-A10ABB417749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8CA3A5-2646-4FD6-83D3-200E7AB7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A6C37B-CB58-4529-B3E7-9103DF3A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7911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16CF65-DE11-49C8-8A96-923D04B5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BA53E91-85B4-4D9E-BFFA-036E4DFD5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4FF87A95-10E3-40EE-B3DE-58E6F5197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D904DE8-008A-4A40-A83D-1E3A52E5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C0E-89AF-4DAE-AB79-6430B7983CBF}" type="datetime1">
              <a:rPr lang="cs-CZ" smtClean="0"/>
              <a:t>28.2.2018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8C438C9-ACCA-4F1F-B18E-1EC2D3DE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CF51A5E-C69F-44C1-856B-8E2424DA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236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DD8DC2-728C-4E49-AAD4-25BC7AD3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85E0925E-5341-4CFB-92D6-DD4CB4F20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03097A9D-5B46-4418-9C38-70F99C130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3A6DAA1-A2DD-4632-8881-69AF2099E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E6E4B965-235E-48A4-949E-6A9CC2402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1782181-12D4-4681-ADB3-F06C1D72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BC18-A4DC-4F17-B986-04030DF5093E}" type="datetime1">
              <a:rPr lang="cs-CZ" smtClean="0"/>
              <a:t>28.2.2018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AEEE773-F743-413F-BED9-87DA297A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2B09AD8-A2E7-4867-8F94-BBAABEF4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8079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164712-5057-45B6-9FE9-C433F488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9594F6D-D587-4F42-B358-FB60FD5F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7256-36EA-4BB4-B446-57255A6A261A}" type="datetime1">
              <a:rPr lang="cs-CZ" smtClean="0"/>
              <a:t>28.2.2018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98C1543-D335-48D3-A865-53A0147D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F218E31-13E1-4177-A775-18A94C5B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630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9797903-610A-4F0E-A3D3-4241BF54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BC25-CA41-4EEA-8054-EE5C755C443A}" type="datetime1">
              <a:rPr lang="cs-CZ" smtClean="0"/>
              <a:t>28.2.2018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A8CDFAB-7259-45D4-B08E-A1AE0004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4FEF79-3952-4F7A-A8F6-DAB3B708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595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DE74BC-D568-4460-9721-4CD02D2BE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678407A-FC4A-43EC-9B80-5B35362BC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2D342131-53BB-4746-987B-8C33DFC49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DFE1280-2E58-4CD4-BBD7-8D0A8069D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6979-9DA2-40C3-89AE-BDA7A3AD8442}" type="datetime1">
              <a:rPr lang="cs-CZ" smtClean="0"/>
              <a:t>28.2.2018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0038AA4-3800-4C7A-8177-0EC3436B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7A05CDE-C757-4961-BB53-D797D322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13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7454C1-5C28-44A0-8040-9BC396E1B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D77BB4F-BA33-4202-A3AF-EAF24FEAF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4B4B1019-16F7-4DCA-B565-F5174CEFD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C038501-B5C5-489C-85DB-C417CF98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2EEB-387B-4575-9FB8-2E2D0A2A85BD}" type="datetime1">
              <a:rPr lang="cs-CZ" smtClean="0"/>
              <a:t>28.2.2018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FDE1FF3-3E1B-4E2B-BF82-28EC6581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10514F3-8BF7-4420-8BE6-5DF666E2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036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48DDB8-7CDD-46B3-9BED-08B38BDA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789699F-AC62-48AB-B162-4E48BF53D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6181C7-B1D2-4D51-A397-38171A08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E166-C40C-415E-AAC0-1F1AE9275E5D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24CC61C-FF91-4612-A986-658AE1C7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18F8909-7D64-436E-A079-C1D56DB5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403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CE5EE86-19DE-4FDC-8A52-BABDFEC2D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7CCED5E-A3F4-4D55-9ABA-A6E739BBE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4E494F9-6BEF-4F88-8EA1-83CF1876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AF155-9757-46CF-AED7-EE5AFD1DB0B4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3CBBCF4-D3DD-46E2-8488-8FA767A5C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4699A17-9D79-4254-8484-807F01B9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797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8409D74-89FC-411B-878A-AEA346F1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79776186-F6F7-4105-B29F-7542C155A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E9545A5-7F5B-4BE3-A669-9D7DE1512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F0E62-748E-4147-A1DC-6D3E9FC3A21D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EE10406-53F0-4B37-8455-31CB5A114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102AB37-2C0A-416C-AF6D-BD9ED17A1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586A4-1637-42EE-946E-CCC77144CE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625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4206BF-FDDB-495C-B2E8-87243A2F04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PowerPoint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374867D-FDFA-4B7E-905F-AA199F7232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cs-CZ" dirty="0"/>
              <a:t>hypertextový odkaz</a:t>
            </a:r>
          </a:p>
          <a:p>
            <a:pPr marL="342900" indent="-342900">
              <a:buFontTx/>
              <a:buChar char="-"/>
            </a:pPr>
            <a:r>
              <a:rPr lang="cs-CZ" dirty="0"/>
              <a:t>tlačítka akcí</a:t>
            </a:r>
          </a:p>
        </p:txBody>
      </p:sp>
    </p:spTree>
    <p:extLst>
      <p:ext uri="{BB962C8B-B14F-4D97-AF65-F5344CB8AC3E}">
        <p14:creationId xmlns:p14="http://schemas.microsoft.com/office/powerpoint/2010/main" val="2421726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C8A96-C707-4596-A606-3DB8E5DB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– 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DFBF05-8D2A-4632-B3D1-306C9AC1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může</a:t>
            </a:r>
          </a:p>
          <a:p>
            <a:pPr lvl="1"/>
            <a:r>
              <a:rPr lang="cs-CZ" dirty="0"/>
              <a:t>odkazovat na jiné místo v prezentaci</a:t>
            </a:r>
          </a:p>
          <a:p>
            <a:pPr lvl="1"/>
            <a:r>
              <a:rPr lang="cs-CZ" dirty="0"/>
              <a:t>otevřít jinou prezentaci</a:t>
            </a:r>
          </a:p>
          <a:p>
            <a:pPr lvl="1"/>
            <a:r>
              <a:rPr lang="cs-CZ" dirty="0"/>
              <a:t>přejít na web</a:t>
            </a:r>
          </a:p>
          <a:p>
            <a:pPr lvl="1"/>
            <a:r>
              <a:rPr lang="cs-CZ" dirty="0"/>
              <a:t>otevřít nový soubor</a:t>
            </a:r>
          </a:p>
          <a:p>
            <a:pPr lvl="1"/>
            <a:r>
              <a:rPr lang="cs-CZ" dirty="0"/>
              <a:t>začít psát zprávu na určitou e-mailovou adresu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64402F-CCE9-4745-B2F4-5F3DBBB6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895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C8A96-C707-4596-A606-3DB8E5DB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– 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DFBF05-8D2A-4632-B3D1-306C9AC1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lze vytvořit</a:t>
            </a:r>
          </a:p>
          <a:p>
            <a:pPr lvl="1"/>
            <a:r>
              <a:rPr lang="cs-CZ" dirty="0"/>
              <a:t>označením</a:t>
            </a:r>
          </a:p>
          <a:p>
            <a:pPr lvl="2"/>
            <a:r>
              <a:rPr lang="cs-CZ" sz="2400" dirty="0"/>
              <a:t>slova</a:t>
            </a:r>
          </a:p>
          <a:p>
            <a:pPr lvl="2"/>
            <a:r>
              <a:rPr lang="cs-CZ" sz="2400" dirty="0"/>
              <a:t>obrázku</a:t>
            </a:r>
          </a:p>
          <a:p>
            <a:pPr lvl="2"/>
            <a:r>
              <a:rPr lang="cs-CZ" sz="2400" dirty="0"/>
              <a:t>grafu</a:t>
            </a:r>
          </a:p>
          <a:p>
            <a:pPr lvl="2"/>
            <a:r>
              <a:rPr lang="cs-CZ" dirty="0"/>
              <a:t>…</a:t>
            </a:r>
          </a:p>
          <a:p>
            <a:pPr lvl="1"/>
            <a:r>
              <a:rPr lang="cs-CZ" dirty="0"/>
              <a:t>na kartě Vložení - Odkaz</a:t>
            </a:r>
          </a:p>
          <a:p>
            <a:pPr lvl="1"/>
            <a:r>
              <a:rPr lang="cs-CZ" dirty="0"/>
              <a:t>pravým tlačítkem myši – Hypertextový odkaz</a:t>
            </a:r>
          </a:p>
          <a:p>
            <a:pPr lvl="1"/>
            <a:r>
              <a:rPr lang="cs-CZ" dirty="0"/>
              <a:t>klávesovou zkratkou CTRL + K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A0527DB-E28E-4FF1-8E9B-3E5C355E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64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C8A96-C707-4596-A606-3DB8E5DB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– 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DFBF05-8D2A-4632-B3D1-306C9AC1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lze upravit</a:t>
            </a:r>
          </a:p>
          <a:p>
            <a:pPr lvl="1"/>
            <a:r>
              <a:rPr lang="cs-CZ" dirty="0"/>
              <a:t>na kartě Vložení - Odkaz</a:t>
            </a:r>
          </a:p>
          <a:p>
            <a:pPr lvl="1"/>
            <a:r>
              <a:rPr lang="cs-CZ" dirty="0"/>
              <a:t>pravým tlačítkem myši – Upravit hypertextový odkaz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3A2876-02B6-4B18-A18C-DA2165E2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4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022745E5-3FE8-413B-B012-314DA9CAA7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79" t="31579" r="5789" b="22807"/>
          <a:stretch/>
        </p:blipFill>
        <p:spPr>
          <a:xfrm>
            <a:off x="2913247" y="3134460"/>
            <a:ext cx="6898105" cy="358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6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C8A96-C707-4596-A606-3DB8E5DB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– hypertextový odkaz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DFBF05-8D2A-4632-B3D1-306C9AC1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lze odstranit</a:t>
            </a:r>
          </a:p>
          <a:p>
            <a:pPr lvl="1"/>
            <a:r>
              <a:rPr lang="cs-CZ" dirty="0"/>
              <a:t>na kartě Vložení - Odkaz</a:t>
            </a:r>
          </a:p>
          <a:p>
            <a:pPr lvl="1"/>
            <a:r>
              <a:rPr lang="cs-CZ" dirty="0"/>
              <a:t>pravým tlačítkem myši – Odebrat odkaz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5427F6D-8A66-4B30-B477-D198ADC1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941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C8A96-C707-4596-A606-3DB8E5DB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– tlačítka akcí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DFBF05-8D2A-4632-B3D1-306C9AC1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může</a:t>
            </a:r>
          </a:p>
          <a:p>
            <a:pPr lvl="1"/>
            <a:r>
              <a:rPr lang="cs-CZ" dirty="0"/>
              <a:t>odkazovat na jiné místo v prezentaci</a:t>
            </a:r>
          </a:p>
          <a:p>
            <a:pPr lvl="1"/>
            <a:r>
              <a:rPr lang="cs-CZ" dirty="0"/>
              <a:t>otevřít jinou prezentaci</a:t>
            </a:r>
          </a:p>
          <a:p>
            <a:pPr lvl="1"/>
            <a:r>
              <a:rPr lang="cs-CZ" dirty="0"/>
              <a:t>přejít na web</a:t>
            </a:r>
          </a:p>
          <a:p>
            <a:pPr lvl="1"/>
            <a:r>
              <a:rPr lang="cs-CZ" dirty="0"/>
              <a:t>otevřít nový soubor</a:t>
            </a:r>
          </a:p>
          <a:p>
            <a:pPr lvl="1"/>
            <a:r>
              <a:rPr lang="cs-CZ" dirty="0"/>
              <a:t>začít psát zprávu na určitou </a:t>
            </a:r>
            <a:br>
              <a:rPr lang="cs-CZ" dirty="0"/>
            </a:br>
            <a:r>
              <a:rPr lang="cs-CZ" dirty="0"/>
              <a:t>e-mailovou adresu</a:t>
            </a:r>
          </a:p>
          <a:p>
            <a:pPr lvl="1"/>
            <a:r>
              <a:rPr lang="cs-CZ" dirty="0"/>
              <a:t>…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DC78855-B202-41C0-825F-224C40C649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26" t="20200" r="34139" b="26655"/>
          <a:stretch/>
        </p:blipFill>
        <p:spPr>
          <a:xfrm>
            <a:off x="6096000" y="642962"/>
            <a:ext cx="5743259" cy="5849913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BD6A55E-0F0C-43B9-896A-B6A6412C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284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C8A96-C707-4596-A606-3DB8E5DB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 – tlačítka akcí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BDFBF05-8D2A-4632-B3D1-306C9AC1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667"/>
            <a:ext cx="10515600" cy="4351338"/>
          </a:xfrm>
        </p:spPr>
        <p:txBody>
          <a:bodyPr/>
          <a:lstStyle/>
          <a:p>
            <a:r>
              <a:rPr lang="cs-CZ" dirty="0"/>
              <a:t>lze vytvořit</a:t>
            </a:r>
          </a:p>
          <a:p>
            <a:pPr lvl="1"/>
            <a:r>
              <a:rPr lang="cs-CZ" dirty="0"/>
              <a:t>na kartě Vložení – Obrazce – Tlačítka akcí </a:t>
            </a:r>
          </a:p>
          <a:p>
            <a:pPr lvl="1"/>
            <a:r>
              <a:rPr lang="cs-CZ" dirty="0"/>
              <a:t>klikněte do snímku a vykreslete tvar tlačítka</a:t>
            </a:r>
          </a:p>
          <a:p>
            <a:pPr lvl="1"/>
            <a:r>
              <a:rPr lang="cs-CZ" dirty="0"/>
              <a:t>v dialogovém okně Nastavení akcí zvolte chování tlačítka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C97340D-C546-47F9-9675-5A78AF5290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0" t="5324" r="56175" b="5324"/>
          <a:stretch/>
        </p:blipFill>
        <p:spPr>
          <a:xfrm>
            <a:off x="8686198" y="204704"/>
            <a:ext cx="3361423" cy="53057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98C1EA91-1E76-4F49-9C2B-065D7D390E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47" t="87478" r="56671" b="5324"/>
          <a:stretch/>
        </p:blipFill>
        <p:spPr>
          <a:xfrm>
            <a:off x="2104925" y="4494577"/>
            <a:ext cx="5887452" cy="13255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Ovál 5">
            <a:extLst>
              <a:ext uri="{FF2B5EF4-FFF2-40B4-BE49-F238E27FC236}">
                <a16:creationId xmlns:a16="http://schemas.microsoft.com/office/drawing/2014/main" id="{FB089045-559D-4C30-A548-C0CB9E28F1BC}"/>
              </a:ext>
            </a:extLst>
          </p:cNvPr>
          <p:cNvSpPr/>
          <p:nvPr/>
        </p:nvSpPr>
        <p:spPr>
          <a:xfrm>
            <a:off x="9857874" y="4944743"/>
            <a:ext cx="2277980" cy="7261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0F7A81-3E14-4F27-BA07-C91C5DE4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86A4-1637-42EE-946E-CCC77144CE85}" type="slidenum">
              <a:rPr lang="cs-CZ" smtClean="0"/>
              <a:t>7</a:t>
            </a:fld>
            <a:endParaRPr lang="cs-CZ"/>
          </a:p>
        </p:txBody>
      </p:sp>
      <p:sp>
        <p:nvSpPr>
          <p:cNvPr id="8" name="Tlačítko akce: Přejít domů 7">
            <a:hlinkClick r:id="" action="ppaction://hlinkshowjump?jump=firstslide" highlightClick="1">
              <a:snd r:embed="rId3" name="applause.wav"/>
            </a:hlinkClick>
            <a:extLst>
              <a:ext uri="{FF2B5EF4-FFF2-40B4-BE49-F238E27FC236}">
                <a16:creationId xmlns:a16="http://schemas.microsoft.com/office/drawing/2014/main" id="{0EFFD401-DE10-4CA6-8A70-836EB22108E8}"/>
              </a:ext>
            </a:extLst>
          </p:cNvPr>
          <p:cNvSpPr/>
          <p:nvPr/>
        </p:nvSpPr>
        <p:spPr>
          <a:xfrm>
            <a:off x="309489" y="3587262"/>
            <a:ext cx="1266093" cy="1223889"/>
          </a:xfrm>
          <a:prstGeom prst="actionButtonHome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rgbClr val="0070C0"/>
            </a:solidFill>
            <a:prstDash val="sysDash"/>
          </a:ln>
          <a:effectLst>
            <a:reflection blurRad="6350" stA="50000" endA="300" endPos="555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35570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154</Words>
  <Application>Microsoft Office PowerPoint</Application>
  <PresentationFormat>Širokoúhlá obrazovka</PresentationFormat>
  <Paragraphs>47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Motiv Office</vt:lpstr>
      <vt:lpstr>PowerPoint</vt:lpstr>
      <vt:lpstr>PP – hypertextový odkaz</vt:lpstr>
      <vt:lpstr>PP – hypertextový odkaz</vt:lpstr>
      <vt:lpstr>PP – hypertextový odkaz</vt:lpstr>
      <vt:lpstr>PP – hypertextový odkaz</vt:lpstr>
      <vt:lpstr>PP – tlačítka akcí</vt:lpstr>
      <vt:lpstr>PP – tlačítka akcí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Richard</dc:creator>
  <cp:lastModifiedBy>Votavová Gabriela</cp:lastModifiedBy>
  <cp:revision>9</cp:revision>
  <dcterms:created xsi:type="dcterms:W3CDTF">2018-02-18T17:53:24Z</dcterms:created>
  <dcterms:modified xsi:type="dcterms:W3CDTF">2018-02-28T09:31:10Z</dcterms:modified>
</cp:coreProperties>
</file>