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3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09A8BF-5B3C-4A4E-B8BD-E5E66A413819}" v="20" dt="2024-01-09T11:29:34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6068" autoAdjust="0"/>
  </p:normalViewPr>
  <p:slideViewPr>
    <p:cSldViewPr snapToGrid="0">
      <p:cViewPr varScale="1">
        <p:scale>
          <a:sx n="47" d="100"/>
          <a:sy n="47" d="100"/>
        </p:scale>
        <p:origin x="13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tavová Gabriela" userId="f151b92f-625a-445a-9d4b-1ed80f6e2b7e" providerId="ADAL" clId="{1609A8BF-5B3C-4A4E-B8BD-E5E66A413819}"/>
    <pc:docChg chg="undo custSel addSld delSld modSld sldOrd modMainMaster">
      <pc:chgData name="Votavová Gabriela" userId="f151b92f-625a-445a-9d4b-1ed80f6e2b7e" providerId="ADAL" clId="{1609A8BF-5B3C-4A4E-B8BD-E5E66A413819}" dt="2024-01-09T11:30:53.931" v="1363" actId="20577"/>
      <pc:docMkLst>
        <pc:docMk/>
      </pc:docMkLst>
      <pc:sldChg chg="delSp modSp mod modClrScheme chgLayout modNotesTx">
        <pc:chgData name="Votavová Gabriela" userId="f151b92f-625a-445a-9d4b-1ed80f6e2b7e" providerId="ADAL" clId="{1609A8BF-5B3C-4A4E-B8BD-E5E66A413819}" dt="2024-01-09T11:29:37.182" v="1253" actId="6549"/>
        <pc:sldMkLst>
          <pc:docMk/>
          <pc:sldMk cId="1122497819" sldId="256"/>
        </pc:sldMkLst>
        <pc:spChg chg="del mod">
          <ac:chgData name="Votavová Gabriela" userId="f151b92f-625a-445a-9d4b-1ed80f6e2b7e" providerId="ADAL" clId="{1609A8BF-5B3C-4A4E-B8BD-E5E66A413819}" dt="2024-01-09T10:38:58.849" v="356" actId="700"/>
          <ac:spMkLst>
            <pc:docMk/>
            <pc:sldMk cId="1122497819" sldId="256"/>
            <ac:spMk id="2" creationId="{670533EC-29CA-7373-608B-F54479F035E1}"/>
          </ac:spMkLst>
        </pc:spChg>
        <pc:spChg chg="del">
          <ac:chgData name="Votavová Gabriela" userId="f151b92f-625a-445a-9d4b-1ed80f6e2b7e" providerId="ADAL" clId="{1609A8BF-5B3C-4A4E-B8BD-E5E66A413819}" dt="2024-01-09T10:38:58.849" v="356" actId="700"/>
          <ac:spMkLst>
            <pc:docMk/>
            <pc:sldMk cId="1122497819" sldId="256"/>
            <ac:spMk id="3" creationId="{45E90B8D-41D3-7394-EBB9-BD40291E2B4F}"/>
          </ac:spMkLst>
        </pc:spChg>
      </pc:sldChg>
      <pc:sldChg chg="addSp delSp modSp mod ord modNotesTx">
        <pc:chgData name="Votavová Gabriela" userId="f151b92f-625a-445a-9d4b-1ed80f6e2b7e" providerId="ADAL" clId="{1609A8BF-5B3C-4A4E-B8BD-E5E66A413819}" dt="2024-01-09T11:23:42.071" v="842" actId="20577"/>
        <pc:sldMkLst>
          <pc:docMk/>
          <pc:sldMk cId="338246767" sldId="257"/>
        </pc:sldMkLst>
        <pc:graphicFrameChg chg="del mod">
          <ac:chgData name="Votavová Gabriela" userId="f151b92f-625a-445a-9d4b-1ed80f6e2b7e" providerId="ADAL" clId="{1609A8BF-5B3C-4A4E-B8BD-E5E66A413819}" dt="2024-01-09T11:23:23.166" v="839" actId="478"/>
          <ac:graphicFrameMkLst>
            <pc:docMk/>
            <pc:sldMk cId="338246767" sldId="257"/>
            <ac:graphicFrameMk id="5" creationId="{FFF66DA7-F8AB-97B4-0453-7E46A27C11A5}"/>
          </ac:graphicFrameMkLst>
        </pc:graphicFrameChg>
        <pc:picChg chg="add del mod">
          <ac:chgData name="Votavová Gabriela" userId="f151b92f-625a-445a-9d4b-1ed80f6e2b7e" providerId="ADAL" clId="{1609A8BF-5B3C-4A4E-B8BD-E5E66A413819}" dt="2024-01-09T10:41:26.951" v="500" actId="21"/>
          <ac:picMkLst>
            <pc:docMk/>
            <pc:sldMk cId="338246767" sldId="257"/>
            <ac:picMk id="4" creationId="{4B2EA7B2-2F1F-535B-30A1-B3F8BDB12492}"/>
          </ac:picMkLst>
        </pc:picChg>
      </pc:sldChg>
      <pc:sldChg chg="addSp modSp mod modNotesTx">
        <pc:chgData name="Votavová Gabriela" userId="f151b92f-625a-445a-9d4b-1ed80f6e2b7e" providerId="ADAL" clId="{1609A8BF-5B3C-4A4E-B8BD-E5E66A413819}" dt="2024-01-09T11:24:38.615" v="883" actId="20577"/>
        <pc:sldMkLst>
          <pc:docMk/>
          <pc:sldMk cId="590507622" sldId="258"/>
        </pc:sldMkLst>
        <pc:picChg chg="add mod">
          <ac:chgData name="Votavová Gabriela" userId="f151b92f-625a-445a-9d4b-1ed80f6e2b7e" providerId="ADAL" clId="{1609A8BF-5B3C-4A4E-B8BD-E5E66A413819}" dt="2024-01-09T11:23:18.739" v="838" actId="1076"/>
          <ac:picMkLst>
            <pc:docMk/>
            <pc:sldMk cId="590507622" sldId="258"/>
            <ac:picMk id="3" creationId="{FEA6B050-5AAF-0D89-A36E-9AA3C110003B}"/>
          </ac:picMkLst>
        </pc:picChg>
      </pc:sldChg>
      <pc:sldChg chg="addSp delSp modSp mod ord modNotesTx">
        <pc:chgData name="Votavová Gabriela" userId="f151b92f-625a-445a-9d4b-1ed80f6e2b7e" providerId="ADAL" clId="{1609A8BF-5B3C-4A4E-B8BD-E5E66A413819}" dt="2024-01-09T11:30:53.931" v="1363" actId="20577"/>
        <pc:sldMkLst>
          <pc:docMk/>
          <pc:sldMk cId="133743402" sldId="259"/>
        </pc:sldMkLst>
        <pc:graphicFrameChg chg="del mod">
          <ac:chgData name="Votavová Gabriela" userId="f151b92f-625a-445a-9d4b-1ed80f6e2b7e" providerId="ADAL" clId="{1609A8BF-5B3C-4A4E-B8BD-E5E66A413819}" dt="2024-01-09T11:24:46.350" v="884" actId="478"/>
          <ac:graphicFrameMkLst>
            <pc:docMk/>
            <pc:sldMk cId="133743402" sldId="259"/>
            <ac:graphicFrameMk id="2" creationId="{71153B3E-171F-DA5E-58C8-89F382E94E31}"/>
          </ac:graphicFrameMkLst>
        </pc:graphicFrameChg>
        <pc:graphicFrameChg chg="add del mod">
          <ac:chgData name="Votavová Gabriela" userId="f151b92f-625a-445a-9d4b-1ed80f6e2b7e" providerId="ADAL" clId="{1609A8BF-5B3C-4A4E-B8BD-E5E66A413819}" dt="2024-01-09T11:24:47.402" v="885" actId="478"/>
          <ac:graphicFrameMkLst>
            <pc:docMk/>
            <pc:sldMk cId="133743402" sldId="259"/>
            <ac:graphicFrameMk id="5" creationId="{D3F4C6E8-E32A-96B9-B0DB-7C2C655B857D}"/>
          </ac:graphicFrameMkLst>
        </pc:graphicFrameChg>
      </pc:sldChg>
      <pc:sldChg chg="addSp delSp modSp add del mod modClrScheme chgLayout">
        <pc:chgData name="Votavová Gabriela" userId="f151b92f-625a-445a-9d4b-1ed80f6e2b7e" providerId="ADAL" clId="{1609A8BF-5B3C-4A4E-B8BD-E5E66A413819}" dt="2024-01-09T11:18:05.797" v="555" actId="2696"/>
        <pc:sldMkLst>
          <pc:docMk/>
          <pc:sldMk cId="2543658212" sldId="260"/>
        </pc:sldMkLst>
        <pc:spChg chg="add mod">
          <ac:chgData name="Votavová Gabriela" userId="f151b92f-625a-445a-9d4b-1ed80f6e2b7e" providerId="ADAL" clId="{1609A8BF-5B3C-4A4E-B8BD-E5E66A413819}" dt="2024-01-09T10:43:37.553" v="533" actId="1076"/>
          <ac:spMkLst>
            <pc:docMk/>
            <pc:sldMk cId="2543658212" sldId="260"/>
            <ac:spMk id="6" creationId="{F7605CF0-0CBD-258B-4A9B-C74184BAFAD6}"/>
          </ac:spMkLst>
        </pc:spChg>
        <pc:spChg chg="add mod">
          <ac:chgData name="Votavová Gabriela" userId="f151b92f-625a-445a-9d4b-1ed80f6e2b7e" providerId="ADAL" clId="{1609A8BF-5B3C-4A4E-B8BD-E5E66A413819}" dt="2024-01-09T10:43:27.836" v="529" actId="1076"/>
          <ac:spMkLst>
            <pc:docMk/>
            <pc:sldMk cId="2543658212" sldId="260"/>
            <ac:spMk id="8" creationId="{D6F0E64F-7442-DA57-92FA-16216C22199C}"/>
          </ac:spMkLst>
        </pc:spChg>
        <pc:spChg chg="add mod">
          <ac:chgData name="Votavová Gabriela" userId="f151b92f-625a-445a-9d4b-1ed80f6e2b7e" providerId="ADAL" clId="{1609A8BF-5B3C-4A4E-B8BD-E5E66A413819}" dt="2024-01-09T10:43:29.532" v="530" actId="1076"/>
          <ac:spMkLst>
            <pc:docMk/>
            <pc:sldMk cId="2543658212" sldId="260"/>
            <ac:spMk id="9" creationId="{275E4AEF-58F1-DBD1-A5B7-B74DF45C4340}"/>
          </ac:spMkLst>
        </pc:spChg>
        <pc:spChg chg="add mod ord">
          <ac:chgData name="Votavová Gabriela" userId="f151b92f-625a-445a-9d4b-1ed80f6e2b7e" providerId="ADAL" clId="{1609A8BF-5B3C-4A4E-B8BD-E5E66A413819}" dt="2024-01-09T10:43:44.806" v="554" actId="20577"/>
          <ac:spMkLst>
            <pc:docMk/>
            <pc:sldMk cId="2543658212" sldId="260"/>
            <ac:spMk id="10" creationId="{707165B8-3409-9774-D454-EADA28BB7A86}"/>
          </ac:spMkLst>
        </pc:spChg>
        <pc:graphicFrameChg chg="add del mod modGraphic">
          <ac:chgData name="Votavová Gabriela" userId="f151b92f-625a-445a-9d4b-1ed80f6e2b7e" providerId="ADAL" clId="{1609A8BF-5B3C-4A4E-B8BD-E5E66A413819}" dt="2024-01-09T10:41:23.224" v="499" actId="478"/>
          <ac:graphicFrameMkLst>
            <pc:docMk/>
            <pc:sldMk cId="2543658212" sldId="260"/>
            <ac:graphicFrameMk id="3" creationId="{F4FC6C7A-67BE-A0CC-2530-5DCE136B67D8}"/>
          </ac:graphicFrameMkLst>
        </pc:graphicFrameChg>
        <pc:picChg chg="add mod">
          <ac:chgData name="Votavová Gabriela" userId="f151b92f-625a-445a-9d4b-1ed80f6e2b7e" providerId="ADAL" clId="{1609A8BF-5B3C-4A4E-B8BD-E5E66A413819}" dt="2024-01-09T10:43:26.485" v="528" actId="1076"/>
          <ac:picMkLst>
            <pc:docMk/>
            <pc:sldMk cId="2543658212" sldId="260"/>
            <ac:picMk id="4" creationId="{44F7A0E3-5EFC-657B-4388-6BADE7C2C153}"/>
          </ac:picMkLst>
        </pc:picChg>
        <pc:picChg chg="del">
          <ac:chgData name="Votavová Gabriela" userId="f151b92f-625a-445a-9d4b-1ed80f6e2b7e" providerId="ADAL" clId="{1609A8BF-5B3C-4A4E-B8BD-E5E66A413819}" dt="2024-01-09T10:28:01.817" v="152" actId="478"/>
          <ac:picMkLst>
            <pc:docMk/>
            <pc:sldMk cId="2543658212" sldId="260"/>
            <ac:picMk id="5" creationId="{578CA01A-306D-AAA6-BD18-13E1DC14734F}"/>
          </ac:picMkLst>
        </pc:picChg>
        <pc:picChg chg="mod">
          <ac:chgData name="Votavová Gabriela" userId="f151b92f-625a-445a-9d4b-1ed80f6e2b7e" providerId="ADAL" clId="{1609A8BF-5B3C-4A4E-B8BD-E5E66A413819}" dt="2024-01-09T10:43:34.616" v="532" actId="1076"/>
          <ac:picMkLst>
            <pc:docMk/>
            <pc:sldMk cId="2543658212" sldId="260"/>
            <ac:picMk id="7" creationId="{F4B09EAD-C0B9-E201-E9B6-34B73150D868}"/>
          </ac:picMkLst>
        </pc:picChg>
      </pc:sldChg>
      <pc:sldChg chg="addSp delSp modSp add mod ord setBg modNotesTx">
        <pc:chgData name="Votavová Gabriela" userId="f151b92f-625a-445a-9d4b-1ed80f6e2b7e" providerId="ADAL" clId="{1609A8BF-5B3C-4A4E-B8BD-E5E66A413819}" dt="2024-01-09T11:29:56.494" v="1256"/>
        <pc:sldMkLst>
          <pc:docMk/>
          <pc:sldMk cId="3016293277" sldId="261"/>
        </pc:sldMkLst>
        <pc:spChg chg="add del">
          <ac:chgData name="Votavová Gabriela" userId="f151b92f-625a-445a-9d4b-1ed80f6e2b7e" providerId="ADAL" clId="{1609A8BF-5B3C-4A4E-B8BD-E5E66A413819}" dt="2024-01-09T10:38:00.331" v="257" actId="26606"/>
          <ac:spMkLst>
            <pc:docMk/>
            <pc:sldMk cId="3016293277" sldId="261"/>
            <ac:spMk id="11" creationId="{A169D286-F4D7-4C8B-A6BD-D05384C7F1D8}"/>
          </ac:spMkLst>
        </pc:spChg>
        <pc:spChg chg="add del">
          <ac:chgData name="Votavová Gabriela" userId="f151b92f-625a-445a-9d4b-1ed80f6e2b7e" providerId="ADAL" clId="{1609A8BF-5B3C-4A4E-B8BD-E5E66A413819}" dt="2024-01-09T10:38:00.331" v="257" actId="26606"/>
          <ac:spMkLst>
            <pc:docMk/>
            <pc:sldMk cId="3016293277" sldId="261"/>
            <ac:spMk id="13" creationId="{39E8235E-135E-4261-8F54-2B316E493C42}"/>
          </ac:spMkLst>
        </pc:spChg>
        <pc:spChg chg="add del">
          <ac:chgData name="Votavová Gabriela" userId="f151b92f-625a-445a-9d4b-1ed80f6e2b7e" providerId="ADAL" clId="{1609A8BF-5B3C-4A4E-B8BD-E5E66A413819}" dt="2024-01-09T10:38:00.331" v="257" actId="26606"/>
          <ac:spMkLst>
            <pc:docMk/>
            <pc:sldMk cId="3016293277" sldId="261"/>
            <ac:spMk id="15" creationId="{D4ED8EC3-4D57-4620-93CE-4E6661F09A3E}"/>
          </ac:spMkLst>
        </pc:spChg>
        <pc:spChg chg="add del">
          <ac:chgData name="Votavová Gabriela" userId="f151b92f-625a-445a-9d4b-1ed80f6e2b7e" providerId="ADAL" clId="{1609A8BF-5B3C-4A4E-B8BD-E5E66A413819}" dt="2024-01-09T10:38:00.331" v="257" actId="26606"/>
          <ac:spMkLst>
            <pc:docMk/>
            <pc:sldMk cId="3016293277" sldId="261"/>
            <ac:spMk id="17" creationId="{83BCB34A-2F40-4F41-8488-A134C1C155B7}"/>
          </ac:spMkLst>
        </pc:spChg>
        <pc:spChg chg="add del">
          <ac:chgData name="Votavová Gabriela" userId="f151b92f-625a-445a-9d4b-1ed80f6e2b7e" providerId="ADAL" clId="{1609A8BF-5B3C-4A4E-B8BD-E5E66A413819}" dt="2024-01-09T10:38:00.331" v="257" actId="26606"/>
          <ac:spMkLst>
            <pc:docMk/>
            <pc:sldMk cId="3016293277" sldId="261"/>
            <ac:spMk id="19" creationId="{F78382DC-4207-465E-B379-1E16448AA222}"/>
          </ac:spMkLst>
        </pc:spChg>
        <pc:picChg chg="mod">
          <ac:chgData name="Votavová Gabriela" userId="f151b92f-625a-445a-9d4b-1ed80f6e2b7e" providerId="ADAL" clId="{1609A8BF-5B3C-4A4E-B8BD-E5E66A413819}" dt="2024-01-09T11:29:41.076" v="1254" actId="1076"/>
          <ac:picMkLst>
            <pc:docMk/>
            <pc:sldMk cId="3016293277" sldId="261"/>
            <ac:picMk id="5" creationId="{B81B98B7-3A94-DB1F-7DCC-526DBD42D29A}"/>
          </ac:picMkLst>
        </pc:picChg>
        <pc:picChg chg="mod">
          <ac:chgData name="Votavová Gabriela" userId="f151b92f-625a-445a-9d4b-1ed80f6e2b7e" providerId="ADAL" clId="{1609A8BF-5B3C-4A4E-B8BD-E5E66A413819}" dt="2024-01-09T10:38:00.331" v="257" actId="26606"/>
          <ac:picMkLst>
            <pc:docMk/>
            <pc:sldMk cId="3016293277" sldId="261"/>
            <ac:picMk id="6" creationId="{9D3AD7E6-B13E-DA9A-D13B-B5EB4E78386C}"/>
          </ac:picMkLst>
        </pc:picChg>
      </pc:sldChg>
      <pc:sldMasterChg chg="setBg">
        <pc:chgData name="Votavová Gabriela" userId="f151b92f-625a-445a-9d4b-1ed80f6e2b7e" providerId="ADAL" clId="{1609A8BF-5B3C-4A4E-B8BD-E5E66A413819}" dt="2024-01-09T11:27:56.285" v="1121"/>
        <pc:sldMasterMkLst>
          <pc:docMk/>
          <pc:sldMasterMk cId="4022363121" sldId="2147483648"/>
        </pc:sldMasterMkLst>
      </pc:sldMasterChg>
    </pc:docChg>
  </pc:docChgLst>
  <pc:docChgLst>
    <pc:chgData name="Votavová Gabriela" userId="f151b92f-625a-445a-9d4b-1ed80f6e2b7e" providerId="ADAL" clId="{BD12E2E0-72E9-480C-B801-088FB8284B0C}"/>
    <pc:docChg chg="custSel modSld">
      <pc:chgData name="Votavová Gabriela" userId="f151b92f-625a-445a-9d4b-1ed80f6e2b7e" providerId="ADAL" clId="{BD12E2E0-72E9-480C-B801-088FB8284B0C}" dt="2024-01-09T19:51:33.027" v="225" actId="20577"/>
      <pc:docMkLst>
        <pc:docMk/>
      </pc:docMkLst>
      <pc:sldChg chg="modNotesTx">
        <pc:chgData name="Votavová Gabriela" userId="f151b92f-625a-445a-9d4b-1ed80f6e2b7e" providerId="ADAL" clId="{BD12E2E0-72E9-480C-B801-088FB8284B0C}" dt="2024-01-09T19:13:00.171" v="3" actId="313"/>
        <pc:sldMkLst>
          <pc:docMk/>
          <pc:sldMk cId="1122497819" sldId="256"/>
        </pc:sldMkLst>
      </pc:sldChg>
      <pc:sldChg chg="modNotesTx">
        <pc:chgData name="Votavová Gabriela" userId="f151b92f-625a-445a-9d4b-1ed80f6e2b7e" providerId="ADAL" clId="{BD12E2E0-72E9-480C-B801-088FB8284B0C}" dt="2024-01-09T19:49:46.981" v="55" actId="20577"/>
        <pc:sldMkLst>
          <pc:docMk/>
          <pc:sldMk cId="590507622" sldId="258"/>
        </pc:sldMkLst>
      </pc:sldChg>
      <pc:sldChg chg="modNotesTx">
        <pc:chgData name="Votavová Gabriela" userId="f151b92f-625a-445a-9d4b-1ed80f6e2b7e" providerId="ADAL" clId="{BD12E2E0-72E9-480C-B801-088FB8284B0C}" dt="2024-01-09T19:50:17.316" v="77" actId="20577"/>
        <pc:sldMkLst>
          <pc:docMk/>
          <pc:sldMk cId="133743402" sldId="259"/>
        </pc:sldMkLst>
      </pc:sldChg>
      <pc:sldChg chg="modNotesTx">
        <pc:chgData name="Votavová Gabriela" userId="f151b92f-625a-445a-9d4b-1ed80f6e2b7e" providerId="ADAL" clId="{BD12E2E0-72E9-480C-B801-088FB8284B0C}" dt="2024-01-09T19:51:33.027" v="225" actId="20577"/>
        <pc:sldMkLst>
          <pc:docMk/>
          <pc:sldMk cId="3016293277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FB43DE-E8B4-4B2F-8A9B-673FDE7D3DAC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A5C04-BF44-4C70-8CBE-CA06378A7C5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43262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Upravte rozložení snímku na Úvodní a vložte nadpis „Úprava grafů“ a do </a:t>
            </a:r>
            <a:r>
              <a:rPr lang="cs-CZ" dirty="0" err="1"/>
              <a:t>podnapisu</a:t>
            </a:r>
            <a:r>
              <a:rPr lang="cs-CZ" dirty="0"/>
              <a:t> své jméno a třídu.</a:t>
            </a:r>
          </a:p>
          <a:p>
            <a:r>
              <a:rPr lang="cs-CZ" dirty="0"/>
              <a:t>Do celé prezentace vložte čísla snímků mimo úvodní snímek.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dirty="0"/>
              <a:t>Změňte variantu pozadí na Styl pozadí ~ Styl 9.</a:t>
            </a:r>
          </a:p>
          <a:p>
            <a:r>
              <a:rPr lang="cs-CZ" dirty="0"/>
              <a:t>Vyberte vhodný Návrh designu jen pro tento snímek.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A5C04-BF44-4C70-8CBE-CA06378A7C51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44444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Vytvořte na tento snímek tabulku podle vzoru na obrázku.</a:t>
            </a:r>
          </a:p>
          <a:p>
            <a:r>
              <a:rPr lang="cs-CZ" dirty="0"/>
              <a:t>Vložte nový snímek kam vytvoříte </a:t>
            </a:r>
            <a:r>
              <a:rPr lang="cs-CZ" b="1" dirty="0"/>
              <a:t>Prostorový 100% skládaný pruhový graf</a:t>
            </a:r>
            <a:r>
              <a:rPr lang="cs-CZ" dirty="0"/>
              <a:t> z vámi vytvořené tabulky.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A5C04-BF44-4C70-8CBE-CA06378A7C51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77009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Vložte tabulku z </a:t>
            </a:r>
            <a:r>
              <a:rPr lang="cs-CZ" b="1" dirty="0"/>
              <a:t>Listu2</a:t>
            </a:r>
            <a:r>
              <a:rPr lang="cs-CZ" dirty="0"/>
              <a:t> </a:t>
            </a:r>
            <a:r>
              <a:rPr lang="cs-CZ" i="1" dirty="0"/>
              <a:t>s propojením</a:t>
            </a:r>
            <a:r>
              <a:rPr lang="cs-CZ" dirty="0"/>
              <a:t> z přiloženého MS Excelu v Moodle </a:t>
            </a:r>
            <a:r>
              <a:rPr lang="cs-CZ" b="1" dirty="0"/>
              <a:t>Tabulka_propojena.xlsx</a:t>
            </a:r>
          </a:p>
          <a:p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A5C04-BF44-4C70-8CBE-CA06378A7C51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49208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Na nový slide vložte stejnou tabulku z excelovského Listu2 jako </a:t>
            </a:r>
            <a:r>
              <a:rPr lang="cs-CZ" i="1" dirty="0"/>
              <a:t>list aplikace MS Excel</a:t>
            </a:r>
            <a:r>
              <a:rPr lang="cs-CZ" dirty="0"/>
              <a:t>. Postup je na obrázku na tomto snímku a také v přiložené prezentaci na Moodle. </a:t>
            </a:r>
          </a:p>
          <a:p>
            <a:r>
              <a:rPr lang="cs-CZ" dirty="0"/>
              <a:t>Vytvořte z tabulky graf </a:t>
            </a:r>
            <a:r>
              <a:rPr lang="cs-CZ" b="1" dirty="0"/>
              <a:t>Prostorový sloupcový</a:t>
            </a:r>
            <a:r>
              <a:rPr lang="cs-CZ" dirty="0"/>
              <a:t>.</a:t>
            </a:r>
          </a:p>
          <a:p>
            <a:r>
              <a:rPr lang="cs-CZ" dirty="0"/>
              <a:t>Graf upravte tak, aby nebyl ve výchozím zobrazení, upravte stěny grafu a podstavu.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A5C04-BF44-4C70-8CBE-CA06378A7C51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4458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Duplikujte předchozí list a upravte vámi vložený graf na jiný typ, změňte styl, který ještě sami upravíte a změňte pozadí grafu na duhově barevné (minimálně 4 barvy).</a:t>
            </a:r>
          </a:p>
          <a:p>
            <a:r>
              <a:rPr lang="cs-CZ" dirty="0"/>
              <a:t>Snímek duplikujte a přidejte grafu animaci postupného zobrazování po řadách nebo po kategoriích.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A5C04-BF44-4C70-8CBE-CA06378A7C51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9744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Vytvořte graf podle vzoru.</a:t>
            </a:r>
          </a:p>
          <a:p>
            <a:r>
              <a:rPr lang="cs-CZ" dirty="0"/>
              <a:t>Hotový snímek duplikujte a oddělte od sebe řady (mezi jednotlivými výsečemi bude prostor).</a:t>
            </a:r>
          </a:p>
          <a:p>
            <a:r>
              <a:rPr lang="cs-CZ" dirty="0"/>
              <a:t>Změňte všechny barvy na jiné, použijte texturu nebo vzorkování.</a:t>
            </a:r>
          </a:p>
          <a:p>
            <a:r>
              <a:rPr lang="cs-CZ" dirty="0"/>
              <a:t>Prezentaci uložte na Moodle jako </a:t>
            </a:r>
            <a:r>
              <a:rPr lang="cs-CZ" b="1" dirty="0"/>
              <a:t>Grafy_2_prijmeni.pptx </a:t>
            </a:r>
            <a:r>
              <a:rPr lang="cs-CZ" dirty="0"/>
              <a:t>a jako verzi </a:t>
            </a:r>
            <a:r>
              <a:rPr lang="cs-CZ" b="1" dirty="0" err="1"/>
              <a:t>pdf</a:t>
            </a:r>
            <a:r>
              <a:rPr lang="cs-CZ" dirty="0"/>
              <a:t>. Soubory nezipujte, vložte je samostatně. 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6A5C04-BF44-4C70-8CBE-CA06378A7C51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87949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D821D4-9AC9-A9B6-C07D-A6FC2F652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86592BD-4102-D171-8C61-868AF250A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24D6875-47C2-BAB1-B88A-83B441F82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B19BA-18C7-4E17-9055-6DD9AC19CF85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B70473F-9200-D150-E97A-FA8CBB085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89EF42A-0019-B2CA-3218-5771D11B4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97D55-D8C3-4C40-92A2-58A27AC1A1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48198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28AF0A-0C6A-5432-083E-AF6E08185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545E20F-C958-E018-9300-A35B5EE1C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3C2F145-43D5-6D8D-0417-75CC6C7DC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B19BA-18C7-4E17-9055-6DD9AC19CF85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20C5AC3-C9AF-1EE4-5BC7-9F4FAB45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14706FC-9E8C-09BD-0731-7412868D1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97D55-D8C3-4C40-92A2-58A27AC1A1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73177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6DCA390-CBCC-0B2D-8623-5F1197898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31C702B-31B9-1D71-0050-E9554D811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FD2CA31-4539-81DE-908A-0AC043B9A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B19BA-18C7-4E17-9055-6DD9AC19CF85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5C0CA5E-3D18-5D77-777A-F6766E14F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C8F7110-085F-2FD4-1240-5F8AEEE87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97D55-D8C3-4C40-92A2-58A27AC1A1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89906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04DFD4-2691-BD57-EE75-A5995C2CB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4B7A61E-6C54-4D37-2B38-DEC25D12D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D5356D0-D701-21D9-8092-884487162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ADF7E94-AB1A-2FF1-53EA-1A0A6D047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B19BA-18C7-4E17-9055-6DD9AC19CF85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E1E0E17-DE54-97ED-9B66-D2BBE2BFC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4BB097E-C808-C749-111F-CC99DA91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97D55-D8C3-4C40-92A2-58A27AC1A1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77228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4125591-87CF-D8DF-EBB6-C8032FE65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1823BAF-546F-B042-2886-6BA004001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30A4CF7-2884-A5BA-CDC7-C838648E7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1241A7BA-079C-D573-96BD-33CC9E62FE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B8B1DF6-6585-0E71-2B22-D59717F512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E53B2A47-E2F9-DF1E-D77C-4285C383E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B19BA-18C7-4E17-9055-6DD9AC19CF85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942ADF8E-571D-1507-F230-C944B9144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A5A00BE3-4B1F-1B9D-5247-09FF631BD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97D55-D8C3-4C40-92A2-58A27AC1A1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55211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1AD710-3AA2-AE65-EB49-0D06A42CB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CB083FE6-A854-A972-75E7-D55977A34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B19BA-18C7-4E17-9055-6DD9AC19CF85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A593C97-1B4F-D55A-6383-D50C4975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53C23EE-788B-CBCA-672A-DD3655F3D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97D55-D8C3-4C40-92A2-58A27AC1A1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61802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16144163-A2D4-7118-E99E-CFDBE6A64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B19BA-18C7-4E17-9055-6DD9AC19CF85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56E45BC3-9E64-A03B-1208-6C8A89228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ABA7172-3FC5-DD45-A281-1BA811FCE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97D55-D8C3-4C40-92A2-58A27AC1A1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7432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0D236F0-FE1A-C445-C7A1-65AA0EC89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70BEFE2-5F35-F613-F87A-1F3ADA70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D2B388F-03E6-FB44-A963-3518EB1E0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B40BC21-A6BD-6BEB-E040-9A63187E0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B19BA-18C7-4E17-9055-6DD9AC19CF85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CAD7F79-6761-0174-788D-5795A1637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104CC3E-F66B-53A9-CDEA-ECD317670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97D55-D8C3-4C40-92A2-58A27AC1A1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1477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0B6F1FB-B418-5A23-7AD2-480742005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73796340-B694-8D92-4298-BA0F6EFFA6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75B707D-D09D-A09E-806B-0DF2A0167D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82830BA-D673-FE37-E104-12CA1275F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B19BA-18C7-4E17-9055-6DD9AC19CF85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EECC813-2F7E-B695-742E-FE715C79F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DBCD702-E152-D281-D57E-86CAFB8A8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97D55-D8C3-4C40-92A2-58A27AC1A1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67371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FF85EC-4F10-64DE-63DD-54A230F5D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61A79D7-29A9-EC5A-8769-1D81C5D1C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A115CF0-0948-4D57-B616-B703F7C78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B19BA-18C7-4E17-9055-6DD9AC19CF85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EF5D2AC-1003-51A8-181F-216CD9B1A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96299F9-97AA-86EA-05F5-81777F616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97D55-D8C3-4C40-92A2-58A27AC1A1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9152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3A6F4331-F2DC-CBD7-0F50-E9087116FF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D13A2BD-56B6-09DC-F90E-D571DD5284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B3457D8-6F20-FB22-551F-B5E3AAA12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B19BA-18C7-4E17-9055-6DD9AC19CF85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CFAC0A1-DE0D-C9A7-6A40-8F5D85281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6EE46F3-E556-A8E4-96A7-1DE847C65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97D55-D8C3-4C40-92A2-58A27AC1A1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1433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4C4A6E2B-A6AF-7E4D-A23F-5F554DF22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21980E0-5F2A-A5A7-0AC9-11F7D0C05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DE01F14-47F0-4B64-7B79-33136DFD36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9B19BA-18C7-4E17-9055-6DD9AC19CF85}" type="datetimeFigureOut">
              <a:rPr lang="cs-CZ" smtClean="0"/>
              <a:t>10.01.2024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459BA4A-217A-2E15-154F-D1738908E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ED7DCAB-1348-3543-F965-F00AE49072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97D55-D8C3-4C40-92A2-58A27AC1A18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2363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497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08ABD1FB-75C9-4AB1-2931-BC5E15DF0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72" y="168349"/>
            <a:ext cx="3731075" cy="253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73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246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ek 2">
            <a:extLst>
              <a:ext uri="{FF2B5EF4-FFF2-40B4-BE49-F238E27FC236}">
                <a16:creationId xmlns:a16="http://schemas.microsoft.com/office/drawing/2014/main" id="{FEA6B050-5AAF-0D89-A36E-9AA3C1100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69" y="269074"/>
            <a:ext cx="10187800" cy="587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507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743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rázek 5">
            <a:extLst>
              <a:ext uri="{FF2B5EF4-FFF2-40B4-BE49-F238E27FC236}">
                <a16:creationId xmlns:a16="http://schemas.microsoft.com/office/drawing/2014/main" id="{9D3AD7E6-B13E-DA9A-D13B-B5EB4E7838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56" t="16471" r="38366" b="5524"/>
          <a:stretch/>
        </p:blipFill>
        <p:spPr>
          <a:xfrm>
            <a:off x="1377777" y="589608"/>
            <a:ext cx="4464048" cy="2298477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B81B98B7-3A94-DB1F-7DCC-526DBD42D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920" y="141917"/>
            <a:ext cx="1644735" cy="122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293277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Papí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251</Words>
  <Application>Microsoft Office PowerPoint</Application>
  <PresentationFormat>Širokoúhlá obrazovka</PresentationFormat>
  <Paragraphs>22</Paragraphs>
  <Slides>6</Slides>
  <Notes>6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Grafy</dc:title>
  <dc:creator>Votavová Gabriela</dc:creator>
  <cp:lastModifiedBy>Votavová Gabriela</cp:lastModifiedBy>
  <cp:revision>5</cp:revision>
  <dcterms:created xsi:type="dcterms:W3CDTF">2024-01-09T10:03:32Z</dcterms:created>
  <dcterms:modified xsi:type="dcterms:W3CDTF">2024-01-10T19:58:15Z</dcterms:modified>
</cp:coreProperties>
</file>