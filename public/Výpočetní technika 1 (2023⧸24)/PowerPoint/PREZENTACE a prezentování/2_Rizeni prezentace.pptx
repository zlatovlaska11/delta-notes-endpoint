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64" r:id="rId4"/>
    <p:sldId id="261" r:id="rId5"/>
    <p:sldId id="260" r:id="rId6"/>
    <p:sldId id="257" r:id="rId7"/>
    <p:sldId id="258" r:id="rId8"/>
    <p:sldId id="262" r:id="rId9"/>
    <p:sldId id="263" r:id="rId10"/>
    <p:sldId id="270" r:id="rId11"/>
    <p:sldId id="265" r:id="rId12"/>
    <p:sldId id="271" r:id="rId13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180" y="-84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9EB6F-D9DC-40B0-B205-7ABE6DB79198}" type="datetimeFigureOut">
              <a:rPr lang="cs-CZ" smtClean="0"/>
              <a:pPr/>
              <a:t>18.5.2018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21389-6F19-4293-8BA3-3043BEE82BC9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F1626-37E1-4ED3-BAB3-D9DA847FB152}" type="datetimeFigureOut">
              <a:rPr lang="cs-CZ" smtClean="0"/>
              <a:pPr/>
              <a:t>18.5.2018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D41CD-7C87-4B6C-92F2-994E9C1FEC9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ED41CD-7C87-4B6C-92F2-994E9C1FEC95}" type="slidenum">
              <a:rPr lang="cs-CZ" smtClean="0"/>
              <a:pPr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190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98F8913-5EAA-4F64-8130-062263002B93}" type="datetime1">
              <a:rPr lang="cs-CZ" smtClean="0"/>
              <a:t>18.5.2018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412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511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C6F94B6-C3AF-4E60-A18E-020E12958ED9}" type="datetime1">
              <a:rPr lang="cs-CZ" smtClean="0"/>
              <a:t>18.5.2018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19217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93C911EA-575A-4034-A69C-9646885FA41B}" type="datetime1">
              <a:rPr lang="cs-CZ" smtClean="0"/>
              <a:t>18.5.2018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681655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5A97F480-8AC1-4B48-869E-FCF321C05016}" type="datetime1">
              <a:rPr lang="cs-CZ" smtClean="0"/>
              <a:t>18.5.2018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659322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85FE23F4-C631-4499-AEF8-7EC814C11B1C}" type="datetime1">
              <a:rPr lang="cs-CZ" smtClean="0"/>
              <a:t>18.5.2018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403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97A6689A-4B46-48C1-A140-C91D8039EEF1}" type="datetime1">
              <a:rPr lang="cs-CZ" smtClean="0"/>
              <a:t>18.5.2018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19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  <a:prstGeom prst="rect">
            <a:avLst/>
          </a:prstGeom>
        </p:spPr>
        <p:txBody>
          <a:bodyPr/>
          <a:lstStyle/>
          <a:p>
            <a:fld id="{C5F244CA-90B2-4189-8397-44F0FDFECD90}" type="datetime1">
              <a:rPr lang="cs-CZ" smtClean="0"/>
              <a:t>18.5.2018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3984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  <a:prstGeom prst="rect">
            <a:avLst/>
          </a:prstGeom>
        </p:spPr>
        <p:txBody>
          <a:bodyPr/>
          <a:lstStyle/>
          <a:p>
            <a:fld id="{EF10F515-255A-4571-892B-25ED82B45F77}" type="datetime1">
              <a:rPr lang="cs-CZ" smtClean="0"/>
              <a:t>18.5.2018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742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FD94CFCD-3D2E-49F6-B6B3-846DF3883144}" type="datetime1">
              <a:rPr lang="cs-CZ" smtClean="0"/>
              <a:t>18.5.2018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84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52BF9089-9235-4C67-A485-A90B7A041971}" type="datetime1">
              <a:rPr lang="cs-CZ" smtClean="0"/>
              <a:t>18.5.2018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3620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B764ED4B-8425-4AA9-82F3-E19B4D7E87A0}" type="datetime1">
              <a:rPr lang="cs-CZ" smtClean="0"/>
              <a:t>18.5.2018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0470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992644" cy="408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8767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0" pos="594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dumy.cz/vyhledavani?page=3&amp;fraze=St%C5%99echov%C3%A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1556792"/>
            <a:ext cx="8229600" cy="1143000"/>
          </a:xfrm>
        </p:spPr>
        <p:txBody>
          <a:bodyPr anchor="ctr"/>
          <a:lstStyle/>
          <a:p>
            <a:pPr algn="ctr"/>
            <a:r>
              <a:rPr lang="cs-CZ" dirty="0"/>
              <a:t>ŘÍZENÍ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idx="4294967295"/>
          </p:nvPr>
        </p:nvSpPr>
        <p:spPr>
          <a:xfrm>
            <a:off x="1331640" y="3078709"/>
            <a:ext cx="6826250" cy="10795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lang="cs-CZ" b="1" dirty="0"/>
              <a:t>Co je třeba rozhodnout před začátkem tvorby prezentace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287BB-2C05-4A84-9DC8-4D016E3A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</a:t>
            </a:fld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Příprava na tvorbu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příprava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komu je určena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kde bude předváděna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jak bude předváděna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téma = obsah a cíl</a:t>
            </a:r>
          </a:p>
          <a:p>
            <a:r>
              <a:rPr lang="cs-CZ" dirty="0"/>
              <a:t>vlastní tvorba</a:t>
            </a:r>
          </a:p>
          <a:p>
            <a:r>
              <a:rPr lang="cs-CZ" dirty="0"/>
              <a:t>vyzkoušení prezentace</a:t>
            </a:r>
          </a:p>
          <a:p>
            <a:r>
              <a:rPr lang="cs-CZ" dirty="0"/>
              <a:t>publikování = zveřejnění</a:t>
            </a:r>
          </a:p>
          <a:p>
            <a:endParaRPr lang="cs-CZ" dirty="0"/>
          </a:p>
          <a:p>
            <a:pPr>
              <a:buNone/>
            </a:pP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58A2D-6B6F-48EE-AE49-12398D64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motivovat posluchače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pozitivní motivace</a:t>
            </a:r>
          </a:p>
          <a:p>
            <a:r>
              <a:rPr lang="cs-CZ" dirty="0"/>
              <a:t>seznámit s novinkami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výkladové prezentace</a:t>
            </a:r>
          </a:p>
          <a:p>
            <a:r>
              <a:rPr lang="cs-CZ" dirty="0"/>
              <a:t>ovlivnit rozhodování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představení produktu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firemní strategie</a:t>
            </a:r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95039-88D3-4A22-B9A9-E5ED16E7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4000" dirty="0"/>
              <a:t>Kde bude prezentace předváděna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uzavřená místnost s dataprojektorem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sedící posluchači, vzdálenost od projekční plochy</a:t>
            </a:r>
          </a:p>
          <a:p>
            <a:r>
              <a:rPr lang="cs-CZ" dirty="0"/>
              <a:t>velkoplošná obrazovka na veřejnosti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stojící posluchači, hluk v prostoru</a:t>
            </a:r>
          </a:p>
          <a:p>
            <a:r>
              <a:rPr lang="cs-CZ" dirty="0"/>
              <a:t>individuální prohlížení na LCD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velikost písma, význam detailů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778E9-C1BD-4CFB-AC64-D49A65AA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 je prezentace určena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věková kategorie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děti, mládež, dospělí, senioři</a:t>
            </a:r>
          </a:p>
          <a:p>
            <a:r>
              <a:rPr lang="cs-CZ" dirty="0"/>
              <a:t>předpokládané znalosti posluchačů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laická veřejnost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poučená veřejnost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odborníci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87496-477D-4E57-A8DA-A5F8032B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5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 prezentování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s lektorem</a:t>
            </a:r>
            <a:endParaRPr lang="cs-CZ" dirty="0"/>
          </a:p>
          <a:p>
            <a:r>
              <a:rPr lang="cs-CZ" dirty="0"/>
              <a:t>automatická</a:t>
            </a:r>
          </a:p>
          <a:p>
            <a:r>
              <a:rPr lang="cs-CZ"/>
              <a:t>interaktivní</a:t>
            </a:r>
          </a:p>
          <a:p>
            <a:r>
              <a:rPr lang="cs-CZ"/>
              <a:t>webová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10B3-35BA-422C-8F81-D64FB4F8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Prezentace s lektorem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délka prezentace podle vymezeného času</a:t>
            </a:r>
          </a:p>
          <a:p>
            <a:r>
              <a:rPr lang="cs-CZ" dirty="0"/>
              <a:t>obsahuje stručná hesla</a:t>
            </a:r>
          </a:p>
          <a:p>
            <a:r>
              <a:rPr lang="cs-CZ" dirty="0"/>
              <a:t>nepřeplněné snímky</a:t>
            </a:r>
          </a:p>
          <a:p>
            <a:r>
              <a:rPr lang="cs-CZ" dirty="0"/>
              <a:t>střídmé animace</a:t>
            </a:r>
          </a:p>
          <a:p>
            <a:r>
              <a:rPr lang="cs-CZ" dirty="0"/>
              <a:t>diskuse, prostor na dotazy 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připravené rozšiřující snímky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odhadnout možné dotazy</a:t>
            </a:r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E872B-C505-46E7-935E-AFB73F6B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7</a:t>
            </a:fld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Prezentace automatická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běží bez zásahu obsluhy i diváků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spustit a odpojit klávesnici a myš</a:t>
            </a:r>
          </a:p>
          <a:p>
            <a:r>
              <a:rPr lang="cs-CZ" dirty="0"/>
              <a:t>obsahově jasná</a:t>
            </a:r>
          </a:p>
          <a:p>
            <a:r>
              <a:rPr lang="cs-CZ" dirty="0"/>
              <a:t>správně načasovaná</a:t>
            </a:r>
          </a:p>
          <a:p>
            <a:r>
              <a:rPr lang="cs-CZ" dirty="0"/>
              <a:t>může se stále opakovat </a:t>
            </a:r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C9986-C30A-497B-A035-76E0F83A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Prezentace interaktivní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divák si ovládá prezentaci sám</a:t>
            </a:r>
          </a:p>
          <a:p>
            <a:r>
              <a:rPr lang="cs-CZ" dirty="0"/>
              <a:t>postupuje vlastním tempem</a:t>
            </a:r>
          </a:p>
          <a:p>
            <a:r>
              <a:rPr lang="cs-CZ" dirty="0"/>
              <a:t>je vhodné větvení podle zájmu posluchače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větvení pomocí hypertextu 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větvení pomocí akcí</a:t>
            </a:r>
          </a:p>
          <a:p>
            <a:r>
              <a:rPr lang="cs-CZ" dirty="0"/>
              <a:t>přizpůsobit graficky na menší vzdálenost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19BC4-96EB-412B-BDA0-C8B0B40D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Webová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připravit snímky </a:t>
            </a:r>
          </a:p>
          <a:p>
            <a:r>
              <a:rPr lang="cs-CZ" dirty="0"/>
              <a:t>uložit jako *.HTML</a:t>
            </a:r>
          </a:p>
          <a:p>
            <a:r>
              <a:rPr lang="cs-CZ" dirty="0"/>
              <a:t>prezentace je interaktivní</a:t>
            </a:r>
          </a:p>
          <a:p>
            <a:r>
              <a:rPr lang="cs-CZ" dirty="0"/>
              <a:t>graficky přizpůsobit na sledování zblízka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395C3-DB2E-4A1A-8330-8360E1A7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tvorba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zvolit program pro tvorbu prezentace</a:t>
            </a:r>
          </a:p>
          <a:p>
            <a:r>
              <a:rPr lang="cs-CZ" dirty="0"/>
              <a:t>vlastní obsah – snímky, zdroje, kontakty</a:t>
            </a:r>
          </a:p>
          <a:p>
            <a:r>
              <a:rPr lang="cs-CZ" dirty="0"/>
              <a:t>odladit - bez chyb a překlepů, funkčnost </a:t>
            </a:r>
            <a:r>
              <a:rPr lang="cs-CZ" dirty="0" err="1"/>
              <a:t>multimedií</a:t>
            </a:r>
            <a:r>
              <a:rPr lang="cs-CZ" dirty="0"/>
              <a:t> a odkazů</a:t>
            </a:r>
          </a:p>
          <a:p>
            <a:r>
              <a:rPr lang="cs-CZ" dirty="0"/>
              <a:t>vyzkoušet před zveřejněním</a:t>
            </a:r>
          </a:p>
          <a:p>
            <a:r>
              <a:rPr lang="cs-CZ" dirty="0"/>
              <a:t>publikování = zveřejnění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BA533-BF27-4EFB-9654-B501A26C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563"/>
            <a:r>
              <a:rPr lang="cs-CZ" dirty="0"/>
              <a:t>Zdroje: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KRÁL, Mojmír a Ivo MAGERA. </a:t>
            </a:r>
            <a:r>
              <a:rPr lang="cs-CZ" sz="2000" i="1" dirty="0"/>
              <a:t>Microsoft Office PowerPoint 2007: podrobná uživatelská příručka</a:t>
            </a:r>
            <a:r>
              <a:rPr lang="cs-CZ" sz="2000" dirty="0"/>
              <a:t>. </a:t>
            </a:r>
            <a:r>
              <a:rPr lang="cs-CZ" sz="2000" dirty="0" err="1"/>
              <a:t>Vyd</a:t>
            </a:r>
            <a:r>
              <a:rPr lang="cs-CZ" sz="2000" dirty="0"/>
              <a:t>. 1. Brno: </a:t>
            </a:r>
            <a:r>
              <a:rPr lang="cs-CZ" sz="2000" dirty="0" err="1"/>
              <a:t>Computer</a:t>
            </a:r>
            <a:r>
              <a:rPr lang="cs-CZ" sz="2000" dirty="0"/>
              <a:t> </a:t>
            </a:r>
            <a:r>
              <a:rPr lang="cs-CZ" sz="2000" dirty="0" err="1"/>
              <a:t>Press</a:t>
            </a:r>
            <a:r>
              <a:rPr lang="cs-CZ" sz="2000" dirty="0"/>
              <a:t>, 360 s. ISBN 978-80-251-1619-7.</a:t>
            </a:r>
          </a:p>
          <a:p>
            <a:r>
              <a:rPr lang="cs-CZ" sz="2000" dirty="0">
                <a:hlinkClick r:id="rId2"/>
              </a:rPr>
              <a:t>http://dumy.cz/vyhledavani?page=3&amp;fraze=St%C5%99echov%C3%A1</a:t>
            </a:r>
            <a:endParaRPr lang="cs-CZ" sz="2000" dirty="0"/>
          </a:p>
          <a:p>
            <a:r>
              <a:rPr lang="cs-CZ" sz="2000" dirty="0"/>
              <a:t>STŘECHOVÁ, Ivana, </a:t>
            </a:r>
            <a:r>
              <a:rPr lang="cs-CZ" sz="2000" i="1" dirty="0"/>
              <a:t>Zásady tvorby prezentace, </a:t>
            </a:r>
            <a:r>
              <a:rPr lang="cs-CZ" sz="2000" dirty="0"/>
              <a:t>Šablona:  VY_32_INOVACE, DUM 047.ICT.13, Číslo projektu: CZ.1.07/1.5.00/34.0744, Obchodní akademie a Jazyková škola s právem státní jazykové zkoušky Jihlava, 2013</a:t>
            </a:r>
          </a:p>
          <a:p>
            <a:endParaRPr lang="cs-CZ" sz="1600" i="1" dirty="0"/>
          </a:p>
          <a:p>
            <a:endParaRPr lang="cs-CZ" sz="2000" dirty="0"/>
          </a:p>
          <a:p>
            <a:pPr>
              <a:spcBef>
                <a:spcPts val="300"/>
              </a:spcBef>
            </a:pPr>
            <a:endParaRPr lang="cs-CZ" sz="2000" dirty="0"/>
          </a:p>
          <a:p>
            <a:endParaRPr lang="cs-CZ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60FB2A-AAD1-4AB4-80CE-4B0236A8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dge">
    <a:dk1>
      <a:sysClr val="windowText" lastClr="000000"/>
    </a:dk1>
    <a:lt1>
      <a:sysClr val="window" lastClr="FFFFFF"/>
    </a:lt1>
    <a:dk2>
      <a:srgbClr val="2A1A00"/>
    </a:dk2>
    <a:lt2>
      <a:srgbClr val="F3F3F2"/>
    </a:lt2>
    <a:accent1>
      <a:srgbClr val="F8B323"/>
    </a:accent1>
    <a:accent2>
      <a:srgbClr val="656A59"/>
    </a:accent2>
    <a:accent3>
      <a:srgbClr val="46B2B5"/>
    </a:accent3>
    <a:accent4>
      <a:srgbClr val="8CAA7E"/>
    </a:accent4>
    <a:accent5>
      <a:srgbClr val="D36F68"/>
    </a:accent5>
    <a:accent6>
      <a:srgbClr val="826276"/>
    </a:accent6>
    <a:hlink>
      <a:srgbClr val="46B2B5"/>
    </a:hlink>
    <a:folHlink>
      <a:srgbClr val="A4669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1673</TotalTime>
  <Words>349</Words>
  <Application>Microsoft Office PowerPoint</Application>
  <PresentationFormat>On-screen Show (4:3)</PresentationFormat>
  <Paragraphs>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Impact</vt:lpstr>
      <vt:lpstr>Wingdings</vt:lpstr>
      <vt:lpstr>Badge</vt:lpstr>
      <vt:lpstr>ŘÍZENÍ Prezentace</vt:lpstr>
      <vt:lpstr>Příprava na tvorbu prezentace</vt:lpstr>
      <vt:lpstr>Cíle prezentace</vt:lpstr>
      <vt:lpstr>Kde bude prezentace předváděna</vt:lpstr>
      <vt:lpstr>Komu je prezentace určena</vt:lpstr>
      <vt:lpstr>Způsob prezentování</vt:lpstr>
      <vt:lpstr>Prezentace s lektorem</vt:lpstr>
      <vt:lpstr>Prezentace automatická</vt:lpstr>
      <vt:lpstr>Prezentace interaktivní</vt:lpstr>
      <vt:lpstr>Webová prezentace</vt:lpstr>
      <vt:lpstr>Vlastní tvorba prezentace</vt:lpstr>
      <vt:lpstr>Zdroje: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</dc:title>
  <dc:creator>admin</dc:creator>
  <cp:lastModifiedBy>Votavová Gabriela</cp:lastModifiedBy>
  <cp:revision>45</cp:revision>
  <cp:lastPrinted>2018-05-18T07:01:43Z</cp:lastPrinted>
  <dcterms:created xsi:type="dcterms:W3CDTF">2013-10-10T17:29:58Z</dcterms:created>
  <dcterms:modified xsi:type="dcterms:W3CDTF">2018-05-18T07:03:31Z</dcterms:modified>
</cp:coreProperties>
</file>