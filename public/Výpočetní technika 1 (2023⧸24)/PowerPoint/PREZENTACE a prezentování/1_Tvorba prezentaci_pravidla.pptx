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207" r:id="rId1"/>
    <p:sldMasterId id="2147484225" r:id="rId2"/>
  </p:sldMasterIdLst>
  <p:notesMasterIdLst>
    <p:notesMasterId r:id="rId17"/>
  </p:notesMasterIdLst>
  <p:sldIdLst>
    <p:sldId id="256" r:id="rId3"/>
    <p:sldId id="258" r:id="rId4"/>
    <p:sldId id="264" r:id="rId5"/>
    <p:sldId id="265" r:id="rId6"/>
    <p:sldId id="261" r:id="rId7"/>
    <p:sldId id="267" r:id="rId8"/>
    <p:sldId id="269" r:id="rId9"/>
    <p:sldId id="270" r:id="rId10"/>
    <p:sldId id="272" r:id="rId11"/>
    <p:sldId id="275" r:id="rId12"/>
    <p:sldId id="276" r:id="rId13"/>
    <p:sldId id="277" r:id="rId14"/>
    <p:sldId id="278" r:id="rId15"/>
    <p:sldId id="279" r:id="rId16"/>
  </p:sldIdLst>
  <p:sldSz cx="9144000" cy="6858000" type="screen4x3"/>
  <p:notesSz cx="6858000" cy="9144000"/>
  <p:defaultTextStyle>
    <a:defPPr>
      <a:defRPr lang="cs-CZ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Garamond" panose="02020404030301010803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řední styl 2 – zvýraznění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Střední styl 2 – zvýraznění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0" autoAdjust="0"/>
    <p:restoredTop sz="94627" autoAdjust="0"/>
  </p:normalViewPr>
  <p:slideViewPr>
    <p:cSldViewPr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-70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presProps" Target="presProps.xml"/><Relationship Id="rId3" Type="http://schemas.openxmlformats.org/officeDocument/2006/relationships/slide" Target="slides/slide1.xml"/><Relationship Id="rId21" Type="http://schemas.openxmlformats.org/officeDocument/2006/relationships/tableStyles" Target="tableStyle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otavová Gabriela" userId="f151b92f-625a-445a-9d4b-1ed80f6e2b7e" providerId="ADAL" clId="{5074C8DC-9362-4FE9-A34C-A610650F0256}"/>
    <pc:docChg chg="modSld">
      <pc:chgData name="Votavová Gabriela" userId="f151b92f-625a-445a-9d4b-1ed80f6e2b7e" providerId="ADAL" clId="{5074C8DC-9362-4FE9-A34C-A610650F0256}" dt="2023-11-15T09:28:58.564" v="1" actId="20577"/>
      <pc:docMkLst>
        <pc:docMk/>
      </pc:docMkLst>
      <pc:sldChg chg="modSp mod">
        <pc:chgData name="Votavová Gabriela" userId="f151b92f-625a-445a-9d4b-1ed80f6e2b7e" providerId="ADAL" clId="{5074C8DC-9362-4FE9-A34C-A610650F0256}" dt="2023-11-15T09:28:58.564" v="1" actId="20577"/>
        <pc:sldMkLst>
          <pc:docMk/>
          <pc:sldMk cId="1760668873" sldId="277"/>
        </pc:sldMkLst>
        <pc:spChg chg="mod">
          <ac:chgData name="Votavová Gabriela" userId="f151b92f-625a-445a-9d4b-1ed80f6e2b7e" providerId="ADAL" clId="{5074C8DC-9362-4FE9-A34C-A610650F0256}" dt="2023-11-15T09:28:58.564" v="1" actId="20577"/>
          <ac:spMkLst>
            <pc:docMk/>
            <pc:sldMk cId="1760668873" sldId="277"/>
            <ac:spMk id="3" creationId="{D2779379-3B56-967C-45F5-B9DC4072EA28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F08B9FE2-D62F-D74C-26B3-C280B4DDEA5C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27618518-3CF3-8942-2847-E32089477830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8196" name="Rectangle 4">
            <a:extLst>
              <a:ext uri="{FF2B5EF4-FFF2-40B4-BE49-F238E27FC236}">
                <a16:creationId xmlns:a16="http://schemas.microsoft.com/office/drawing/2014/main" id="{B5A9478C-60BE-96EC-22C4-AAF8E86547E0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0632631E-7118-E9CE-D30F-A61D639C3351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noProof="0"/>
              <a:t>Klepnutím lze upravit styly předlohy textu.</a:t>
            </a:r>
          </a:p>
          <a:p>
            <a:pPr lvl="1"/>
            <a:r>
              <a:rPr lang="cs-CZ" noProof="0"/>
              <a:t>Druhá úroveň</a:t>
            </a:r>
          </a:p>
          <a:p>
            <a:pPr lvl="2"/>
            <a:r>
              <a:rPr lang="cs-CZ" noProof="0"/>
              <a:t>Třetí úroveň</a:t>
            </a:r>
          </a:p>
          <a:p>
            <a:pPr lvl="3"/>
            <a:r>
              <a:rPr lang="cs-CZ" noProof="0"/>
              <a:t>Čtvrtá úroveň</a:t>
            </a:r>
          </a:p>
          <a:p>
            <a:pPr lvl="4"/>
            <a:r>
              <a:rPr lang="cs-CZ" noProof="0"/>
              <a:t>Pátá úroveň</a:t>
            </a:r>
          </a:p>
        </p:txBody>
      </p:sp>
      <p:sp>
        <p:nvSpPr>
          <p:cNvPr id="3078" name="Rectangle 6">
            <a:extLst>
              <a:ext uri="{FF2B5EF4-FFF2-40B4-BE49-F238E27FC236}">
                <a16:creationId xmlns:a16="http://schemas.microsoft.com/office/drawing/2014/main" id="{EB70F32A-6E8B-8D70-C288-33343C8FDC28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Times New Roman" charset="0"/>
              </a:defRPr>
            </a:lvl1pPr>
          </a:lstStyle>
          <a:p>
            <a:pPr>
              <a:defRPr/>
            </a:pPr>
            <a:endParaRPr lang="cs-CZ"/>
          </a:p>
        </p:txBody>
      </p:sp>
      <p:sp>
        <p:nvSpPr>
          <p:cNvPr id="3079" name="Rectangle 7">
            <a:extLst>
              <a:ext uri="{FF2B5EF4-FFF2-40B4-BE49-F238E27FC236}">
                <a16:creationId xmlns:a16="http://schemas.microsoft.com/office/drawing/2014/main" id="{929C46A4-1967-A108-842A-F8BDEFA84F1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Times New Roman" panose="02020603050405020304" pitchFamily="18" charset="0"/>
              </a:defRPr>
            </a:lvl1pPr>
          </a:lstStyle>
          <a:p>
            <a:fld id="{DA01584C-6617-47A6-BD32-2A4F976A5953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Zástupný symbol pro obrázek snímku 1">
            <a:extLst>
              <a:ext uri="{FF2B5EF4-FFF2-40B4-BE49-F238E27FC236}">
                <a16:creationId xmlns:a16="http://schemas.microsoft.com/office/drawing/2014/main" id="{B417133A-F1A6-AF5A-8C96-43A7BAFA760A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9459" name="Zástupný symbol pro poznámky 2">
            <a:extLst>
              <a:ext uri="{FF2B5EF4-FFF2-40B4-BE49-F238E27FC236}">
                <a16:creationId xmlns:a16="http://schemas.microsoft.com/office/drawing/2014/main" id="{30E92ACA-9146-2F69-4E0B-2D52AD5E66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cs-CZ" altLang="cs-CZ">
              <a:latin typeface="Times New Roman" panose="02020603050405020304" pitchFamily="18" charset="0"/>
            </a:endParaRPr>
          </a:p>
        </p:txBody>
      </p:sp>
      <p:sp>
        <p:nvSpPr>
          <p:cNvPr id="19460" name="Zástupný symbol pro číslo snímku 3">
            <a:extLst>
              <a:ext uri="{FF2B5EF4-FFF2-40B4-BE49-F238E27FC236}">
                <a16:creationId xmlns:a16="http://schemas.microsoft.com/office/drawing/2014/main" id="{D94C8E75-2C51-E2C4-EE4D-A7645C36DD0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Garamond" panose="02020404030301010803" pitchFamily="18" charset="0"/>
              </a:defRPr>
            </a:lvl9pPr>
          </a:lstStyle>
          <a:p>
            <a:fld id="{7DA5B7AA-8727-4F1F-BA23-B702AB45A3C0}" type="slidenum">
              <a:rPr lang="cs-CZ" altLang="cs-CZ">
                <a:latin typeface="Times New Roman" panose="02020603050405020304" pitchFamily="18" charset="0"/>
              </a:rPr>
              <a:pPr/>
              <a:t>10</a:t>
            </a:fld>
            <a:endParaRPr lang="cs-CZ" altLang="cs-CZ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7" descr="Brickwork-SD-R1acrop.jpg">
            <a:extLst>
              <a:ext uri="{FF2B5EF4-FFF2-40B4-BE49-F238E27FC236}">
                <a16:creationId xmlns:a16="http://schemas.microsoft.com/office/drawing/2014/main" id="{0444F8FC-4665-26A3-B57D-12AA836978D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 useBgFill="1">
        <p:nvSpPr>
          <p:cNvPr id="5" name="Freeform 12">
            <a:extLst>
              <a:ext uri="{FF2B5EF4-FFF2-40B4-BE49-F238E27FC236}">
                <a16:creationId xmlns:a16="http://schemas.microsoft.com/office/drawing/2014/main" id="{0C8EFD6A-EAB0-9B01-F017-B3C23E4BAEC7}"/>
              </a:ext>
            </a:extLst>
          </p:cNvPr>
          <p:cNvSpPr/>
          <p:nvPr/>
        </p:nvSpPr>
        <p:spPr>
          <a:xfrm>
            <a:off x="-8467" y="-16933"/>
            <a:ext cx="8754534" cy="6451600"/>
          </a:xfrm>
          <a:custGeom>
            <a:avLst/>
            <a:gdLst/>
            <a:ahLst/>
            <a:cxnLst/>
            <a:rect l="l" t="t" r="r" b="b"/>
            <a:pathLst>
              <a:path w="8754534" h="6451600">
                <a:moveTo>
                  <a:pt x="8373534" y="0"/>
                </a:moveTo>
                <a:lnTo>
                  <a:pt x="8754534" y="5994400"/>
                </a:lnTo>
                <a:lnTo>
                  <a:pt x="0" y="6451600"/>
                </a:lnTo>
                <a:lnTo>
                  <a:pt x="0" y="0"/>
                </a:lnTo>
                <a:lnTo>
                  <a:pt x="8373534" y="0"/>
                </a:lnTo>
                <a:close/>
              </a:path>
            </a:pathLst>
          </a:custGeom>
          <a:ln>
            <a:noFill/>
          </a:ln>
          <a:effectLst>
            <a:outerShdw blurRad="98425" dist="76200" dir="4380000" algn="tl" rotWithShape="0">
              <a:srgbClr val="000000">
                <a:alpha val="68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Freeform 22">
            <a:extLst>
              <a:ext uri="{FF2B5EF4-FFF2-40B4-BE49-F238E27FC236}">
                <a16:creationId xmlns:a16="http://schemas.microsoft.com/office/drawing/2014/main" id="{CD0032EB-37E4-2EC8-387D-853E9686EDAB}"/>
              </a:ext>
            </a:extLst>
          </p:cNvPr>
          <p:cNvSpPr/>
          <p:nvPr/>
        </p:nvSpPr>
        <p:spPr>
          <a:xfrm>
            <a:off x="-10379" y="4445000"/>
            <a:ext cx="8464695" cy="1715811"/>
          </a:xfrm>
          <a:custGeom>
            <a:avLst/>
            <a:gdLst/>
            <a:ahLst/>
            <a:cxnLst/>
            <a:rect l="l" t="t" r="r" b="b"/>
            <a:pathLst>
              <a:path w="8428428" h="1878553">
                <a:moveTo>
                  <a:pt x="0" y="438229"/>
                </a:moveTo>
                <a:lnTo>
                  <a:pt x="8343246" y="0"/>
                </a:lnTo>
                <a:lnTo>
                  <a:pt x="8428428" y="1424838"/>
                </a:lnTo>
                <a:lnTo>
                  <a:pt x="7515" y="1878553"/>
                </a:lnTo>
                <a:lnTo>
                  <a:pt x="0" y="438229"/>
                </a:ln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Freeform 28">
            <a:extLst>
              <a:ext uri="{FF2B5EF4-FFF2-40B4-BE49-F238E27FC236}">
                <a16:creationId xmlns:a16="http://schemas.microsoft.com/office/drawing/2014/main" id="{07CCF3AB-D186-6730-BF3D-E17FB21979B4}"/>
              </a:ext>
            </a:extLst>
          </p:cNvPr>
          <p:cNvSpPr/>
          <p:nvPr/>
        </p:nvSpPr>
        <p:spPr>
          <a:xfrm>
            <a:off x="-2864" y="0"/>
            <a:ext cx="5811235" cy="321615"/>
          </a:xfrm>
          <a:custGeom>
            <a:avLst/>
            <a:gdLst/>
            <a:ahLst/>
            <a:cxnLst/>
            <a:rect l="l" t="t" r="r" b="b"/>
            <a:pathLst>
              <a:path w="5811235" h="321615">
                <a:moveTo>
                  <a:pt x="0" y="0"/>
                </a:moveTo>
                <a:lnTo>
                  <a:pt x="5811235" y="0"/>
                </a:lnTo>
                <a:lnTo>
                  <a:pt x="1" y="321615"/>
                </a:lnTo>
                <a:cubicBezTo>
                  <a:pt x="1" y="214410"/>
                  <a:pt x="0" y="107205"/>
                  <a:pt x="0" y="0"/>
                </a:cubicBezTo>
                <a:close/>
              </a:path>
            </a:pathLst>
          </a:custGeom>
          <a:gradFill flip="none" rotWithShape="1">
            <a:gsLst>
              <a:gs pos="34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Freeform 29">
            <a:extLst>
              <a:ext uri="{FF2B5EF4-FFF2-40B4-BE49-F238E27FC236}">
                <a16:creationId xmlns:a16="http://schemas.microsoft.com/office/drawing/2014/main" id="{99051AAB-EA09-883F-767A-46B505CF74EB}"/>
              </a:ext>
            </a:extLst>
          </p:cNvPr>
          <p:cNvSpPr/>
          <p:nvPr/>
        </p:nvSpPr>
        <p:spPr>
          <a:xfrm rot="21420000">
            <a:off x="-171450" y="212725"/>
            <a:ext cx="8480425" cy="5746750"/>
          </a:xfrm>
          <a:custGeom>
            <a:avLst/>
            <a:gdLst/>
            <a:ahLst/>
            <a:cxnLst/>
            <a:rect l="l" t="t" r="r" b="b"/>
            <a:pathLst>
              <a:path w="11307378" h="5746008">
                <a:moveTo>
                  <a:pt x="11270997" y="0"/>
                </a:moveTo>
                <a:lnTo>
                  <a:pt x="11307378" y="5746008"/>
                </a:lnTo>
                <a:lnTo>
                  <a:pt x="1" y="5743137"/>
                </a:lnTo>
              </a:path>
            </a:pathLst>
          </a:custGeom>
          <a:ln w="82550">
            <a:solidFill>
              <a:schemeClr val="tx1">
                <a:lumMod val="50000"/>
                <a:lumOff val="50000"/>
              </a:schemeClr>
            </a:solidFill>
            <a:miter lim="800000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sp>
      <p:sp>
        <p:nvSpPr>
          <p:cNvPr id="9" name="5-Point Star 32">
            <a:extLst>
              <a:ext uri="{FF2B5EF4-FFF2-40B4-BE49-F238E27FC236}">
                <a16:creationId xmlns:a16="http://schemas.microsoft.com/office/drawing/2014/main" id="{6460BB08-A4C2-F2F4-4E38-3B823CCE748A}"/>
              </a:ext>
            </a:extLst>
          </p:cNvPr>
          <p:cNvSpPr/>
          <p:nvPr/>
        </p:nvSpPr>
        <p:spPr>
          <a:xfrm rot="21420000">
            <a:off x="3122613" y="5057775"/>
            <a:ext cx="514350" cy="514350"/>
          </a:xfrm>
          <a:prstGeom prst="star5">
            <a:avLst>
              <a:gd name="adj" fmla="val 26693"/>
              <a:gd name="hf" fmla="val 105146"/>
              <a:gd name="vf" fmla="val 110557"/>
            </a:avLst>
          </a:prstGeom>
          <a:solidFill>
            <a:schemeClr val="tx1">
              <a:alpha val="40000"/>
            </a:scheme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 rot="21420000">
            <a:off x="451416" y="668338"/>
            <a:ext cx="7533524" cy="2766528"/>
          </a:xfrm>
        </p:spPr>
        <p:txBody>
          <a:bodyPr anchor="b">
            <a:normAutofit/>
          </a:bodyPr>
          <a:lstStyle>
            <a:lvl1pPr algn="r">
              <a:defRPr sz="7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 rot="21420000">
            <a:off x="554462" y="3446830"/>
            <a:ext cx="7512060" cy="550333"/>
          </a:xfrm>
        </p:spPr>
        <p:txBody>
          <a:bodyPr anchor="t">
            <a:noAutofit/>
          </a:bodyPr>
          <a:lstStyle>
            <a:lvl1pPr marL="0" indent="0" algn="r">
              <a:buNone/>
              <a:defRPr sz="24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10" name="Date Placeholder 3">
            <a:extLst>
              <a:ext uri="{FF2B5EF4-FFF2-40B4-BE49-F238E27FC236}">
                <a16:creationId xmlns:a16="http://schemas.microsoft.com/office/drawing/2014/main" id="{59163986-B25B-0CEF-6EFF-F8440BA8605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 rot="21420000">
            <a:off x="3668713" y="4714875"/>
            <a:ext cx="4608512" cy="941388"/>
          </a:xfrm>
        </p:spPr>
        <p:txBody>
          <a:bodyPr/>
          <a:lstStyle>
            <a:lvl1pPr algn="ctr">
              <a:defRPr sz="42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2AA9CC3B-24FC-4016-B2A9-5DAF4FF6B6B7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0E09DEC5-9B33-1A69-35E2-5C5075C4DF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 rot="21420000">
            <a:off x="-12700" y="4954588"/>
            <a:ext cx="2987675" cy="919162"/>
          </a:xfrm>
        </p:spPr>
        <p:txBody>
          <a:bodyPr/>
          <a:lstStyle>
            <a:lvl1pPr algn="r">
              <a:defRPr lang="en-US" sz="4200"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0E1A4C24-D4F1-FAF6-BDF5-1AAC9B17AE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 rot="21420000">
            <a:off x="7400925" y="3819525"/>
            <a:ext cx="681038" cy="498475"/>
          </a:xfrm>
        </p:spPr>
        <p:txBody>
          <a:bodyPr/>
          <a:lstStyle>
            <a:lvl1pPr>
              <a:defRPr sz="2400">
                <a:solidFill>
                  <a:srgbClr val="404040"/>
                </a:solidFill>
              </a:defRPr>
            </a:lvl1pPr>
          </a:lstStyle>
          <a:p>
            <a:fld id="{58BA0B1C-CFBC-4A5C-9A04-E0756252D59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2736571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1" y="2063396"/>
            <a:ext cx="7796030" cy="3311189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4A15E60-770B-08C1-4FB0-53B89D25A94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60BD6C-8EDF-4771-B475-C4DAB7D28F88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786A8E9A-5FD7-7BCC-DF44-70F5F4122D9E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7945952-397A-01D3-0414-7BDDDC25B33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184E6A67-AAF8-4994-B22D-345CF772E01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01706876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3193487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4351" y="3742267"/>
            <a:ext cx="7796030" cy="1639614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902E31-FA78-ABE3-9202-68898566E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1207BA-AE3A-48D7-B041-E6E7BDE30FA9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A262EC-2660-965E-A960-94E793E8A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505E390-5ACE-3630-18D9-40E8A6EAA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A663776-2F7C-4024-988C-649515EA452D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62856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7662" cy="115814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3816536" cy="3311189"/>
          </a:xfrm>
        </p:spPr>
        <p:txBody>
          <a:bodyPr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495478" y="2063396"/>
            <a:ext cx="3814904" cy="3311189"/>
          </a:xfrm>
        </p:spPr>
        <p:txBody>
          <a:bodyPr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27ABCA2A-0196-0AAF-C405-F781EC288944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41ECD8-C97E-42C0-80BE-98ACCEE2DB78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09C04536-D0CB-90BB-6D8D-2562BAF15A0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8475BD3A-17BA-0940-F431-83F1236DCA8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C1A8EC9E-7A54-45E9-A5AE-F05D275E7C7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226599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7796030" cy="1158140"/>
          </a:xfrm>
        </p:spPr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39569" y="2063396"/>
            <a:ext cx="3591317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514352" y="2861733"/>
            <a:ext cx="3816534" cy="2512852"/>
          </a:xfrm>
        </p:spPr>
        <p:txBody>
          <a:bodyPr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15340" y="2063396"/>
            <a:ext cx="3596671" cy="679994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6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495477" y="2861733"/>
            <a:ext cx="3816535" cy="2512852"/>
          </a:xfrm>
        </p:spPr>
        <p:txBody>
          <a:bodyPr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9AD10E27-D2E5-F127-41B2-89ACC9DB7903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1AAFDFD-1E3A-4555-8F5D-35E00A2D9330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20FF3DB-63DC-841E-071C-F3B550B4B8A1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73283A-AD62-BF5D-B0C8-30DEA7637615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82E44830-EE70-4263-82A5-C8C2B7859FA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525064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F25A3A-5AA9-5642-920F-BAB812422F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CEC953-5A01-4536-BB12-5D91D11CA61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AA6A52A2-1B45-0AD3-8160-6C9EB905B0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8AD47365-8F97-A378-A736-97009640A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DFA0530-08C8-4095-8AD9-ADA2E1FBFE9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696208454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F36107AE-A1E4-F034-67EA-F2661C0FC1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DDE8539-C0F9-44DD-B782-4251ACD3EA12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EA6B8570-03FF-8F9D-ECF3-80085022E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212B909-B07A-DB01-EEB7-A2816E98F1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A9F31AE-185D-463F-8DB2-EE27EF18FF8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9238830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232" y="685800"/>
            <a:ext cx="3095145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784600" y="685801"/>
            <a:ext cx="4525781" cy="4688785"/>
          </a:xfrm>
        </p:spPr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232" y="2709053"/>
            <a:ext cx="3095146" cy="2665533"/>
          </a:xfrm>
        </p:spPr>
        <p:txBody>
          <a:bodyPr anchor="t"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3789D508-6C61-6110-6B9D-4CF9D946FE2E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F6F523-6842-4748-8057-2C6FC1E53B50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EB5B5-F840-C441-156E-385A48B3F6C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13DFF-3086-1AF6-08C8-D9BB44DD8CA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33113342-9C3C-4E19-8E9C-9B01AF23E30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297041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0"/>
            <a:ext cx="4408172" cy="2023252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7740" y="1"/>
            <a:ext cx="3162641" cy="507153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2709053"/>
            <a:ext cx="4408171" cy="2362481"/>
          </a:xfrm>
        </p:spPr>
        <p:txBody>
          <a:bodyPr anchor="t"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DBAEDDB-3FFD-0BB8-1B0B-A269962D1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580285-9545-4CEB-99F3-564420465DD4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AB5A684F-DFC8-F04C-C6BD-44FB28FAAC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9732924-4185-DC23-BEAA-EFF832BFC3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37992D-8830-4E06-94E1-5D89600C97FF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160972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0" y="4106333"/>
            <a:ext cx="7796031" cy="58884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4351" y="685800"/>
            <a:ext cx="7794385" cy="3194903"/>
          </a:xfr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702923"/>
            <a:ext cx="7796046" cy="682472"/>
          </a:xfrm>
        </p:spPr>
        <p:txBody>
          <a:bodyPr anchor="t"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6D2DEB1-F5DC-9D39-01E1-1263FDEE6D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CF0ED5-4EC9-4C0D-9E90-749622BD39C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B2B27C9-4BCF-DE3D-9D93-57429E5DA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8CDEA77-39B2-42E4-54A4-4571B0A95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6D181E-76D8-4D42-B1B1-A8C4524D576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996815958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77" cy="3194903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35" y="4106333"/>
            <a:ext cx="7796047" cy="1273606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52B32A06-7599-DDFA-0B16-E6F0668224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9CBE6B5-46C2-4172-A5F1-FA1024951BE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CF5136-2784-CE48-DCCE-BD0DD7F2B2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15D45C-C847-FA3A-0B2D-06F45E68A0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8D6FD0-2F28-4821-B4C4-ED83F40A8BD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276419354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9">
            <a:extLst>
              <a:ext uri="{FF2B5EF4-FFF2-40B4-BE49-F238E27FC236}">
                <a16:creationId xmlns:a16="http://schemas.microsoft.com/office/drawing/2014/main" id="{6177FC38-7555-347D-B269-B6202C3236E5}"/>
              </a:ext>
            </a:extLst>
          </p:cNvPr>
          <p:cNvSpPr txBox="1"/>
          <p:nvPr/>
        </p:nvSpPr>
        <p:spPr>
          <a:xfrm>
            <a:off x="404813" y="887413"/>
            <a:ext cx="457200" cy="585787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>
              <a:defRPr/>
            </a:pPr>
            <a:r>
              <a:rPr lang="en-US" sz="8000" dirty="0">
                <a:effectLst/>
              </a:rPr>
              <a:t>“</a:t>
            </a:r>
          </a:p>
        </p:txBody>
      </p:sp>
      <p:sp>
        <p:nvSpPr>
          <p:cNvPr id="5" name="TextBox 10">
            <a:extLst>
              <a:ext uri="{FF2B5EF4-FFF2-40B4-BE49-F238E27FC236}">
                <a16:creationId xmlns:a16="http://schemas.microsoft.com/office/drawing/2014/main" id="{0B450125-D068-B7A4-52BF-AF0F724621EA}"/>
              </a:ext>
            </a:extLst>
          </p:cNvPr>
          <p:cNvSpPr txBox="1"/>
          <p:nvPr/>
        </p:nvSpPr>
        <p:spPr>
          <a:xfrm>
            <a:off x="7897813" y="2906713"/>
            <a:ext cx="457200" cy="584200"/>
          </a:xfrm>
          <a:prstGeom prst="rect">
            <a:avLst/>
          </a:prstGeom>
        </p:spPr>
        <p:txBody>
          <a:bodyPr anchor="ctr"/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algn="r">
              <a:defRPr/>
            </a:pPr>
            <a:r>
              <a:rPr lang="en-US" sz="8000" dirty="0">
                <a:effectLst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1299" y="685800"/>
            <a:ext cx="7143765" cy="2916704"/>
          </a:xfrm>
        </p:spPr>
        <p:txBody>
          <a:bodyPr>
            <a:normAutofit/>
          </a:bodyPr>
          <a:lstStyle>
            <a:lvl1pPr algn="ctr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62698" y="3610032"/>
            <a:ext cx="6500967" cy="377768"/>
          </a:xfrm>
        </p:spPr>
        <p:txBody>
          <a:bodyPr anchor="t"/>
          <a:lstStyle>
            <a:lvl1pPr marL="0" indent="0" algn="r">
              <a:buNone/>
              <a:defRPr sz="14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106334"/>
            <a:ext cx="7797662" cy="1268252"/>
          </a:xfrm>
        </p:spPr>
        <p:txBody>
          <a:bodyPr/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5E256BA3-B2CE-0D67-BDCF-ADE528A9F6C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26D746-FAA0-4AD5-8200-363713E0C0E5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9892EF53-C12B-3845-E79E-3C0B2B623E6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BED8636A-E024-EEA5-1734-775AC51CA4C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1659FD42-F18A-40BF-80FD-DBB970DA866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290725471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4351" y="1723855"/>
            <a:ext cx="7796030" cy="2511835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14351" y="4247468"/>
            <a:ext cx="7796030" cy="1140644"/>
          </a:xfrm>
        </p:spPr>
        <p:txBody>
          <a:bodyPr anchor="t"/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F70F833-9612-17C1-1430-C546FDBCA5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7D5A10-7EB7-47A0-8C99-1BF1C2AEDF37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24F3D1-9DD7-D3A3-0A15-78A7B16A2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C447C5-245F-9560-43BC-7A65915A3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A18B8DC-68A3-4642-8432-68D7BDAB0E8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118392879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6030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514352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514352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5967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175966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7785" y="206339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827785" y="2639658"/>
            <a:ext cx="2482596" cy="2734928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DE25BE69-3206-A237-A07C-E0F408E9B6DA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81C839-FAFD-464B-A1DC-1BBA6B8D390A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B9ED8B66-831C-C0EA-D10E-073A82E2526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CAE0F297-FCDD-F35C-5835-A78AE6CC44A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B6E4E135-7EA8-4616-B6F9-CB7B2840641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829240291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514351" y="685801"/>
            <a:ext cx="7797662" cy="1151965"/>
          </a:xfrm>
        </p:spPr>
        <p:txBody>
          <a:bodyPr/>
          <a:lstStyle>
            <a:lvl1pPr algn="ct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518880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514335" y="2063396"/>
            <a:ext cx="2482596" cy="1536725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518880" y="4389288"/>
            <a:ext cx="2482596" cy="985299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17805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176999" y="2063396"/>
            <a:ext cx="2482596" cy="1535237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176998" y="4389286"/>
            <a:ext cx="2483655" cy="985300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826708" y="3813025"/>
            <a:ext cx="24825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90000"/>
              </a:lnSpc>
              <a:buNone/>
              <a:defRPr sz="22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826614" y="2063394"/>
            <a:ext cx="2482596" cy="1537196"/>
          </a:xfrm>
          <a:prstGeom prst="roundRect">
            <a:avLst>
              <a:gd name="adj" fmla="val 0"/>
            </a:avLst>
          </a:prstGeom>
          <a:ln w="57150" cmpd="thinThick">
            <a:solidFill>
              <a:schemeClr val="bg1">
                <a:lumMod val="50000"/>
              </a:schemeClr>
            </a:solidFill>
            <a:miter lim="800000"/>
          </a:ln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826614" y="4389284"/>
            <a:ext cx="2482596" cy="985302"/>
          </a:xfrm>
        </p:spPr>
        <p:txBody>
          <a:bodyPr anchor="t"/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7EFEBEDB-D7EB-412E-66C0-2A76807D2FF4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2D2BEC0-C55B-4F3E-911D-4B7FD72A35FC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CE168D05-E317-3DEA-4284-7AA673EE9FF4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40F3031-2629-AA3E-4371-B43D132391E7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463A5624-25E7-42EA-A791-9628918987E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869440411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2063396"/>
            <a:ext cx="7796030" cy="3311190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6602BCA-EE17-5E47-9F85-06E8291606AF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CD86DCC-7F84-4DD5-B080-873B3890C7DF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F4A5889-A0F7-169E-5147-E9B5AA0D78F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E99CD21-579A-56FD-671A-D4DC0FF9F1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F9BBAA8D-CBE1-4157-92BD-8481392F392B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0343474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11896" y="685801"/>
            <a:ext cx="1698485" cy="4688785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514351" y="685801"/>
            <a:ext cx="5928323" cy="4688785"/>
          </a:xfrm>
        </p:spPr>
        <p:txBody>
          <a:bodyPr vert="eaVert" anchor="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14B97C4D-6297-C859-20E3-12E7F5088F1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8D3AFB2-4501-4EFD-BCAD-25C96F0ECB29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F3E434F-F08C-2D97-4721-3FA1B8E2575B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458A7E8-0FA0-9744-1028-F3414574CF0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/>
            </a:lvl1pPr>
          </a:lstStyle>
          <a:p>
            <a:fld id="{22ADA4D9-F9C5-4ADB-AC4C-FB50CFB00F1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3734564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í sním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cs-CZ"/>
              <a:t>Kliknutím můžete upravit styl předlohy.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355963-88FB-01D2-A474-C424BFF149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B75868-44C8-4F42-8858-AEDB4CB1453D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AE0AA7-FB88-10BA-2F23-0C5A5CC4BC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192426-478C-EAC7-6B20-6021384727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0AC51E3-6F04-466E-A493-E79A22C96AE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21714383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11917F-D8D7-58A6-C6E7-EF848DDFE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BCD87B8-1D2F-4548-96B9-24323F069D1A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E0B8A5-B69F-C4CA-F15A-E17348AD38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7FF912-535A-AE6C-124C-6EB5DF1C9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14184F6-20FE-43D8-B1D6-C8CAC5FAABD4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191760173"/>
      </p:ext>
    </p:extLst>
  </p:cSld>
  <p:clrMapOvr>
    <a:masterClrMapping/>
  </p:clrMapOvr>
  <p:hf hdr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áhlaví čás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3712F8-64E4-5118-2157-0DA53F280A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FEF2354-CE2B-40CD-853E-03C24EA49E21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34C97C-3E0E-138D-50A4-3D6003E0E8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A56758-7362-D1C0-602C-CBA0336E79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5D0B335-90B4-4BC5-B0A5-26208476A5D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59778963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AECA6F9-87E6-2462-77FF-86E7E83A3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21E579-299A-45D6-8D91-93E091C8E7B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7E34777-F581-79DD-D676-CD69417378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47FE4D8-11C2-60F4-BDC5-A3BCF80928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C0F04ECA-203C-493F-B98A-05C6DE9296C2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082776147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C60014C-F064-C456-F5FB-7E93FBF969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1A1DBF1-1C54-4AD8-BE78-997F130001E7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276EE68-835A-2204-D48A-7A7935E1A4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3472CE21-0C60-D8C1-6068-6571437B65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62B23B-9420-41F3-9110-BA53504E110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8004624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Jenom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9799813C-2179-0FFA-B1AB-8D7C64BA92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3128B6A-38DE-445E-BFDA-95B9796D302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9191FD1F-9CDE-7516-B1EF-A0B4CD80F6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F7C9419-638B-EC83-83CC-DEB6132E58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A6DE405-BCD5-4812-A8F8-F1734650E4BA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50335760"/>
      </p:ext>
    </p:extLst>
  </p:cSld>
  <p:clrMapOvr>
    <a:masterClrMapping/>
  </p:clrMapOvr>
  <p:hf hdr="0" ftr="0" dt="0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8C9A0108-10FA-2759-795A-1B1A17624F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A2710AA-352D-4CC8-988E-0F1F654D4B20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3D1242C3-0856-970F-75E7-B692D3ACBA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4B6641C1-852A-C362-448D-657B251954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04C2AA-6E9B-4B08-82E1-FFFA78F81595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743343353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9684643A-3D05-66EF-F525-BEFF980D5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57678E4-0353-4028-8B3E-7139F6712E3A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05B53224-83E5-2763-99D2-0B0441F26E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833683FC-8763-6F6F-0CEF-229184FD41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831BBF2-52BF-44AC-92CA-7B0CCCA1F39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7749501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FAD7E7C8-8DEF-424A-960D-7B9A572256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21D32F9-A3BA-4B05-AF19-A2D768618179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035BB5A-1E05-4525-F5B8-E6D63DDCE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795A7FB-379E-F274-6B21-D17FBA329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94E3AEE-9EC0-43DB-8BAF-32862D6188B7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13565444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atický obrázek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F222EE4-BE4C-EF04-400B-EA37B06F45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EF063D-4358-46DA-82B5-73AE78B1B2B9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2ED38383-2C10-28F5-E916-CBC430FDB9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7FDDB5C-98E3-13D0-0293-7158C0534A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057223-2836-4D57-A3AC-2113F979FFA6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395116407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ázev a popise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DF0AF1C5-641F-E2EB-5A7A-AB8F377FA0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6E58063-30F9-48A0-AAF1-D8FF8F001384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C5400DF-5FEC-7D5F-069B-9A4F5D9B03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517A2DA6-C96F-56EA-64C7-F0F12C1E9A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CDCFE44-5B4F-4606-A734-2D1D6D7A190E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080511742"/>
      </p:ext>
    </p:extLst>
  </p:cSld>
  <p:clrMapOvr>
    <a:masterClrMapping/>
  </p:clrMapOvr>
  <p:hf hdr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ce s popis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11">
            <a:extLst>
              <a:ext uri="{FF2B5EF4-FFF2-40B4-BE49-F238E27FC236}">
                <a16:creationId xmlns:a16="http://schemas.microsoft.com/office/drawing/2014/main" id="{EC90FD5E-1608-1977-BFDD-FD73132CC58A}"/>
              </a:ext>
            </a:extLst>
          </p:cNvPr>
          <p:cNvSpPr txBox="1"/>
          <p:nvPr/>
        </p:nvSpPr>
        <p:spPr>
          <a:xfrm>
            <a:off x="674688" y="971550"/>
            <a:ext cx="600075" cy="19700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“</a:t>
            </a:r>
          </a:p>
        </p:txBody>
      </p:sp>
      <p:sp>
        <p:nvSpPr>
          <p:cNvPr id="4" name="TextBox 14">
            <a:extLst>
              <a:ext uri="{FF2B5EF4-FFF2-40B4-BE49-F238E27FC236}">
                <a16:creationId xmlns:a16="http://schemas.microsoft.com/office/drawing/2014/main" id="{01F94EF2-F6E8-3D93-72E6-2CBE6D9B95DC}"/>
              </a:ext>
            </a:extLst>
          </p:cNvPr>
          <p:cNvSpPr txBox="1"/>
          <p:nvPr/>
        </p:nvSpPr>
        <p:spPr>
          <a:xfrm>
            <a:off x="6999288" y="2613025"/>
            <a:ext cx="601662" cy="1970088"/>
          </a:xfrm>
          <a:prstGeom prst="rect">
            <a:avLst/>
          </a:prstGeom>
          <a:noFill/>
        </p:spPr>
        <p:txBody>
          <a:bodyPr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n-US" dirty="0"/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rtlCol="0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86A591FD-AF3D-0D78-AB1F-C01B87877A0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AF7F9A-170D-4062-8782-1C316F3B3833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4D38193-00BF-75AA-F7AC-1C7AD87CF95F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007B5FF4-6D60-622C-0DD3-AC1C09872473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/>
            </a:lvl1pPr>
          </a:lstStyle>
          <a:p>
            <a:fld id="{77C01106-82D4-4E05-88B5-45CCC27D13B8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495481666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Jmenov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8D4A82-D206-FB28-2F5D-C5FC66B8EB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25AE44-2349-4945-B10E-08B2958A4F3E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03EA6F-C694-38E6-5A8D-5FFD2F158C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620195-D08E-BE88-BB94-920CC0C339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20191E-A53F-4E90-A638-92C493794B01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491504885"/>
      </p:ext>
    </p:extLst>
  </p:cSld>
  <p:clrMapOvr>
    <a:masterClrMapping/>
  </p:clrMapOvr>
  <p:hf hdr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6">
            <a:extLst>
              <a:ext uri="{FF2B5EF4-FFF2-40B4-BE49-F238E27FC236}">
                <a16:creationId xmlns:a16="http://schemas.microsoft.com/office/drawing/2014/main" id="{6DE6DE9A-7366-56B5-758F-D0778A1B3497}"/>
              </a:ext>
            </a:extLst>
          </p:cNvPr>
          <p:cNvCxnSpPr/>
          <p:nvPr/>
        </p:nvCxnSpPr>
        <p:spPr>
          <a:xfrm>
            <a:off x="2795588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7">
            <a:extLst>
              <a:ext uri="{FF2B5EF4-FFF2-40B4-BE49-F238E27FC236}">
                <a16:creationId xmlns:a16="http://schemas.microsoft.com/office/drawing/2014/main" id="{2FF079B4-4237-A903-525E-500D101E1D7B}"/>
              </a:ext>
            </a:extLst>
          </p:cNvPr>
          <p:cNvCxnSpPr/>
          <p:nvPr/>
        </p:nvCxnSpPr>
        <p:spPr>
          <a:xfrm>
            <a:off x="5222875" y="2133600"/>
            <a:ext cx="0" cy="396716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239467BE-8005-FD68-EB4B-960DDD5EAFDC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E4268E-B6A0-4B8D-B447-CE4B80B7654B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B28FE4B3-EDA6-D1FA-B1BC-395AA6253E6B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4570063-648E-22A0-4466-6D5335ACB6FB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/>
            </a:lvl1pPr>
          </a:lstStyle>
          <a:p>
            <a:fld id="{818D18F3-3AA7-4DB1-AA16-5C3CE9946810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324965796"/>
      </p:ext>
    </p:extLst>
  </p:cSld>
  <p:clrMapOvr>
    <a:masterClrMapping/>
  </p:clrMapOvr>
  <p:hf hdr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sloupce s obrázk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18">
            <a:extLst>
              <a:ext uri="{FF2B5EF4-FFF2-40B4-BE49-F238E27FC236}">
                <a16:creationId xmlns:a16="http://schemas.microsoft.com/office/drawing/2014/main" id="{89EC28E8-C6B8-26CC-7816-0A51EED0BA86}"/>
              </a:ext>
            </a:extLst>
          </p:cNvPr>
          <p:cNvCxnSpPr/>
          <p:nvPr/>
        </p:nvCxnSpPr>
        <p:spPr>
          <a:xfrm>
            <a:off x="2795588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19">
            <a:extLst>
              <a:ext uri="{FF2B5EF4-FFF2-40B4-BE49-F238E27FC236}">
                <a16:creationId xmlns:a16="http://schemas.microsoft.com/office/drawing/2014/main" id="{47BCBE50-8EDE-217C-1CFF-6C111AC672E6}"/>
              </a:ext>
            </a:extLst>
          </p:cNvPr>
          <p:cNvCxnSpPr/>
          <p:nvPr/>
        </p:nvCxnSpPr>
        <p:spPr>
          <a:xfrm>
            <a:off x="5222875" y="2133600"/>
            <a:ext cx="0" cy="3967163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cs-CZ" noProof="0"/>
              <a:t>Kliknutím na ikonu přidáte obrázek.</a:t>
            </a:r>
            <a:endParaRPr lang="en-US" noProof="0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cs-CZ"/>
              <a:t>Upravte styly předlohy textu.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873C09CF-2926-C7CE-3184-4D8DE87D509B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4BBFFA6-5EB6-4142-A52D-B7DAB70A5FB5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5F5C35A9-CEAD-F020-288F-94E5D6861CC2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CB4779B-D17E-7687-1E7D-7DEA5495B13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/>
            </a:lvl1pPr>
          </a:lstStyle>
          <a:p>
            <a:fld id="{6357FFF9-84F5-474E-88C5-189C4CF7BE2F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05470146"/>
      </p:ext>
    </p:extLst>
  </p:cSld>
  <p:clrMapOvr>
    <a:masterClrMapping/>
  </p:clrMapOvr>
  <p:hf hdr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9C6A7D-8075-163E-AC1E-C1056D6744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531168-07AC-4B28-BFD5-2ED63A74984C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E42D95-E4EB-8B0B-A5A8-2CB1AD6723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6FCCB4-D9FA-A681-325A-FA2AEBEE2E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88F6D6E-6083-474A-B43A-11A2EE7AEB0C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2574028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/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CB14D4-0B87-52C3-8ABC-CF8EF6068F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A10603-62B0-49CD-8FAE-1E05F253F9CB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4E74E2-C615-2023-61FD-1014E1ABC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79FA38-C423-0B6F-E849-6351E11FAC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283C99-7796-443B-9936-5481E34A2F83}" type="slidenum">
              <a:rPr lang="cs-CZ" altLang="cs-CZ"/>
              <a:pPr/>
              <a:t>‹#›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61383829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18" Type="http://schemas.openxmlformats.org/officeDocument/2006/relationships/theme" Target="../theme/theme2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slideLayout" Target="../slideLayouts/slideLayout34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19" Type="http://schemas.openxmlformats.org/officeDocument/2006/relationships/image" Target="../media/image6.jpeg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7" descr="Brickwork-SD-R1acrop.jpg">
            <a:extLst>
              <a:ext uri="{FF2B5EF4-FFF2-40B4-BE49-F238E27FC236}">
                <a16:creationId xmlns:a16="http://schemas.microsoft.com/office/drawing/2014/main" id="{3E8EBADB-37ED-45F8-914E-7CE83806CA60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027" name="Group 9">
            <a:extLst>
              <a:ext uri="{FF2B5EF4-FFF2-40B4-BE49-F238E27FC236}">
                <a16:creationId xmlns:a16="http://schemas.microsoft.com/office/drawing/2014/main" id="{44FC9C07-97EA-0313-CB2B-E54B42706C8D}"/>
              </a:ext>
            </a:extLst>
          </p:cNvPr>
          <p:cNvGrpSpPr>
            <a:grpSpLocks/>
          </p:cNvGrpSpPr>
          <p:nvPr/>
        </p:nvGrpSpPr>
        <p:grpSpPr bwMode="auto">
          <a:xfrm>
            <a:off x="-19050" y="0"/>
            <a:ext cx="9004300" cy="6643688"/>
            <a:chOff x="-25397" y="0"/>
            <a:chExt cx="12005350" cy="6644081"/>
          </a:xfrm>
        </p:grpSpPr>
        <p:sp useBgFill="1">
          <p:nvSpPr>
            <p:cNvPr id="11" name="Rectangle 10">
              <a:extLst>
                <a:ext uri="{FF2B5EF4-FFF2-40B4-BE49-F238E27FC236}">
                  <a16:creationId xmlns:a16="http://schemas.microsoft.com/office/drawing/2014/main" id="{CDDE3E1D-570C-7098-CC73-AF1C06E5FBB2}"/>
                </a:ext>
              </a:extLst>
            </p:cNvPr>
            <p:cNvSpPr/>
            <p:nvPr/>
          </p:nvSpPr>
          <p:spPr>
            <a:xfrm>
              <a:off x="1" y="0"/>
              <a:ext cx="11979952" cy="6644081"/>
            </a:xfrm>
            <a:prstGeom prst="rect">
              <a:avLst/>
            </a:prstGeom>
            <a:ln>
              <a:noFill/>
            </a:ln>
            <a:effectLst>
              <a:outerShdw blurRad="98425" dist="76200" dir="4380000" algn="tl" rotWithShape="0">
                <a:srgbClr val="000000">
                  <a:alpha val="68000"/>
                </a:srgbClr>
              </a:outerShdw>
            </a:effectLst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4D91D946-8E8D-8A8D-98CD-CEA0D76BA890}"/>
                </a:ext>
              </a:extLst>
            </p:cNvPr>
            <p:cNvSpPr/>
            <p:nvPr/>
          </p:nvSpPr>
          <p:spPr>
            <a:xfrm>
              <a:off x="1" y="5600215"/>
              <a:ext cx="11706512" cy="780581"/>
            </a:xfrm>
            <a:prstGeom prst="rect">
              <a:avLst/>
            </a:prstGeom>
            <a:gradFill flip="none" rotWithShape="1">
              <a:gsLst>
                <a:gs pos="34000">
                  <a:schemeClr val="accent1"/>
                </a:gs>
                <a:gs pos="100000">
                  <a:schemeClr val="accent1">
                    <a:lumMod val="5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93CFE46C-DE3F-FE54-499F-647C8075EB4B}"/>
                </a:ext>
              </a:extLst>
            </p:cNvPr>
            <p:cNvSpPr/>
            <p:nvPr/>
          </p:nvSpPr>
          <p:spPr>
            <a:xfrm>
              <a:off x="-25397" y="0"/>
              <a:ext cx="11772524" cy="6420230"/>
            </a:xfrm>
            <a:custGeom>
              <a:avLst/>
              <a:gdLst/>
              <a:ahLst/>
              <a:cxnLst/>
              <a:rect l="l" t="t" r="r" b="b"/>
              <a:pathLst>
                <a:path w="11773291" h="6419514">
                  <a:moveTo>
                    <a:pt x="11750059" y="0"/>
                  </a:moveTo>
                  <a:lnTo>
                    <a:pt x="11773291" y="6419514"/>
                  </a:lnTo>
                  <a:lnTo>
                    <a:pt x="0" y="6411047"/>
                  </a:lnTo>
                </a:path>
              </a:pathLst>
            </a:custGeom>
            <a:ln w="82550">
              <a:solidFill>
                <a:schemeClr val="tx1">
                  <a:lumMod val="50000"/>
                  <a:lumOff val="50000"/>
                </a:schemeClr>
              </a:solidFill>
              <a:miter lim="800000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sp>
      </p:grp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827D62A-DC02-D0E2-6D82-3C72356E99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14350" y="685800"/>
            <a:ext cx="7797800" cy="115252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cs-CZ"/>
              <a:t>Kliknutím lze upravit styl.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9A10A2-5FEB-81D0-CF70-03A5C73616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4350" y="2063750"/>
            <a:ext cx="7797800" cy="3311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cs-CZ"/>
              <a:t>Upravte styly předlohy textu.</a:t>
            </a:r>
          </a:p>
          <a:p>
            <a:pPr lvl="1"/>
            <a:r>
              <a:rPr lang="cs-CZ"/>
              <a:t>Druhá úroveň</a:t>
            </a:r>
          </a:p>
          <a:p>
            <a:pPr lvl="2"/>
            <a:r>
              <a:rPr lang="cs-CZ"/>
              <a:t>Třetí úroveň</a:t>
            </a:r>
          </a:p>
          <a:p>
            <a:pPr lvl="3"/>
            <a:r>
              <a:rPr lang="cs-CZ"/>
              <a:t>Čtvrtá úroveň</a:t>
            </a:r>
          </a:p>
          <a:p>
            <a:pPr lvl="4"/>
            <a:r>
              <a:rPr lang="cs-CZ"/>
              <a:t>Pátá úroveň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B231A8-4E7D-1F26-959E-DA03B0B1732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5473700" y="5757863"/>
            <a:ext cx="2838450" cy="498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fld id="{AAE5DD47-84D8-4F5F-8746-1AA8D6837CA0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52394-3FD6-B7CB-613C-6CB42BF91DA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14350" y="5757863"/>
            <a:ext cx="4124325" cy="498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800" cap="all"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22364C-F622-AEEF-C5FC-805DBF91027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714875" y="5757863"/>
            <a:ext cx="681038" cy="4984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rgbClr val="5C0708"/>
                </a:solidFill>
              </a:defRPr>
            </a:lvl1pPr>
          </a:lstStyle>
          <a:p>
            <a:fld id="{B98726A5-718A-4107-96B2-AAB683DF8086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355" r:id="rId1"/>
    <p:sldLayoutId id="2147484326" r:id="rId2"/>
    <p:sldLayoutId id="2147484327" r:id="rId3"/>
    <p:sldLayoutId id="2147484328" r:id="rId4"/>
    <p:sldLayoutId id="2147484329" r:id="rId5"/>
    <p:sldLayoutId id="2147484330" r:id="rId6"/>
    <p:sldLayoutId id="2147484331" r:id="rId7"/>
    <p:sldLayoutId id="2147484332" r:id="rId8"/>
    <p:sldLayoutId id="2147484333" r:id="rId9"/>
    <p:sldLayoutId id="2147484334" r:id="rId10"/>
    <p:sldLayoutId id="2147484335" r:id="rId11"/>
    <p:sldLayoutId id="2147484356" r:id="rId12"/>
    <p:sldLayoutId id="2147484336" r:id="rId13"/>
    <p:sldLayoutId id="2147484337" r:id="rId14"/>
    <p:sldLayoutId id="2147484338" r:id="rId15"/>
    <p:sldLayoutId id="2147484339" r:id="rId16"/>
    <p:sldLayoutId id="2147484340" r:id="rId17"/>
  </p:sldLayoutIdLst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 cap="all">
          <a:solidFill>
            <a:schemeClr val="accent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accent1"/>
          </a:solidFill>
          <a:latin typeface="Impact" panose="020B0806030902050204" pitchFamily="34" charset="0"/>
        </a:defRPr>
      </a:lvl9pPr>
    </p:titleStyle>
    <p:bodyStyle>
      <a:lvl1pPr marL="228600" indent="-228600" algn="l" rtl="0" eaLnBrk="0" fontAlgn="base" hangingPunct="0">
        <a:lnSpc>
          <a:spcPct val="120000"/>
        </a:lnSpc>
        <a:spcBef>
          <a:spcPts val="1000"/>
        </a:spcBef>
        <a:spcAft>
          <a:spcPct val="0"/>
        </a:spcAft>
        <a:buClr>
          <a:schemeClr val="accent1"/>
        </a:buClr>
        <a:buSzPct val="160000"/>
        <a:buFont typeface="Arial" panose="020B0604020202020204" pitchFamily="34" charset="0"/>
        <a:buChar char="•"/>
        <a:defRPr sz="2000" kern="1200" cap="all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panose="020B0604020202020204" pitchFamily="34" charset="0"/>
        <a:buChar char="•"/>
        <a:defRPr kern="1200" cap="all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panose="020B0604020202020204" pitchFamily="34" charset="0"/>
        <a:buChar char="•"/>
        <a:defRPr sz="1600" kern="1200" cap="all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120000"/>
        </a:lnSpc>
        <a:spcBef>
          <a:spcPts val="500"/>
        </a:spcBef>
        <a:spcAft>
          <a:spcPct val="0"/>
        </a:spcAft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60000"/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9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>
            <a:extLst>
              <a:ext uri="{FF2B5EF4-FFF2-40B4-BE49-F238E27FC236}">
                <a16:creationId xmlns:a16="http://schemas.microsoft.com/office/drawing/2014/main" id="{340EE83C-57E7-E020-1FCF-356D96A4337A}"/>
              </a:ext>
            </a:extLst>
          </p:cNvPr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C19466C-FA12-88DE-EFC8-D7009D97CF0D}"/>
              </a:ext>
            </a:extLst>
          </p:cNvPr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88920CC-BDA0-9C75-DCA8-80A700D9DCAB}"/>
              </a:ext>
            </a:extLst>
          </p:cNvPr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619CAD2-52A0-6431-54A1-646FA46BE0E6}"/>
              </a:ext>
            </a:extLst>
          </p:cNvPr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088CFB95-4DDB-33D7-0C64-38CA075E23E8}"/>
              </a:ext>
            </a:extLst>
          </p:cNvPr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CF4B5C7-52EF-228F-8711-11D9FAF98DF1}"/>
              </a:ext>
            </a:extLst>
          </p:cNvPr>
          <p:cNvSpPr/>
          <p:nvPr/>
        </p:nvSpPr>
        <p:spPr>
          <a:xfrm>
            <a:off x="7745413" y="0"/>
            <a:ext cx="685800" cy="110013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66" name="Title Placeholder 1">
            <a:extLst>
              <a:ext uri="{FF2B5EF4-FFF2-40B4-BE49-F238E27FC236}">
                <a16:creationId xmlns:a16="http://schemas.microsoft.com/office/drawing/2014/main" id="{64B55935-C78D-33E1-E02C-407EA464560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84188" y="452438"/>
            <a:ext cx="7056437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Kliknutím lze upravit styl.</a:t>
            </a:r>
            <a:endParaRPr lang="en-US" altLang="cs-CZ"/>
          </a:p>
        </p:txBody>
      </p:sp>
      <p:sp>
        <p:nvSpPr>
          <p:cNvPr id="2067" name="Text Placeholder 2">
            <a:extLst>
              <a:ext uri="{FF2B5EF4-FFF2-40B4-BE49-F238E27FC236}">
                <a16:creationId xmlns:a16="http://schemas.microsoft.com/office/drawing/2014/main" id="{16DFD68C-FE58-083C-095D-CAC653313150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27088" y="2052638"/>
            <a:ext cx="6711950" cy="4195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cs-CZ" altLang="cs-CZ"/>
              <a:t>Upravte styly předlohy textu.</a:t>
            </a:r>
          </a:p>
          <a:p>
            <a:pPr lvl="1"/>
            <a:r>
              <a:rPr lang="cs-CZ" altLang="cs-CZ"/>
              <a:t>Druhá úroveň</a:t>
            </a:r>
          </a:p>
          <a:p>
            <a:pPr lvl="2"/>
            <a:r>
              <a:rPr lang="cs-CZ" altLang="cs-CZ"/>
              <a:t>Třetí úroveň</a:t>
            </a:r>
          </a:p>
          <a:p>
            <a:pPr lvl="3"/>
            <a:r>
              <a:rPr lang="cs-CZ" altLang="cs-CZ"/>
              <a:t>Čtvrtá úroveň</a:t>
            </a:r>
          </a:p>
          <a:p>
            <a:pPr lvl="4"/>
            <a:r>
              <a:rPr lang="cs-CZ" altLang="cs-CZ"/>
              <a:t>Pátá úroveň</a:t>
            </a:r>
            <a:endParaRPr lang="en-US" altLang="cs-C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504C8E-9767-6646-4552-79C3DD7BA9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5400000">
            <a:off x="7494588" y="1828800"/>
            <a:ext cx="990600" cy="228600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fld id="{22D29AAD-FD1F-4FB8-8A18-2CB54E81CF19}" type="datetime1">
              <a:rPr lang="cs-CZ"/>
              <a:pPr>
                <a:defRPr/>
              </a:pPr>
              <a:t>16.11.2023</a:t>
            </a:fld>
            <a:endParaRPr lang="cs-C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3B1552-E3D1-838B-60B8-93732E19154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 rot="5400000">
            <a:off x="6233318" y="3263107"/>
            <a:ext cx="3859213" cy="2286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pPr>
              <a:defRPr/>
            </a:pPr>
            <a:r>
              <a:rPr lang="cs-CZ"/>
              <a:t>Ing. Votavová Gabriela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519D8A-FD75-2C70-067A-E1E981A1E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7766050" y="295275"/>
            <a:ext cx="628650" cy="76835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>
              <a:defRPr sz="2800">
                <a:solidFill>
                  <a:srgbClr val="FFFFFF"/>
                </a:solidFill>
              </a:defRPr>
            </a:lvl1pPr>
          </a:lstStyle>
          <a:p>
            <a:fld id="{3EAD04A5-FA11-4CCC-A3CE-4D47CC35BE2B}" type="slidenum">
              <a:rPr lang="cs-CZ" altLang="cs-CZ"/>
              <a:pPr/>
              <a:t>‹#›</a:t>
            </a:fld>
            <a:endParaRPr lang="cs-CZ" altLang="cs-CZ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4341" r:id="rId1"/>
    <p:sldLayoutId id="2147484342" r:id="rId2"/>
    <p:sldLayoutId id="2147484343" r:id="rId3"/>
    <p:sldLayoutId id="2147484344" r:id="rId4"/>
    <p:sldLayoutId id="2147484345" r:id="rId5"/>
    <p:sldLayoutId id="2147484346" r:id="rId6"/>
    <p:sldLayoutId id="2147484347" r:id="rId7"/>
    <p:sldLayoutId id="2147484348" r:id="rId8"/>
    <p:sldLayoutId id="2147484349" r:id="rId9"/>
    <p:sldLayoutId id="2147484350" r:id="rId10"/>
    <p:sldLayoutId id="2147484351" r:id="rId11"/>
    <p:sldLayoutId id="2147484357" r:id="rId12"/>
    <p:sldLayoutId id="2147484352" r:id="rId13"/>
    <p:sldLayoutId id="2147484358" r:id="rId14"/>
    <p:sldLayoutId id="2147484359" r:id="rId15"/>
    <p:sldLayoutId id="2147484353" r:id="rId16"/>
    <p:sldLayoutId id="2147484354" r:id="rId17"/>
  </p:sldLayoutIdLst>
  <p:hf hdr="0" ftr="0" dt="0"/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4200" kern="1200">
          <a:solidFill>
            <a:schemeClr val="tx2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Century Gothic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rgbClr val="AAA7BC"/>
        </a:buClr>
        <a:buSzPct val="80000"/>
        <a:buFont typeface="Wingdings 3" panose="05040102010807070707" pitchFamily="18" charset="2"/>
        <a:buChar char=""/>
        <a:defRPr sz="200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rgbClr val="AAA7BC"/>
        </a:buClr>
        <a:buSzPct val="80000"/>
        <a:buFont typeface="Wingdings 3" panose="05040102010807070707" pitchFamily="18" charset="2"/>
        <a:buChar char=""/>
        <a:defRPr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AAA7BC"/>
        </a:buClr>
        <a:buSzPct val="80000"/>
        <a:buFont typeface="Wingdings 3" panose="05040102010807070707" pitchFamily="18" charset="2"/>
        <a:buChar char=""/>
        <a:defRPr sz="160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AAA7BC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rgbClr val="AAA7BC"/>
        </a:buClr>
        <a:buSzPct val="80000"/>
        <a:buFont typeface="Wingdings 3" panose="05040102010807070707" pitchFamily="18" charset="2"/>
        <a:buChar char=""/>
        <a:defRPr sz="140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slideLayout" Target="../slideLayouts/slideLayout19.xml"/><Relationship Id="rId1" Type="http://schemas.openxmlformats.org/officeDocument/2006/relationships/themeOverride" Target="../theme/themeOverride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prezmania.cz/chyby-pri-prezentovani-aneb-na-co-si-dat-pozor/" TargetMode="External"/><Relationship Id="rId2" Type="http://schemas.openxmlformats.org/officeDocument/2006/relationships/hyperlink" Target="https://office.lasakovi.com/power-point/zaklady/chyby-v-tvorbe-prezentaci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linkedin.com/pulse/7-nej%C4%8Dast%C4%9Bj%C5%A1%C3%ADch-chyb-kter%C3%A9-zni%C4%8D%C3%AD-va%C5%A1i-prezentaci-jan-weisser/?originalSubdomain=cz" TargetMode="External"/><Relationship Id="rId4" Type="http://schemas.openxmlformats.org/officeDocument/2006/relationships/hyperlink" Target="https://www.idnes.cz/finance/prace-a-podnikani/prace-zamestnani-prezentace-projev-technika.A180510_400373_podnikani_kho" TargetMode="Externa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idnes.cz/finance/prace-a-podnikani/prace-zamestnani-prezentace-projev-technika.A180510_400373_podnikani_kho" TargetMode="External"/><Relationship Id="rId2" Type="http://schemas.openxmlformats.org/officeDocument/2006/relationships/hyperlink" Target="https://office.lasakovi.com/power-point/zaklady/chyby-v-tvorbe-prezentaci/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0F9D24A-FF72-DA37-B942-D50E67BFA23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139700" y="692696"/>
            <a:ext cx="8858250" cy="1655763"/>
          </a:xfrm>
        </p:spPr>
        <p:txBody>
          <a:bodyPr/>
          <a:lstStyle/>
          <a:p>
            <a:pPr eaLnBrk="1" hangingPunct="1"/>
            <a:r>
              <a:rPr lang="cs-CZ" altLang="cs-CZ"/>
              <a:t>Tvorba prezentací</a:t>
            </a:r>
          </a:p>
        </p:txBody>
      </p:sp>
      <p:pic>
        <p:nvPicPr>
          <p:cNvPr id="9219" name="Obrázek 1">
            <a:extLst>
              <a:ext uri="{FF2B5EF4-FFF2-40B4-BE49-F238E27FC236}">
                <a16:creationId xmlns:a16="http://schemas.microsoft.com/office/drawing/2014/main" id="{412C12F1-A8D4-B96C-4AE1-DB501354703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84438" y="2852738"/>
            <a:ext cx="4168775" cy="3092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4">
            <a:extLst>
              <a:ext uri="{FF2B5EF4-FFF2-40B4-BE49-F238E27FC236}">
                <a16:creationId xmlns:a16="http://schemas.microsoft.com/office/drawing/2014/main" id="{ED70E1D9-CD34-F0C7-B59A-DA33CAAD0C0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476250"/>
            <a:ext cx="7054850" cy="1400175"/>
          </a:xfrm>
        </p:spPr>
        <p:txBody>
          <a:bodyPr/>
          <a:lstStyle/>
          <a:p>
            <a:pPr eaLnBrk="1" hangingPunct="1"/>
            <a:r>
              <a:rPr lang="cs-CZ" altLang="cs-CZ" sz="4400"/>
              <a:t>Stručný popis</a:t>
            </a:r>
          </a:p>
        </p:txBody>
      </p:sp>
      <p:sp>
        <p:nvSpPr>
          <p:cNvPr id="5123" name="Rectangle 3">
            <a:extLst>
              <a:ext uri="{FF2B5EF4-FFF2-40B4-BE49-F238E27FC236}">
                <a16:creationId xmlns:a16="http://schemas.microsoft.com/office/drawing/2014/main" id="{169CC6F5-3C11-61F2-9302-74EB0879EEF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20750" y="1557338"/>
            <a:ext cx="7754938" cy="4824412"/>
          </a:xfrm>
        </p:spPr>
        <p:txBody>
          <a:bodyPr rtlCol="0">
            <a:normAutofit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Tvorba jednotlivých snímků                          s chronologickou návazností.   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Každý snímek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600" dirty="0"/>
              <a:t>vlastní struktura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600" dirty="0"/>
              <a:t>formát písma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600" dirty="0"/>
              <a:t>animace. </a:t>
            </a:r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None/>
              <a:defRPr/>
            </a:pPr>
            <a:endParaRPr lang="cs-CZ" sz="2800" dirty="0"/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2800" dirty="0"/>
          </a:p>
        </p:txBody>
      </p:sp>
      <p:sp>
        <p:nvSpPr>
          <p:cNvPr id="10244" name="Zástupný symbol pro číslo snímku 4">
            <a:extLst>
              <a:ext uri="{FF2B5EF4-FFF2-40B4-BE49-F238E27FC236}">
                <a16:creationId xmlns:a16="http://schemas.microsoft.com/office/drawing/2014/main" id="{15430AC8-2311-3B26-F4F1-89E2FC27E3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2036D8EC-6290-4DD9-A414-8EEA9F71E5F8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cs-CZ" altLang="cs-CZ" sz="1200">
              <a:latin typeface="Arial" panose="020B0604020202020204" pitchFamily="34" charset="0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3" name="Rectangle 3">
            <a:extLst>
              <a:ext uri="{FF2B5EF4-FFF2-40B4-BE49-F238E27FC236}">
                <a16:creationId xmlns:a16="http://schemas.microsoft.com/office/drawing/2014/main" id="{7F7B6349-777C-CCC5-49EC-FBAC5298EBA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900113" y="1557338"/>
            <a:ext cx="7775575" cy="4319587"/>
          </a:xfrm>
        </p:spPr>
        <p:txBody>
          <a:bodyPr rtlCol="0">
            <a:normAutofit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Jednotná forma celé prezentace.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Zvýraznění důležitých faktů.</a:t>
            </a:r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Přechody snímků s časováním a efekty.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Méně efektů značí vyšší kvalitu prezentace.</a:t>
            </a:r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" panose="05000000000000000000" pitchFamily="2" charset="2"/>
              <a:buNone/>
              <a:defRPr/>
            </a:pPr>
            <a:endParaRPr lang="cs-CZ" sz="2800" dirty="0"/>
          </a:p>
        </p:txBody>
      </p:sp>
      <p:sp>
        <p:nvSpPr>
          <p:cNvPr id="11267" name="Zástupný symbol pro číslo snímku 4">
            <a:extLst>
              <a:ext uri="{FF2B5EF4-FFF2-40B4-BE49-F238E27FC236}">
                <a16:creationId xmlns:a16="http://schemas.microsoft.com/office/drawing/2014/main" id="{2C6C007E-DD43-A109-B05A-7186C71E33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91FAB4A-8E61-4625-AF97-AD5D310C9434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3</a:t>
            </a:fld>
            <a:endParaRPr lang="cs-CZ" altLang="cs-CZ" sz="1200">
              <a:latin typeface="Arial" panose="020B0604020202020204" pitchFamily="34" charset="0"/>
            </a:endParaRPr>
          </a:p>
        </p:txBody>
      </p:sp>
      <p:sp>
        <p:nvSpPr>
          <p:cNvPr id="11268" name="Rectangle 4">
            <a:extLst>
              <a:ext uri="{FF2B5EF4-FFF2-40B4-BE49-F238E27FC236}">
                <a16:creationId xmlns:a16="http://schemas.microsoft.com/office/drawing/2014/main" id="{830B9DDE-59D5-1F83-4834-26295939CB8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0113" y="404813"/>
            <a:ext cx="7054850" cy="1400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4572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 defTabSz="4572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 defTabSz="4572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 defTabSz="4572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 defTabSz="4572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cs-CZ" altLang="cs-CZ" sz="4400">
                <a:solidFill>
                  <a:schemeClr val="tx2"/>
                </a:solidFill>
              </a:rPr>
              <a:t>Stručný popis</a:t>
            </a: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Nadpis 1">
            <a:extLst>
              <a:ext uri="{FF2B5EF4-FFF2-40B4-BE49-F238E27FC236}">
                <a16:creationId xmlns:a16="http://schemas.microsoft.com/office/drawing/2014/main" id="{82139E52-D3A8-2CA1-9412-FE6B24C17E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38" y="438150"/>
            <a:ext cx="7056437" cy="1400175"/>
          </a:xfrm>
        </p:spPr>
        <p:txBody>
          <a:bodyPr/>
          <a:lstStyle/>
          <a:p>
            <a:pPr eaLnBrk="1" hangingPunct="1"/>
            <a:r>
              <a:rPr lang="cs-CZ" altLang="cs-CZ" sz="4400"/>
              <a:t>Pravidla psaní textu v PP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A49D707E-4695-044E-83E6-BF415CACB2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1225" y="1557338"/>
            <a:ext cx="6711950" cy="4194175"/>
          </a:xfrm>
        </p:spPr>
        <p:txBody>
          <a:bodyPr rtlCol="0">
            <a:noAutofit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Osnova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400" dirty="0"/>
              <a:t>vodítko pro mluvený projev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400" dirty="0"/>
              <a:t>není podklad pro pouhé čtení.</a:t>
            </a:r>
          </a:p>
          <a:p>
            <a:pPr marL="742962" lvl="1" indent="-285755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4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5 x 5 ~ pět řádků s pěti slovy.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r>
              <a:rPr lang="cs-CZ" sz="2800" dirty="0"/>
              <a:t>Minimální velikost textu 2O b.</a:t>
            </a:r>
          </a:p>
          <a:p>
            <a:pPr marL="0" indent="0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Char char=""/>
              <a:defRPr/>
            </a:pPr>
            <a:endParaRPr lang="cs-CZ" sz="2800" dirty="0"/>
          </a:p>
        </p:txBody>
      </p:sp>
      <p:sp>
        <p:nvSpPr>
          <p:cNvPr id="12292" name="Zástupný symbol pro číslo snímku 3">
            <a:extLst>
              <a:ext uri="{FF2B5EF4-FFF2-40B4-BE49-F238E27FC236}">
                <a16:creationId xmlns:a16="http://schemas.microsoft.com/office/drawing/2014/main" id="{0201DEF7-2FCD-3317-7B61-4D92424005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346DCA8D-6EF7-4A4F-94B0-1B0BDC2C375F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4</a:t>
            </a:fld>
            <a:endParaRPr lang="cs-CZ" altLang="cs-CZ" sz="1200">
              <a:latin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99F80DEB-B304-F61F-AD4C-21BE1A1235AC}"/>
              </a:ext>
            </a:extLst>
          </p:cNvPr>
          <p:cNvSpPr>
            <a:spLocks noGrp="1" noRot="1" noChangeArrowheads="1"/>
          </p:cNvSpPr>
          <p:nvPr>
            <p:ph type="title"/>
          </p:nvPr>
        </p:nvSpPr>
        <p:spPr>
          <a:xfrm>
            <a:off x="896938" y="407988"/>
            <a:ext cx="7056437" cy="1401762"/>
          </a:xfrm>
        </p:spPr>
        <p:txBody>
          <a:bodyPr/>
          <a:lstStyle/>
          <a:p>
            <a:pPr eaLnBrk="1" hangingPunct="1"/>
            <a:r>
              <a:rPr lang="cs-CZ" altLang="cs-CZ"/>
              <a:t>Šablona návrhu</a:t>
            </a:r>
          </a:p>
        </p:txBody>
      </p:sp>
      <p:sp>
        <p:nvSpPr>
          <p:cNvPr id="13315" name="Rectangle 3">
            <a:extLst>
              <a:ext uri="{FF2B5EF4-FFF2-40B4-BE49-F238E27FC236}">
                <a16:creationId xmlns:a16="http://schemas.microsoft.com/office/drawing/2014/main" id="{7D109271-0238-C127-6FA3-CA2BA5AC30C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63600" y="1557338"/>
            <a:ext cx="8229600" cy="4525962"/>
          </a:xfrm>
        </p:spPr>
        <p:txBody>
          <a:bodyPr/>
          <a:lstStyle/>
          <a:p>
            <a:pPr eaLnBrk="1" hangingPunct="1"/>
            <a:r>
              <a:rPr lang="cs-CZ" altLang="cs-CZ" sz="2800"/>
              <a:t>Prezentace na obrazovce</a:t>
            </a:r>
            <a:endParaRPr lang="cs-CZ" altLang="cs-CZ" sz="1600"/>
          </a:p>
          <a:p>
            <a:pPr lvl="1" eaLnBrk="1" hangingPunct="1"/>
            <a:r>
              <a:rPr lang="cs-CZ" altLang="cs-CZ" sz="2400"/>
              <a:t>světlý podklad</a:t>
            </a:r>
          </a:p>
          <a:p>
            <a:pPr lvl="1" eaLnBrk="1" hangingPunct="1"/>
            <a:r>
              <a:rPr lang="cs-CZ" altLang="cs-CZ" sz="2400"/>
              <a:t>tmavé písmo.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cs-CZ" altLang="cs-CZ" sz="1600"/>
          </a:p>
          <a:p>
            <a:pPr eaLnBrk="1" hangingPunct="1"/>
            <a:r>
              <a:rPr lang="cs-CZ" altLang="cs-CZ" sz="2800"/>
              <a:t>Prezentace na projektoru</a:t>
            </a:r>
          </a:p>
          <a:p>
            <a:pPr lvl="1" eaLnBrk="1" hangingPunct="1"/>
            <a:r>
              <a:rPr lang="cs-CZ" altLang="cs-CZ" sz="2400"/>
              <a:t>tmavý podklad</a:t>
            </a:r>
          </a:p>
          <a:p>
            <a:pPr lvl="1" eaLnBrk="1" hangingPunct="1"/>
            <a:r>
              <a:rPr lang="cs-CZ" altLang="cs-CZ" sz="2400"/>
              <a:t>světlé písmo.</a:t>
            </a:r>
          </a:p>
        </p:txBody>
      </p:sp>
      <p:sp>
        <p:nvSpPr>
          <p:cNvPr id="13316" name="Zástupný symbol pro číslo snímku 5">
            <a:extLst>
              <a:ext uri="{FF2B5EF4-FFF2-40B4-BE49-F238E27FC236}">
                <a16:creationId xmlns:a16="http://schemas.microsoft.com/office/drawing/2014/main" id="{1C498E16-46BE-81FA-3046-9AA40370F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2000"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600"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eaLnBrk="0" fontAlgn="base" hangingPunct="0">
              <a:spcBef>
                <a:spcPts val="1000"/>
              </a:spcBef>
              <a:spcAft>
                <a:spcPct val="0"/>
              </a:spcAft>
              <a:buClr>
                <a:srgbClr val="AAA7BC"/>
              </a:buClr>
              <a:buSzPct val="80000"/>
              <a:buFont typeface="Wingdings 3" panose="05040102010807070707" pitchFamily="18" charset="2"/>
              <a:buChar char=""/>
              <a:defRPr sz="1400"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662B4B74-B383-4555-AF82-11C332BD5495}" type="slidenum">
              <a:rPr lang="cs-CZ" altLang="cs-CZ" sz="1200">
                <a:latin typeface="Arial" panose="020B0604020202020204" pitchFamily="34" charset="0"/>
              </a:rPr>
              <a:pPr>
                <a:spcBef>
                  <a:spcPct val="0"/>
                </a:spcBef>
                <a:buClrTx/>
                <a:buSzTx/>
                <a:buFontTx/>
                <a:buNone/>
              </a:pPr>
              <a:t>5</a:t>
            </a:fld>
            <a:endParaRPr lang="cs-CZ" altLang="cs-CZ" sz="1200">
              <a:latin typeface="Arial" panose="020B0604020202020204" pitchFamily="34" charset="0"/>
            </a:endParaRPr>
          </a:p>
        </p:txBody>
      </p:sp>
      <p:pic>
        <p:nvPicPr>
          <p:cNvPr id="13317" name="Obrázek 1">
            <a:extLst>
              <a:ext uri="{FF2B5EF4-FFF2-40B4-BE49-F238E27FC236}">
                <a16:creationId xmlns:a16="http://schemas.microsoft.com/office/drawing/2014/main" id="{D4048E1E-9B58-F684-954A-D232BE0879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379" t="21521" r="65372" b="48602"/>
          <a:stretch>
            <a:fillRect/>
          </a:stretch>
        </p:blipFill>
        <p:spPr bwMode="auto">
          <a:xfrm>
            <a:off x="4572000" y="3971925"/>
            <a:ext cx="4392613" cy="270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>
            <a:extLst>
              <a:ext uri="{FF2B5EF4-FFF2-40B4-BE49-F238E27FC236}">
                <a16:creationId xmlns:a16="http://schemas.microsoft.com/office/drawing/2014/main" id="{229743F2-71D0-BD96-83F3-010A66651A8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00113" y="260350"/>
            <a:ext cx="7797800" cy="11525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dirty="0"/>
              <a:t>Ukázky chybného formátu</a:t>
            </a:r>
          </a:p>
        </p:txBody>
      </p:sp>
      <p:sp>
        <p:nvSpPr>
          <p:cNvPr id="33795" name="Rectangle 3">
            <a:extLst>
              <a:ext uri="{FF2B5EF4-FFF2-40B4-BE49-F238E27FC236}">
                <a16:creationId xmlns:a16="http://schemas.microsoft.com/office/drawing/2014/main" id="{ACC1E4CB-01E7-E512-AFF3-EC278228E346}"/>
              </a:ext>
            </a:extLst>
          </p:cNvPr>
          <p:cNvSpPr>
            <a:spLocks noGrp="1" noChangeArrowheads="1"/>
          </p:cNvSpPr>
          <p:nvPr>
            <p:ph sz="quarter" idx="13"/>
          </p:nvPr>
        </p:nvSpPr>
        <p:spPr>
          <a:xfrm>
            <a:off x="514350" y="2063750"/>
            <a:ext cx="7796213" cy="33115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endParaRPr lang="cs-CZ" altLang="cs-CZ" dirty="0"/>
          </a:p>
        </p:txBody>
      </p:sp>
      <p:pic>
        <p:nvPicPr>
          <p:cNvPr id="14340" name="Picture 4">
            <a:extLst>
              <a:ext uri="{FF2B5EF4-FFF2-40B4-BE49-F238E27FC236}">
                <a16:creationId xmlns:a16="http://schemas.microsoft.com/office/drawing/2014/main" id="{BFE8D68E-1D7E-1E62-9B4E-BB0AFBA8057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12"/>
          <a:stretch>
            <a:fillRect/>
          </a:stretch>
        </p:blipFill>
        <p:spPr bwMode="auto">
          <a:xfrm>
            <a:off x="4772025" y="1303338"/>
            <a:ext cx="3821113" cy="2938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grpSp>
        <p:nvGrpSpPr>
          <p:cNvPr id="14341" name="Group 14">
            <a:extLst>
              <a:ext uri="{FF2B5EF4-FFF2-40B4-BE49-F238E27FC236}">
                <a16:creationId xmlns:a16="http://schemas.microsoft.com/office/drawing/2014/main" id="{3CE177E2-5581-ADC6-CC30-1A3EBD588CB3}"/>
              </a:ext>
            </a:extLst>
          </p:cNvPr>
          <p:cNvGrpSpPr>
            <a:grpSpLocks/>
          </p:cNvGrpSpPr>
          <p:nvPr/>
        </p:nvGrpSpPr>
        <p:grpSpPr bwMode="auto">
          <a:xfrm>
            <a:off x="231775" y="1547813"/>
            <a:ext cx="5203825" cy="3033712"/>
            <a:chOff x="4272" y="1200"/>
            <a:chExt cx="1248" cy="711"/>
          </a:xfrm>
        </p:grpSpPr>
        <p:pic>
          <p:nvPicPr>
            <p:cNvPr id="14343" name="Picture 8">
              <a:extLst>
                <a:ext uri="{FF2B5EF4-FFF2-40B4-BE49-F238E27FC236}">
                  <a16:creationId xmlns:a16="http://schemas.microsoft.com/office/drawing/2014/main" id="{CB56AC51-9E21-FB15-0A21-98C9FAF8624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72" y="1200"/>
              <a:ext cx="828" cy="62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pic>
          <p:nvPicPr>
            <p:cNvPr id="14344" name="Picture 9">
              <a:extLst>
                <a:ext uri="{FF2B5EF4-FFF2-40B4-BE49-F238E27FC236}">
                  <a16:creationId xmlns:a16="http://schemas.microsoft.com/office/drawing/2014/main" id="{69AB304A-EC32-C91C-5EEF-D51A808C46A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04" y="1296"/>
              <a:ext cx="816" cy="6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pic>
        <p:nvPicPr>
          <p:cNvPr id="14342" name="Picture 15">
            <a:extLst>
              <a:ext uri="{FF2B5EF4-FFF2-40B4-BE49-F238E27FC236}">
                <a16:creationId xmlns:a16="http://schemas.microsoft.com/office/drawing/2014/main" id="{122CA3BF-DAD7-5782-5EEE-0925ADF2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4400" y="4013200"/>
            <a:ext cx="4908550" cy="2436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164D040-E4B0-7125-973D-BE8CABE94B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9900"/>
            <a:ext cx="8229600" cy="714375"/>
          </a:xfrm>
        </p:spPr>
        <p:txBody>
          <a:bodyPr>
            <a:normAutofit/>
          </a:bodyPr>
          <a:lstStyle/>
          <a:p>
            <a:pPr defTabSz="457207" eaLnBrk="1" fontAlgn="auto" hangingPunct="1">
              <a:spcAft>
                <a:spcPts val="0"/>
              </a:spcAft>
              <a:defRPr/>
            </a:pPr>
            <a:r>
              <a:rPr lang="cs-CZ" dirty="0"/>
              <a:t>Vhodná Barevná kombinace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42CC2863-B4B1-B8C4-27DD-BA8499085012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01638" y="1597025"/>
            <a:ext cx="8229600" cy="500063"/>
          </a:xfrm>
          <a:solidFill>
            <a:srgbClr val="FF0000"/>
          </a:solidFill>
        </p:spPr>
        <p:txBody>
          <a:bodyPr>
            <a:normAutofit fontScale="92500" lnSpcReduction="1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5" name="Zástupný symbol pro obsah 2">
            <a:extLst>
              <a:ext uri="{FF2B5EF4-FFF2-40B4-BE49-F238E27FC236}">
                <a16:creationId xmlns:a16="http://schemas.microsoft.com/office/drawing/2014/main" id="{9C94539A-3EC8-306F-03A0-166D61A10742}"/>
              </a:ext>
            </a:extLst>
          </p:cNvPr>
          <p:cNvSpPr txBox="1">
            <a:spLocks/>
          </p:cNvSpPr>
          <p:nvPr/>
        </p:nvSpPr>
        <p:spPr>
          <a:xfrm>
            <a:off x="428625" y="2511425"/>
            <a:ext cx="8229600" cy="500063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7" name="Zástupný symbol pro obsah 2">
            <a:extLst>
              <a:ext uri="{FF2B5EF4-FFF2-40B4-BE49-F238E27FC236}">
                <a16:creationId xmlns:a16="http://schemas.microsoft.com/office/drawing/2014/main" id="{87A95E79-24CA-954B-591F-B819FFDB74EB}"/>
              </a:ext>
            </a:extLst>
          </p:cNvPr>
          <p:cNvSpPr txBox="1">
            <a:spLocks/>
          </p:cNvSpPr>
          <p:nvPr/>
        </p:nvSpPr>
        <p:spPr>
          <a:xfrm>
            <a:off x="401638" y="3397250"/>
            <a:ext cx="8229600" cy="50006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accent6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9" name="Zástupný symbol pro obsah 2">
            <a:extLst>
              <a:ext uri="{FF2B5EF4-FFF2-40B4-BE49-F238E27FC236}">
                <a16:creationId xmlns:a16="http://schemas.microsoft.com/office/drawing/2014/main" id="{5C0AFFD8-064E-EDE5-80E4-C490B5BF4706}"/>
              </a:ext>
            </a:extLst>
          </p:cNvPr>
          <p:cNvSpPr txBox="1">
            <a:spLocks/>
          </p:cNvSpPr>
          <p:nvPr/>
        </p:nvSpPr>
        <p:spPr>
          <a:xfrm>
            <a:off x="401638" y="4208463"/>
            <a:ext cx="8229600" cy="500062"/>
          </a:xfrm>
          <a:prstGeom prst="rect">
            <a:avLst/>
          </a:prstGeom>
          <a:solidFill>
            <a:schemeClr val="accent2">
              <a:lumMod val="50000"/>
            </a:schemeClr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accent6">
                    <a:lumMod val="60000"/>
                    <a:lumOff val="40000"/>
                  </a:schemeClr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1" name="Zástupný symbol pro obsah 2">
            <a:extLst>
              <a:ext uri="{FF2B5EF4-FFF2-40B4-BE49-F238E27FC236}">
                <a16:creationId xmlns:a16="http://schemas.microsoft.com/office/drawing/2014/main" id="{6C63084A-75C2-AFBD-4CC6-4A61F7467B92}"/>
              </a:ext>
            </a:extLst>
          </p:cNvPr>
          <p:cNvSpPr txBox="1">
            <a:spLocks/>
          </p:cNvSpPr>
          <p:nvPr/>
        </p:nvSpPr>
        <p:spPr>
          <a:xfrm>
            <a:off x="401638" y="4978400"/>
            <a:ext cx="8229600" cy="500063"/>
          </a:xfrm>
          <a:prstGeom prst="rect">
            <a:avLst/>
          </a:prstGeom>
          <a:solidFill>
            <a:srgbClr val="7030A0"/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chemeClr val="bg2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  <p:sp>
        <p:nvSpPr>
          <p:cNvPr id="13" name="Zástupný symbol pro obsah 2">
            <a:extLst>
              <a:ext uri="{FF2B5EF4-FFF2-40B4-BE49-F238E27FC236}">
                <a16:creationId xmlns:a16="http://schemas.microsoft.com/office/drawing/2014/main" id="{EA672623-9542-9675-BD10-C4A707667D5E}"/>
              </a:ext>
            </a:extLst>
          </p:cNvPr>
          <p:cNvSpPr txBox="1">
            <a:spLocks/>
          </p:cNvSpPr>
          <p:nvPr/>
        </p:nvSpPr>
        <p:spPr>
          <a:xfrm>
            <a:off x="401638" y="5770563"/>
            <a:ext cx="8229600" cy="500062"/>
          </a:xfrm>
          <a:prstGeom prst="rect">
            <a:avLst/>
          </a:prstGeom>
          <a:solidFill>
            <a:srgbClr val="0070C0"/>
          </a:solidFill>
        </p:spPr>
        <p:txBody>
          <a:bodyPr>
            <a:normAutofit lnSpcReduction="10000"/>
          </a:bodyPr>
          <a:lstStyle/>
          <a:p>
            <a:pPr marL="274320" indent="-274320" eaLnBrk="1" fontAlgn="auto" hangingPunct="1"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None/>
              <a:defRPr/>
            </a:pPr>
            <a:r>
              <a:rPr lang="cs-CZ" sz="2800" dirty="0">
                <a:solidFill>
                  <a:srgbClr val="C00000"/>
                </a:solidFill>
                <a:latin typeface="Arial" pitchFamily="34" charset="0"/>
                <a:cs typeface="Arial" pitchFamily="34" charset="0"/>
              </a:rPr>
              <a:t>Barevná kombinace pro snadné čtení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Nadpis 1">
            <a:extLst>
              <a:ext uri="{FF2B5EF4-FFF2-40B4-BE49-F238E27FC236}">
                <a16:creationId xmlns:a16="http://schemas.microsoft.com/office/drawing/2014/main" id="{28C51AAF-FBB4-07FD-5300-1F48EC5D42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00113" y="404813"/>
            <a:ext cx="8229600" cy="86677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dirty="0"/>
              <a:t>Správná Velikost textu</a:t>
            </a:r>
          </a:p>
        </p:txBody>
      </p:sp>
      <p:sp>
        <p:nvSpPr>
          <p:cNvPr id="33795" name="Zástupný symbol pro obsah 11">
            <a:extLst>
              <a:ext uri="{FF2B5EF4-FFF2-40B4-BE49-F238E27FC236}">
                <a16:creationId xmlns:a16="http://schemas.microsoft.com/office/drawing/2014/main" id="{F3A748CC-DEC8-5B25-3BA5-AB2E95AF3E1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3528" y="1271588"/>
            <a:ext cx="8229600" cy="4637087"/>
          </a:xfrm>
        </p:spPr>
        <p:txBody>
          <a:bodyPr>
            <a:normAutofit fontScale="92500" lnSpcReduction="20000"/>
          </a:bodyPr>
          <a:lstStyle/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Velikost textu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14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18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22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26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36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r>
              <a:rPr lang="cs-CZ" altLang="cs-CZ" sz="4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42 Velikost textu </a:t>
            </a:r>
          </a:p>
          <a:p>
            <a:pPr eaLnBrk="1" fontAlgn="auto" hangingPunct="1">
              <a:lnSpc>
                <a:spcPct val="140000"/>
              </a:lnSpc>
              <a:spcBef>
                <a:spcPts val="600"/>
              </a:spcBef>
              <a:spcAft>
                <a:spcPts val="600"/>
              </a:spcAft>
              <a:buFont typeface="Wingdings 3" panose="05040102010807070707" pitchFamily="18" charset="2"/>
              <a:buNone/>
              <a:defRPr/>
            </a:pPr>
            <a:endParaRPr lang="cs-CZ" altLang="cs-CZ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Nadpis 1">
            <a:extLst>
              <a:ext uri="{FF2B5EF4-FFF2-40B4-BE49-F238E27FC236}">
                <a16:creationId xmlns:a16="http://schemas.microsoft.com/office/drawing/2014/main" id="{3834D300-28F0-1851-BE8E-ADEF70297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04813"/>
            <a:ext cx="8229600" cy="938212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dirty="0"/>
              <a:t>Příliš mnoho textu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8777F6A3-4D6D-5ABC-0BCA-115B46016EC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1844675"/>
            <a:ext cx="7796213" cy="3530600"/>
          </a:xfrm>
        </p:spPr>
        <p:txBody>
          <a:bodyPr>
            <a:noAutofit/>
          </a:bodyPr>
          <a:lstStyle/>
          <a:p>
            <a:pPr defTabSz="457207" eaLnBrk="1" fontAlgn="auto" hangingPunct="1">
              <a:spcBef>
                <a:spcPts val="600"/>
              </a:spcBef>
              <a:spcAft>
                <a:spcPts val="600"/>
              </a:spcAft>
              <a:buNone/>
              <a:defRPr/>
            </a:pPr>
            <a:r>
              <a:rPr lang="cs-CZ" sz="13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Kouzlo Vánoc nespočívá ani tak v rozzářených výlohách a předvánoční nákupní horečce, ale v tom, že se sejde celá rodina. Musí se rozložit jídelní stůl, aby se za něj vešli i prarodiče a děti, a někdy také blízcí přátelé nebo osamělý soused. Kouzlo Vánoc, to je i radost z hraček, které děti našly pod stromečkem, radost z dárku od manžela, který dokázal vytušit, co jsem si potichu tolik přála. Je to radost z toho, že mohu druhému něco dát, že ho mohu něčím potěšit. </a:t>
            </a:r>
          </a:p>
          <a:p>
            <a:pPr marL="342906" indent="-342906" algn="just" defTabSz="457207" eaLnBrk="1" fontAlgn="auto" hangingPunct="1">
              <a:spcAft>
                <a:spcPts val="0"/>
              </a:spcAft>
              <a:buClrTx/>
              <a:buFont typeface="Wingdings 3" charset="2"/>
              <a:buChar char=""/>
              <a:defRPr/>
            </a:pPr>
            <a:r>
              <a:rPr lang="cs-CZ" sz="1600" dirty="0"/>
              <a:t>Svátky ale mohou člověku přinést i zklamání z nenaplněných očekávání. Nemluvím o ranní kocovině, žlučníkových záchvatech či výdajích, které nutně poznamenají lednový rozpočet, mám na mysli prázdná místa u štědrovečerního stolu, jež člověka tolik bolí: tady měl sedět „marnotratný syn“, který dnes prostě „musel“ za kamarády, tady manžel, který i letos musí být v práci, tady děti, které tento rok slaví Vánoce u druhých tchánů. A co teprve prázdná místa po našich blízkých, kteří nás v tomto roce navždy opustili! Čím je člověk starší, tím víc bolestně prázdných míst kolem sebe má.</a:t>
            </a:r>
          </a:p>
          <a:p>
            <a:pPr marL="342906" indent="-342906" algn="just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00A83E71-1512-8FC1-337B-5F362A03F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68313"/>
            <a:ext cx="8229600" cy="723900"/>
          </a:xfrm>
        </p:spPr>
        <p:txBody>
          <a:bodyPr>
            <a:normAutofit/>
          </a:bodyPr>
          <a:lstStyle/>
          <a:p>
            <a:pPr defTabSz="457207" eaLnBrk="1" fontAlgn="auto" hangingPunct="1">
              <a:spcAft>
                <a:spcPts val="0"/>
              </a:spcAft>
              <a:defRPr/>
            </a:pPr>
            <a:r>
              <a:rPr lang="cs-CZ" dirty="0"/>
              <a:t>hodně objektů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DD3E847B-BD5B-A94F-FE7D-4EEFC8DBA59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61988" y="1566863"/>
            <a:ext cx="8229600" cy="4573587"/>
          </a:xfrm>
        </p:spPr>
        <p:txBody>
          <a:bodyPr>
            <a:noAutofit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Auto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Motorka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dirty="0"/>
              <a:t>Trolejbus</a:t>
            </a:r>
            <a:endParaRPr lang="cs-CZ" sz="1800" dirty="0"/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Autobus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Vlak 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Tramvaj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Letadlo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Vrtulník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Trajekt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r>
              <a:rPr lang="cs-CZ" sz="1800" dirty="0"/>
              <a:t>Loď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endParaRPr lang="cs-CZ" sz="1800" dirty="0"/>
          </a:p>
          <a:p>
            <a:pPr marL="342906" indent="-342906" defTabSz="457207" eaLnBrk="1" fontAlgn="auto" hangingPunct="1">
              <a:spcAft>
                <a:spcPts val="0"/>
              </a:spcAft>
              <a:buClrTx/>
              <a:buSzPct val="87000"/>
              <a:buFont typeface="Wingdings 3" charset="2"/>
              <a:buChar char=""/>
              <a:defRPr/>
            </a:pPr>
            <a:endParaRPr lang="cs-CZ" sz="1800" dirty="0"/>
          </a:p>
        </p:txBody>
      </p:sp>
      <p:pic>
        <p:nvPicPr>
          <p:cNvPr id="18436" name="Picture 2">
            <a:extLst>
              <a:ext uri="{FF2B5EF4-FFF2-40B4-BE49-F238E27FC236}">
                <a16:creationId xmlns:a16="http://schemas.microsoft.com/office/drawing/2014/main" id="{5F93DD01-F131-D0AA-AFAE-663B57DBD1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1692275"/>
            <a:ext cx="1714500" cy="1289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7" name="Picture 3">
            <a:extLst>
              <a:ext uri="{FF2B5EF4-FFF2-40B4-BE49-F238E27FC236}">
                <a16:creationId xmlns:a16="http://schemas.microsoft.com/office/drawing/2014/main" id="{E652BEA5-A8C7-1D99-3F8B-682E3AD75B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3600" y="1214438"/>
            <a:ext cx="1933575" cy="153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8" name="Picture 4">
            <a:extLst>
              <a:ext uri="{FF2B5EF4-FFF2-40B4-BE49-F238E27FC236}">
                <a16:creationId xmlns:a16="http://schemas.microsoft.com/office/drawing/2014/main" id="{636BF490-9E07-F892-C2A7-535619213D2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86375" y="5000625"/>
            <a:ext cx="1965325" cy="1309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39" name="Picture 5">
            <a:extLst>
              <a:ext uri="{FF2B5EF4-FFF2-40B4-BE49-F238E27FC236}">
                <a16:creationId xmlns:a16="http://schemas.microsoft.com/office/drawing/2014/main" id="{58B92B44-D081-06D6-D3F0-2188C979CE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79638" y="1711325"/>
            <a:ext cx="1990725" cy="15001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0" name="Picture 6">
            <a:extLst>
              <a:ext uri="{FF2B5EF4-FFF2-40B4-BE49-F238E27FC236}">
                <a16:creationId xmlns:a16="http://schemas.microsoft.com/office/drawing/2014/main" id="{FDE25767-6E82-A619-1A76-F4A7EC4D2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86563" y="3786188"/>
            <a:ext cx="1981200" cy="1300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1" name="Picture 7">
            <a:extLst>
              <a:ext uri="{FF2B5EF4-FFF2-40B4-BE49-F238E27FC236}">
                <a16:creationId xmlns:a16="http://schemas.microsoft.com/office/drawing/2014/main" id="{D71E92C5-7BD7-3624-02D2-66BA2600D00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7063" y="2643188"/>
            <a:ext cx="1928812" cy="1157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2" name="Picture 8">
            <a:extLst>
              <a:ext uri="{FF2B5EF4-FFF2-40B4-BE49-F238E27FC236}">
                <a16:creationId xmlns:a16="http://schemas.microsoft.com/office/drawing/2014/main" id="{054E73FC-67A5-1031-B979-0F84D19D26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14625" y="3429000"/>
            <a:ext cx="1785938" cy="1082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3" name="Picture 9">
            <a:extLst>
              <a:ext uri="{FF2B5EF4-FFF2-40B4-BE49-F238E27FC236}">
                <a16:creationId xmlns:a16="http://schemas.microsoft.com/office/drawing/2014/main" id="{08BD676A-6F5C-F9B1-AAEE-1AAF69125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35838" y="5214938"/>
            <a:ext cx="1808162" cy="1362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4" name="Picture 10">
            <a:extLst>
              <a:ext uri="{FF2B5EF4-FFF2-40B4-BE49-F238E27FC236}">
                <a16:creationId xmlns:a16="http://schemas.microsoft.com/office/drawing/2014/main" id="{052157CB-822E-7D6E-B59B-F7DCD0B58A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6313" y="3286125"/>
            <a:ext cx="1814512" cy="1354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5" name="Picture 12">
            <a:extLst>
              <a:ext uri="{FF2B5EF4-FFF2-40B4-BE49-F238E27FC236}">
                <a16:creationId xmlns:a16="http://schemas.microsoft.com/office/drawing/2014/main" id="{734BADB6-11BB-0848-74FF-6432E26C6A9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12950" y="4572000"/>
            <a:ext cx="172085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8446" name="Picture 13">
            <a:extLst>
              <a:ext uri="{FF2B5EF4-FFF2-40B4-BE49-F238E27FC236}">
                <a16:creationId xmlns:a16="http://schemas.microsoft.com/office/drawing/2014/main" id="{C96F00BE-6EC7-9A13-8567-A688435161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6188" y="4714875"/>
            <a:ext cx="1728787" cy="1352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Nadpis 1">
            <a:extLst>
              <a:ext uri="{FF2B5EF4-FFF2-40B4-BE49-F238E27FC236}">
                <a16:creationId xmlns:a16="http://schemas.microsoft.com/office/drawing/2014/main" id="{36B7E300-0BD5-BA6D-51F9-FB2B0AA3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96938" y="260350"/>
            <a:ext cx="8229600" cy="11430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cs-CZ" altLang="cs-CZ" spc="-100" dirty="0"/>
              <a:t>Špatná animace</a:t>
            </a:r>
          </a:p>
        </p:txBody>
      </p:sp>
      <p:sp>
        <p:nvSpPr>
          <p:cNvPr id="3" name="Zástupný symbol pro obsah 2">
            <a:extLst>
              <a:ext uri="{FF2B5EF4-FFF2-40B4-BE49-F238E27FC236}">
                <a16:creationId xmlns:a16="http://schemas.microsoft.com/office/drawing/2014/main" id="{BB4E2882-E1C0-5A87-8FDD-8342B791F80B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28625" y="1785938"/>
            <a:ext cx="4214813" cy="4389437"/>
          </a:xfrm>
        </p:spPr>
        <p:txBody>
          <a:bodyPr>
            <a:normAutofit fontScale="70000" lnSpcReduction="20000"/>
          </a:bodyPr>
          <a:lstStyle/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r>
              <a:rPr lang="cs-CZ" sz="3600" b="1" dirty="0">
                <a:solidFill>
                  <a:schemeClr val="accent1"/>
                </a:solidFill>
              </a:rPr>
              <a:t>      Česká Města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Praha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Brno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Ostrava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Plzeň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Liberec 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Olomouc 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defRPr/>
            </a:pPr>
            <a:r>
              <a:rPr lang="cs-CZ" sz="3600" dirty="0"/>
              <a:t>Ústí nad Labem </a:t>
            </a: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3600" b="1" dirty="0">
              <a:solidFill>
                <a:schemeClr val="accent1"/>
              </a:solidFill>
            </a:endParaRPr>
          </a:p>
          <a:p>
            <a:pPr marL="342906" indent="-342906" defTabSz="457207" eaLnBrk="1" fontAlgn="auto" hangingPunct="1"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Font typeface="Wingdings 3" charset="2"/>
              <a:buNone/>
              <a:defRPr/>
            </a:pPr>
            <a:endParaRPr lang="cs-CZ" sz="3600" b="1" dirty="0">
              <a:solidFill>
                <a:schemeClr val="accent1"/>
              </a:solidFill>
            </a:endParaRPr>
          </a:p>
        </p:txBody>
      </p:sp>
      <p:pic>
        <p:nvPicPr>
          <p:cNvPr id="2" name="Obrázek 1">
            <a:extLst>
              <a:ext uri="{FF2B5EF4-FFF2-40B4-BE49-F238E27FC236}">
                <a16:creationId xmlns:a16="http://schemas.microsoft.com/office/drawing/2014/main" id="{16A1FBD8-F441-D47B-C828-E4BA251BEC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7900" y="1403350"/>
            <a:ext cx="2711450" cy="407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2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200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2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30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2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80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2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2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62000"/>
                            </p:stCondLst>
                            <p:childTnLst>
                              <p:par>
                                <p:cTn id="30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2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76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2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90000"/>
                            </p:stCondLst>
                            <p:childTnLst>
                              <p:par>
                                <p:cTn id="40" presetID="2" presetClass="entr" presetSubtype="4" fill="hold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2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45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A7FB63-CBC4-F083-A204-BEF7D563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Chyby prezentování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779379-3B56-967C-45F5-B9DC4072EA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140065"/>
            <a:ext cx="7796030" cy="3311189"/>
          </a:xfrm>
        </p:spPr>
        <p:txBody>
          <a:bodyPr>
            <a:normAutofit fontScale="92500" lnSpcReduction="10000"/>
          </a:bodyPr>
          <a:lstStyle/>
          <a:p>
            <a:r>
              <a:rPr lang="pl-PL" i="0" dirty="0">
                <a:solidFill>
                  <a:srgbClr val="263238"/>
                </a:solidFill>
                <a:effectLst/>
                <a:latin typeface="Fira Sans" panose="020F0502020204030204" pitchFamily="34" charset="0"/>
              </a:rPr>
              <a:t>Čtení prezentace</a:t>
            </a:r>
          </a:p>
          <a:p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Monotónní projev</a:t>
            </a:r>
          </a:p>
          <a:p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Ř</a:t>
            </a:r>
            <a:r>
              <a:rPr lang="pl-PL">
                <a:solidFill>
                  <a:srgbClr val="263238"/>
                </a:solidFill>
                <a:latin typeface="Fira Sans" panose="020F0502020204030204" pitchFamily="34" charset="0"/>
              </a:rPr>
              <a:t>eč </a:t>
            </a:r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těla </a:t>
            </a:r>
          </a:p>
          <a:p>
            <a:pPr lvl="1"/>
            <a:r>
              <a:rPr lang="pl-PL" b="0" i="0" dirty="0">
                <a:solidFill>
                  <a:srgbClr val="263238"/>
                </a:solidFill>
                <a:effectLst/>
                <a:latin typeface="Fira Sans" panose="020F0502020204030204" pitchFamily="34" charset="0"/>
              </a:rPr>
              <a:t>Pří</a:t>
            </a:r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lišný pohyb x strnulý postoj</a:t>
            </a:r>
          </a:p>
          <a:p>
            <a:pPr lvl="1"/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Oční kontakt – žádný x úporný na jednoho posluchače</a:t>
            </a:r>
          </a:p>
          <a:p>
            <a:pPr lvl="1"/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Ruce – v kapsách, máchání rukama, založené ruce</a:t>
            </a:r>
          </a:p>
          <a:p>
            <a:r>
              <a:rPr lang="pl-PL" b="0" i="0" dirty="0">
                <a:solidFill>
                  <a:srgbClr val="263238"/>
                </a:solidFill>
                <a:effectLst/>
                <a:latin typeface="Fira Sans" panose="020F0502020204030204" pitchFamily="34" charset="0"/>
              </a:rPr>
              <a:t>Nepřipravenost</a:t>
            </a:r>
          </a:p>
          <a:p>
            <a:r>
              <a:rPr lang="pl-PL" dirty="0">
                <a:solidFill>
                  <a:srgbClr val="263238"/>
                </a:solidFill>
                <a:latin typeface="Fira Sans" panose="020F0502020204030204" pitchFamily="34" charset="0"/>
              </a:rPr>
              <a:t>Neznámý cíl prezentace</a:t>
            </a:r>
            <a:endParaRPr lang="cs-CZ" b="0" i="0" dirty="0">
              <a:solidFill>
                <a:srgbClr val="450713"/>
              </a:solidFill>
              <a:effectLst/>
              <a:latin typeface="Open Sans" panose="020B0606030504020204" pitchFamily="34" charset="0"/>
            </a:endParaRPr>
          </a:p>
          <a:p>
            <a:endParaRPr lang="cs-CZ" b="0" i="0" dirty="0">
              <a:solidFill>
                <a:srgbClr val="450713"/>
              </a:solidFill>
              <a:effectLst/>
              <a:latin typeface="Open Sans" panose="020B0606030504020204" pitchFamily="34" charset="0"/>
            </a:endParaRPr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2CA226-DCD3-B351-D92A-FDE30D9F7B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4E6A67-AAF8-4994-B22D-345CF772E01C}" type="slidenum">
              <a:rPr lang="cs-CZ" altLang="cs-CZ" smtClean="0"/>
              <a:pPr/>
              <a:t>12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76066887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AA7FB63-CBC4-F083-A204-BEF7D56393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Chyby prezentování - odkazy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D2779379-3B56-967C-45F5-B9DC4072EA2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348880"/>
            <a:ext cx="7796030" cy="3311189"/>
          </a:xfrm>
        </p:spPr>
        <p:txBody>
          <a:bodyPr>
            <a:normAutofit fontScale="70000" lnSpcReduction="20000"/>
          </a:bodyPr>
          <a:lstStyle/>
          <a:p>
            <a:r>
              <a:rPr lang="cs-CZ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</a:rPr>
              <a:t>Chyby při tvorbě prezentací – PowerPoint </a:t>
            </a:r>
            <a:r>
              <a:rPr lang="cs-CZ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  <a:hlinkClick r:id="rId2"/>
              </a:rPr>
              <a:t>https://office.lasakovi.com/power-point/zaklady/chyby-v-tvorbe-prezentaci/</a:t>
            </a:r>
            <a:endParaRPr lang="cs-CZ" b="0" i="0" dirty="0">
              <a:solidFill>
                <a:srgbClr val="450713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</a:rPr>
              <a:t>Chyby při prezentování aneb na co si dát pozor </a:t>
            </a:r>
            <a:r>
              <a:rPr lang="cs-CZ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  <a:hlinkClick r:id="rId3"/>
              </a:rPr>
              <a:t>https://prezmania.cz/chyby-pri-prezentovani-aneb-na-co-si-dat-pozor/</a:t>
            </a:r>
            <a:endParaRPr lang="cs-CZ" b="0" i="0" dirty="0">
              <a:solidFill>
                <a:srgbClr val="450713"/>
              </a:solidFill>
              <a:effectLst/>
              <a:latin typeface="Open Sans" panose="020B0606030504020204" pitchFamily="34" charset="0"/>
            </a:endParaRPr>
          </a:p>
          <a:p>
            <a:r>
              <a:rPr lang="pl-PL" i="0" dirty="0">
                <a:solidFill>
                  <a:srgbClr val="263238"/>
                </a:solidFill>
                <a:effectLst/>
                <a:latin typeface="Fira Sans" panose="020F0502020204030204" pitchFamily="34" charset="0"/>
              </a:rPr>
              <a:t>Pět chyb, které vám zabijí prezentaci </a:t>
            </a:r>
            <a:r>
              <a:rPr lang="pl-PL" i="0" dirty="0">
                <a:solidFill>
                  <a:srgbClr val="263238"/>
                </a:solidFill>
                <a:effectLst/>
                <a:latin typeface="Fira Sans" panose="020F0502020204030204" pitchFamily="34" charset="0"/>
                <a:hlinkClick r:id="rId4"/>
              </a:rPr>
              <a:t>https://www.idnes.cz/finance/prace-a-podnikani/prace-zamestnani-prezentace-projev-technika.A180510_400373_podnikani_kho</a:t>
            </a:r>
            <a:endParaRPr lang="pl-PL" dirty="0">
              <a:solidFill>
                <a:srgbClr val="263238"/>
              </a:solidFill>
              <a:latin typeface="Fira Sans" panose="020F0502020204030204" pitchFamily="34" charset="0"/>
            </a:endParaRPr>
          </a:p>
          <a:p>
            <a:r>
              <a:rPr lang="cs-CZ" dirty="0">
                <a:solidFill>
                  <a:srgbClr val="450713"/>
                </a:solidFill>
                <a:latin typeface="Open Sans" panose="020B0606030504020204" pitchFamily="34" charset="0"/>
              </a:rPr>
              <a:t>7 nejčastějších chyb, které zničí vaši prezentaci </a:t>
            </a:r>
            <a:r>
              <a:rPr lang="cs-CZ" dirty="0">
                <a:solidFill>
                  <a:srgbClr val="FF0000"/>
                </a:solidFill>
                <a:latin typeface="Fira Sans" panose="020F050202020403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https://www.linkedin.com/pulse/7-nej%C4%8Dast%C4%9Bj%C5%A1%C3%ADch-chyb-kter%C3%A9-zni%C4%8D%C3%AD-va%C5%A1i-prezentaci-jan-weisser/?originalSubdomain=cz</a:t>
            </a:r>
            <a:endParaRPr lang="cs-CZ" dirty="0">
              <a:solidFill>
                <a:srgbClr val="FF0000"/>
              </a:solidFill>
              <a:latin typeface="Fira Sans" panose="020F0502020204030204" pitchFamily="34" charset="0"/>
            </a:endParaRPr>
          </a:p>
          <a:p>
            <a:pPr marL="0" indent="0">
              <a:buNone/>
            </a:pPr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32CA226-DCD3-B351-D92A-FDE30D9F7B7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4E6A67-AAF8-4994-B22D-345CF772E01C}" type="slidenum">
              <a:rPr lang="cs-CZ" altLang="cs-CZ" smtClean="0"/>
              <a:pPr/>
              <a:t>13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102052155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20DCD49-1264-BFF5-5C7F-B69A9265F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/>
              <a:t>Zdroje</a:t>
            </a:r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E8774E7-588B-BBEE-72E6-F4FEB9253F3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14350" y="2063396"/>
            <a:ext cx="7946081" cy="4245924"/>
          </a:xfrm>
        </p:spPr>
        <p:txBody>
          <a:bodyPr>
            <a:normAutofit/>
          </a:bodyPr>
          <a:lstStyle/>
          <a:p>
            <a:r>
              <a:rPr lang="cs-CZ" sz="1800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</a:rPr>
              <a:t>Lasák, P., Chyby při tvorbě prezentací – PowerPoint. </a:t>
            </a:r>
            <a:r>
              <a:rPr lang="cs-CZ" sz="1800" i="1" dirty="0">
                <a:solidFill>
                  <a:srgbClr val="450713"/>
                </a:solidFill>
                <a:latin typeface="Open Sans" panose="020B0606030504020204" pitchFamily="34" charset="0"/>
              </a:rPr>
              <a:t>Office školení konzultace</a:t>
            </a:r>
            <a:r>
              <a:rPr lang="cs-CZ" sz="1800" dirty="0">
                <a:solidFill>
                  <a:srgbClr val="450713"/>
                </a:solidFill>
                <a:latin typeface="Open Sans" panose="020B0606030504020204" pitchFamily="34" charset="0"/>
              </a:rPr>
              <a:t> [online], 19.09.2020, [cit. 15.11.2023]. </a:t>
            </a:r>
            <a:r>
              <a:rPr lang="cs-CZ" sz="1800" dirty="0" err="1">
                <a:solidFill>
                  <a:srgbClr val="450713"/>
                </a:solidFill>
                <a:latin typeface="Open Sans" panose="020B0606030504020204" pitchFamily="34" charset="0"/>
              </a:rPr>
              <a:t>Dostupnné</a:t>
            </a:r>
            <a:r>
              <a:rPr lang="cs-CZ" sz="1800" dirty="0">
                <a:solidFill>
                  <a:srgbClr val="450713"/>
                </a:solidFill>
                <a:latin typeface="Open Sans" panose="020B0606030504020204" pitchFamily="34" charset="0"/>
              </a:rPr>
              <a:t> z: </a:t>
            </a:r>
            <a:r>
              <a:rPr lang="cs-CZ" sz="1800" b="0" i="0" dirty="0">
                <a:solidFill>
                  <a:srgbClr val="450713"/>
                </a:solidFill>
                <a:effectLst/>
                <a:latin typeface="Open Sans" panose="020B0606030504020204" pitchFamily="34" charset="0"/>
                <a:hlinkClick r:id="rId2"/>
              </a:rPr>
              <a:t>https://office.lasakovi.com/power-point/zaklady/chyby-v-tvorbe-prezentaci/</a:t>
            </a:r>
            <a:endParaRPr lang="cs-CZ" sz="1800" b="0" i="0" dirty="0">
              <a:solidFill>
                <a:srgbClr val="450713"/>
              </a:solidFill>
              <a:effectLst/>
              <a:latin typeface="Open Sans" panose="020B0606030504020204" pitchFamily="34" charset="0"/>
            </a:endParaRPr>
          </a:p>
          <a:p>
            <a:r>
              <a:rPr lang="cs-CZ" sz="1800" b="0" i="0" dirty="0" err="1">
                <a:solidFill>
                  <a:srgbClr val="263238"/>
                </a:solidFill>
                <a:effectLst/>
                <a:latin typeface="Inter"/>
              </a:rPr>
              <a:t>Dvořák.J</a:t>
            </a:r>
            <a:r>
              <a:rPr lang="cs-CZ" sz="1800" dirty="0">
                <a:solidFill>
                  <a:srgbClr val="263238"/>
                </a:solidFill>
                <a:latin typeface="Inter"/>
              </a:rPr>
              <a:t>., </a:t>
            </a:r>
            <a:r>
              <a:rPr lang="pl-PL" sz="1800" dirty="0">
                <a:solidFill>
                  <a:srgbClr val="450713"/>
                </a:solidFill>
                <a:latin typeface="Open Sans" panose="020B0606030504020204" pitchFamily="34" charset="0"/>
              </a:rPr>
              <a:t>Pět chyb, které vám zabijí prezentaci</a:t>
            </a:r>
            <a:r>
              <a:rPr lang="cs-CZ" sz="1800" dirty="0">
                <a:solidFill>
                  <a:srgbClr val="450713"/>
                </a:solidFill>
                <a:latin typeface="Open Sans" panose="020B0606030504020204" pitchFamily="34" charset="0"/>
              </a:rPr>
              <a:t>, </a:t>
            </a:r>
            <a:r>
              <a:rPr lang="cs-CZ" sz="1800" i="1" dirty="0">
                <a:solidFill>
                  <a:srgbClr val="450713"/>
                </a:solidFill>
                <a:latin typeface="Open Sans" panose="020B0606030504020204" pitchFamily="34" charset="0"/>
              </a:rPr>
              <a:t>idnes.cz/zpravodajství</a:t>
            </a:r>
            <a:r>
              <a:rPr lang="pl-PL" sz="1800" i="1" dirty="0">
                <a:solidFill>
                  <a:srgbClr val="450713"/>
                </a:solidFill>
                <a:latin typeface="Open Sans" panose="020B0606030504020204" pitchFamily="34" charset="0"/>
              </a:rPr>
              <a:t> </a:t>
            </a:r>
            <a:r>
              <a:rPr lang="cs-CZ" sz="1800" dirty="0">
                <a:solidFill>
                  <a:srgbClr val="450713"/>
                </a:solidFill>
                <a:latin typeface="Open Sans" panose="020B0606030504020204" pitchFamily="34" charset="0"/>
              </a:rPr>
              <a:t>[online], 25. května 2018</a:t>
            </a:r>
            <a:r>
              <a:rPr lang="cs-CZ" sz="1800" b="0" i="0" dirty="0">
                <a:solidFill>
                  <a:srgbClr val="546E7A"/>
                </a:solidFill>
                <a:effectLst/>
                <a:latin typeface="Inter"/>
              </a:rPr>
              <a:t>, </a:t>
            </a:r>
            <a:r>
              <a:rPr lang="cs-CZ" sz="1800" dirty="0">
                <a:solidFill>
                  <a:srgbClr val="450713"/>
                </a:solidFill>
                <a:latin typeface="Open Sans" panose="020B0606030504020204" pitchFamily="34" charset="0"/>
              </a:rPr>
              <a:t>[cit. 15.11.2023]. Dostupné z: </a:t>
            </a:r>
            <a:r>
              <a:rPr lang="cs-CZ" sz="1800" dirty="0">
                <a:solidFill>
                  <a:srgbClr val="FF0000"/>
                </a:solidFill>
                <a:latin typeface="Open Sans" panose="020B0606030504020204" pitchFamily="34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https://www.idnes.cz/finance/prace-a-podnikani/prace-zamestnani-prezentace-projev-technika.A180510_400373_podnikani_kho</a:t>
            </a:r>
            <a:endParaRPr lang="cs-CZ" sz="1800" dirty="0">
              <a:solidFill>
                <a:srgbClr val="FF0000"/>
              </a:solidFill>
              <a:latin typeface="Open Sans" panose="020B0606030504020204" pitchFamily="34" charset="0"/>
            </a:endParaRPr>
          </a:p>
          <a:p>
            <a:endParaRPr lang="pl-PL" sz="1800" b="1" i="0" dirty="0">
              <a:solidFill>
                <a:srgbClr val="263238"/>
              </a:solidFill>
              <a:effectLst/>
              <a:latin typeface="Fira Sans" panose="020B0503050000020004" pitchFamily="34" charset="0"/>
            </a:endParaRPr>
          </a:p>
          <a:p>
            <a:endParaRPr lang="cs-CZ" sz="1800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26BED041-E60C-0FAC-D4A7-7D150017ECD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184E6A67-AAF8-4994-B22D-345CF772E01C}" type="slidenum">
              <a:rPr lang="cs-CZ" altLang="cs-CZ" smtClean="0"/>
              <a:pPr/>
              <a:t>14</a:t>
            </a:fld>
            <a:endParaRPr lang="cs-CZ" altLang="cs-CZ"/>
          </a:p>
        </p:txBody>
      </p:sp>
    </p:spTree>
    <p:extLst>
      <p:ext uri="{BB962C8B-B14F-4D97-AF65-F5344CB8AC3E}">
        <p14:creationId xmlns:p14="http://schemas.microsoft.com/office/powerpoint/2010/main" val="2770574047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5.jpeg"/></Relationships>
</file>

<file path=ppt/theme/theme1.xml><?xml version="1.0" encoding="utf-8"?>
<a:theme xmlns:a="http://schemas.openxmlformats.org/drawingml/2006/main" name="Hlavní událost">
  <a:themeElements>
    <a:clrScheme name="Hlavní událost">
      <a:dk1>
        <a:sysClr val="windowText" lastClr="000000"/>
      </a:dk1>
      <a:lt1>
        <a:sysClr val="window" lastClr="FFFFFF"/>
      </a:lt1>
      <a:dk2>
        <a:srgbClr val="424242"/>
      </a:dk2>
      <a:lt2>
        <a:srgbClr val="C8C8C8"/>
      </a:lt2>
      <a:accent1>
        <a:srgbClr val="B80E0F"/>
      </a:accent1>
      <a:accent2>
        <a:srgbClr val="A6987D"/>
      </a:accent2>
      <a:accent3>
        <a:srgbClr val="7F9A71"/>
      </a:accent3>
      <a:accent4>
        <a:srgbClr val="64969F"/>
      </a:accent4>
      <a:accent5>
        <a:srgbClr val="9B75B2"/>
      </a:accent5>
      <a:accent6>
        <a:srgbClr val="80737A"/>
      </a:accent6>
      <a:hlink>
        <a:srgbClr val="F21213"/>
      </a:hlink>
      <a:folHlink>
        <a:srgbClr val="B6A394"/>
      </a:folHlink>
    </a:clrScheme>
    <a:fontScheme name="Hlavní událost">
      <a:maj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Impact" panose="020B080603090205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Hlavní událos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blipFill>
          <a:blip xmlns:r="http://schemas.openxmlformats.org/officeDocument/2006/relationships" r:embed="rId1">
            <a:duotone>
              <a:schemeClr val="phClr">
                <a:shade val="88000"/>
                <a:lumMod val="88000"/>
              </a:schemeClr>
              <a:schemeClr val="phClr"/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25400" dist="127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0"/>
        </a:gradFill>
        <a:blipFill>
          <a:blip xmlns:r="http://schemas.openxmlformats.org/officeDocument/2006/relationships" r:embed="rId2">
            <a:duotone>
              <a:schemeClr val="phClr">
                <a:shade val="48000"/>
                <a:satMod val="110000"/>
                <a:lumMod val="40000"/>
              </a:schemeClr>
              <a:schemeClr val="phClr">
                <a:tint val="90000"/>
                <a:lumMod val="106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ain Event" id="{AC372BB4-D83D-411E-B849-B641926BA760}" vid="{F1EFBDE3-1A95-4E3D-81AD-1F53D65BEA01}"/>
    </a:ext>
  </a:extLst>
</a:theme>
</file>

<file path=ppt/theme/theme2.xml><?xml version="1.0" encoding="utf-8"?>
<a:theme xmlns:a="http://schemas.openxmlformats.org/drawingml/2006/main" name="Ion">
  <a:themeElements>
    <a:clrScheme name="Modro-zelená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3.xml><?xml version="1.0" encoding="utf-8"?>
<a:theme xmlns:a="http://schemas.openxmlformats.org/drawingml/2006/main" name="Motiv sady 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Kancelář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Kancelář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Modro-zelená">
    <a:dk1>
      <a:sysClr val="windowText" lastClr="000000"/>
    </a:dk1>
    <a:lt1>
      <a:sysClr val="window" lastClr="FFFFFF"/>
    </a:lt1>
    <a:dk2>
      <a:srgbClr val="373545"/>
    </a:dk2>
    <a:lt2>
      <a:srgbClr val="CEDBE6"/>
    </a:lt2>
    <a:accent1>
      <a:srgbClr val="3494BA"/>
    </a:accent1>
    <a:accent2>
      <a:srgbClr val="58B6C0"/>
    </a:accent2>
    <a:accent3>
      <a:srgbClr val="75BDA7"/>
    </a:accent3>
    <a:accent4>
      <a:srgbClr val="7A8C8E"/>
    </a:accent4>
    <a:accent5>
      <a:srgbClr val="84ACB6"/>
    </a:accent5>
    <a:accent6>
      <a:srgbClr val="2683C6"/>
    </a:accent6>
    <a:hlink>
      <a:srgbClr val="6B9F25"/>
    </a:hlink>
    <a:folHlink>
      <a:srgbClr val="9F6715"/>
    </a:folHlink>
  </a:clrScheme>
</a:themeOverride>
</file>

<file path=ppt/theme/themeOverride2.xml><?xml version="1.0" encoding="utf-8"?>
<a:themeOverride xmlns:a="http://schemas.openxmlformats.org/drawingml/2006/main">
  <a:clrScheme name="Hlavní událost">
    <a:dk1>
      <a:sysClr val="windowText" lastClr="000000"/>
    </a:dk1>
    <a:lt1>
      <a:sysClr val="window" lastClr="FFFFFF"/>
    </a:lt1>
    <a:dk2>
      <a:srgbClr val="424242"/>
    </a:dk2>
    <a:lt2>
      <a:srgbClr val="C8C8C8"/>
    </a:lt2>
    <a:accent1>
      <a:srgbClr val="B80E0F"/>
    </a:accent1>
    <a:accent2>
      <a:srgbClr val="A6987D"/>
    </a:accent2>
    <a:accent3>
      <a:srgbClr val="7F9A71"/>
    </a:accent3>
    <a:accent4>
      <a:srgbClr val="64969F"/>
    </a:accent4>
    <a:accent5>
      <a:srgbClr val="9B75B2"/>
    </a:accent5>
    <a:accent6>
      <a:srgbClr val="80737A"/>
    </a:accent6>
    <a:hlink>
      <a:srgbClr val="F21213"/>
    </a:hlink>
    <a:folHlink>
      <a:srgbClr val="B6A394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Stream</Template>
  <TotalTime>3290</TotalTime>
  <Words>650</Words>
  <Application>Microsoft Office PowerPoint</Application>
  <PresentationFormat>Předvádění na obrazovce (4:3)</PresentationFormat>
  <Paragraphs>101</Paragraphs>
  <Slides>14</Slides>
  <Notes>1</Notes>
  <HiddenSlides>0</HiddenSlides>
  <MMClips>0</MMClips>
  <ScaleCrop>false</ScaleCrop>
  <HeadingPairs>
    <vt:vector size="6" baseType="variant">
      <vt:variant>
        <vt:lpstr>Použitá písma</vt:lpstr>
      </vt:variant>
      <vt:variant>
        <vt:i4>11</vt:i4>
      </vt:variant>
      <vt:variant>
        <vt:lpstr>Motiv</vt:lpstr>
      </vt:variant>
      <vt:variant>
        <vt:i4>2</vt:i4>
      </vt:variant>
      <vt:variant>
        <vt:lpstr>Nadpisy snímků</vt:lpstr>
      </vt:variant>
      <vt:variant>
        <vt:i4>14</vt:i4>
      </vt:variant>
    </vt:vector>
  </HeadingPairs>
  <TitlesOfParts>
    <vt:vector size="27" baseType="lpstr">
      <vt:lpstr>Arial</vt:lpstr>
      <vt:lpstr>Century Gothic</vt:lpstr>
      <vt:lpstr>Fira Sans</vt:lpstr>
      <vt:lpstr>Garamond</vt:lpstr>
      <vt:lpstr>Impact</vt:lpstr>
      <vt:lpstr>Inter</vt:lpstr>
      <vt:lpstr>Open Sans</vt:lpstr>
      <vt:lpstr>Times New Roman</vt:lpstr>
      <vt:lpstr>Wingdings</vt:lpstr>
      <vt:lpstr>Wingdings 2</vt:lpstr>
      <vt:lpstr>Wingdings 3</vt:lpstr>
      <vt:lpstr>Hlavní událost</vt:lpstr>
      <vt:lpstr>Ion</vt:lpstr>
      <vt:lpstr>Tvorba prezentací</vt:lpstr>
      <vt:lpstr>Stručný popis</vt:lpstr>
      <vt:lpstr>Prezentace aplikace PowerPoint</vt:lpstr>
      <vt:lpstr>Pravidla psaní textu v PP</vt:lpstr>
      <vt:lpstr>Šablona návrhu</vt:lpstr>
      <vt:lpstr>Ukázky chybného formátu</vt:lpstr>
      <vt:lpstr>Vhodná Barevná kombinace</vt:lpstr>
      <vt:lpstr>Správná Velikost textu</vt:lpstr>
      <vt:lpstr>Příliš mnoho textu</vt:lpstr>
      <vt:lpstr>hodně objektů</vt:lpstr>
      <vt:lpstr>Špatná animace</vt:lpstr>
      <vt:lpstr>Chyby prezentování</vt:lpstr>
      <vt:lpstr>Chyby prezentování - odkazy</vt:lpstr>
      <vt:lpstr>Zdroje</vt:lpstr>
    </vt:vector>
  </TitlesOfParts>
  <Company>Chrudim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Výuka PowerPointu</dc:title>
  <dc:creator>VOŠ, SZeŠ a SOU</dc:creator>
  <cp:lastModifiedBy>Votavová Gabriela</cp:lastModifiedBy>
  <cp:revision>64</cp:revision>
  <dcterms:created xsi:type="dcterms:W3CDTF">2004-12-03T08:39:00Z</dcterms:created>
  <dcterms:modified xsi:type="dcterms:W3CDTF">2023-11-16T07:27:47Z</dcterms:modified>
</cp:coreProperties>
</file>