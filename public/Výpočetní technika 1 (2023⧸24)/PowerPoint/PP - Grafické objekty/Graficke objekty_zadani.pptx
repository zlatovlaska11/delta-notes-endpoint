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9" r:id="rId7"/>
    <p:sldId id="261" r:id="rId8"/>
    <p:sldId id="262" r:id="rId9"/>
    <p:sldId id="263" r:id="rId10"/>
    <p:sldId id="264" r:id="rId11"/>
    <p:sldId id="258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90A344-A2B5-440A-8D1E-37CDFC6EA494}" v="13" dt="2021-04-29T10:47:08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8" autoAdjust="0"/>
    <p:restoredTop sz="59919" autoAdjust="0"/>
  </p:normalViewPr>
  <p:slideViewPr>
    <p:cSldViewPr snapToGrid="0">
      <p:cViewPr varScale="1">
        <p:scale>
          <a:sx n="37" d="100"/>
          <a:sy n="37" d="100"/>
        </p:scale>
        <p:origin x="156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E738F-4217-4CB1-93F9-5BC58E5A490F}" type="datetimeFigureOut">
              <a:rPr lang="cs-CZ" smtClean="0"/>
              <a:t>19.05.2021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5B519-28EA-4F9B-9BAD-E1FB609647D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78861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Pouze do tohoto snímku:</a:t>
            </a:r>
          </a:p>
          <a:p>
            <a:pPr marL="171450" indent="-171450">
              <a:buFont typeface="Calibri" panose="020F0502020204030204" pitchFamily="34" charset="0"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vložte do textového pole Podnadpis text: Pardubice, DELTA – SŠIE, s.r.o.</a:t>
            </a:r>
          </a:p>
          <a:p>
            <a:pPr marL="171450" indent="-171450">
              <a:buFont typeface="Calibri" panose="020F0502020204030204" pitchFamily="34" charset="0"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vložte pod název školy automaticky aktualizované pole datum a čas</a:t>
            </a:r>
          </a:p>
          <a:p>
            <a:pPr marL="171450" indent="-171450">
              <a:buFont typeface="Calibri" panose="020F0502020204030204" pitchFamily="34" charset="0"/>
              <a:buChar char="-"/>
            </a:pPr>
            <a:endParaRPr lang="cs-CZ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55B519-28EA-4F9B-9BAD-E1FB609647D8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9576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Do tohoto snímku: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-"/>
              <a:tabLst/>
              <a:defRPr/>
            </a:pPr>
            <a:r>
              <a:rPr lang="cs-CZ" dirty="0"/>
              <a:t>vložte kreslený obrázek černé kočky (stáhněte i citaci)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-"/>
              <a:tabLst/>
              <a:defRPr/>
            </a:pPr>
            <a:r>
              <a:rPr lang="cs-CZ" baseline="0" dirty="0"/>
              <a:t>citaci obrázku uveďte do zdrojů na posledním snímku</a:t>
            </a:r>
          </a:p>
          <a:p>
            <a:pPr marL="171450" indent="-171450">
              <a:buFont typeface="Calibri" panose="020F0502020204030204" pitchFamily="34" charset="0"/>
              <a:buChar char="-"/>
            </a:pPr>
            <a:r>
              <a:rPr lang="cs-CZ" dirty="0"/>
              <a:t>upravte výšku obrázku na 6 cm</a:t>
            </a:r>
          </a:p>
          <a:p>
            <a:pPr marL="171450" indent="-171450">
              <a:buFont typeface="Calibri" panose="020F0502020204030204" pitchFamily="34" charset="0"/>
              <a:buChar char="-"/>
            </a:pPr>
            <a:r>
              <a:rPr lang="cs-CZ" dirty="0"/>
              <a:t>ohraničte obrázek červenou čerchovanou</a:t>
            </a:r>
            <a:r>
              <a:rPr lang="cs-CZ" baseline="0" dirty="0"/>
              <a:t> čarou o tloušťce 1,5 b</a:t>
            </a:r>
          </a:p>
          <a:p>
            <a:pPr marL="171450" indent="-171450">
              <a:buFont typeface="Calibri" panose="020F0502020204030204" pitchFamily="34" charset="0"/>
              <a:buChar char="-"/>
            </a:pPr>
            <a:r>
              <a:rPr lang="cs-CZ" baseline="0" dirty="0"/>
              <a:t>přidejte obrázku efekt odrazu, zarovnejte na střed snímku</a:t>
            </a:r>
          </a:p>
          <a:p>
            <a:pPr marL="171450" indent="-171450">
              <a:buFont typeface="Calibri" panose="020F0502020204030204" pitchFamily="34" charset="0"/>
              <a:buChar char="-"/>
            </a:pPr>
            <a:r>
              <a:rPr lang="cs-CZ" baseline="0" dirty="0"/>
              <a:t>vložte do snímku </a:t>
            </a:r>
            <a:r>
              <a:rPr lang="cs-CZ" baseline="0" dirty="0" err="1"/>
              <a:t>WordArtem</a:t>
            </a:r>
            <a:r>
              <a:rPr lang="cs-CZ" baseline="0" dirty="0"/>
              <a:t> psaný text: Kreslená kočka a použijte na text libovolnou Transformaci</a:t>
            </a:r>
          </a:p>
          <a:p>
            <a:pPr marL="0" indent="0">
              <a:buFontTx/>
              <a:buNone/>
            </a:pPr>
            <a:endParaRPr lang="cs-CZ" baseline="0" dirty="0"/>
          </a:p>
          <a:p>
            <a:pPr marL="171450" indent="-171450">
              <a:buFontTx/>
              <a:buChar char="-"/>
            </a:pPr>
            <a:endParaRPr lang="cs-CZ" dirty="0"/>
          </a:p>
          <a:p>
            <a:pPr marL="171450" indent="-171450">
              <a:buFontTx/>
              <a:buChar char="-"/>
            </a:pPr>
            <a:endParaRPr lang="cs-CZ" dirty="0"/>
          </a:p>
          <a:p>
            <a:pPr marL="171450" indent="-171450">
              <a:buFontTx/>
              <a:buChar char="-"/>
            </a:pP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55B519-28EA-4F9B-9BAD-E1FB609647D8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2718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Do tohoto snímku:</a:t>
            </a:r>
          </a:p>
          <a:p>
            <a:pPr marL="171450" indent="-171450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vložte barevnou fotografii kočky nebo oblíbeného zvířete</a:t>
            </a:r>
          </a:p>
          <a:p>
            <a:pPr marL="171450" indent="-171450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 zdrojů na posledním snímku uveďte citaci obrázku</a:t>
            </a:r>
          </a:p>
          <a:p>
            <a:pPr marL="171450" indent="-171450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upravte výšku obrázku na 9 cm</a:t>
            </a:r>
          </a:p>
          <a:p>
            <a:pPr marL="171450" indent="-171450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zkopírujte obrázek do stejného snímku</a:t>
            </a:r>
          </a:p>
          <a:p>
            <a:pPr marL="171450" indent="-171450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zkopírovaný obrázek </a:t>
            </a:r>
            <a:r>
              <a:rPr lang="cs-CZ" baseline="0" dirty="0"/>
              <a:t>upravte na černobílý</a:t>
            </a:r>
          </a:p>
          <a:p>
            <a:pPr marL="0" indent="0">
              <a:buFontTx/>
              <a:buNone/>
            </a:pPr>
            <a:r>
              <a:rPr lang="cs-CZ" baseline="0" dirty="0"/>
              <a:t>Vytvořte duplikát tohoto snímku, kde v duplikovaném snímku:</a:t>
            </a:r>
          </a:p>
          <a:p>
            <a:pPr marL="171450" indent="-171450" algn="l" defTabSz="914400" rtl="0" eaLnBrk="1" latinLnBrk="0" hangingPunct="1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sjednoťte obě fotografie do jednoho objektu</a:t>
            </a:r>
          </a:p>
          <a:p>
            <a:pPr marL="171450" indent="-171450" algn="l" defTabSz="914400" rtl="0" eaLnBrk="1" latinLnBrk="0" hangingPunct="1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nově vzniklý objekt se dvěma fotografiemi překlopte vodorovně</a:t>
            </a:r>
          </a:p>
          <a:p>
            <a:pPr marL="171450" indent="-171450" algn="l" defTabSz="914400" rtl="0" eaLnBrk="1" latinLnBrk="0" hangingPunct="1">
              <a:buFontTx/>
              <a:buChar char="-"/>
            </a:pPr>
            <a:endParaRPr lang="cs-CZ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cs-CZ" baseline="0" dirty="0"/>
          </a:p>
          <a:p>
            <a:pPr marL="171450" indent="-171450">
              <a:buFontTx/>
              <a:buChar char="-"/>
            </a:pP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55B519-28EA-4F9B-9BAD-E1FB609647D8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87785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Do tohoto snímku:</a:t>
            </a:r>
          </a:p>
          <a:p>
            <a:pPr marL="171450" indent="-171450" algn="l" defTabSz="914400" rtl="0" eaLnBrk="1" latinLnBrk="0" hangingPunct="1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vložte klipart barevné kočky nebo libovolného zvířete</a:t>
            </a:r>
          </a:p>
          <a:p>
            <a:pPr marL="171450" indent="-171450" algn="l" defTabSz="914400" rtl="0" eaLnBrk="1" latinLnBrk="0" hangingPunct="1">
              <a:buFontTx/>
              <a:buChar char="-"/>
            </a:pPr>
            <a:r>
              <a:rPr lang="pl-P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 zdrojů na posledním snímku uveďte citaci obrázku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upravte výšku obrázku na 17 cm</a:t>
            </a:r>
          </a:p>
          <a:p>
            <a:pPr marL="171450" indent="-171450" algn="l" defTabSz="914400" rtl="0" eaLnBrk="1" latinLnBrk="0" hangingPunct="1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obrázek zarovnejte k levému okraji snímku</a:t>
            </a:r>
          </a:p>
          <a:p>
            <a:pPr marL="171450" indent="-171450" algn="l" defTabSz="914400" rtl="0" eaLnBrk="1" latinLnBrk="0" hangingPunct="1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vytvořte kopii obrázku a tu vložte a zarovnejte k pravému okraji snímku</a:t>
            </a:r>
          </a:p>
          <a:p>
            <a:pPr marL="171450" indent="-171450" algn="l" defTabSz="914400" rtl="0" eaLnBrk="1" latinLnBrk="0" hangingPunct="1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kopii obrázku upravte na efekt Tužka – stupně šedi</a:t>
            </a:r>
          </a:p>
          <a:p>
            <a:pPr marL="171450" indent="-171450" algn="l" defTabSz="914400" rtl="0" eaLnBrk="1" latinLnBrk="0" hangingPunct="1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nově vytvořený obrázek ořízněte na obrazec srdce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55B519-28EA-4F9B-9BAD-E1FB609647D8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3624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Do tohoto snímku pomocí Obrazců vložte: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červený trojúhelník</a:t>
            </a:r>
          </a:p>
          <a:p>
            <a:pPr marL="171450" indent="-171450" algn="l" defTabSz="914400" rtl="0" eaLnBrk="1" latinLnBrk="0" hangingPunct="1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pod obrázek vložte textové pole s textem „Červený trojúhelník“</a:t>
            </a:r>
          </a:p>
          <a:p>
            <a:pPr marL="171450" indent="-171450" algn="l" defTabSz="914400" rtl="0" eaLnBrk="1" latinLnBrk="0" hangingPunct="1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oba objekty spojte v jeden</a:t>
            </a:r>
          </a:p>
          <a:p>
            <a:pPr marL="171450" indent="-171450" algn="l" defTabSz="914400" rtl="0" eaLnBrk="1" latinLnBrk="0" hangingPunct="1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vedle trojúhelníku vložte libovolný obrazec s výplní žluté barvy a s viditelným zeleným obrysem</a:t>
            </a:r>
          </a:p>
          <a:p>
            <a:pPr marL="171450" indent="-171450" algn="l" defTabSz="914400" rtl="0" eaLnBrk="1" latinLnBrk="0" hangingPunct="1">
              <a:buFontTx/>
              <a:buChar char="-"/>
            </a:pPr>
            <a:r>
              <a:rPr lang="cs-CZ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tomuto </a:t>
            </a: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obrazci přiřaďte hypertextový odkaz, který bude odkazovat na poslední snímek prezentace</a:t>
            </a:r>
          </a:p>
          <a:p>
            <a:pPr marL="171450" indent="-171450" algn="l" defTabSz="914400" rtl="0" eaLnBrk="1" latinLnBrk="0" hangingPunct="1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oběma obrazcům přidejte různou zvýrazňující </a:t>
            </a:r>
            <a:r>
              <a:rPr lang="cs-CZ" baseline="0" dirty="0"/>
              <a:t>animaci jdoucí po sobě se zpožděním 1 s</a:t>
            </a:r>
          </a:p>
          <a:p>
            <a:pPr marL="171450" indent="-171450">
              <a:buFontTx/>
              <a:buChar char="-"/>
            </a:pPr>
            <a:endParaRPr lang="cs-CZ" baseline="0" dirty="0"/>
          </a:p>
          <a:p>
            <a:pPr marL="171450" indent="-171450">
              <a:buFontTx/>
              <a:buChar char="-"/>
            </a:pPr>
            <a:endParaRPr lang="cs-CZ" baseline="0" dirty="0"/>
          </a:p>
          <a:p>
            <a:pPr marL="171450" indent="-171450">
              <a:buFontTx/>
              <a:buChar char="-"/>
            </a:pPr>
            <a:endParaRPr lang="cs-CZ" baseline="0" dirty="0"/>
          </a:p>
          <a:p>
            <a:pPr marL="171450" indent="-171450">
              <a:buFontTx/>
              <a:buChar char="-"/>
            </a:pP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55B519-28EA-4F9B-9BAD-E1FB609647D8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08464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Do tohoto snímku vytvořte organizační diagram SmartArt</a:t>
            </a:r>
            <a:r>
              <a:rPr lang="cs-CZ" baseline="0" dirty="0"/>
              <a:t>:</a:t>
            </a:r>
          </a:p>
          <a:p>
            <a:pPr marL="171450" indent="-171450" algn="l" defTabSz="914400" rtl="0" eaLnBrk="1" latinLnBrk="0" hangingPunct="1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vytvořte hierarchii podle obrázku</a:t>
            </a:r>
          </a:p>
          <a:p>
            <a:pPr marL="171450" indent="-171450" algn="l" defTabSz="914400" rtl="0" eaLnBrk="1" latinLnBrk="0" hangingPunct="1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hotový snímek duplikujte a Smart Art převeďte na barevný prostorový styl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55B519-28EA-4F9B-9BAD-E1FB609647D8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7203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 tomto snímku:</a:t>
            </a:r>
          </a:p>
          <a:p>
            <a:pPr marL="171450" indent="-171450" algn="l" defTabSz="914400" rtl="0" eaLnBrk="1" latinLnBrk="0" hangingPunct="1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převeďte text na snímku na libovolný SmartArt ze skupiny Seznam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5B519-28EA-4F9B-9BAD-E1FB609647D8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9816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Do tohoto snímku </a:t>
            </a:r>
          </a:p>
          <a:p>
            <a:pPr marL="171450" indent="-171450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uveďte všechny citace obrázků</a:t>
            </a:r>
          </a:p>
          <a:p>
            <a:pPr marL="171450" indent="-171450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přidejte do </a:t>
            </a:r>
            <a:r>
              <a:rPr lang="cs-CZ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pravého horního </a:t>
            </a: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rohu tlačítko domečku, které provede přesun na první snímek prezentace se zvukem cinkání</a:t>
            </a:r>
          </a:p>
          <a:p>
            <a:pPr marL="171450" indent="-171450">
              <a:buFontTx/>
              <a:buChar char="-"/>
            </a:pP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 zápatí vložte </a:t>
            </a:r>
            <a:r>
              <a:rPr lang="cs-CZ" baseline="0" dirty="0"/>
              <a:t>své jméno a příjmení, číslo snímku tak, aby se zobrazovalo na všech snímcích mimo Úvodního snímku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55B519-28EA-4F9B-9BAD-E1FB609647D8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8373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8A12F-39B9-4B3D-8F1C-41DC5214D5F7}" type="datetime1">
              <a:rPr lang="cs-CZ" smtClean="0"/>
              <a:t>19.05.2021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3919-2D29-432B-88DB-C72866F6346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696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E889C-2A7B-43E5-A6B9-A52F1B6E2321}" type="datetime1">
              <a:rPr lang="cs-CZ" smtClean="0"/>
              <a:t>19.05.2021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3919-2D29-432B-88DB-C72866F6346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4927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68C2-8930-499B-8360-8077E326ABFE}" type="datetime1">
              <a:rPr lang="cs-CZ" smtClean="0"/>
              <a:t>19.05.2021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3919-2D29-432B-88DB-C72866F6346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37296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BD455-DD72-4BD9-95F4-1CEBF38E580F}" type="datetime1">
              <a:rPr lang="cs-CZ" smtClean="0"/>
              <a:t>19.05.2021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3919-2D29-432B-88DB-C72866F6346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5605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69F2C-E2BB-40CA-BDA3-CF7CD69269C2}" type="datetime1">
              <a:rPr lang="cs-CZ" smtClean="0"/>
              <a:t>19.05.2021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3919-2D29-432B-88DB-C72866F6346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694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DF5F8-D9F6-441A-9CF3-DE4B16D08E5C}" type="datetime1">
              <a:rPr lang="cs-CZ" smtClean="0"/>
              <a:t>19.05.2021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3919-2D29-432B-88DB-C72866F6346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3873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1AA7-920A-42B9-9CD6-1FD39DB60365}" type="datetime1">
              <a:rPr lang="cs-CZ" smtClean="0"/>
              <a:t>19.05.2021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3919-2D29-432B-88DB-C72866F6346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358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EB2DC-1207-40C3-A7AF-1C2ADB5DD4BA}" type="datetime1">
              <a:rPr lang="cs-CZ" smtClean="0"/>
              <a:t>19.05.2021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3919-2D29-432B-88DB-C72866F6346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474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FB8C-C666-4EA8-BE63-274C72BAD7F6}" type="datetime1">
              <a:rPr lang="cs-CZ" smtClean="0"/>
              <a:t>19.05.2021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3919-2D29-432B-88DB-C72866F6346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6185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196E-0239-4163-A75A-664E887DC1FF}" type="datetime1">
              <a:rPr lang="cs-CZ" smtClean="0"/>
              <a:t>19.05.2021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3919-2D29-432B-88DB-C72866F6346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3619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C681-B229-4CA1-9F69-D89C5F8C1F25}" type="datetime1">
              <a:rPr lang="cs-CZ" smtClean="0"/>
              <a:t>19.05.2021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3919-2D29-432B-88DB-C72866F6346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55225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07F7-4099-417F-B6D9-53156E62F39A}" type="datetime1">
              <a:rPr lang="cs-CZ" smtClean="0"/>
              <a:t>19.05.2021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73919-2D29-432B-88DB-C72866F6346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5340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Grafické objekty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11826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976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737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540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1692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88" y="308263"/>
            <a:ext cx="271901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376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26345EE1-774C-4A17-9994-EA19367807B4}"/>
              </a:ext>
            </a:extLst>
          </p:cNvPr>
          <p:cNvSpPr/>
          <p:nvPr/>
        </p:nvSpPr>
        <p:spPr>
          <a:xfrm>
            <a:off x="2394857" y="841829"/>
            <a:ext cx="740228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400" dirty="0"/>
              <a:t>Do tohoto snímku pomocí karty Vložení –&gt; Obrazce vložte</a:t>
            </a:r>
          </a:p>
          <a:p>
            <a:pPr marL="171450" lvl="0" indent="-171450">
              <a:buFontTx/>
              <a:buChar char="-"/>
              <a:defRPr/>
            </a:pPr>
            <a:r>
              <a:rPr lang="cs-CZ" sz="2400" dirty="0"/>
              <a:t>červený trojúhelník</a:t>
            </a:r>
          </a:p>
          <a:p>
            <a:pPr marL="171450" indent="-171450">
              <a:buFontTx/>
              <a:buChar char="-"/>
            </a:pPr>
            <a:r>
              <a:rPr lang="cs-CZ" sz="2400" dirty="0"/>
              <a:t>pod obrázek vložte textové pole s textem „červený trojúhelník“</a:t>
            </a:r>
          </a:p>
          <a:p>
            <a:pPr marL="171450" indent="-171450">
              <a:buFontTx/>
              <a:buChar char="-"/>
            </a:pPr>
            <a:r>
              <a:rPr lang="cs-CZ" sz="2400" dirty="0"/>
              <a:t>oba objekty spojte v jeden</a:t>
            </a:r>
          </a:p>
          <a:p>
            <a:pPr marL="171450" indent="-171450">
              <a:buFontTx/>
              <a:buChar char="-"/>
            </a:pPr>
            <a:r>
              <a:rPr lang="cs-CZ" sz="2400" dirty="0"/>
              <a:t>vedle trojúhelníku vložte plnou žlutou šipku se zeleným obrysem tloušťky 3 b</a:t>
            </a:r>
          </a:p>
          <a:p>
            <a:pPr marL="171450" indent="-171450">
              <a:buFontTx/>
              <a:buChar char="-"/>
            </a:pPr>
            <a:r>
              <a:rPr lang="cs-CZ" sz="2400" dirty="0"/>
              <a:t>této šipce přiřaďte hypertextový odkaz, který bude odkazovat na poslední snímek se zdroji</a:t>
            </a:r>
          </a:p>
          <a:p>
            <a:pPr marL="171450" indent="-171450">
              <a:buFontTx/>
              <a:buChar char="-"/>
            </a:pPr>
            <a:r>
              <a:rPr lang="cs-CZ" sz="2400" dirty="0"/>
              <a:t>oběma obrazcům přidejte různou animaci</a:t>
            </a:r>
          </a:p>
        </p:txBody>
      </p:sp>
    </p:spTree>
    <p:extLst>
      <p:ext uri="{BB962C8B-B14F-4D97-AF65-F5344CB8AC3E}">
        <p14:creationId xmlns:p14="http://schemas.microsoft.com/office/powerpoint/2010/main" val="1176928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2051428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746E8B3FF2B2428A148D03C368DE4A" ma:contentTypeVersion="13" ma:contentTypeDescription="Vytvoří nový dokument" ma:contentTypeScope="" ma:versionID="9d94cbd9914ef4824ad723384dcde04a">
  <xsd:schema xmlns:xsd="http://www.w3.org/2001/XMLSchema" xmlns:xs="http://www.w3.org/2001/XMLSchema" xmlns:p="http://schemas.microsoft.com/office/2006/metadata/properties" xmlns:ns3="ea85f2e0-d32a-4312-be8a-c00aff2510cf" xmlns:ns4="c52afa11-cb76-49c2-a807-b2856752eead" targetNamespace="http://schemas.microsoft.com/office/2006/metadata/properties" ma:root="true" ma:fieldsID="f78cee60d32ecf43d3cd1d8f83bcfaea" ns3:_="" ns4:_="">
    <xsd:import namespace="ea85f2e0-d32a-4312-be8a-c00aff2510cf"/>
    <xsd:import namespace="c52afa11-cb76-49c2-a807-b2856752eea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85f2e0-d32a-4312-be8a-c00aff2510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2afa11-cb76-49c2-a807-b2856752eea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6A76C9F-F048-4B0A-9D2D-2E6378280C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85f2e0-d32a-4312-be8a-c00aff2510cf"/>
    <ds:schemaRef ds:uri="c52afa11-cb76-49c2-a807-b2856752ee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413065-EBA1-4C89-AE38-5941ACF629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B835BC-9CC8-4274-B86F-1E571931374D}">
  <ds:schemaRefs>
    <ds:schemaRef ds:uri="http://purl.org/dc/terms/"/>
    <ds:schemaRef ds:uri="c52afa11-cb76-49c2-a807-b2856752eead"/>
    <ds:schemaRef ds:uri="http://purl.org/dc/dcmitype/"/>
    <ds:schemaRef ds:uri="ea85f2e0-d32a-4312-be8a-c00aff2510cf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430</Words>
  <Application>Microsoft Office PowerPoint</Application>
  <PresentationFormat>Širokoúhlá obrazovka</PresentationFormat>
  <Paragraphs>65</Paragraphs>
  <Slides>8</Slides>
  <Notes>8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Motiv Office</vt:lpstr>
      <vt:lpstr>Grafické objekty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Zdroje</vt:lpstr>
    </vt:vector>
  </TitlesOfParts>
  <Company>DELTA - SŠIE, ZŠ a MŠ s.r.o.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Grafické objekty</dc:title>
  <dc:creator>Buhrová Jitka</dc:creator>
  <cp:lastModifiedBy>Votavová Gabriela</cp:lastModifiedBy>
  <cp:revision>17</cp:revision>
  <cp:lastPrinted>2020-04-08T09:06:04Z</cp:lastPrinted>
  <dcterms:created xsi:type="dcterms:W3CDTF">2018-02-14T12:11:39Z</dcterms:created>
  <dcterms:modified xsi:type="dcterms:W3CDTF">2021-05-19T09:37:56Z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0x01010019746E8B3FF2B2428A148D03C368DE4A</vt:lpwstr>
  </property>
</Properties>
</file>