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4"/>
  </p:sldMasterIdLst>
  <p:notesMasterIdLst>
    <p:notesMasterId r:id="rId37"/>
  </p:notesMasterIdLst>
  <p:handoutMasterIdLst>
    <p:handoutMasterId r:id="rId3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2" r:id="rId13"/>
    <p:sldId id="265" r:id="rId14"/>
    <p:sldId id="266" r:id="rId15"/>
    <p:sldId id="267" r:id="rId16"/>
    <p:sldId id="280" r:id="rId17"/>
    <p:sldId id="288" r:id="rId18"/>
    <p:sldId id="268" r:id="rId19"/>
    <p:sldId id="269" r:id="rId20"/>
    <p:sldId id="270" r:id="rId21"/>
    <p:sldId id="271" r:id="rId22"/>
    <p:sldId id="272" r:id="rId23"/>
    <p:sldId id="273" r:id="rId24"/>
    <p:sldId id="277" r:id="rId25"/>
    <p:sldId id="281" r:id="rId26"/>
    <p:sldId id="276" r:id="rId27"/>
    <p:sldId id="278" r:id="rId28"/>
    <p:sldId id="279" r:id="rId29"/>
    <p:sldId id="282" r:id="rId30"/>
    <p:sldId id="283" r:id="rId31"/>
    <p:sldId id="285" r:id="rId32"/>
    <p:sldId id="286" r:id="rId33"/>
    <p:sldId id="284" r:id="rId34"/>
    <p:sldId id="287" r:id="rId35"/>
    <p:sldId id="289" r:id="rId36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4166D-1107-479F-99B8-0DFD9FCC2790}" v="12" dt="2021-04-28T10:46:03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C474166D-1107-479F-99B8-0DFD9FCC2790}"/>
    <pc:docChg chg="undo custSel modSld">
      <pc:chgData name="Votavová Gabriela" userId="f151b92f-625a-445a-9d4b-1ed80f6e2b7e" providerId="ADAL" clId="{C474166D-1107-479F-99B8-0DFD9FCC2790}" dt="2021-04-28T10:46:41.195" v="458" actId="1076"/>
      <pc:docMkLst>
        <pc:docMk/>
      </pc:docMkLst>
      <pc:sldChg chg="modSp mod">
        <pc:chgData name="Votavová Gabriela" userId="f151b92f-625a-445a-9d4b-1ed80f6e2b7e" providerId="ADAL" clId="{C474166D-1107-479F-99B8-0DFD9FCC2790}" dt="2021-04-28T10:36:31.100" v="379" actId="1076"/>
        <pc:sldMkLst>
          <pc:docMk/>
          <pc:sldMk cId="0" sldId="261"/>
        </pc:sldMkLst>
        <pc:spChg chg="mod">
          <ac:chgData name="Votavová Gabriela" userId="f151b92f-625a-445a-9d4b-1ed80f6e2b7e" providerId="ADAL" clId="{C474166D-1107-479F-99B8-0DFD9FCC2790}" dt="2021-04-28T10:36:24.573" v="377" actId="20577"/>
          <ac:spMkLst>
            <pc:docMk/>
            <pc:sldMk cId="0" sldId="261"/>
            <ac:spMk id="3" creationId="{00000000-0000-0000-0000-000000000000}"/>
          </ac:spMkLst>
        </pc:spChg>
        <pc:picChg chg="mod">
          <ac:chgData name="Votavová Gabriela" userId="f151b92f-625a-445a-9d4b-1ed80f6e2b7e" providerId="ADAL" clId="{C474166D-1107-479F-99B8-0DFD9FCC2790}" dt="2021-04-28T10:36:26.960" v="378" actId="1076"/>
          <ac:picMkLst>
            <pc:docMk/>
            <pc:sldMk cId="0" sldId="261"/>
            <ac:picMk id="7" creationId="{05FC0BB4-9A71-44BB-A699-66CDB3B26BA3}"/>
          </ac:picMkLst>
        </pc:picChg>
        <pc:picChg chg="mod">
          <ac:chgData name="Votavová Gabriela" userId="f151b92f-625a-445a-9d4b-1ed80f6e2b7e" providerId="ADAL" clId="{C474166D-1107-479F-99B8-0DFD9FCC2790}" dt="2021-04-28T10:36:31.100" v="379" actId="1076"/>
          <ac:picMkLst>
            <pc:docMk/>
            <pc:sldMk cId="0" sldId="261"/>
            <ac:picMk id="8" creationId="{26AC7320-13F2-43F5-A16F-E0C6D0EE5F4B}"/>
          </ac:picMkLst>
        </pc:picChg>
      </pc:sldChg>
      <pc:sldChg chg="modSp mod">
        <pc:chgData name="Votavová Gabriela" userId="f151b92f-625a-445a-9d4b-1ed80f6e2b7e" providerId="ADAL" clId="{C474166D-1107-479F-99B8-0DFD9FCC2790}" dt="2021-04-28T10:14:04.634" v="39" actId="20577"/>
        <pc:sldMkLst>
          <pc:docMk/>
          <pc:sldMk cId="0" sldId="264"/>
        </pc:sldMkLst>
        <pc:spChg chg="mod">
          <ac:chgData name="Votavová Gabriela" userId="f151b92f-625a-445a-9d4b-1ed80f6e2b7e" providerId="ADAL" clId="{C474166D-1107-479F-99B8-0DFD9FCC2790}" dt="2021-04-28T10:14:04.634" v="39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Votavová Gabriela" userId="f151b92f-625a-445a-9d4b-1ed80f6e2b7e" providerId="ADAL" clId="{C474166D-1107-479F-99B8-0DFD9FCC2790}" dt="2021-04-28T10:38:21.499" v="390" actId="1076"/>
        <pc:sldMkLst>
          <pc:docMk/>
          <pc:sldMk cId="0" sldId="265"/>
        </pc:sldMkLst>
        <pc:spChg chg="mod">
          <ac:chgData name="Votavová Gabriela" userId="f151b92f-625a-445a-9d4b-1ed80f6e2b7e" providerId="ADAL" clId="{C474166D-1107-479F-99B8-0DFD9FCC2790}" dt="2021-04-28T10:38:21.499" v="390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Votavová Gabriela" userId="f151b92f-625a-445a-9d4b-1ed80f6e2b7e" providerId="ADAL" clId="{C474166D-1107-479F-99B8-0DFD9FCC2790}" dt="2021-04-28T10:38:15.624" v="388" actId="1076"/>
          <ac:spMkLst>
            <pc:docMk/>
            <pc:sldMk cId="0" sldId="265"/>
            <ac:spMk id="5" creationId="{B360AEA6-DA6A-4316-8EAF-334D68D6414A}"/>
          </ac:spMkLst>
        </pc:spChg>
        <pc:picChg chg="add mod">
          <ac:chgData name="Votavová Gabriela" userId="f151b92f-625a-445a-9d4b-1ed80f6e2b7e" providerId="ADAL" clId="{C474166D-1107-479F-99B8-0DFD9FCC2790}" dt="2021-04-28T10:38:14.006" v="387" actId="1076"/>
          <ac:picMkLst>
            <pc:docMk/>
            <pc:sldMk cId="0" sldId="265"/>
            <ac:picMk id="7" creationId="{E21BA5CD-C885-4942-BE75-834221AD973B}"/>
          </ac:picMkLst>
        </pc:picChg>
        <pc:picChg chg="del mod">
          <ac:chgData name="Votavová Gabriela" userId="f151b92f-625a-445a-9d4b-1ed80f6e2b7e" providerId="ADAL" clId="{C474166D-1107-479F-99B8-0DFD9FCC2790}" dt="2021-04-28T10:37:55.654" v="380" actId="478"/>
          <ac:picMkLst>
            <pc:docMk/>
            <pc:sldMk cId="0" sldId="265"/>
            <ac:picMk id="6146" creationId="{00000000-0000-0000-0000-000000000000}"/>
          </ac:picMkLst>
        </pc:picChg>
      </pc:sldChg>
      <pc:sldChg chg="addSp delSp modSp mod">
        <pc:chgData name="Votavová Gabriela" userId="f151b92f-625a-445a-9d4b-1ed80f6e2b7e" providerId="ADAL" clId="{C474166D-1107-479F-99B8-0DFD9FCC2790}" dt="2021-04-28T10:46:03.765" v="443" actId="12084"/>
        <pc:sldMkLst>
          <pc:docMk/>
          <pc:sldMk cId="0" sldId="266"/>
        </pc:sldMkLst>
        <pc:spChg chg="add del mod">
          <ac:chgData name="Votavová Gabriela" userId="f151b92f-625a-445a-9d4b-1ed80f6e2b7e" providerId="ADAL" clId="{C474166D-1107-479F-99B8-0DFD9FCC2790}" dt="2021-04-28T10:46:03.765" v="443" actId="12084"/>
          <ac:spMkLst>
            <pc:docMk/>
            <pc:sldMk cId="0" sldId="266"/>
            <ac:spMk id="5" creationId="{00000000-0000-0000-0000-000000000000}"/>
          </ac:spMkLst>
        </pc:spChg>
        <pc:graphicFrameChg chg="add del mod">
          <ac:chgData name="Votavová Gabriela" userId="f151b92f-625a-445a-9d4b-1ed80f6e2b7e" providerId="ADAL" clId="{C474166D-1107-479F-99B8-0DFD9FCC2790}" dt="2021-04-28T10:43:41.453" v="424" actId="12084"/>
          <ac:graphicFrameMkLst>
            <pc:docMk/>
            <pc:sldMk cId="0" sldId="266"/>
            <ac:graphicFrameMk id="4" creationId="{17049082-FE46-4BCC-A364-52EAF1481E4F}"/>
          </ac:graphicFrameMkLst>
        </pc:graphicFrameChg>
        <pc:graphicFrameChg chg="add del mod">
          <ac:chgData name="Votavová Gabriela" userId="f151b92f-625a-445a-9d4b-1ed80f6e2b7e" providerId="ADAL" clId="{C474166D-1107-479F-99B8-0DFD9FCC2790}" dt="2021-04-28T10:46:03.765" v="443" actId="12084"/>
          <ac:graphicFrameMkLst>
            <pc:docMk/>
            <pc:sldMk cId="0" sldId="266"/>
            <ac:graphicFrameMk id="6" creationId="{7880F46A-5C28-44DC-A5BB-D85CFF9A82E1}"/>
          </ac:graphicFrameMkLst>
        </pc:graphicFrameChg>
      </pc:sldChg>
      <pc:sldChg chg="modSp mod">
        <pc:chgData name="Votavová Gabriela" userId="f151b92f-625a-445a-9d4b-1ed80f6e2b7e" providerId="ADAL" clId="{C474166D-1107-479F-99B8-0DFD9FCC2790}" dt="2021-04-28T10:14:55.655" v="44" actId="1076"/>
        <pc:sldMkLst>
          <pc:docMk/>
          <pc:sldMk cId="0" sldId="267"/>
        </pc:sldMkLst>
        <pc:spChg chg="mod">
          <ac:chgData name="Votavová Gabriela" userId="f151b92f-625a-445a-9d4b-1ed80f6e2b7e" providerId="ADAL" clId="{C474166D-1107-479F-99B8-0DFD9FCC2790}" dt="2021-04-28T10:13:45.964" v="32" actId="5793"/>
          <ac:spMkLst>
            <pc:docMk/>
            <pc:sldMk cId="0" sldId="267"/>
            <ac:spMk id="3" creationId="{00000000-0000-0000-0000-000000000000}"/>
          </ac:spMkLst>
        </pc:spChg>
        <pc:picChg chg="mod">
          <ac:chgData name="Votavová Gabriela" userId="f151b92f-625a-445a-9d4b-1ed80f6e2b7e" providerId="ADAL" clId="{C474166D-1107-479F-99B8-0DFD9FCC2790}" dt="2021-04-28T10:14:55.655" v="44" actId="1076"/>
          <ac:picMkLst>
            <pc:docMk/>
            <pc:sldMk cId="0" sldId="267"/>
            <ac:picMk id="4" creationId="{C9A6DE19-725D-42C7-90EE-7CB3ABC3C6A5}"/>
          </ac:picMkLst>
        </pc:picChg>
      </pc:sldChg>
      <pc:sldChg chg="addSp delSp modSp mod">
        <pc:chgData name="Votavová Gabriela" userId="f151b92f-625a-445a-9d4b-1ed80f6e2b7e" providerId="ADAL" clId="{C474166D-1107-479F-99B8-0DFD9FCC2790}" dt="2021-04-28T10:44:17.834" v="432" actId="6549"/>
        <pc:sldMkLst>
          <pc:docMk/>
          <pc:sldMk cId="0" sldId="270"/>
        </pc:sldMkLst>
        <pc:spChg chg="mod">
          <ac:chgData name="Votavová Gabriela" userId="f151b92f-625a-445a-9d4b-1ed80f6e2b7e" providerId="ADAL" clId="{C474166D-1107-479F-99B8-0DFD9FCC2790}" dt="2021-04-28T10:44:17.834" v="432" actId="6549"/>
          <ac:spMkLst>
            <pc:docMk/>
            <pc:sldMk cId="0" sldId="270"/>
            <ac:spMk id="3" creationId="{00000000-0000-0000-0000-000000000000}"/>
          </ac:spMkLst>
        </pc:spChg>
        <pc:picChg chg="del mod">
          <ac:chgData name="Votavová Gabriela" userId="f151b92f-625a-445a-9d4b-1ed80f6e2b7e" providerId="ADAL" clId="{C474166D-1107-479F-99B8-0DFD9FCC2790}" dt="2021-04-28T10:23:31.180" v="181" actId="478"/>
          <ac:picMkLst>
            <pc:docMk/>
            <pc:sldMk cId="0" sldId="270"/>
            <ac:picMk id="4" creationId="{7012AE4B-72BC-4C08-8CAF-7CBC7C895D8A}"/>
          </ac:picMkLst>
        </pc:picChg>
        <pc:picChg chg="mod">
          <ac:chgData name="Votavová Gabriela" userId="f151b92f-625a-445a-9d4b-1ed80f6e2b7e" providerId="ADAL" clId="{C474166D-1107-479F-99B8-0DFD9FCC2790}" dt="2021-04-28T10:24:26.902" v="209" actId="1076"/>
          <ac:picMkLst>
            <pc:docMk/>
            <pc:sldMk cId="0" sldId="270"/>
            <ac:picMk id="5" creationId="{FA1E68D3-52C8-44BE-8C60-56035088A25A}"/>
          </ac:picMkLst>
        </pc:picChg>
        <pc:picChg chg="add mod">
          <ac:chgData name="Votavová Gabriela" userId="f151b92f-625a-445a-9d4b-1ed80f6e2b7e" providerId="ADAL" clId="{C474166D-1107-479F-99B8-0DFD9FCC2790}" dt="2021-04-28T10:24:28.174" v="210" actId="1076"/>
          <ac:picMkLst>
            <pc:docMk/>
            <pc:sldMk cId="0" sldId="270"/>
            <ac:picMk id="7" creationId="{30B66C40-09C2-410A-9814-9742A0746B96}"/>
          </ac:picMkLst>
        </pc:picChg>
      </pc:sldChg>
      <pc:sldChg chg="addSp delSp mod">
        <pc:chgData name="Votavová Gabriela" userId="f151b92f-625a-445a-9d4b-1ed80f6e2b7e" providerId="ADAL" clId="{C474166D-1107-479F-99B8-0DFD9FCC2790}" dt="2021-04-28T10:26:09.993" v="214" actId="22"/>
        <pc:sldMkLst>
          <pc:docMk/>
          <pc:sldMk cId="0" sldId="271"/>
        </pc:sldMkLst>
        <pc:picChg chg="del">
          <ac:chgData name="Votavová Gabriela" userId="f151b92f-625a-445a-9d4b-1ed80f6e2b7e" providerId="ADAL" clId="{C474166D-1107-479F-99B8-0DFD9FCC2790}" dt="2021-04-28T10:25:12.764" v="211" actId="478"/>
          <ac:picMkLst>
            <pc:docMk/>
            <pc:sldMk cId="0" sldId="271"/>
            <ac:picMk id="2" creationId="{3273A64B-1E4F-4DA1-8AF5-D741F7F65151}"/>
          </ac:picMkLst>
        </pc:picChg>
        <pc:picChg chg="add del">
          <ac:chgData name="Votavová Gabriela" userId="f151b92f-625a-445a-9d4b-1ed80f6e2b7e" providerId="ADAL" clId="{C474166D-1107-479F-99B8-0DFD9FCC2790}" dt="2021-04-28T10:26:09.507" v="213" actId="478"/>
          <ac:picMkLst>
            <pc:docMk/>
            <pc:sldMk cId="0" sldId="271"/>
            <ac:picMk id="5" creationId="{F0C08E63-F86A-4F23-B54E-8811AB544BBB}"/>
          </ac:picMkLst>
        </pc:picChg>
        <pc:picChg chg="add">
          <ac:chgData name="Votavová Gabriela" userId="f151b92f-625a-445a-9d4b-1ed80f6e2b7e" providerId="ADAL" clId="{C474166D-1107-479F-99B8-0DFD9FCC2790}" dt="2021-04-28T10:26:09.993" v="214" actId="22"/>
          <ac:picMkLst>
            <pc:docMk/>
            <pc:sldMk cId="0" sldId="271"/>
            <ac:picMk id="7" creationId="{36058C68-A0F8-4F68-8DED-4A378FCA7140}"/>
          </ac:picMkLst>
        </pc:picChg>
      </pc:sldChg>
      <pc:sldChg chg="modSp mod">
        <pc:chgData name="Votavová Gabriela" userId="f151b92f-625a-445a-9d4b-1ed80f6e2b7e" providerId="ADAL" clId="{C474166D-1107-479F-99B8-0DFD9FCC2790}" dt="2021-04-28T10:38:52.022" v="392" actId="6549"/>
        <pc:sldMkLst>
          <pc:docMk/>
          <pc:sldMk cId="0" sldId="272"/>
        </pc:sldMkLst>
        <pc:spChg chg="mod">
          <ac:chgData name="Votavová Gabriela" userId="f151b92f-625a-445a-9d4b-1ed80f6e2b7e" providerId="ADAL" clId="{C474166D-1107-479F-99B8-0DFD9FCC2790}" dt="2021-04-28T10:38:52.022" v="392" actId="6549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mod modClrScheme chgLayout">
        <pc:chgData name="Votavová Gabriela" userId="f151b92f-625a-445a-9d4b-1ed80f6e2b7e" providerId="ADAL" clId="{C474166D-1107-479F-99B8-0DFD9FCC2790}" dt="2021-04-28T10:27:58.917" v="235" actId="1038"/>
        <pc:sldMkLst>
          <pc:docMk/>
          <pc:sldMk cId="0" sldId="273"/>
        </pc:sldMkLst>
        <pc:spChg chg="mod">
          <ac:chgData name="Votavová Gabriela" userId="f151b92f-625a-445a-9d4b-1ed80f6e2b7e" providerId="ADAL" clId="{C474166D-1107-479F-99B8-0DFD9FCC2790}" dt="2021-04-28T10:27:41.835" v="231" actId="26606"/>
          <ac:spMkLst>
            <pc:docMk/>
            <pc:sldMk cId="0" sldId="273"/>
            <ac:spMk id="2" creationId="{90D0D5E3-F95C-46FE-80BF-B726BB457143}"/>
          </ac:spMkLst>
        </pc:spChg>
        <pc:spChg chg="mod ord">
          <ac:chgData name="Votavová Gabriela" userId="f151b92f-625a-445a-9d4b-1ed80f6e2b7e" providerId="ADAL" clId="{C474166D-1107-479F-99B8-0DFD9FCC2790}" dt="2021-04-28T10:27:48.098" v="233" actId="20577"/>
          <ac:spMkLst>
            <pc:docMk/>
            <pc:sldMk cId="0" sldId="273"/>
            <ac:spMk id="3" creationId="{00000000-0000-0000-0000-000000000000}"/>
          </ac:spMkLst>
        </pc:spChg>
        <pc:spChg chg="mod ord">
          <ac:chgData name="Votavová Gabriela" userId="f151b92f-625a-445a-9d4b-1ed80f6e2b7e" providerId="ADAL" clId="{C474166D-1107-479F-99B8-0DFD9FCC2790}" dt="2021-04-28T10:27:41.835" v="231" actId="26606"/>
          <ac:spMkLst>
            <pc:docMk/>
            <pc:sldMk cId="0" sldId="273"/>
            <ac:spMk id="4" creationId="{19BD2625-86B7-4712-8428-9C74C3E8EDC0}"/>
          </ac:spMkLst>
        </pc:spChg>
        <pc:spChg chg="add del">
          <ac:chgData name="Votavová Gabriela" userId="f151b92f-625a-445a-9d4b-1ed80f6e2b7e" providerId="ADAL" clId="{C474166D-1107-479F-99B8-0DFD9FCC2790}" dt="2021-04-28T10:27:41.835" v="231" actId="26606"/>
          <ac:spMkLst>
            <pc:docMk/>
            <pc:sldMk cId="0" sldId="273"/>
            <ac:spMk id="6" creationId="{9BDF6124-C3C8-4DA4-9CC2-8A2E47F35F55}"/>
          </ac:spMkLst>
        </pc:spChg>
        <pc:picChg chg="del">
          <ac:chgData name="Votavová Gabriela" userId="f151b92f-625a-445a-9d4b-1ed80f6e2b7e" providerId="ADAL" clId="{C474166D-1107-479F-99B8-0DFD9FCC2790}" dt="2021-04-28T10:27:19.319" v="224" actId="478"/>
          <ac:picMkLst>
            <pc:docMk/>
            <pc:sldMk cId="0" sldId="273"/>
            <ac:picMk id="5" creationId="{228E4057-4418-4FC5-99C4-0DA2080BFF95}"/>
          </ac:picMkLst>
        </pc:picChg>
        <pc:picChg chg="add mod">
          <ac:chgData name="Votavová Gabriela" userId="f151b92f-625a-445a-9d4b-1ed80f6e2b7e" providerId="ADAL" clId="{C474166D-1107-479F-99B8-0DFD9FCC2790}" dt="2021-04-28T10:27:58.917" v="235" actId="1038"/>
          <ac:picMkLst>
            <pc:docMk/>
            <pc:sldMk cId="0" sldId="273"/>
            <ac:picMk id="10" creationId="{4DC73B49-9B48-4D2C-ACC6-6AF85C06CE29}"/>
          </ac:picMkLst>
        </pc:picChg>
      </pc:sldChg>
      <pc:sldChg chg="modSp mod">
        <pc:chgData name="Votavová Gabriela" userId="f151b92f-625a-445a-9d4b-1ed80f6e2b7e" providerId="ADAL" clId="{C474166D-1107-479F-99B8-0DFD9FCC2790}" dt="2021-04-28T10:28:11.237" v="237" actId="1076"/>
        <pc:sldMkLst>
          <pc:docMk/>
          <pc:sldMk cId="0" sldId="277"/>
        </pc:sldMkLst>
        <pc:picChg chg="mod">
          <ac:chgData name="Votavová Gabriela" userId="f151b92f-625a-445a-9d4b-1ed80f6e2b7e" providerId="ADAL" clId="{C474166D-1107-479F-99B8-0DFD9FCC2790}" dt="2021-04-28T10:28:11.237" v="237" actId="1076"/>
          <ac:picMkLst>
            <pc:docMk/>
            <pc:sldMk cId="0" sldId="277"/>
            <ac:picMk id="5" creationId="{BDFA8BC9-97F9-4E3D-8388-6D14F4DC4D91}"/>
          </ac:picMkLst>
        </pc:picChg>
      </pc:sldChg>
      <pc:sldChg chg="modSp mod">
        <pc:chgData name="Votavová Gabriela" userId="f151b92f-625a-445a-9d4b-1ed80f6e2b7e" providerId="ADAL" clId="{C474166D-1107-479F-99B8-0DFD9FCC2790}" dt="2021-04-28T10:31:03.689" v="295" actId="20577"/>
        <pc:sldMkLst>
          <pc:docMk/>
          <pc:sldMk cId="0" sldId="278"/>
        </pc:sldMkLst>
        <pc:spChg chg="mod">
          <ac:chgData name="Votavová Gabriela" userId="f151b92f-625a-445a-9d4b-1ed80f6e2b7e" providerId="ADAL" clId="{C474166D-1107-479F-99B8-0DFD9FCC2790}" dt="2021-04-28T10:31:03.689" v="295" actId="20577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Votavová Gabriela" userId="f151b92f-625a-445a-9d4b-1ed80f6e2b7e" providerId="ADAL" clId="{C474166D-1107-479F-99B8-0DFD9FCC2790}" dt="2021-04-28T10:32:14.290" v="325" actId="1037"/>
        <pc:sldMkLst>
          <pc:docMk/>
          <pc:sldMk cId="0" sldId="279"/>
        </pc:sldMkLst>
        <pc:spChg chg="mod">
          <ac:chgData name="Votavová Gabriela" userId="f151b92f-625a-445a-9d4b-1ed80f6e2b7e" providerId="ADAL" clId="{C474166D-1107-479F-99B8-0DFD9FCC2790}" dt="2021-04-28T10:31:32.444" v="318" actId="20577"/>
          <ac:spMkLst>
            <pc:docMk/>
            <pc:sldMk cId="0" sldId="279"/>
            <ac:spMk id="3" creationId="{2A6FCF53-74E4-4D13-BFA1-74911572F729}"/>
          </ac:spMkLst>
        </pc:spChg>
        <pc:spChg chg="mod">
          <ac:chgData name="Votavová Gabriela" userId="f151b92f-625a-445a-9d4b-1ed80f6e2b7e" providerId="ADAL" clId="{C474166D-1107-479F-99B8-0DFD9FCC2790}" dt="2021-04-28T10:32:14.290" v="325" actId="1037"/>
          <ac:spMkLst>
            <pc:docMk/>
            <pc:sldMk cId="0" sldId="279"/>
            <ac:spMk id="4" creationId="{1AF0301B-D17C-446E-808A-D8FCC3E3BDCC}"/>
          </ac:spMkLst>
        </pc:spChg>
        <pc:picChg chg="mod modCrop">
          <ac:chgData name="Votavová Gabriela" userId="f151b92f-625a-445a-9d4b-1ed80f6e2b7e" providerId="ADAL" clId="{C474166D-1107-479F-99B8-0DFD9FCC2790}" dt="2021-04-28T10:32:10.406" v="323" actId="1076"/>
          <ac:picMkLst>
            <pc:docMk/>
            <pc:sldMk cId="0" sldId="279"/>
            <ac:picMk id="2" creationId="{5089EFA8-6DF4-4341-AF85-112C33CF0532}"/>
          </ac:picMkLst>
        </pc:picChg>
      </pc:sldChg>
      <pc:sldChg chg="addSp delSp modSp mod">
        <pc:chgData name="Votavová Gabriela" userId="f151b92f-625a-445a-9d4b-1ed80f6e2b7e" providerId="ADAL" clId="{C474166D-1107-479F-99B8-0DFD9FCC2790}" dt="2021-04-28T10:45:40.175" v="441" actId="12084"/>
        <pc:sldMkLst>
          <pc:docMk/>
          <pc:sldMk cId="965490131" sldId="280"/>
        </pc:sldMkLst>
        <pc:spChg chg="add del mod">
          <ac:chgData name="Votavová Gabriela" userId="f151b92f-625a-445a-9d4b-1ed80f6e2b7e" providerId="ADAL" clId="{C474166D-1107-479F-99B8-0DFD9FCC2790}" dt="2021-04-28T10:45:40.175" v="441" actId="12084"/>
          <ac:spMkLst>
            <pc:docMk/>
            <pc:sldMk cId="965490131" sldId="280"/>
            <ac:spMk id="3" creationId="{00000000-0000-0000-0000-000000000000}"/>
          </ac:spMkLst>
        </pc:spChg>
        <pc:graphicFrameChg chg="add del mod">
          <ac:chgData name="Votavová Gabriela" userId="f151b92f-625a-445a-9d4b-1ed80f6e2b7e" providerId="ADAL" clId="{C474166D-1107-479F-99B8-0DFD9FCC2790}" dt="2021-04-28T10:45:40.175" v="441" actId="12084"/>
          <ac:graphicFrameMkLst>
            <pc:docMk/>
            <pc:sldMk cId="965490131" sldId="280"/>
            <ac:graphicFrameMk id="5" creationId="{0F8DB6BB-13A4-42A7-A166-B5CFB3B82005}"/>
          </ac:graphicFrameMkLst>
        </pc:graphicFrameChg>
      </pc:sldChg>
      <pc:sldChg chg="modSp mod">
        <pc:chgData name="Votavová Gabriela" userId="f151b92f-625a-445a-9d4b-1ed80f6e2b7e" providerId="ADAL" clId="{C474166D-1107-479F-99B8-0DFD9FCC2790}" dt="2021-04-28T10:30:04.452" v="278" actId="1076"/>
        <pc:sldMkLst>
          <pc:docMk/>
          <pc:sldMk cId="173951347" sldId="281"/>
        </pc:sldMkLst>
        <pc:spChg chg="mod">
          <ac:chgData name="Votavová Gabriela" userId="f151b92f-625a-445a-9d4b-1ed80f6e2b7e" providerId="ADAL" clId="{C474166D-1107-479F-99B8-0DFD9FCC2790}" dt="2021-04-28T10:29:29.806" v="271" actId="20577"/>
          <ac:spMkLst>
            <pc:docMk/>
            <pc:sldMk cId="173951347" sldId="281"/>
            <ac:spMk id="3" creationId="{08A0E42C-F2FF-40BB-B5CA-B4F847689102}"/>
          </ac:spMkLst>
        </pc:spChg>
        <pc:picChg chg="mod modCrop">
          <ac:chgData name="Votavová Gabriela" userId="f151b92f-625a-445a-9d4b-1ed80f6e2b7e" providerId="ADAL" clId="{C474166D-1107-479F-99B8-0DFD9FCC2790}" dt="2021-04-28T10:30:04.452" v="278" actId="1076"/>
          <ac:picMkLst>
            <pc:docMk/>
            <pc:sldMk cId="173951347" sldId="281"/>
            <ac:picMk id="7" creationId="{9D1B4EFA-CD65-4944-A5BD-A1B674763388}"/>
          </ac:picMkLst>
        </pc:picChg>
        <pc:picChg chg="mod">
          <ac:chgData name="Votavová Gabriela" userId="f151b92f-625a-445a-9d4b-1ed80f6e2b7e" providerId="ADAL" clId="{C474166D-1107-479F-99B8-0DFD9FCC2790}" dt="2021-04-28T10:29:42.326" v="274" actId="1076"/>
          <ac:picMkLst>
            <pc:docMk/>
            <pc:sldMk cId="173951347" sldId="281"/>
            <ac:picMk id="8" creationId="{C4B64603-B690-457E-940B-2899168EA6B9}"/>
          </ac:picMkLst>
        </pc:picChg>
      </pc:sldChg>
      <pc:sldChg chg="addSp delSp modSp mod">
        <pc:chgData name="Votavová Gabriela" userId="f151b92f-625a-445a-9d4b-1ed80f6e2b7e" providerId="ADAL" clId="{C474166D-1107-479F-99B8-0DFD9FCC2790}" dt="2021-04-28T10:39:10.586" v="393" actId="6549"/>
        <pc:sldMkLst>
          <pc:docMk/>
          <pc:sldMk cId="3064189016" sldId="282"/>
        </pc:sldMkLst>
        <pc:spChg chg="mod">
          <ac:chgData name="Votavová Gabriela" userId="f151b92f-625a-445a-9d4b-1ed80f6e2b7e" providerId="ADAL" clId="{C474166D-1107-479F-99B8-0DFD9FCC2790}" dt="2021-04-28T10:34:51.553" v="367" actId="27636"/>
          <ac:spMkLst>
            <pc:docMk/>
            <pc:sldMk cId="3064189016" sldId="282"/>
            <ac:spMk id="2" creationId="{EA99FE80-0667-4CB3-9C8D-87419588AB7C}"/>
          </ac:spMkLst>
        </pc:spChg>
        <pc:spChg chg="mod">
          <ac:chgData name="Votavová Gabriela" userId="f151b92f-625a-445a-9d4b-1ed80f6e2b7e" providerId="ADAL" clId="{C474166D-1107-479F-99B8-0DFD9FCC2790}" dt="2021-04-28T10:39:10.586" v="393" actId="6549"/>
          <ac:spMkLst>
            <pc:docMk/>
            <pc:sldMk cId="3064189016" sldId="282"/>
            <ac:spMk id="3" creationId="{DB7190A8-5165-4E71-B91C-7F5D6B6EEA2B}"/>
          </ac:spMkLst>
        </pc:spChg>
        <pc:picChg chg="add del mod modCrop">
          <ac:chgData name="Votavová Gabriela" userId="f151b92f-625a-445a-9d4b-1ed80f6e2b7e" providerId="ADAL" clId="{C474166D-1107-479F-99B8-0DFD9FCC2790}" dt="2021-04-28T10:35:50.055" v="374" actId="1076"/>
          <ac:picMkLst>
            <pc:docMk/>
            <pc:sldMk cId="3064189016" sldId="282"/>
            <ac:picMk id="5" creationId="{6297B130-3CD1-402E-8C56-2C044583B50C}"/>
          </ac:picMkLst>
        </pc:picChg>
      </pc:sldChg>
      <pc:sldChg chg="addSp delSp modSp mod">
        <pc:chgData name="Votavová Gabriela" userId="f151b92f-625a-445a-9d4b-1ed80f6e2b7e" providerId="ADAL" clId="{C474166D-1107-479F-99B8-0DFD9FCC2790}" dt="2021-04-28T10:42:31.447" v="422" actId="1076"/>
        <pc:sldMkLst>
          <pc:docMk/>
          <pc:sldMk cId="620502728" sldId="284"/>
        </pc:sldMkLst>
        <pc:spChg chg="mod">
          <ac:chgData name="Votavová Gabriela" userId="f151b92f-625a-445a-9d4b-1ed80f6e2b7e" providerId="ADAL" clId="{C474166D-1107-479F-99B8-0DFD9FCC2790}" dt="2021-04-28T10:42:19.030" v="418" actId="20577"/>
          <ac:spMkLst>
            <pc:docMk/>
            <pc:sldMk cId="620502728" sldId="284"/>
            <ac:spMk id="6" creationId="{2FB146D3-A5A5-4FAD-B240-2FFAB8BF3BED}"/>
          </ac:spMkLst>
        </pc:spChg>
        <pc:spChg chg="del">
          <ac:chgData name="Votavová Gabriela" userId="f151b92f-625a-445a-9d4b-1ed80f6e2b7e" providerId="ADAL" clId="{C474166D-1107-479F-99B8-0DFD9FCC2790}" dt="2021-04-28T10:41:41.937" v="402" actId="478"/>
          <ac:spMkLst>
            <pc:docMk/>
            <pc:sldMk cId="620502728" sldId="284"/>
            <ac:spMk id="8" creationId="{BAED97E1-3C5B-4B73-A2B1-9FDB83873F37}"/>
          </ac:spMkLst>
        </pc:spChg>
        <pc:picChg chg="del">
          <ac:chgData name="Votavová Gabriela" userId="f151b92f-625a-445a-9d4b-1ed80f6e2b7e" providerId="ADAL" clId="{C474166D-1107-479F-99B8-0DFD9FCC2790}" dt="2021-04-28T10:41:31.824" v="398" actId="478"/>
          <ac:picMkLst>
            <pc:docMk/>
            <pc:sldMk cId="620502728" sldId="284"/>
            <ac:picMk id="7" creationId="{A45D494A-A053-4C8C-A396-DF99AE1CA0B1}"/>
          </ac:picMkLst>
        </pc:picChg>
        <pc:picChg chg="add mod">
          <ac:chgData name="Votavová Gabriela" userId="f151b92f-625a-445a-9d4b-1ed80f6e2b7e" providerId="ADAL" clId="{C474166D-1107-479F-99B8-0DFD9FCC2790}" dt="2021-04-28T10:42:31.447" v="422" actId="1076"/>
          <ac:picMkLst>
            <pc:docMk/>
            <pc:sldMk cId="620502728" sldId="284"/>
            <ac:picMk id="9" creationId="{7D84A96C-F08B-44D1-A216-C2BE30FD0DF2}"/>
          </ac:picMkLst>
        </pc:picChg>
      </pc:sldChg>
      <pc:sldChg chg="modSp mod">
        <pc:chgData name="Votavová Gabriela" userId="f151b92f-625a-445a-9d4b-1ed80f6e2b7e" providerId="ADAL" clId="{C474166D-1107-479F-99B8-0DFD9FCC2790}" dt="2021-04-28T10:44:56.526" v="433" actId="14100"/>
        <pc:sldMkLst>
          <pc:docMk/>
          <pc:sldMk cId="2445795727" sldId="286"/>
        </pc:sldMkLst>
        <pc:spChg chg="mod">
          <ac:chgData name="Votavová Gabriela" userId="f151b92f-625a-445a-9d4b-1ed80f6e2b7e" providerId="ADAL" clId="{C474166D-1107-479F-99B8-0DFD9FCC2790}" dt="2021-04-28T10:44:56.526" v="433" actId="14100"/>
          <ac:spMkLst>
            <pc:docMk/>
            <pc:sldMk cId="2445795727" sldId="286"/>
            <ac:spMk id="3" creationId="{04EF830B-FD89-4199-9006-3D1474C23DC6}"/>
          </ac:spMkLst>
        </pc:spChg>
      </pc:sldChg>
      <pc:sldChg chg="addSp delSp modSp mod">
        <pc:chgData name="Votavová Gabriela" userId="f151b92f-625a-445a-9d4b-1ed80f6e2b7e" providerId="ADAL" clId="{C474166D-1107-479F-99B8-0DFD9FCC2790}" dt="2021-04-28T10:46:41.195" v="458" actId="1076"/>
        <pc:sldMkLst>
          <pc:docMk/>
          <pc:sldMk cId="1418111490" sldId="287"/>
        </pc:sldMkLst>
        <pc:picChg chg="add mod">
          <ac:chgData name="Votavová Gabriela" userId="f151b92f-625a-445a-9d4b-1ed80f6e2b7e" providerId="ADAL" clId="{C474166D-1107-479F-99B8-0DFD9FCC2790}" dt="2021-04-28T10:46:35.885" v="455" actId="1076"/>
          <ac:picMkLst>
            <pc:docMk/>
            <pc:sldMk cId="1418111490" sldId="287"/>
            <ac:picMk id="3" creationId="{DC584993-E2C3-4774-8D11-61DFFF51DEC3}"/>
          </ac:picMkLst>
        </pc:picChg>
        <pc:picChg chg="mod">
          <ac:chgData name="Votavová Gabriela" userId="f151b92f-625a-445a-9d4b-1ed80f6e2b7e" providerId="ADAL" clId="{C474166D-1107-479F-99B8-0DFD9FCC2790}" dt="2021-04-28T10:46:22.646" v="450" actId="1076"/>
          <ac:picMkLst>
            <pc:docMk/>
            <pc:sldMk cId="1418111490" sldId="287"/>
            <ac:picMk id="5" creationId="{2FB6DD03-7DFB-4E09-93EB-6EB894A81AB6}"/>
          </ac:picMkLst>
        </pc:picChg>
        <pc:picChg chg="del">
          <ac:chgData name="Votavová Gabriela" userId="f151b92f-625a-445a-9d4b-1ed80f6e2b7e" providerId="ADAL" clId="{C474166D-1107-479F-99B8-0DFD9FCC2790}" dt="2021-04-28T10:45:17.709" v="436" actId="478"/>
          <ac:picMkLst>
            <pc:docMk/>
            <pc:sldMk cId="1418111490" sldId="287"/>
            <ac:picMk id="6" creationId="{50FD02E2-BB7C-4691-B86A-F0B780DE5BA0}"/>
          </ac:picMkLst>
        </pc:picChg>
        <pc:picChg chg="add mod">
          <ac:chgData name="Votavová Gabriela" userId="f151b92f-625a-445a-9d4b-1ed80f6e2b7e" providerId="ADAL" clId="{C474166D-1107-479F-99B8-0DFD9FCC2790}" dt="2021-04-28T10:46:41.195" v="458" actId="1076"/>
          <ac:picMkLst>
            <pc:docMk/>
            <pc:sldMk cId="1418111490" sldId="287"/>
            <ac:picMk id="8" creationId="{029863E4-13CC-4CE0-BD85-42598B6DA3D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28.11.2023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5709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28.11.2023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72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995E82B-8E67-4C49-A9DA-99B25E35DEA8}" type="datetime1">
              <a:rPr lang="cs-CZ" smtClean="0"/>
              <a:t>28.11.2023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520F2-081A-42B6-9691-ECCECBDD1CD6}" type="datetime1">
              <a:rPr lang="cs-CZ" smtClean="0"/>
              <a:t>28.11.2023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9DC02-F0C7-49CB-81C0-028CFEF84E8D}" type="datetime1">
              <a:rPr lang="cs-CZ" smtClean="0"/>
              <a:t>28.11.2023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33BC-E0A1-46A2-B8CD-5DB396002177}" type="datetime1">
              <a:rPr lang="cs-CZ" smtClean="0"/>
              <a:t>28.11.2023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698A-99CF-4302-81D2-EDEE67997ABE}" type="datetime1">
              <a:rPr lang="cs-CZ" smtClean="0"/>
              <a:t>28.11.2023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51EF2-E5B4-40BE-9033-719834095664}" type="datetime1">
              <a:rPr lang="cs-CZ" smtClean="0"/>
              <a:t>28.11.2023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ACF0-9D8E-4529-9FF4-8939DCCD4326}" type="datetime1">
              <a:rPr lang="cs-CZ" smtClean="0"/>
              <a:t>28.11.2023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074ACFB0-6D1C-405E-A2C1-580B06895179}" type="datetime1">
              <a:rPr lang="cs-CZ" smtClean="0"/>
              <a:t>28.11.2023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8CB9B3F6-8276-4843-8F78-AC22D9AC3687}" type="datetime1">
              <a:rPr lang="cs-CZ" smtClean="0"/>
              <a:t>28.11.2023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77076-F507-4715-9EA9-ECED4D3EF2B0}" type="datetime1">
              <a:rPr lang="cs-CZ" smtClean="0"/>
              <a:t>28.11.2023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5425-40BE-4B57-9D89-AC79877448C0}" type="datetime1">
              <a:rPr lang="cs-CZ" smtClean="0"/>
              <a:t>28.11.2023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155DE96-403F-4599-843E-7D5556108229}" type="datetime1">
              <a:rPr lang="cs-CZ" smtClean="0"/>
              <a:t>28.11.2023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5UE-OuOiuN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Grafické objekty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Grafické objekty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Součásti prezentace mohou být i grafické objekty</a:t>
            </a:r>
          </a:p>
          <a:p>
            <a:r>
              <a:rPr lang="cs-CZ" dirty="0"/>
              <a:t>Jedná se o:</a:t>
            </a:r>
          </a:p>
          <a:p>
            <a:pPr lvl="1"/>
            <a:r>
              <a:rPr lang="cs-CZ" dirty="0"/>
              <a:t>Obrázky</a:t>
            </a:r>
          </a:p>
          <a:p>
            <a:pPr lvl="1"/>
            <a:r>
              <a:rPr lang="cs-CZ" dirty="0"/>
              <a:t>Grafy</a:t>
            </a:r>
          </a:p>
          <a:p>
            <a:pPr lvl="1"/>
            <a:r>
              <a:rPr lang="cs-CZ" dirty="0"/>
              <a:t>SmartArty</a:t>
            </a:r>
          </a:p>
          <a:p>
            <a:pPr lvl="1"/>
            <a:r>
              <a:rPr lang="cs-CZ" dirty="0"/>
              <a:t>Obrazce</a:t>
            </a:r>
          </a:p>
          <a:p>
            <a:pPr lvl="1"/>
            <a:r>
              <a:rPr lang="cs-CZ" dirty="0"/>
              <a:t>...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5D963FA-841B-4B59-953A-29A60072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Obrázky - výběr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309962" y="2004857"/>
            <a:ext cx="7078462" cy="411805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Klipart:	jednoduché tematické obrázky</a:t>
            </a:r>
          </a:p>
          <a:p>
            <a:pPr marL="265113" indent="-265113" defTabSz="898525">
              <a:lnSpc>
                <a:spcPct val="200000"/>
              </a:lnSpc>
            </a:pPr>
            <a:r>
              <a:rPr lang="cs-CZ" dirty="0"/>
              <a:t>Obrázek: 	fotky, či jiné „hotové“ obrázky, obrázek		vytvořený v kreslícím programu</a:t>
            </a:r>
          </a:p>
          <a:p>
            <a:pPr>
              <a:lnSpc>
                <a:spcPct val="200000"/>
              </a:lnSpc>
            </a:pPr>
            <a:r>
              <a:rPr lang="cs-CZ" dirty="0"/>
              <a:t>SmartArt:	vytvořený vývojový diagram</a:t>
            </a:r>
          </a:p>
          <a:p>
            <a:pPr>
              <a:lnSpc>
                <a:spcPct val="200000"/>
              </a:lnSpc>
            </a:pPr>
            <a:r>
              <a:rPr lang="cs-CZ" dirty="0"/>
              <a:t>Kresba:	pomocí automatických tvarů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973B5EA-13AA-4D81-8D02-52855A67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Obrázek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7584" y="1988840"/>
            <a:ext cx="7632848" cy="40514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sz="2400" dirty="0"/>
              <a:t>Karta Vložení =&gt; skupina Obrázky nebo Ilustrace</a:t>
            </a:r>
          </a:p>
          <a:p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EDAE510-5BC7-43F8-B43F-D52E8D8AA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5" y="3419015"/>
            <a:ext cx="7144279" cy="1989959"/>
          </a:xfrm>
          <a:prstGeom prst="rect">
            <a:avLst/>
          </a:prstGeom>
        </p:spPr>
      </p:pic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8FDB9719-EA79-4BE7-9EC4-B396992E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22101" y="1246189"/>
            <a:ext cx="7125112" cy="2638661"/>
          </a:xfrm>
        </p:spPr>
        <p:txBody>
          <a:bodyPr/>
          <a:lstStyle/>
          <a:p>
            <a:r>
              <a:rPr lang="cs-CZ" dirty="0"/>
              <a:t>Přes ikonu v textovém poli vloženého snímku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741B538A-CC25-4538-B53B-4207CC77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5398E9B-ECEA-44F8-8E88-F4AB232E9A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12" t="26189" r="19288" b="14983"/>
          <a:stretch/>
        </p:blipFill>
        <p:spPr>
          <a:xfrm>
            <a:off x="1835696" y="1801186"/>
            <a:ext cx="5688632" cy="4266475"/>
          </a:xfrm>
          <a:prstGeom prst="rect">
            <a:avLst/>
          </a:prstGeom>
        </p:spPr>
      </p:pic>
      <p:sp>
        <p:nvSpPr>
          <p:cNvPr id="6" name="Obdélník 5"/>
          <p:cNvSpPr/>
          <p:nvPr/>
        </p:nvSpPr>
        <p:spPr>
          <a:xfrm flipV="1">
            <a:off x="3635896" y="3819212"/>
            <a:ext cx="1872208" cy="8472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ln w="57150">
                <a:solidFill>
                  <a:srgbClr val="FF0000"/>
                </a:solidFill>
              </a:ln>
              <a:noFill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7247" y="548680"/>
            <a:ext cx="7125113" cy="924475"/>
          </a:xfrm>
        </p:spPr>
        <p:txBody>
          <a:bodyPr/>
          <a:lstStyle/>
          <a:p>
            <a:r>
              <a:rPr lang="cs-CZ" dirty="0"/>
              <a:t>Úpravy obrázků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55576" y="1556792"/>
            <a:ext cx="7632848" cy="38354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Karta Nástroje obrázku =&gt; Formát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05FC0BB4-9A71-44BB-A699-66CDB3B26B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40113" b="-15753"/>
          <a:stretch/>
        </p:blipFill>
        <p:spPr>
          <a:xfrm>
            <a:off x="107504" y="2551789"/>
            <a:ext cx="8568952" cy="1754421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26AC7320-13F2-43F5-A16F-E0C6D0EE5F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87" t="1" b="-10660"/>
          <a:stretch/>
        </p:blipFill>
        <p:spPr>
          <a:xfrm>
            <a:off x="1932953" y="4306210"/>
            <a:ext cx="7125112" cy="1710988"/>
          </a:xfrm>
          <a:prstGeom prst="rect">
            <a:avLst/>
          </a:prstGeom>
        </p:spPr>
      </p:pic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F1606EF-DE9D-4293-B160-2095D5D7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331640" y="476672"/>
            <a:ext cx="6730907" cy="612068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cs-CZ" dirty="0"/>
              <a:t>Komprese</a:t>
            </a:r>
          </a:p>
          <a:p>
            <a:pPr>
              <a:lnSpc>
                <a:spcPct val="150000"/>
              </a:lnSpc>
            </a:pPr>
            <a:r>
              <a:rPr lang="cs-CZ" dirty="0"/>
              <a:t>Jas</a:t>
            </a:r>
          </a:p>
          <a:p>
            <a:pPr>
              <a:lnSpc>
                <a:spcPct val="150000"/>
              </a:lnSpc>
            </a:pPr>
            <a:r>
              <a:rPr lang="cs-CZ" dirty="0"/>
              <a:t>Kontrast</a:t>
            </a:r>
          </a:p>
          <a:p>
            <a:pPr>
              <a:lnSpc>
                <a:spcPct val="150000"/>
              </a:lnSpc>
            </a:pPr>
            <a:r>
              <a:rPr lang="cs-CZ" dirty="0"/>
              <a:t>Přebarvení</a:t>
            </a:r>
          </a:p>
          <a:p>
            <a:pPr>
              <a:lnSpc>
                <a:spcPct val="150000"/>
              </a:lnSpc>
            </a:pPr>
            <a:r>
              <a:rPr lang="cs-CZ" dirty="0"/>
              <a:t>Změnit velikost</a:t>
            </a:r>
          </a:p>
          <a:p>
            <a:pPr>
              <a:lnSpc>
                <a:spcPct val="150000"/>
              </a:lnSpc>
            </a:pPr>
            <a:r>
              <a:rPr lang="cs-CZ" dirty="0"/>
              <a:t>Oříznout</a:t>
            </a:r>
          </a:p>
          <a:p>
            <a:pPr>
              <a:lnSpc>
                <a:spcPct val="150000"/>
              </a:lnSpc>
            </a:pPr>
            <a:r>
              <a:rPr lang="cs-CZ" dirty="0"/>
              <a:t>Změnit styl</a:t>
            </a:r>
          </a:p>
          <a:p>
            <a:pPr>
              <a:lnSpc>
                <a:spcPct val="150000"/>
              </a:lnSpc>
            </a:pPr>
            <a:r>
              <a:rPr lang="cs-CZ" dirty="0"/>
              <a:t>Tvar obrázku</a:t>
            </a:r>
          </a:p>
          <a:p>
            <a:pPr>
              <a:lnSpc>
                <a:spcPct val="150000"/>
              </a:lnSpc>
            </a:pPr>
            <a:r>
              <a:rPr lang="cs-CZ" dirty="0"/>
              <a:t>Přidat efekt</a:t>
            </a:r>
          </a:p>
          <a:p>
            <a:pPr>
              <a:lnSpc>
                <a:spcPct val="150000"/>
              </a:lnSpc>
            </a:pPr>
            <a:r>
              <a:rPr lang="cs-CZ" dirty="0"/>
              <a:t>Vložit vlastní prvek</a:t>
            </a:r>
          </a:p>
          <a:p>
            <a:pPr>
              <a:lnSpc>
                <a:spcPct val="150000"/>
              </a:lnSpc>
            </a:pPr>
            <a:endParaRPr lang="cs-CZ" dirty="0"/>
          </a:p>
          <a:p>
            <a:pPr>
              <a:lnSpc>
                <a:spcPct val="150000"/>
              </a:lnSpc>
            </a:pPr>
            <a:endParaRPr lang="cs-CZ" dirty="0"/>
          </a:p>
        </p:txBody>
      </p:sp>
      <p:pic>
        <p:nvPicPr>
          <p:cNvPr id="5" name="Zástupný symbol pro obsah 3" descr="snapshot_0000000d_cda920b3.jpg"/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3709919" y="832506"/>
            <a:ext cx="4322338" cy="3241754"/>
          </a:xfrm>
          <a:prstGeom prst="notchedRightArrow">
            <a:avLst/>
          </a:prstGeom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  <a:innerShdw blurRad="63500" dist="50800" dir="18900000">
              <a:prstClr val="black">
                <a:alpha val="50000"/>
              </a:prstClr>
            </a:innerShdw>
            <a:softEdge rad="112500"/>
          </a:effectLst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A88BC93A-1318-4FDF-A49E-DBFBD39D1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6" name="Obrázek 5" descr="Obsah obrázku sklo, kreslení&#10;&#10;Popis byl vytvořen automaticky">
            <a:extLst>
              <a:ext uri="{FF2B5EF4-FFF2-40B4-BE49-F238E27FC236}">
                <a16:creationId xmlns:a16="http://schemas.microsoft.com/office/drawing/2014/main" id="{419881DF-BCF7-47B0-86E2-E6ABBC04DC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786" y="3218973"/>
            <a:ext cx="2535493" cy="253549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isometricTopUp"/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grafické objekty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71600" y="1844824"/>
            <a:ext cx="7488832" cy="41955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Karta Domů =&gt; skupina Kreslení</a:t>
            </a:r>
          </a:p>
          <a:p>
            <a:pPr>
              <a:lnSpc>
                <a:spcPct val="200000"/>
              </a:lnSpc>
            </a:pPr>
            <a:endParaRPr lang="cs-CZ" dirty="0"/>
          </a:p>
          <a:p>
            <a:pPr>
              <a:lnSpc>
                <a:spcPct val="200000"/>
              </a:lnSpc>
            </a:pPr>
            <a:endParaRPr lang="cs-CZ" dirty="0"/>
          </a:p>
          <a:p>
            <a:pPr>
              <a:lnSpc>
                <a:spcPct val="200000"/>
              </a:lnSpc>
            </a:pPr>
            <a:r>
              <a:rPr lang="cs-CZ" dirty="0"/>
              <a:t>Karta Vložení =&gt; skupina Ilustrace, tlačítko Obrazce</a:t>
            </a:r>
          </a:p>
          <a:p>
            <a:pPr>
              <a:lnSpc>
                <a:spcPct val="200000"/>
              </a:lnSpc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B47D90C-281B-4AF8-BEE5-1E2CB5DB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F11C61D-4132-43A9-B39F-C9EAAEC9E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764187"/>
            <a:ext cx="6271806" cy="1665683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E083EA6C-2DA1-4E11-8F52-8683EDCBB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5080489"/>
            <a:ext cx="2990850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6883" y="89643"/>
            <a:ext cx="2834381" cy="6678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Mrak 7"/>
          <p:cNvSpPr/>
          <p:nvPr/>
        </p:nvSpPr>
        <p:spPr>
          <a:xfrm>
            <a:off x="4809471" y="1567643"/>
            <a:ext cx="1872208" cy="1080121"/>
          </a:xfrm>
          <a:prstGeom prst="cloud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12" name="Pravoúhlá spojovací čára 11"/>
          <p:cNvCxnSpPr>
            <a:cxnSpLocks/>
          </p:cNvCxnSpPr>
          <p:nvPr/>
        </p:nvCxnSpPr>
        <p:spPr>
          <a:xfrm rot="16200000" flipH="1">
            <a:off x="5600829" y="2729635"/>
            <a:ext cx="750655" cy="64806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Slunce 2">
            <a:extLst>
              <a:ext uri="{FF2B5EF4-FFF2-40B4-BE49-F238E27FC236}">
                <a16:creationId xmlns:a16="http://schemas.microsoft.com/office/drawing/2014/main" id="{5E80991B-A4A8-4C7F-B1C3-43CE583B9D05}"/>
              </a:ext>
            </a:extLst>
          </p:cNvPr>
          <p:cNvSpPr/>
          <p:nvPr/>
        </p:nvSpPr>
        <p:spPr>
          <a:xfrm>
            <a:off x="6019970" y="3308350"/>
            <a:ext cx="1317591" cy="1224136"/>
          </a:xfrm>
          <a:prstGeom prst="sun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Svitek: svislý 3">
            <a:extLst>
              <a:ext uri="{FF2B5EF4-FFF2-40B4-BE49-F238E27FC236}">
                <a16:creationId xmlns:a16="http://schemas.microsoft.com/office/drawing/2014/main" id="{61BCD485-6811-4D60-906F-D74A65105379}"/>
              </a:ext>
            </a:extLst>
          </p:cNvPr>
          <p:cNvSpPr/>
          <p:nvPr/>
        </p:nvSpPr>
        <p:spPr>
          <a:xfrm>
            <a:off x="4802568" y="5144554"/>
            <a:ext cx="2232248" cy="1512168"/>
          </a:xfrm>
          <a:prstGeom prst="verticalScroll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prstTxWarp prst="textWave1">
              <a:avLst/>
            </a:prstTxWarp>
          </a:bodyPr>
          <a:lstStyle/>
          <a:p>
            <a:pPr algn="ctr"/>
            <a:r>
              <a:rPr lang="cs-CZ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AHOJ 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82302FA-D698-414C-B511-CD69F1CE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  <p:sp>
        <p:nvSpPr>
          <p:cNvPr id="2" name="Šipka: dolů 1">
            <a:extLst>
              <a:ext uri="{FF2B5EF4-FFF2-40B4-BE49-F238E27FC236}">
                <a16:creationId xmlns:a16="http://schemas.microsoft.com/office/drawing/2014/main" id="{AE7DCE1D-DF99-4ED1-9AD4-2CA4D06C84BC}"/>
              </a:ext>
            </a:extLst>
          </p:cNvPr>
          <p:cNvSpPr/>
          <p:nvPr/>
        </p:nvSpPr>
        <p:spPr>
          <a:xfrm>
            <a:off x="5436101" y="4089584"/>
            <a:ext cx="648068" cy="102075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Tlačítko akce: Přejít domů 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1C4E7C3-060F-4278-93E4-7154B44783C9}"/>
              </a:ext>
            </a:extLst>
          </p:cNvPr>
          <p:cNvSpPr/>
          <p:nvPr/>
        </p:nvSpPr>
        <p:spPr>
          <a:xfrm>
            <a:off x="7034817" y="1214408"/>
            <a:ext cx="1139812" cy="1516093"/>
          </a:xfrm>
          <a:prstGeom prst="actionButtonHome">
            <a:avLst/>
          </a:prstGeom>
          <a:ln>
            <a:headEnd type="none" w="med" len="med"/>
            <a:tailEnd type="none" w="med" len="med"/>
          </a:ln>
          <a:scene3d>
            <a:camera prst="isometricOffAxis1Right"/>
            <a:lightRig rig="threePt" dir="t">
              <a:rot lat="0" lon="0" rev="3240000"/>
            </a:lightRig>
          </a:scene3d>
          <a:sp3d>
            <a:bevelT w="28575" h="28575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relaxedInset"/>
            </a:sp3d>
          </a:bodyPr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Obrazce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3015" y="1825835"/>
            <a:ext cx="7125112" cy="40514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Pomocí Obrazců lze vkládat do snímku </a:t>
            </a:r>
            <a:r>
              <a:rPr lang="cs-CZ" sz="2400" b="1" dirty="0"/>
              <a:t>Tlačítka akcí </a:t>
            </a:r>
            <a:r>
              <a:rPr lang="cs-CZ" sz="2400" dirty="0"/>
              <a:t>umožňující hypertextový přechod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4E465FA-BDFD-488F-B69C-A980D581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  <p:sp>
        <p:nvSpPr>
          <p:cNvPr id="5" name="Tlačítko akce: Zvuk 4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B360AEA6-DA6A-4316-8EAF-334D68D6414A}"/>
              </a:ext>
            </a:extLst>
          </p:cNvPr>
          <p:cNvSpPr/>
          <p:nvPr/>
        </p:nvSpPr>
        <p:spPr>
          <a:xfrm>
            <a:off x="6620160" y="2816288"/>
            <a:ext cx="1080120" cy="1095116"/>
          </a:xfrm>
          <a:prstGeom prst="actionButtonSound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28575">
            <a:solidFill>
              <a:srgbClr val="0070C0"/>
            </a:solidFill>
            <a:prstDash val="sysDash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E21BA5CD-C885-4942-BE75-834221AD97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071" t="83968" r="48393" b="6349"/>
          <a:stretch/>
        </p:blipFill>
        <p:spPr>
          <a:xfrm>
            <a:off x="1695346" y="4239376"/>
            <a:ext cx="5974856" cy="15846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Fotoalba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>
          <a:xfrm>
            <a:off x="1463040" y="2119257"/>
            <a:ext cx="6421328" cy="360381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PowerPoint umožňuje vytvářet speciální formátované prezentace pro vložení fotografií a vytištění ve formě fotoalba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Nemusí jít jen o fotky, ale o libovolné obrázky</a:t>
            </a:r>
          </a:p>
          <a:p>
            <a:pPr>
              <a:lnSpc>
                <a:spcPct val="200000"/>
              </a:lnSpc>
              <a:buNone/>
            </a:pPr>
            <a:endParaRPr lang="cs-CZ" sz="240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D88C9764-8C11-4BF8-9787-6DC8FCA4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Vytvoření fotoalba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87624" y="1844824"/>
            <a:ext cx="6965245" cy="41955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Karta Vložení =&gt; skupina Obrázky, tlačítko Fotoalbum =&gt; příkaz Nové fotoalbum…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9A6DE19-725D-42C7-90EE-7CB3ABC3C6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969" b="65247"/>
          <a:stretch/>
        </p:blipFill>
        <p:spPr>
          <a:xfrm>
            <a:off x="1030357" y="2967454"/>
            <a:ext cx="7089990" cy="3740959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44EF1EA-ACEA-43AE-9DA9-25399517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Vytvoření fotoalba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87624" y="1844824"/>
            <a:ext cx="6965245" cy="41955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V dialogovém okně Fotoalbum vkládáte fotky přes tlačítko Soubor či disk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Obrázky můžete trochu upravit, přidat textová pole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Po úpravě obrázků klikněte na Vytvořit a máte novou prezentaci s titulním snímkem Fotoalbum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C4EB6C1-C2B2-4865-9E4D-CA5A014A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5490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9AC762-4428-48B1-B3A3-0C05CD57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872869-A32F-41DE-8B7D-9460E0C94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DDB63C9-E730-4A96-94AC-76ABDB92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E1812F8-0386-4361-A92D-286AA4ECE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40" y="812341"/>
            <a:ext cx="7397241" cy="49968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2848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C31BC61-CEB4-4D35-B707-59942120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9D6CE57-8BFF-4F80-B4C7-946D9242A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8640960" cy="5804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304D24F7-CD6E-435D-BD23-62894E882F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78" b="5179"/>
          <a:stretch/>
        </p:blipFill>
        <p:spPr>
          <a:xfrm>
            <a:off x="369278" y="1900800"/>
            <a:ext cx="8405444" cy="4480528"/>
          </a:xfrm>
          <a:prstGeom prst="rect">
            <a:avLst/>
          </a:prstGeom>
        </p:spPr>
      </p:pic>
      <p:sp>
        <p:nvSpPr>
          <p:cNvPr id="3" name="Nadpis 2">
            <a:extLst>
              <a:ext uri="{FF2B5EF4-FFF2-40B4-BE49-F238E27FC236}">
                <a16:creationId xmlns:a16="http://schemas.microsoft.com/office/drawing/2014/main" id="{9EE67E8B-85AB-4885-925F-27303529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Automatické vytvoření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74C35F5-1CAF-4A1C-8EFC-B0142998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Práce s fotoalbem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1295" y="2119257"/>
            <a:ext cx="7675161" cy="39211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Fotografie je lépe upravovat ve speciálním programu</a:t>
            </a:r>
          </a:p>
          <a:p>
            <a:pPr>
              <a:lnSpc>
                <a:spcPct val="150000"/>
              </a:lnSpc>
            </a:pPr>
            <a:r>
              <a:rPr lang="cs-CZ" dirty="0"/>
              <a:t>Při úpravě fotoalba stačí daný snímek označit: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Přes pravé tlačítko myši =&gt; Fotoalbum …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Přes kartu Vložení =&gt; Fotoalbum =&gt; Upravit fotoalbum …</a:t>
            </a:r>
          </a:p>
          <a:p>
            <a:pPr lvl="1">
              <a:lnSpc>
                <a:spcPct val="150000"/>
              </a:lnSpc>
              <a:buNone/>
            </a:pPr>
            <a:endParaRPr lang="cs-CZ" sz="2400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A1E68D3-52C8-44BE-8C60-56035088A2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214" r="81500" b="15075"/>
          <a:stretch/>
        </p:blipFill>
        <p:spPr>
          <a:xfrm>
            <a:off x="1529802" y="5257087"/>
            <a:ext cx="2729715" cy="1469253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3D87D9-251F-471F-9A08-48121DF7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0B66C40-09C2-410A-9814-9742A0746B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03" t="3809" r="67589" b="73380"/>
          <a:stretch/>
        </p:blipFill>
        <p:spPr>
          <a:xfrm>
            <a:off x="4757734" y="4653136"/>
            <a:ext cx="3156086" cy="18741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480DB4A-4355-432A-8B25-D90DD974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6058C68-A0F8-4F68-8DED-4A378FCA7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323850"/>
            <a:ext cx="8724900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463040" y="2119257"/>
            <a:ext cx="7213416" cy="360381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Karta Vložení =&gt; skupina Ilustrace</a:t>
            </a:r>
          </a:p>
          <a:p>
            <a:pPr>
              <a:lnSpc>
                <a:spcPct val="200000"/>
              </a:lnSpc>
            </a:pPr>
            <a:r>
              <a:rPr lang="cs-CZ" dirty="0"/>
              <a:t>Textové pole snímku</a:t>
            </a: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5A4ECFF-E196-4B32-ABC9-26BF1C21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603BB1A-6985-4A85-A79C-6EA3AF61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57" y="3887386"/>
            <a:ext cx="6539770" cy="19010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D0D5E3-F95C-46FE-80BF-B726BB45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Tvorba grafu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9BD2625-86B7-4712-8428-9C74C3E8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Výběr typu grafu</a:t>
            </a:r>
          </a:p>
          <a:p>
            <a:pPr>
              <a:lnSpc>
                <a:spcPct val="200000"/>
              </a:lnSpc>
            </a:pPr>
            <a:r>
              <a:rPr lang="cs-CZ" dirty="0"/>
              <a:t>Vyplnění údajů </a:t>
            </a:r>
            <a:br>
              <a:rPr lang="cs-CZ" dirty="0"/>
            </a:br>
            <a:r>
              <a:rPr lang="cs-CZ" dirty="0"/>
              <a:t>v pomocné tabulce </a:t>
            </a:r>
            <a:br>
              <a:rPr lang="cs-CZ" dirty="0"/>
            </a:br>
            <a:r>
              <a:rPr lang="cs-CZ" dirty="0"/>
              <a:t>v Excelu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9BDF6124-C3C8-4DA4-9CC2-8A2E47F35F5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4DC73B49-9B48-4D2C-ACC6-6AF85C06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001" y="2106670"/>
            <a:ext cx="4801487" cy="45599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BDFA8BC9-97F9-4E3D-8388-6D14F4DC4D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78" r="9051" b="14984"/>
          <a:stretch/>
        </p:blipFill>
        <p:spPr>
          <a:xfrm>
            <a:off x="182780" y="908720"/>
            <a:ext cx="8778439" cy="4788532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B357CA-14A1-468F-9663-8D643B11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27C37C-EDFA-4069-ACD4-BC4225B4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grafu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8A0E42C-F2FF-40BB-B5CA-B4F847689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943" y="1720571"/>
            <a:ext cx="7078282" cy="37030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Přepis dat v excelovské tabulce</a:t>
            </a:r>
          </a:p>
          <a:p>
            <a:pPr>
              <a:lnSpc>
                <a:spcPct val="150000"/>
              </a:lnSpc>
            </a:pPr>
            <a:r>
              <a:rPr lang="cs-CZ" dirty="0"/>
              <a:t>Výběr oblasti Grafu =&gt; </a:t>
            </a:r>
            <a:r>
              <a:rPr lang="cs-CZ" b="1" dirty="0"/>
              <a:t>pravý dolní roh tabulky.</a:t>
            </a:r>
          </a:p>
          <a:p>
            <a:pPr>
              <a:lnSpc>
                <a:spcPct val="150000"/>
              </a:lnSpc>
            </a:pPr>
            <a:r>
              <a:rPr lang="cs-CZ" b="1" dirty="0"/>
              <a:t>Smazání dat v tabulce nestačí</a:t>
            </a:r>
            <a:r>
              <a:rPr lang="cs-CZ" dirty="0"/>
              <a:t>, změna oblasti dat    v tabulce se následně projeví v grafu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D1B4EFA-CD65-4944-A5BD-A1B6747633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63" t="14130" r="41574" b="65238"/>
          <a:stretch/>
        </p:blipFill>
        <p:spPr>
          <a:xfrm>
            <a:off x="4785171" y="4517507"/>
            <a:ext cx="4159051" cy="1932784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C4B64603-B690-457E-940B-2899168EA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175" t="22197" r="32236" b="55603"/>
          <a:stretch/>
        </p:blipFill>
        <p:spPr>
          <a:xfrm>
            <a:off x="95304" y="4528528"/>
            <a:ext cx="4159051" cy="1972242"/>
          </a:xfrm>
          <a:prstGeom prst="rect">
            <a:avLst/>
          </a:prstGeom>
        </p:spPr>
      </p:pic>
      <p:sp>
        <p:nvSpPr>
          <p:cNvPr id="9" name="Šipka: doprava, šrafovaná 8">
            <a:extLst>
              <a:ext uri="{FF2B5EF4-FFF2-40B4-BE49-F238E27FC236}">
                <a16:creationId xmlns:a16="http://schemas.microsoft.com/office/drawing/2014/main" id="{9110360C-9199-4451-BA9E-B560B228CAFB}"/>
              </a:ext>
            </a:extLst>
          </p:cNvPr>
          <p:cNvSpPr/>
          <p:nvPr/>
        </p:nvSpPr>
        <p:spPr>
          <a:xfrm>
            <a:off x="3419872" y="5614580"/>
            <a:ext cx="1440160" cy="45117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3E88B9C4-B33A-46C6-9E3C-2DFCC30E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951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>
            <a:extLst>
              <a:ext uri="{FF2B5EF4-FFF2-40B4-BE49-F238E27FC236}">
                <a16:creationId xmlns:a16="http://schemas.microsoft.com/office/drawing/2014/main" id="{B5A6B966-4159-4740-B8AB-42AFE22B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E7B73386-C01E-4F7E-8C7C-C4085C69D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87" t="3778" r="14563" b="9381"/>
          <a:stretch/>
        </p:blipFill>
        <p:spPr>
          <a:xfrm>
            <a:off x="971600" y="692696"/>
            <a:ext cx="7344816" cy="5991824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98EF4F3-4E34-486C-AA95-7F107120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23</a:t>
            </a:fld>
            <a:endParaRPr lang="cs-CZ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Úpravy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463040" y="2119256"/>
            <a:ext cx="7213416" cy="45501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Karty Nástroje grafu =&gt;</a:t>
            </a:r>
            <a:r>
              <a:rPr lang="cs-CZ" dirty="0"/>
              <a:t> karty Návrh a Formát</a:t>
            </a:r>
          </a:p>
          <a:p>
            <a:pPr>
              <a:lnSpc>
                <a:spcPct val="150000"/>
              </a:lnSpc>
            </a:pPr>
            <a:endParaRPr lang="cs-CZ" sz="2400" dirty="0"/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22A09D8-7551-4E50-AD8D-B8BD4F3BB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7" y="3226401"/>
            <a:ext cx="9144000" cy="1049675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D0DF6349-C868-4D0F-A705-C9F1FD274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" y="4809247"/>
            <a:ext cx="9144000" cy="1147948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76898F-24F9-44E0-A5F6-EFC3EEA2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24</a:t>
            </a:fld>
            <a:endParaRPr lang="cs-CZ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089EFA8-6DF4-4341-AF85-112C33CF05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94" t="13139" r="18" b="7556"/>
          <a:stretch/>
        </p:blipFill>
        <p:spPr>
          <a:xfrm>
            <a:off x="3203848" y="2636912"/>
            <a:ext cx="5796136" cy="4077072"/>
          </a:xfrm>
          <a:prstGeom prst="rect">
            <a:avLst/>
          </a:prstGeom>
        </p:spPr>
      </p:pic>
      <p:sp>
        <p:nvSpPr>
          <p:cNvPr id="3" name="Nadpis 2">
            <a:extLst>
              <a:ext uri="{FF2B5EF4-FFF2-40B4-BE49-F238E27FC236}">
                <a16:creationId xmlns:a16="http://schemas.microsoft.com/office/drawing/2014/main" id="{2A6FCF53-74E4-4D13-BFA1-74911572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Dialog Nástroje grafu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1AF0301B-D17C-446E-808A-D8FCC3E3B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2020067"/>
            <a:ext cx="6196405" cy="36038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Pravé tlačítko myši =&gt; dialogová okna </a:t>
            </a:r>
            <a:br>
              <a:rPr lang="cs-CZ" dirty="0"/>
            </a:br>
            <a:r>
              <a:rPr lang="cs-CZ" dirty="0"/>
              <a:t>s možnostmi</a:t>
            </a:r>
          </a:p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045B975-196A-4F9C-A3F6-4DDD83CB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25</a:t>
            </a:fld>
            <a:endParaRPr lang="cs-CZ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99FE80-0667-4CB3-9C8D-87419588A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SmartArt – Vývojový diagram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B7190A8-5165-4E71-B91C-7F5D6B6E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2119257"/>
            <a:ext cx="7213416" cy="360381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Karta Vložení =&gt; skupina Ilustrace</a:t>
            </a:r>
          </a:p>
          <a:p>
            <a:pPr>
              <a:lnSpc>
                <a:spcPct val="200000"/>
              </a:lnSpc>
            </a:pPr>
            <a:r>
              <a:rPr lang="cs-CZ" dirty="0"/>
              <a:t>Textové pole snímku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B7F6B37-2319-4D30-AC25-4F77C6DF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26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297B130-3CD1-402E-8C56-2C044583B5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" r="1" b="9627"/>
          <a:stretch/>
        </p:blipFill>
        <p:spPr>
          <a:xfrm>
            <a:off x="1438723" y="3906018"/>
            <a:ext cx="6266554" cy="199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89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F6C5ED-A285-4D47-ADDC-147026F2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SmartArt</a:t>
            </a:r>
          </a:p>
        </p:txBody>
      </p:sp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B722CAA7-6574-4BB4-BE87-7B9B0F637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563" y="1799663"/>
            <a:ext cx="7330641" cy="4020351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4BF2840-58AF-4EBA-B701-F577FA97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8038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0FC251-6714-4C02-8DB3-805AA189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SmartArt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3951B87-5D69-4810-9BD9-77CFCA7C3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9BFA531-E52B-4BD6-B3AE-6EB37429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28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08F8DB42-5CBF-48B7-93C6-6125969855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762" t="2377" r="2750" b="13583"/>
          <a:stretch/>
        </p:blipFill>
        <p:spPr>
          <a:xfrm>
            <a:off x="-108520" y="2020067"/>
            <a:ext cx="9145016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58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CF383B-B046-4517-9334-EDAAA994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SmartArtu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4EF830B-FD89-4199-9006-3D1474C23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1" y="2119257"/>
            <a:ext cx="5557232" cy="36038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Karty Nástroje obrázku SmartArt =&gt; karty Návrh a Formát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E58B42A-9273-4EEA-8A33-3CBE15DB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29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90FF831-3CF3-45B5-BB9F-47A45E384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3601"/>
            <a:ext cx="9144000" cy="875123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561ADD52-2BEF-43F5-BF7F-EC8746D59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58" y="4772592"/>
            <a:ext cx="9144000" cy="95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95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24E232-EBB3-46B7-8B4F-A7C20546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Převedení textu na SmartArt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FB10E05-7224-4047-B0F7-E1AA0CDA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30</a:t>
            </a:fld>
            <a:endParaRPr lang="cs-CZ"/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2FB146D3-A5A5-4FAD-B240-2FFAB8BF3B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2994" y="2121789"/>
            <a:ext cx="7649446" cy="36027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Text s odrážkami =&gt; karta Domů =&gt; skupina Odstavec, ikona Převést na SmartArt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7D84A96C-F08B-44D1-A216-C2BE30FD0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982" t="8095" r="9286" b="42064"/>
          <a:stretch/>
        </p:blipFill>
        <p:spPr>
          <a:xfrm>
            <a:off x="2031678" y="3212976"/>
            <a:ext cx="5638524" cy="353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02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2FB6DD03-7DFB-4E09-93EB-6EB894A81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13" t="24524" r="19288" b="14983"/>
          <a:stretch/>
        </p:blipFill>
        <p:spPr>
          <a:xfrm>
            <a:off x="323528" y="202225"/>
            <a:ext cx="3334653" cy="2571783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0F2208B-BAF3-466B-99AB-36386499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31</a:t>
            </a:fld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DC584993-E2C3-4774-8D11-61DFFF51D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683" y="1488116"/>
            <a:ext cx="6208281" cy="3502397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029863E4-13CC-4CE0-BD85-42598B6DA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65" y="4509120"/>
            <a:ext cx="3352703" cy="219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11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4336AEB5-ED87-9B46-8315-F70DEFBE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8150BB6-A264-E1F8-3D69-FA6BBDCAD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NAVRÁTIL, Pavel. </a:t>
            </a:r>
            <a:r>
              <a:rPr lang="cs-CZ" i="1" dirty="0">
                <a:solidFill>
                  <a:schemeClr val="tx1"/>
                </a:solidFill>
              </a:rPr>
              <a:t>S počítačem nejen k maturitě - 1. díl</a:t>
            </a:r>
            <a:r>
              <a:rPr lang="cs-CZ" dirty="0">
                <a:solidFill>
                  <a:schemeClr val="tx1"/>
                </a:solidFill>
              </a:rPr>
              <a:t>. Olomouc: </a:t>
            </a:r>
            <a:r>
              <a:rPr lang="cs-CZ" dirty="0" err="1">
                <a:solidFill>
                  <a:schemeClr val="tx1"/>
                </a:solidFill>
              </a:rPr>
              <a:t>Computer</a:t>
            </a:r>
            <a:r>
              <a:rPr lang="cs-CZ" dirty="0">
                <a:solidFill>
                  <a:schemeClr val="tx1"/>
                </a:solidFill>
              </a:rPr>
              <a:t> Media, 2008. 120 s. ISBN 80-86686-60-4.</a:t>
            </a:r>
          </a:p>
          <a:p>
            <a:r>
              <a:rPr lang="cs-CZ" b="0" i="0">
                <a:solidFill>
                  <a:srgbClr val="212529"/>
                </a:solidFill>
                <a:effectLst/>
                <a:latin typeface="-apple-system"/>
              </a:rPr>
              <a:t>Vime</a:t>
            </a:r>
            <a:r>
              <a:rPr lang="cs-CZ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cs-CZ" i="1" dirty="0">
                <a:solidFill>
                  <a:srgbClr val="0F0F0F"/>
                </a:solidFill>
                <a:effectLst/>
                <a:latin typeface="YouTube Sans"/>
              </a:rPr>
              <a:t>Video tutoriál PowerPoint 2010: Vložení obrázků a klipartů</a:t>
            </a:r>
            <a:r>
              <a:rPr lang="cs-CZ" i="1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cs-CZ" b="0" dirty="0">
                <a:solidFill>
                  <a:srgbClr val="212529"/>
                </a:solidFill>
                <a:effectLst/>
                <a:latin typeface="-apple-system"/>
              </a:rPr>
              <a:t>In: YouTube, [online] 18.03.2013 [cit. 10.09.2022]</a:t>
            </a:r>
            <a:r>
              <a:rPr lang="cs-CZ" b="0" i="1" dirty="0">
                <a:solidFill>
                  <a:srgbClr val="212529"/>
                </a:solidFill>
                <a:effectLst/>
                <a:latin typeface="-apple-system"/>
              </a:rPr>
              <a:t>, Dostupné z: </a:t>
            </a:r>
            <a:r>
              <a:rPr lang="cs-CZ" i="0" dirty="0">
                <a:solidFill>
                  <a:srgbClr val="0F0F0F"/>
                </a:solidFill>
                <a:effectLst/>
                <a:latin typeface="YouTube Sans"/>
                <a:hlinkClick r:id="rId2"/>
              </a:rPr>
              <a:t>https://www.youtube.com/watch?v=5UE-OuOiuN4</a:t>
            </a:r>
            <a:endParaRPr lang="cs-CZ" i="0" dirty="0">
              <a:solidFill>
                <a:srgbClr val="0F0F0F"/>
              </a:solidFill>
              <a:effectLst/>
              <a:latin typeface="YouTube Sans"/>
            </a:endParaRPr>
          </a:p>
          <a:p>
            <a:endParaRPr lang="cs-CZ" b="1" i="0" dirty="0">
              <a:solidFill>
                <a:srgbClr val="0F0F0F"/>
              </a:solidFill>
              <a:effectLst/>
              <a:latin typeface="YouTube Sans"/>
            </a:endParaRPr>
          </a:p>
          <a:p>
            <a:endParaRPr lang="cs-CZ" dirty="0">
              <a:solidFill>
                <a:schemeClr val="tx1"/>
              </a:solidFill>
            </a:endParaRPr>
          </a:p>
          <a:p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F446CBEC-B323-1D84-1BF0-4D33E105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51529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Špendlík">
  <a:themeElements>
    <a:clrScheme name="Špendlík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Špendlík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Špendlí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746E8B3FF2B2428A148D03C368DE4A" ma:contentTypeVersion="13" ma:contentTypeDescription="Vytvoří nový dokument" ma:contentTypeScope="" ma:versionID="9d94cbd9914ef4824ad723384dcde04a">
  <xsd:schema xmlns:xsd="http://www.w3.org/2001/XMLSchema" xmlns:xs="http://www.w3.org/2001/XMLSchema" xmlns:p="http://schemas.microsoft.com/office/2006/metadata/properties" xmlns:ns3="ea85f2e0-d32a-4312-be8a-c00aff2510cf" xmlns:ns4="c52afa11-cb76-49c2-a807-b2856752eead" targetNamespace="http://schemas.microsoft.com/office/2006/metadata/properties" ma:root="true" ma:fieldsID="f78cee60d32ecf43d3cd1d8f83bcfaea" ns3:_="" ns4:_="">
    <xsd:import namespace="ea85f2e0-d32a-4312-be8a-c00aff2510cf"/>
    <xsd:import namespace="c52afa11-cb76-49c2-a807-b2856752eea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85f2e0-d32a-4312-be8a-c00aff2510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2afa11-cb76-49c2-a807-b2856752ee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C3C069-FAA8-4B8D-8E3A-0FED5E663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85f2e0-d32a-4312-be8a-c00aff2510cf"/>
    <ds:schemaRef ds:uri="c52afa11-cb76-49c2-a807-b2856752ee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DBDEA6-D63E-40F9-86AE-B41B30F749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2F4E47-8187-4967-A597-3512ABA25F58}">
  <ds:schemaRefs>
    <ds:schemaRef ds:uri="c52afa11-cb76-49c2-a807-b2856752eead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a85f2e0-d32a-4312-be8a-c00aff2510cf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5200</TotalTime>
  <Words>457</Words>
  <Application>Microsoft Office PowerPoint</Application>
  <PresentationFormat>Předvádění na obrazovce (4:3)</PresentationFormat>
  <Paragraphs>112</Paragraphs>
  <Slides>32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32</vt:i4>
      </vt:variant>
    </vt:vector>
  </HeadingPairs>
  <TitlesOfParts>
    <vt:vector size="40" baseType="lpstr">
      <vt:lpstr>-apple-system</vt:lpstr>
      <vt:lpstr>Brush Script MT</vt:lpstr>
      <vt:lpstr>Calibri</vt:lpstr>
      <vt:lpstr>Constantia</vt:lpstr>
      <vt:lpstr>Franklin Gothic Book</vt:lpstr>
      <vt:lpstr>Rage Italic</vt:lpstr>
      <vt:lpstr>YouTube Sans</vt:lpstr>
      <vt:lpstr>Špendlík</vt:lpstr>
      <vt:lpstr>Grafické objekty</vt:lpstr>
      <vt:lpstr>Grafické objekty</vt:lpstr>
      <vt:lpstr>Obrázky - výběr</vt:lpstr>
      <vt:lpstr>Obrázek</vt:lpstr>
      <vt:lpstr>Prezentace aplikace PowerPoint</vt:lpstr>
      <vt:lpstr>Úpravy obrázků</vt:lpstr>
      <vt:lpstr>Prezentace aplikace PowerPoint</vt:lpstr>
      <vt:lpstr>Vlastní grafické objekty</vt:lpstr>
      <vt:lpstr>Prezentace aplikace PowerPoint</vt:lpstr>
      <vt:lpstr>Obrazce</vt:lpstr>
      <vt:lpstr>Fotoalba</vt:lpstr>
      <vt:lpstr>Vytvoření fotoalba</vt:lpstr>
      <vt:lpstr>Vytvoření fotoalba</vt:lpstr>
      <vt:lpstr>Prezentace aplikace PowerPoint</vt:lpstr>
      <vt:lpstr>Prezentace aplikace PowerPoint</vt:lpstr>
      <vt:lpstr>Automatické vytvoření</vt:lpstr>
      <vt:lpstr>Práce s fotoalbem</vt:lpstr>
      <vt:lpstr>Prezentace aplikace PowerPoint</vt:lpstr>
      <vt:lpstr>Grafy</vt:lpstr>
      <vt:lpstr>Tvorba grafu</vt:lpstr>
      <vt:lpstr>Prezentace aplikace PowerPoint</vt:lpstr>
      <vt:lpstr>Úprava grafu</vt:lpstr>
      <vt:lpstr>Prezentace aplikace PowerPoint</vt:lpstr>
      <vt:lpstr>Úpravy grafu</vt:lpstr>
      <vt:lpstr>Dialog Nástroje grafu</vt:lpstr>
      <vt:lpstr>SmartArt – Vývojový diagram</vt:lpstr>
      <vt:lpstr>SmartArt</vt:lpstr>
      <vt:lpstr>SmartArt</vt:lpstr>
      <vt:lpstr>Úprava SmartArtu</vt:lpstr>
      <vt:lpstr>Převedení textu na SmartArt</vt:lpstr>
      <vt:lpstr>Prezentace aplikace PowerPoint</vt:lpstr>
      <vt:lpstr>Zdroj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66</cp:revision>
  <cp:lastPrinted>2018-04-23T12:43:07Z</cp:lastPrinted>
  <dcterms:created xsi:type="dcterms:W3CDTF">2012-06-27T10:00:20Z</dcterms:created>
  <dcterms:modified xsi:type="dcterms:W3CDTF">2023-11-28T10:19:35Z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0x01010019746E8B3FF2B2428A148D03C368DE4A</vt:lpwstr>
  </property>
</Properties>
</file>