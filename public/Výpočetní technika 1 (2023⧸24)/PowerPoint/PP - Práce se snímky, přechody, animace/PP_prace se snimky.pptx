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4"/>
  </p:notesMasterIdLst>
  <p:sldIdLst>
    <p:sldId id="259" r:id="rId6"/>
    <p:sldId id="256" r:id="rId7"/>
    <p:sldId id="257" r:id="rId8"/>
    <p:sldId id="260" r:id="rId9"/>
    <p:sldId id="261" r:id="rId10"/>
    <p:sldId id="263" r:id="rId11"/>
    <p:sldId id="264" r:id="rId12"/>
    <p:sldId id="262" r:id="rId13"/>
  </p:sldIdLst>
  <p:sldSz cx="12192000" cy="6858000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1FF9F-A37A-4244-A80D-9009B455E716}" v="3" dt="2021-04-07T09:51:1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75843" autoAdjust="0"/>
  </p:normalViewPr>
  <p:slideViewPr>
    <p:cSldViewPr snapToGrid="0">
      <p:cViewPr varScale="1">
        <p:scale>
          <a:sx n="47" d="100"/>
          <a:sy n="47" d="100"/>
        </p:scale>
        <p:origin x="13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8BD1FF9F-A37A-4244-A80D-9009B455E716}"/>
    <pc:docChg chg="custSel addSld modSld modMainMaster">
      <pc:chgData name="Votavová Gabriela" userId="f151b92f-625a-445a-9d4b-1ed80f6e2b7e" providerId="ADAL" clId="{8BD1FF9F-A37A-4244-A80D-9009B455E716}" dt="2021-04-07T10:17:59.129" v="454" actId="20577"/>
      <pc:docMkLst>
        <pc:docMk/>
      </pc:docMkLst>
      <pc:sldChg chg="modTransition">
        <pc:chgData name="Votavová Gabriela" userId="f151b92f-625a-445a-9d4b-1ed80f6e2b7e" providerId="ADAL" clId="{8BD1FF9F-A37A-4244-A80D-9009B455E716}" dt="2021-04-06T11:38:12.463" v="1"/>
        <pc:sldMkLst>
          <pc:docMk/>
          <pc:sldMk cId="2611372441" sldId="256"/>
        </pc:sldMkLst>
      </pc:sldChg>
      <pc:sldChg chg="modTransition">
        <pc:chgData name="Votavová Gabriela" userId="f151b92f-625a-445a-9d4b-1ed80f6e2b7e" providerId="ADAL" clId="{8BD1FF9F-A37A-4244-A80D-9009B455E716}" dt="2021-04-06T11:38:12.463" v="1"/>
        <pc:sldMkLst>
          <pc:docMk/>
          <pc:sldMk cId="832495730" sldId="257"/>
        </pc:sldMkLst>
      </pc:sldChg>
      <pc:sldChg chg="addSp delSp modSp mod modTransition modNotesTx">
        <pc:chgData name="Votavová Gabriela" userId="f151b92f-625a-445a-9d4b-1ed80f6e2b7e" providerId="ADAL" clId="{8BD1FF9F-A37A-4244-A80D-9009B455E716}" dt="2021-04-07T10:01:12.451" v="426" actId="20577"/>
        <pc:sldMkLst>
          <pc:docMk/>
          <pc:sldMk cId="3315378629" sldId="259"/>
        </pc:sldMkLst>
        <pc:picChg chg="add del mod">
          <ac:chgData name="Votavová Gabriela" userId="f151b92f-625a-445a-9d4b-1ed80f6e2b7e" providerId="ADAL" clId="{8BD1FF9F-A37A-4244-A80D-9009B455E716}" dt="2021-04-07T09:58:56.376" v="368" actId="478"/>
          <ac:picMkLst>
            <pc:docMk/>
            <pc:sldMk cId="3315378629" sldId="259"/>
            <ac:picMk id="5" creationId="{2594869F-24F4-459D-8639-15309EB6EDCA}"/>
          </ac:picMkLst>
        </pc:picChg>
        <pc:picChg chg="add del mod">
          <ac:chgData name="Votavová Gabriela" userId="f151b92f-625a-445a-9d4b-1ed80f6e2b7e" providerId="ADAL" clId="{8BD1FF9F-A37A-4244-A80D-9009B455E716}" dt="2021-04-07T09:59:52.112" v="378" actId="478"/>
          <ac:picMkLst>
            <pc:docMk/>
            <pc:sldMk cId="3315378629" sldId="259"/>
            <ac:picMk id="8" creationId="{FCC5608E-731B-4BE8-955E-8295D4F56E03}"/>
          </ac:picMkLst>
        </pc:picChg>
        <pc:picChg chg="add del mod">
          <ac:chgData name="Votavová Gabriela" userId="f151b92f-625a-445a-9d4b-1ed80f6e2b7e" providerId="ADAL" clId="{8BD1FF9F-A37A-4244-A80D-9009B455E716}" dt="2021-04-07T09:59:49.689" v="377" actId="478"/>
          <ac:picMkLst>
            <pc:docMk/>
            <pc:sldMk cId="3315378629" sldId="259"/>
            <ac:picMk id="10" creationId="{BF082911-828F-4445-BF83-934E86B50028}"/>
          </ac:picMkLst>
        </pc:picChg>
      </pc:sldChg>
      <pc:sldChg chg="modTransition modNotesTx">
        <pc:chgData name="Votavová Gabriela" userId="f151b92f-625a-445a-9d4b-1ed80f6e2b7e" providerId="ADAL" clId="{8BD1FF9F-A37A-4244-A80D-9009B455E716}" dt="2021-04-07T10:17:59.129" v="454" actId="20577"/>
        <pc:sldMkLst>
          <pc:docMk/>
          <pc:sldMk cId="4077969782" sldId="260"/>
        </pc:sldMkLst>
      </pc:sldChg>
      <pc:sldChg chg="modSp mod modTransition">
        <pc:chgData name="Votavová Gabriela" userId="f151b92f-625a-445a-9d4b-1ed80f6e2b7e" providerId="ADAL" clId="{8BD1FF9F-A37A-4244-A80D-9009B455E716}" dt="2021-04-07T10:17:02.359" v="448" actId="20577"/>
        <pc:sldMkLst>
          <pc:docMk/>
          <pc:sldMk cId="365472336" sldId="261"/>
        </pc:sldMkLst>
        <pc:spChg chg="mod">
          <ac:chgData name="Votavová Gabriela" userId="f151b92f-625a-445a-9d4b-1ed80f6e2b7e" providerId="ADAL" clId="{8BD1FF9F-A37A-4244-A80D-9009B455E716}" dt="2021-04-07T10:17:02.359" v="448" actId="20577"/>
          <ac:spMkLst>
            <pc:docMk/>
            <pc:sldMk cId="365472336" sldId="261"/>
            <ac:spMk id="9" creationId="{5A46CCB5-3312-4CA8-A146-5064F74138B8}"/>
          </ac:spMkLst>
        </pc:spChg>
      </pc:sldChg>
      <pc:sldChg chg="modSp mod modTransition modNotesTx">
        <pc:chgData name="Votavová Gabriela" userId="f151b92f-625a-445a-9d4b-1ed80f6e2b7e" providerId="ADAL" clId="{8BD1FF9F-A37A-4244-A80D-9009B455E716}" dt="2021-04-07T10:16:37.850" v="438" actId="20577"/>
        <pc:sldMkLst>
          <pc:docMk/>
          <pc:sldMk cId="3517473660" sldId="262"/>
        </pc:sldMkLst>
        <pc:spChg chg="mod">
          <ac:chgData name="Votavová Gabriela" userId="f151b92f-625a-445a-9d4b-1ed80f6e2b7e" providerId="ADAL" clId="{8BD1FF9F-A37A-4244-A80D-9009B455E716}" dt="2021-04-07T10:16:37.850" v="438" actId="20577"/>
          <ac:spMkLst>
            <pc:docMk/>
            <pc:sldMk cId="3517473660" sldId="262"/>
            <ac:spMk id="6" creationId="{222E2114-A141-412F-AE42-7B4E1A058BC5}"/>
          </ac:spMkLst>
        </pc:spChg>
      </pc:sldChg>
      <pc:sldChg chg="modTransition">
        <pc:chgData name="Votavová Gabriela" userId="f151b92f-625a-445a-9d4b-1ed80f6e2b7e" providerId="ADAL" clId="{8BD1FF9F-A37A-4244-A80D-9009B455E716}" dt="2021-04-06T11:38:12.463" v="1"/>
        <pc:sldMkLst>
          <pc:docMk/>
          <pc:sldMk cId="2979187888" sldId="263"/>
        </pc:sldMkLst>
      </pc:sldChg>
      <pc:sldChg chg="addSp delSp modSp new mod modClrScheme chgLayout modNotesTx">
        <pc:chgData name="Votavová Gabriela" userId="f151b92f-625a-445a-9d4b-1ed80f6e2b7e" providerId="ADAL" clId="{8BD1FF9F-A37A-4244-A80D-9009B455E716}" dt="2021-04-06T11:41:14.595" v="247" actId="20577"/>
        <pc:sldMkLst>
          <pc:docMk/>
          <pc:sldMk cId="3428416801" sldId="264"/>
        </pc:sldMkLst>
        <pc:spChg chg="del mod ord">
          <ac:chgData name="Votavová Gabriela" userId="f151b92f-625a-445a-9d4b-1ed80f6e2b7e" providerId="ADAL" clId="{8BD1FF9F-A37A-4244-A80D-9009B455E716}" dt="2021-04-06T11:38:35.816" v="3" actId="700"/>
          <ac:spMkLst>
            <pc:docMk/>
            <pc:sldMk cId="3428416801" sldId="264"/>
            <ac:spMk id="2" creationId="{927D1F81-71C1-4639-A06D-F40D05793313}"/>
          </ac:spMkLst>
        </pc:spChg>
        <pc:spChg chg="del mod ord">
          <ac:chgData name="Votavová Gabriela" userId="f151b92f-625a-445a-9d4b-1ed80f6e2b7e" providerId="ADAL" clId="{8BD1FF9F-A37A-4244-A80D-9009B455E716}" dt="2021-04-06T11:38:35.816" v="3" actId="700"/>
          <ac:spMkLst>
            <pc:docMk/>
            <pc:sldMk cId="3428416801" sldId="264"/>
            <ac:spMk id="3" creationId="{C9DA6E6F-DCB4-4363-88FF-0826D4B74314}"/>
          </ac:spMkLst>
        </pc:spChg>
        <pc:spChg chg="del">
          <ac:chgData name="Votavová Gabriela" userId="f151b92f-625a-445a-9d4b-1ed80f6e2b7e" providerId="ADAL" clId="{8BD1FF9F-A37A-4244-A80D-9009B455E716}" dt="2021-04-06T11:38:35.816" v="3" actId="700"/>
          <ac:spMkLst>
            <pc:docMk/>
            <pc:sldMk cId="3428416801" sldId="264"/>
            <ac:spMk id="4" creationId="{8E890D85-CC01-4411-8611-8AE5E6BB7677}"/>
          </ac:spMkLst>
        </pc:spChg>
        <pc:spChg chg="add mod ord">
          <ac:chgData name="Votavová Gabriela" userId="f151b92f-625a-445a-9d4b-1ed80f6e2b7e" providerId="ADAL" clId="{8BD1FF9F-A37A-4244-A80D-9009B455E716}" dt="2021-04-06T11:38:43.801" v="23" actId="20577"/>
          <ac:spMkLst>
            <pc:docMk/>
            <pc:sldMk cId="3428416801" sldId="264"/>
            <ac:spMk id="5" creationId="{9C0549EF-86AA-4307-9A96-02A4BC325C3A}"/>
          </ac:spMkLst>
        </pc:spChg>
        <pc:spChg chg="add mod ord">
          <ac:chgData name="Votavová Gabriela" userId="f151b92f-625a-445a-9d4b-1ed80f6e2b7e" providerId="ADAL" clId="{8BD1FF9F-A37A-4244-A80D-9009B455E716}" dt="2021-04-06T11:40:22.142" v="191" actId="6549"/>
          <ac:spMkLst>
            <pc:docMk/>
            <pc:sldMk cId="3428416801" sldId="264"/>
            <ac:spMk id="6" creationId="{2E0CAA28-8547-40BA-9C0D-2949CC156900}"/>
          </ac:spMkLst>
        </pc:spChg>
      </pc:sldChg>
      <pc:sldMasterChg chg="modTransition modSldLayout">
        <pc:chgData name="Votavová Gabriela" userId="f151b92f-625a-445a-9d4b-1ed80f6e2b7e" providerId="ADAL" clId="{8BD1FF9F-A37A-4244-A80D-9009B455E716}" dt="2021-04-06T11:38:12.463" v="1"/>
        <pc:sldMasterMkLst>
          <pc:docMk/>
          <pc:sldMasterMk cId="1719978153" sldId="2147483648"/>
        </pc:sldMasterMkLst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283792572" sldId="2147483649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978701737" sldId="2147483650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1151865741" sldId="2147483651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3923824412" sldId="2147483652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2269918130" sldId="2147483653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627888564" sldId="2147483654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2642301444" sldId="2147483655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1212626261" sldId="2147483656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3058753755" sldId="2147483657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1375566570" sldId="2147483658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1327433934" sldId="2147483659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719978153" sldId="2147483648"/>
            <pc:sldLayoutMk cId="2587547398" sldId="2147483678"/>
          </pc:sldLayoutMkLst>
        </pc:sldLayoutChg>
      </pc:sldMasterChg>
      <pc:sldMasterChg chg="modTransition modSldLayout">
        <pc:chgData name="Votavová Gabriela" userId="f151b92f-625a-445a-9d4b-1ed80f6e2b7e" providerId="ADAL" clId="{8BD1FF9F-A37A-4244-A80D-9009B455E716}" dt="2021-04-06T11:38:12.463" v="1"/>
        <pc:sldMasterMkLst>
          <pc:docMk/>
          <pc:sldMasterMk cId="1510340069" sldId="2147483660"/>
        </pc:sldMasterMkLst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76688716" sldId="2147483661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7442003" sldId="2147483662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695012980" sldId="2147483663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3719850195" sldId="2147483664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2760650178" sldId="2147483665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882286171" sldId="2147483666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486140535" sldId="2147483667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3132005438" sldId="2147483668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3533961363" sldId="2147483669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2930343668" sldId="2147483670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2181556844" sldId="2147483671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14956926" sldId="2147483672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313113709" sldId="2147483673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666461819" sldId="2147483674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1695259292" sldId="2147483675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3746146190" sldId="2147483676"/>
          </pc:sldLayoutMkLst>
        </pc:sldLayoutChg>
        <pc:sldLayoutChg chg="modTransition">
          <pc:chgData name="Votavová Gabriela" userId="f151b92f-625a-445a-9d4b-1ed80f6e2b7e" providerId="ADAL" clId="{8BD1FF9F-A37A-4244-A80D-9009B455E716}" dt="2021-04-06T11:38:12.463" v="1"/>
          <pc:sldLayoutMkLst>
            <pc:docMk/>
            <pc:sldMasterMk cId="1510340069" sldId="2147483660"/>
            <pc:sldLayoutMk cId="636180674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CF9D2-C65C-44F4-9A42-F3C81059606D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2F49B-8F22-4ED0-AB78-109BB8A5BB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472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Tento snímek přesuňte na konec prezentace. Doplňte své jméno a příjmení.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Motiv tohoto snímku aplikujte na všechny snímky prezentace a změňte jeho barevnost na jinou (u všech snímků).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A1120-2CA3-4FA0-95F9-EBCB1FEA642C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72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Jen na tento úvodní snímek použijte libovolný Návrh designu.</a:t>
            </a:r>
          </a:p>
          <a:p>
            <a:endParaRPr lang="cs-CZ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Nastavte v prezentaci volbu, aby se nepsalo na začátku automaticky velké písmeno – nastavení </a:t>
            </a:r>
            <a:r>
              <a:rPr lang="cs-CZ" dirty="0" err="1"/>
              <a:t>vyscreenujte</a:t>
            </a:r>
            <a:r>
              <a:rPr lang="cs-CZ" dirty="0"/>
              <a:t> (</a:t>
            </a:r>
            <a:r>
              <a:rPr lang="cs-CZ" dirty="0" err="1"/>
              <a:t>prt</a:t>
            </a:r>
            <a:r>
              <a:rPr lang="cs-CZ" dirty="0"/>
              <a:t> </a:t>
            </a:r>
            <a:r>
              <a:rPr lang="cs-CZ" dirty="0" err="1"/>
              <a:t>sc</a:t>
            </a:r>
            <a:r>
              <a:rPr lang="cs-CZ" dirty="0"/>
              <a:t> - printscreen). Za tento snímek vložte nový snímek s rozložením Prázdný, do kterého vložte printscreen obrazovky s předcházejícím úkolem (nastavení oprav písmen). Upravte velikost obrázku tak, aby šířka obrázku byla 25 cm a zarovnejte ho na střed snímku.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068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Změňte rozložení tohoto snímku na nadpis a dva obsahy (Dva obsahy).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Obsah levého rámečku rovnoměrně rozložte mezi dva nově vzniklé rámečky.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Nově vzniklý snímek duplikujte a změňte: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nadpis na Karty v PowerPointu, 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odrážky na libovolné jiné odrážky.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3742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Odstraňte nevyužité textové pole.</a:t>
            </a:r>
          </a:p>
          <a:p>
            <a:endParaRPr lang="cs-CZ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Nastavte libovolné animace takto: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nadpis – animace ze skupiny Zvýrazňující - po kliknutí, doba trvání 3 s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podnadpis „Lze vkládat“ – animace ze skupiny Závěrečné - s předchozím, zpoždění 1,3 s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jednotlivé odrážky v levém rámečku – objevení se při kliknutí postupně po odstavcích, se zpožděním 1 s, doba trvání 2 s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cs-CZ" dirty="0"/>
              <a:t>odrážky v pravém rámečku – libovolná animace - objevení se všechny najednou.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593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Nastavte Přechody - zadání viz snímek.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8338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Upravte snímek: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Smažte textová pole v levé části snímku (psaná zelenou barvou).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Změňte rozložení tohoto snímku na Nadpis a obsah a vložte nadpis Nápověda.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Do zbylého textového pole vložte informace z nápovědy o uložení návrhu snímku jako šablony (stačí 3 věty).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682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Dopište informaci a upravte: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Do volného textového pole napište čtyři základní způsoby zobrazení prezentace.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Upravte odrážky na libovolné číslování a nastavte v odstavci řádkování dvojité.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3804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Zadání úkolu na snímku.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329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1E65F9-64AD-4B82-8ACB-794F0B68B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0CB2C37-646E-4A12-AB36-90D27EAF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EDE236-219C-4623-A1E3-5FA0053A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B6372F-5198-43DA-BC1D-F6D04FF7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6546EC-4F67-4B83-B122-97F43A1D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79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AA22BC-E7F6-42D0-82F8-FBB2AE00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9F8BD22-4C80-444D-8DF2-8B8970F04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06D8A9F-488D-469A-84E4-6F76C69B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44BB9D-2CB4-4152-AE78-56A6AD1B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ADA41A-ACF5-4C15-94D6-348980A0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870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0FF571-A721-49B6-9BD9-9A621C44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EA8B7A1-404E-408B-9501-9104D42A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C253A3-0619-4F1C-B9D1-516D642B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E91A08-F04E-482E-9B16-CFA91E2C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78ABD14-0AF7-4CDC-82A0-4578FE01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186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30D417-E826-4381-A09C-2ED7AEA2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E608FDE-47AE-4E03-AC28-37B1946DD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6A4A8AFF-C020-46E7-9AC6-C1D31CE9C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3012FC-6A85-4FB1-8894-0CC7C38C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773D940-84DD-49ED-AD3F-C3063AA0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C4F6838-BC6D-4A84-B072-ACACDE6E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382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32D10-C78E-4EFB-A766-E2CB9F55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0218866-4ED5-4164-8252-B941D72C7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7008B7B0-F9D6-4DE5-825F-9205E18FF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4607653C-3271-4693-A784-037512165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AB93AD88-89F6-4E85-A307-4BBD47AEB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BAD816B-5F1B-49C4-8716-5A155F21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51E24B5-94DD-4B16-9881-6757263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E3E46D5-2CB0-47C8-9D25-14DBDE96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991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767F88-CAB7-4C71-BC9E-21BE164A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A0E5CE3-A1AD-4B90-8DCC-F2119972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153FE49-A8BC-4FE6-B631-3BB6DF4D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969D76F-96EB-42B4-91F1-B363C307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788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A244D87-B299-4F26-B652-F2A19E32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83F3C3C-480C-4A24-8DA7-8B2E11A3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7438D3C-05FC-48C0-8C75-72609E68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230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142C0E-7211-4342-A3D2-CD8CF22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6CE380E-D11C-43A0-BCD6-EA002A26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C25370A1-64F1-4072-9F2A-B3E04A2C7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020146-05B9-4BEB-81E7-0C2E3C92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DBC2543-63CA-4033-AFA0-CD1FED74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A3597C-0A96-4310-8FA2-D0BC1DCF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62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E08AEF-7A36-456B-A229-912BD62C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0B12CAA-1FA4-4DB6-B1BA-810A7660F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ACD503F3-A018-4642-977A-9B20DE8A3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978D0F9-66D2-4844-B867-1E4CD6B7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00EE887-4E41-4EAE-861A-87B8E2FF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A5EA6A9-75C9-4553-9D8F-BEE33450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75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12E5F4-6DC7-4BAF-8E74-602A6B4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F2DF416-C4EB-4596-9DE7-C23DBC6A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C1EE930-7296-46D6-AD1F-C14329AE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29CEC3-8322-4BDE-A366-9CE2B42A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11BD3B-C48F-4AA4-BDFD-BDF905F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556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E427F40-5449-4041-A349-3F53904B8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7B71A49-7DEB-43FE-A8A3-70B05756E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0FDCB3A-F480-46FB-9994-5090E1CB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D3D067-6124-4EFD-9036-21AA90A4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9EF0EF-F12D-4B8F-84A1-B146B5A9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743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2AD1-7237-400D-9B2F-A2FECA75AC33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754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6D0C-8C07-4830-96E4-498783F970C4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68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E24E-1A7C-42E3-A9AC-398E2A74D581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4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253B-C25F-4EE9-B22D-8A6385A90115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01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325CD-10CC-4B6F-875B-4A4959232B6D}" type="datetime1">
              <a:rPr lang="cs-CZ" smtClean="0"/>
              <a:t>07.04.2021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985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DFA60-8E2E-4ABB-9159-650F96DA85CA}" type="datetime1">
              <a:rPr lang="cs-CZ" smtClean="0"/>
              <a:t>07.04.2021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65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F12-93C7-42E9-9118-136BBF9F9999}" type="datetime1">
              <a:rPr lang="cs-CZ" smtClean="0"/>
              <a:t>07.04.2021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28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38732-C9B7-452F-8619-E0374C4AAA01}" type="datetime1">
              <a:rPr lang="cs-CZ" smtClean="0"/>
              <a:t>07.04.2021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614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5D96-13B3-4751-9772-D62388611304}" type="datetime1">
              <a:rPr lang="cs-CZ" smtClean="0"/>
              <a:t>07.04.2021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200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D70F-93E5-4DAE-BA21-119877E8F47A}" type="datetime1">
              <a:rPr lang="cs-CZ" smtClean="0"/>
              <a:t>07.04.2021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396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2EDF-65DB-4014-949D-FF9445ABF76C}" type="datetime1">
              <a:rPr lang="cs-CZ" smtClean="0"/>
              <a:t>07.04.2021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3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5725-61D0-43FD-AB08-AD57E5BE1B5B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155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1B2E3-1BDF-4766-8EF7-3FB3E81D6E12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9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2AD1-7237-400D-9B2F-A2FECA75AC33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11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2938-FD2B-4BEF-88C6-3C9FB898E813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646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98F5-9A6B-4614-B237-19A39F1F2575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25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DCF1-7B3D-457C-A86A-48AD5AAE27D7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614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C85D-E61F-4356-843F-5AE851B0D1C8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618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DF3E506-A3D5-48B7-929E-F08AEEF3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03CA608-B102-4DB5-9457-B0252ECD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8A894FC-6C40-4855-B3A4-F8656D987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67510-E620-42E8-BB30-EC3603E7A4F8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74279F-3CD1-402D-A822-A77E95B3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11B4CD-7C16-4C40-A2E3-6B9584BA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997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8" r:id="rId12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6BE388-4B39-42FF-881D-2C28496B8F45}" type="datetime1">
              <a:rPr lang="cs-CZ" smtClean="0"/>
              <a:t>07.04.2021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034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Jméno Příjmení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Prezentace o PowerPointu</a:t>
            </a:r>
          </a:p>
        </p:txBody>
      </p:sp>
    </p:spTree>
    <p:extLst>
      <p:ext uri="{BB962C8B-B14F-4D97-AF65-F5344CB8AC3E}">
        <p14:creationId xmlns:p14="http://schemas.microsoft.com/office/powerpoint/2010/main" val="331537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1264-D50B-474B-9F15-CAA7D7892B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PowerPoint	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9AB6464-BA03-463D-929B-F7FACE1F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práce se snímky</a:t>
            </a:r>
          </a:p>
        </p:txBody>
      </p:sp>
    </p:spTree>
    <p:extLst>
      <p:ext uri="{BB962C8B-B14F-4D97-AF65-F5344CB8AC3E}">
        <p14:creationId xmlns:p14="http://schemas.microsoft.com/office/powerpoint/2010/main" val="261137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DA289D-DB16-49B9-9332-ACC12F1E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Karty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9CA9090-FE50-4EB2-BDCC-C9E990AD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Domů</a:t>
            </a:r>
          </a:p>
          <a:p>
            <a:r>
              <a:rPr lang="cs-CZ" dirty="0"/>
              <a:t>Vložení</a:t>
            </a:r>
          </a:p>
          <a:p>
            <a:r>
              <a:rPr lang="cs-CZ" dirty="0"/>
              <a:t>Návrh</a:t>
            </a:r>
          </a:p>
          <a:p>
            <a:r>
              <a:rPr lang="cs-CZ" dirty="0"/>
              <a:t>Přechody</a:t>
            </a:r>
          </a:p>
          <a:p>
            <a:r>
              <a:rPr lang="cs-CZ" dirty="0"/>
              <a:t>Animace</a:t>
            </a:r>
          </a:p>
          <a:p>
            <a:r>
              <a:rPr lang="cs-CZ" dirty="0"/>
              <a:t>Prezentace</a:t>
            </a:r>
          </a:p>
          <a:p>
            <a:r>
              <a:rPr lang="cs-CZ" dirty="0"/>
              <a:t>Revize</a:t>
            </a:r>
          </a:p>
          <a:p>
            <a:r>
              <a:rPr lang="cs-CZ" dirty="0"/>
              <a:t>Zobrazení</a:t>
            </a:r>
          </a:p>
        </p:txBody>
      </p:sp>
    </p:spTree>
    <p:extLst>
      <p:ext uri="{BB962C8B-B14F-4D97-AF65-F5344CB8AC3E}">
        <p14:creationId xmlns:p14="http://schemas.microsoft.com/office/powerpoint/2010/main" val="83249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217CFF9-9696-4A5C-85FE-C80AC3FA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Karta Vložení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CC7CC368-6360-48D2-92D6-DC8E59B88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3600" b="0" dirty="0"/>
              <a:t>Lze vkládat: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067A4CBC-9437-42F8-B286-EE4750B9ED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tabulky</a:t>
            </a:r>
          </a:p>
          <a:p>
            <a:r>
              <a:rPr lang="cs-CZ" dirty="0"/>
              <a:t>obrázky</a:t>
            </a:r>
          </a:p>
          <a:p>
            <a:r>
              <a:rPr lang="cs-CZ" dirty="0"/>
              <a:t>obrazce</a:t>
            </a:r>
          </a:p>
          <a:p>
            <a:r>
              <a:rPr lang="cs-CZ" dirty="0"/>
              <a:t>ikony</a:t>
            </a:r>
          </a:p>
          <a:p>
            <a:r>
              <a:rPr lang="cs-CZ" dirty="0" err="1"/>
              <a:t>SmartArt</a:t>
            </a:r>
            <a:endParaRPr lang="cs-CZ" dirty="0"/>
          </a:p>
          <a:p>
            <a:r>
              <a:rPr lang="cs-CZ" dirty="0"/>
              <a:t>grafy</a:t>
            </a:r>
          </a:p>
        </p:txBody>
      </p:sp>
      <p:sp>
        <p:nvSpPr>
          <p:cNvPr id="7" name="Zástupný symbol pro text 6">
            <a:extLst>
              <a:ext uri="{FF2B5EF4-FFF2-40B4-BE49-F238E27FC236}">
                <a16:creationId xmlns:a16="http://schemas.microsoft.com/office/drawing/2014/main" id="{E9F11EA5-C570-472B-B4C9-EED88B15A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8B6A573B-C58D-49B8-A39E-A64668728F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odkazy</a:t>
            </a:r>
          </a:p>
          <a:p>
            <a:r>
              <a:rPr lang="cs-CZ" dirty="0"/>
              <a:t>komentáře</a:t>
            </a:r>
          </a:p>
          <a:p>
            <a:r>
              <a:rPr lang="cs-CZ" dirty="0"/>
              <a:t>textová pole</a:t>
            </a:r>
          </a:p>
          <a:p>
            <a:r>
              <a:rPr lang="cs-CZ" dirty="0" err="1"/>
              <a:t>WordArt</a:t>
            </a:r>
            <a:endParaRPr lang="cs-CZ" dirty="0"/>
          </a:p>
          <a:p>
            <a:r>
              <a:rPr lang="cs-CZ" dirty="0"/>
              <a:t>rovnice</a:t>
            </a:r>
          </a:p>
          <a:p>
            <a:r>
              <a:rPr lang="cs-CZ" dirty="0"/>
              <a:t>symboly</a:t>
            </a:r>
          </a:p>
        </p:txBody>
      </p:sp>
    </p:spTree>
    <p:extLst>
      <p:ext uri="{BB962C8B-B14F-4D97-AF65-F5344CB8AC3E}">
        <p14:creationId xmlns:p14="http://schemas.microsoft.com/office/powerpoint/2010/main" val="407796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A69E8986-A1C0-4BB2-AC5A-F0624A39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Přechody</a:t>
            </a:r>
          </a:p>
        </p:txBody>
      </p:sp>
      <p:sp>
        <p:nvSpPr>
          <p:cNvPr id="9" name="Zástupný symbol pro text 8">
            <a:extLst>
              <a:ext uri="{FF2B5EF4-FFF2-40B4-BE49-F238E27FC236}">
                <a16:creationId xmlns:a16="http://schemas.microsoft.com/office/drawing/2014/main" id="{5A46CCB5-3312-4CA8-A146-5064F7413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Na všechny snímky prezentace aplikujte:</a:t>
            </a:r>
          </a:p>
          <a:p>
            <a:r>
              <a:rPr lang="cs-CZ" dirty="0"/>
              <a:t>přechod ze skupiny Složité a vyzkoušejte Možnosti efektu (změňte výchozí nastavení)</a:t>
            </a:r>
          </a:p>
          <a:p>
            <a:r>
              <a:rPr lang="cs-CZ" dirty="0"/>
              <a:t>všechny přechody budou při kliknutí, s dobou trvání 3 s</a:t>
            </a:r>
          </a:p>
          <a:p>
            <a:r>
              <a:rPr lang="cs-CZ" dirty="0"/>
              <a:t>nastavte libovolný zvuk přechodu</a:t>
            </a:r>
          </a:p>
        </p:txBody>
      </p:sp>
    </p:spTree>
    <p:extLst>
      <p:ext uri="{BB962C8B-B14F-4D97-AF65-F5344CB8AC3E}">
        <p14:creationId xmlns:p14="http://schemas.microsoft.com/office/powerpoint/2010/main" val="36547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A69E8986-A1C0-4BB2-AC5A-F0624A39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00B050"/>
                </a:solidFill>
              </a:rPr>
              <a:t>Karta Přechody</a:t>
            </a:r>
          </a:p>
        </p:txBody>
      </p:sp>
      <p:sp>
        <p:nvSpPr>
          <p:cNvPr id="9" name="Zástupný symbol pro text 8">
            <a:extLst>
              <a:ext uri="{FF2B5EF4-FFF2-40B4-BE49-F238E27FC236}">
                <a16:creationId xmlns:a16="http://schemas.microsoft.com/office/drawing/2014/main" id="{5A46CCB5-3312-4CA8-A146-5064F7413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cs-CZ" dirty="0">
                <a:solidFill>
                  <a:srgbClr val="00B050"/>
                </a:solidFill>
              </a:rPr>
              <a:t>na všechny snímky aplikujte přechod Dveře a nastavte jeho časování:</a:t>
            </a:r>
          </a:p>
          <a:p>
            <a:r>
              <a:rPr lang="cs-CZ" dirty="0">
                <a:solidFill>
                  <a:srgbClr val="00B050"/>
                </a:solidFill>
              </a:rPr>
              <a:t>zvuk – Sání s dobou trvání 2</a:t>
            </a:r>
          </a:p>
          <a:p>
            <a:r>
              <a:rPr lang="cs-CZ" dirty="0">
                <a:solidFill>
                  <a:srgbClr val="00B050"/>
                </a:solidFill>
              </a:rPr>
              <a:t>každý další bude o 0,3 delší</a:t>
            </a:r>
          </a:p>
          <a:p>
            <a:r>
              <a:rPr lang="cs-CZ" dirty="0">
                <a:solidFill>
                  <a:srgbClr val="00B050"/>
                </a:solidFill>
              </a:rPr>
              <a:t>všechny přechody budou při kliknutí, pouze přechod z prvního snímku na druhý bude automatický za 00:07</a:t>
            </a:r>
          </a:p>
          <a:p>
            <a:endParaRPr lang="cs-CZ" dirty="0">
              <a:solidFill>
                <a:srgbClr val="00B050"/>
              </a:solidFill>
            </a:endParaRPr>
          </a:p>
        </p:txBody>
      </p:sp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E2911B98-B4AC-44FD-B953-45DC14BCB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Sem, místo tohoto textu, překopírujte z </a:t>
            </a:r>
            <a:r>
              <a:rPr lang="cs-CZ" b="1" dirty="0"/>
              <a:t>nápovědy</a:t>
            </a:r>
            <a:r>
              <a:rPr lang="cs-CZ" dirty="0"/>
              <a:t> informaci o uložení návrhu snímku jako šablony!</a:t>
            </a:r>
          </a:p>
        </p:txBody>
      </p:sp>
    </p:spTree>
    <p:extLst>
      <p:ext uri="{BB962C8B-B14F-4D97-AF65-F5344CB8AC3E}">
        <p14:creationId xmlns:p14="http://schemas.microsoft.com/office/powerpoint/2010/main" val="297918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9C0549EF-86AA-4307-9A96-02A4BC32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Zobrazení prezentace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E0CAA28-8547-40BA-9C0D-2949CC156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2841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1B7C135-FC26-4285-86AA-53D0959E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222E2114-A141-412F-AE42-7B4E1A05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Vložte </a:t>
            </a:r>
            <a:r>
              <a:rPr lang="cs-CZ" b="1" dirty="0"/>
              <a:t>zápatí </a:t>
            </a:r>
            <a:r>
              <a:rPr lang="cs-CZ" dirty="0"/>
              <a:t>všem</a:t>
            </a:r>
            <a:r>
              <a:rPr lang="cs-CZ" b="1" dirty="0"/>
              <a:t> </a:t>
            </a:r>
            <a:r>
              <a:rPr lang="cs-CZ" dirty="0"/>
              <a:t>snímkům (mimo první snímek):</a:t>
            </a:r>
          </a:p>
          <a:p>
            <a:pPr lvl="1"/>
            <a:r>
              <a:rPr lang="cs-CZ" dirty="0"/>
              <a:t>vaše jméno a příjmení</a:t>
            </a:r>
          </a:p>
          <a:p>
            <a:pPr lvl="1"/>
            <a:r>
              <a:rPr lang="cs-CZ" dirty="0"/>
              <a:t>číslo snímku</a:t>
            </a:r>
          </a:p>
          <a:p>
            <a:pPr lvl="1"/>
            <a:r>
              <a:rPr lang="cs-CZ" dirty="0"/>
              <a:t>datum automaticky aktualizované</a:t>
            </a:r>
          </a:p>
          <a:p>
            <a:r>
              <a:rPr lang="cs-CZ" dirty="0"/>
              <a:t>Prezentaci uložte a odevzdejte </a:t>
            </a:r>
            <a:r>
              <a:rPr lang="cs-CZ" b="1" dirty="0"/>
              <a:t>samostatně</a:t>
            </a:r>
            <a:r>
              <a:rPr lang="cs-CZ" dirty="0"/>
              <a:t> do Moodle pod názvem </a:t>
            </a:r>
            <a:r>
              <a:rPr lang="cs-CZ" b="1" dirty="0" err="1"/>
              <a:t>PP_prijmeni</a:t>
            </a:r>
            <a:r>
              <a:rPr lang="cs-CZ" b="1" dirty="0"/>
              <a:t> </a:t>
            </a:r>
            <a:r>
              <a:rPr lang="cs-CZ" dirty="0"/>
              <a:t>jako: </a:t>
            </a:r>
          </a:p>
          <a:p>
            <a:pPr lvl="1"/>
            <a:r>
              <a:rPr lang="cs-CZ" dirty="0"/>
              <a:t>prezentaci</a:t>
            </a:r>
          </a:p>
          <a:p>
            <a:pPr lvl="1"/>
            <a:r>
              <a:rPr lang="cs-CZ" dirty="0" err="1"/>
              <a:t>pdf</a:t>
            </a:r>
            <a:endParaRPr lang="cs-CZ" dirty="0"/>
          </a:p>
          <a:p>
            <a:pPr lvl="1"/>
            <a:r>
              <a:rPr lang="cs-CZ" dirty="0"/>
              <a:t>textový soubor</a:t>
            </a:r>
          </a:p>
        </p:txBody>
      </p:sp>
    </p:spTree>
    <p:extLst>
      <p:ext uri="{BB962C8B-B14F-4D97-AF65-F5344CB8AC3E}">
        <p14:creationId xmlns:p14="http://schemas.microsoft.com/office/powerpoint/2010/main" val="351747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alaxa">
  <a:themeElements>
    <a:clrScheme name="Paralaxa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axa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803740-502F-4B77-949D-BB767750A6B6}">
  <ds:schemaRefs>
    <ds:schemaRef ds:uri="http://schemas.microsoft.com/office/2006/documentManagement/types"/>
    <ds:schemaRef ds:uri="ea85f2e0-d32a-4312-be8a-c00aff2510cf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52afa11-cb76-49c2-a807-b2856752eead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8D645CD-79A1-429A-A2BF-BE4912BEAA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8BD35E-FA4F-41A5-8240-496A9B693C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495</Words>
  <Application>Microsoft Office PowerPoint</Application>
  <PresentationFormat>Širokoúhlá obrazovka</PresentationFormat>
  <Paragraphs>83</Paragraphs>
  <Slides>8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Corbel</vt:lpstr>
      <vt:lpstr>Wingdings</vt:lpstr>
      <vt:lpstr>Motiv Office</vt:lpstr>
      <vt:lpstr>Paralaxa</vt:lpstr>
      <vt:lpstr>Děkuji za pozornost</vt:lpstr>
      <vt:lpstr>PowerPoint </vt:lpstr>
      <vt:lpstr>Karty</vt:lpstr>
      <vt:lpstr>Karta Vložení</vt:lpstr>
      <vt:lpstr>Karta Přechody</vt:lpstr>
      <vt:lpstr>Karta Přechody</vt:lpstr>
      <vt:lpstr>Zobrazení prezentace</vt:lpstr>
      <vt:lpstr>ÚKOL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Richard</dc:creator>
  <cp:lastModifiedBy>Votavová Gabriela</cp:lastModifiedBy>
  <cp:revision>16</cp:revision>
  <cp:lastPrinted>2020-03-03T11:20:50Z</cp:lastPrinted>
  <dcterms:created xsi:type="dcterms:W3CDTF">2018-02-07T17:04:53Z</dcterms:created>
  <dcterms:modified xsi:type="dcterms:W3CDTF">2021-04-07T10:18:16Z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