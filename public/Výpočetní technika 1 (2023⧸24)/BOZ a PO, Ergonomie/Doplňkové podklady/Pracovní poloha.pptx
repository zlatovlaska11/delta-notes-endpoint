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61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34580" autoAdjust="0"/>
    <p:restoredTop sz="86410" autoAdjust="0"/>
  </p:normalViewPr>
  <p:slideViewPr>
    <p:cSldViewPr snapToGrid="0">
      <p:cViewPr varScale="1">
        <p:scale>
          <a:sx n="58" d="100"/>
          <a:sy n="58" d="100"/>
        </p:scale>
        <p:origin x="102" y="9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cs-CZ" smtClean="0"/>
              <a:t>Kliknutím lze upravit styl předlohy.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80D52FA1-CF2F-4BC0-83B4-F0C2BC597BB3}" type="datetimeFigureOut">
              <a:rPr lang="cs-CZ" smtClean="0"/>
              <a:t>25.9.2014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1CA6DBA2-E34C-48A6-9743-D000D65BB3C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55127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52FA1-CF2F-4BC0-83B4-F0C2BC597BB3}" type="datetimeFigureOut">
              <a:rPr lang="cs-CZ" smtClean="0"/>
              <a:t>25.9.2014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6DBA2-E34C-48A6-9743-D000D65BB3C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34897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52FA1-CF2F-4BC0-83B4-F0C2BC597BB3}" type="datetimeFigureOut">
              <a:rPr lang="cs-CZ" smtClean="0"/>
              <a:t>25.9.2014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6DBA2-E34C-48A6-9743-D000D65BB3C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51282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52FA1-CF2F-4BC0-83B4-F0C2BC597BB3}" type="datetimeFigureOut">
              <a:rPr lang="cs-CZ" smtClean="0"/>
              <a:t>25.9.2014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6DBA2-E34C-48A6-9743-D000D65BB3C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90926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52FA1-CF2F-4BC0-83B4-F0C2BC597BB3}" type="datetimeFigureOut">
              <a:rPr lang="cs-CZ" smtClean="0"/>
              <a:t>25.9.2014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6DBA2-E34C-48A6-9743-D000D65BB3C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70808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52FA1-CF2F-4BC0-83B4-F0C2BC597BB3}" type="datetimeFigureOut">
              <a:rPr lang="cs-CZ" smtClean="0"/>
              <a:t>25.9.2014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6DBA2-E34C-48A6-9743-D000D65BB3C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17643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52FA1-CF2F-4BC0-83B4-F0C2BC597BB3}" type="datetimeFigureOut">
              <a:rPr lang="cs-CZ" smtClean="0"/>
              <a:t>25.9.2014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6DBA2-E34C-48A6-9743-D000D65BB3C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7379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mtClean="0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52FA1-CF2F-4BC0-83B4-F0C2BC597BB3}" type="datetimeFigureOut">
              <a:rPr lang="cs-CZ" smtClean="0"/>
              <a:t>25.9.2014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1CA6DBA2-E34C-48A6-9743-D000D65BB3C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68652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80D52FA1-CF2F-4BC0-83B4-F0C2BC597BB3}" type="datetimeFigureOut">
              <a:rPr lang="cs-CZ" smtClean="0"/>
              <a:t>25.9.2014</a:t>
            </a:fld>
            <a:endParaRPr lang="cs-CZ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cs-CZ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1CA6DBA2-E34C-48A6-9743-D000D65BB3C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72296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52FA1-CF2F-4BC0-83B4-F0C2BC597BB3}" type="datetimeFigureOut">
              <a:rPr lang="cs-CZ" smtClean="0"/>
              <a:t>25.9.2014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6DBA2-E34C-48A6-9743-D000D65BB3C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07001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52FA1-CF2F-4BC0-83B4-F0C2BC597BB3}" type="datetimeFigureOut">
              <a:rPr lang="cs-CZ" smtClean="0"/>
              <a:t>25.9.2014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6DBA2-E34C-48A6-9743-D000D65BB3C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83442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80D52FA1-CF2F-4BC0-83B4-F0C2BC597BB3}" type="datetimeFigureOut">
              <a:rPr lang="cs-CZ" smtClean="0"/>
              <a:t>25.9.2014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1CA6DBA2-E34C-48A6-9743-D000D65BB3C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56699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smtClean="0"/>
              <a:t>Pracovní poloha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 smtClean="0"/>
              <a:t>Aby tělo nebolelo</a:t>
            </a:r>
          </a:p>
        </p:txBody>
      </p:sp>
    </p:spTree>
    <p:extLst>
      <p:ext uri="{BB962C8B-B14F-4D97-AF65-F5344CB8AC3E}">
        <p14:creationId xmlns:p14="http://schemas.microsoft.com/office/powerpoint/2010/main" val="3622701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Jaká židle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s-CZ" sz="2800" dirty="0"/>
              <a:t>Sedák židle</a:t>
            </a:r>
          </a:p>
          <a:p>
            <a:pPr lvl="1"/>
            <a:r>
              <a:rPr lang="cs-CZ" dirty="0" smtClean="0"/>
              <a:t>Nastavitelná výška - </a:t>
            </a:r>
            <a:r>
              <a:rPr lang="cs-CZ" dirty="0" err="1" smtClean="0"/>
              <a:t>p</a:t>
            </a:r>
            <a:r>
              <a:rPr lang="cs-CZ" sz="24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losky</a:t>
            </a:r>
            <a:r>
              <a:rPr lang="cs-CZ" sz="24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nohou na zemi</a:t>
            </a:r>
          </a:p>
          <a:p>
            <a:pPr lvl="1"/>
            <a:r>
              <a:rPr lang="cs-CZ" sz="24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Prostorný, pohodlný sedák – prokrvování (mravenčení)</a:t>
            </a:r>
          </a:p>
          <a:p>
            <a:pPr lvl="1"/>
            <a:r>
              <a:rPr lang="cs-CZ" sz="24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Tvrdost sedací plochy</a:t>
            </a:r>
          </a:p>
          <a:p>
            <a:r>
              <a:rPr lang="cs-CZ" sz="2800" dirty="0" smtClean="0"/>
              <a:t>Opěradlo</a:t>
            </a:r>
            <a:endParaRPr lang="cs-CZ" sz="28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cs-CZ" dirty="0" smtClean="0"/>
              <a:t>Tvarované opěradlo – zakřivení páteře – bederní páteř</a:t>
            </a:r>
          </a:p>
          <a:p>
            <a:pPr lvl="1"/>
            <a:r>
              <a:rPr lang="cs-CZ" dirty="0" smtClean="0"/>
              <a:t>Individuální výběr – zkoušet</a:t>
            </a:r>
          </a:p>
          <a:p>
            <a:pPr lvl="1"/>
            <a:r>
              <a:rPr lang="cs-CZ" dirty="0" smtClean="0"/>
              <a:t>Výška – min. dolní okraj lopatek</a:t>
            </a:r>
          </a:p>
          <a:p>
            <a:r>
              <a:rPr lang="cs-CZ" dirty="0" smtClean="0"/>
              <a:t>Opěrky rukou</a:t>
            </a:r>
          </a:p>
          <a:p>
            <a:pPr lvl="1"/>
            <a:r>
              <a:rPr lang="cs-CZ" dirty="0" smtClean="0"/>
              <a:t>Uvolněná ramena</a:t>
            </a:r>
          </a:p>
          <a:p>
            <a:pPr lvl="1"/>
            <a:r>
              <a:rPr lang="cs-CZ" dirty="0" smtClean="0"/>
              <a:t>90° předloktí</a:t>
            </a:r>
          </a:p>
        </p:txBody>
      </p:sp>
    </p:spTree>
    <p:extLst>
      <p:ext uri="{BB962C8B-B14F-4D97-AF65-F5344CB8AC3E}">
        <p14:creationId xmlns:p14="http://schemas.microsoft.com/office/powerpoint/2010/main" val="3622516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cs-CZ" baseline="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cs-CZ" sz="5400" kern="1200" dirty="0" smtClean="0">
                <a:solidFill>
                  <a:schemeClr val="accent1">
                    <a:lumMod val="75000"/>
                  </a:schemeClr>
                </a:solidFill>
                <a:effectLst/>
                <a:latin typeface="+mj-lt"/>
                <a:ea typeface="+mj-ea"/>
                <a:cs typeface="+mj-cs"/>
              </a:rPr>
              <a:t>Jak se správně usadit - trup</a:t>
            </a:r>
            <a:endParaRPr lang="cs-CZ" sz="5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cs-CZ" dirty="0" smtClean="0"/>
              <a:t>Vzpřímený posed</a:t>
            </a:r>
          </a:p>
          <a:p>
            <a:pPr lvl="1"/>
            <a:r>
              <a:rPr lang="cs-CZ" dirty="0" smtClean="0"/>
              <a:t>Rovná</a:t>
            </a:r>
            <a:r>
              <a:rPr lang="cs-CZ" baseline="0" dirty="0" smtClean="0"/>
              <a:t> záda</a:t>
            </a:r>
          </a:p>
          <a:p>
            <a:pPr lvl="1"/>
            <a:r>
              <a:rPr lang="cs-CZ" baseline="0" dirty="0" smtClean="0"/>
              <a:t>Opora v opěradle</a:t>
            </a:r>
          </a:p>
          <a:p>
            <a:pPr lvl="1"/>
            <a:r>
              <a:rPr lang="cs-CZ" baseline="0" dirty="0" smtClean="0"/>
              <a:t>Hlava hledí zpříma</a:t>
            </a:r>
          </a:p>
          <a:p>
            <a:pPr lvl="1"/>
            <a:r>
              <a:rPr lang="cs-CZ" baseline="0" dirty="0" smtClean="0"/>
              <a:t>Ramena volně – tlak dolů a vzad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18452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Dolní končetiny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cs-CZ" baseline="0" dirty="0" smtClean="0"/>
              <a:t>Mírně od sebe</a:t>
            </a:r>
          </a:p>
          <a:p>
            <a:pPr lvl="1"/>
            <a:r>
              <a:rPr lang="cs-CZ" baseline="0" dirty="0" smtClean="0"/>
              <a:t>Kolena ohnutá 90° </a:t>
            </a:r>
          </a:p>
          <a:p>
            <a:pPr lvl="1"/>
            <a:r>
              <a:rPr lang="cs-CZ" baseline="0" dirty="0" smtClean="0"/>
              <a:t>Kyčle - max. úroveň kolen</a:t>
            </a:r>
          </a:p>
        </p:txBody>
      </p:sp>
    </p:spTree>
    <p:extLst>
      <p:ext uri="{BB962C8B-B14F-4D97-AF65-F5344CB8AC3E}">
        <p14:creationId xmlns:p14="http://schemas.microsoft.com/office/powerpoint/2010/main" val="3942752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Poloha monitoru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cs-CZ" baseline="0" dirty="0" smtClean="0"/>
              <a:t>Monitor uprostřed pracovního prostoru</a:t>
            </a:r>
          </a:p>
          <a:p>
            <a:pPr lvl="1"/>
            <a:r>
              <a:rPr lang="cs-CZ" baseline="0" dirty="0" smtClean="0"/>
              <a:t>Vzdálenost 50 – 70 cm</a:t>
            </a:r>
          </a:p>
          <a:p>
            <a:pPr lvl="1"/>
            <a:r>
              <a:rPr lang="cs-CZ" baseline="0" dirty="0" smtClean="0"/>
              <a:t>Horní okraj ve výšce oči</a:t>
            </a:r>
          </a:p>
        </p:txBody>
      </p:sp>
    </p:spTree>
    <p:extLst>
      <p:ext uri="{BB962C8B-B14F-4D97-AF65-F5344CB8AC3E}">
        <p14:creationId xmlns:p14="http://schemas.microsoft.com/office/powerpoint/2010/main" val="108255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Poloha</a:t>
            </a:r>
            <a:r>
              <a:rPr lang="cs-CZ" baseline="0" dirty="0" smtClean="0"/>
              <a:t> klávesnice a myši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cs-CZ" dirty="0" smtClean="0"/>
              <a:t>Zápěstí v rovině nebo mírně dolů</a:t>
            </a:r>
          </a:p>
          <a:p>
            <a:pPr lvl="1"/>
            <a:r>
              <a:rPr lang="cs-CZ" dirty="0" smtClean="0"/>
              <a:t>Neopírat zápěstí o podložku klávesnice</a:t>
            </a:r>
          </a:p>
          <a:p>
            <a:pPr marL="347472" marR="0" lvl="1" indent="-3429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 "/>
              <a:tabLst/>
              <a:defRPr/>
            </a:pPr>
            <a:r>
              <a:rPr lang="cs-CZ" sz="2400" kern="1200" baseline="0" dirty="0" smtClean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rPr>
              <a:t>Klávesnice uprostřed pracovního prostoru před monitorem</a:t>
            </a:r>
          </a:p>
          <a:p>
            <a:pPr marL="347472" marR="0" lvl="1" indent="-3429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 "/>
              <a:tabLst/>
              <a:defRPr/>
            </a:pPr>
            <a:r>
              <a:rPr lang="cs-CZ" sz="2400" kern="1200" baseline="0" dirty="0" smtClean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rPr>
              <a:t>Předloktí s 90°ohnutím v lokti</a:t>
            </a:r>
          </a:p>
          <a:p>
            <a:pPr marL="347472" marR="0" lvl="1" indent="-3429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 "/>
              <a:tabLst/>
              <a:defRPr/>
            </a:pPr>
            <a:r>
              <a:rPr lang="cs-CZ" sz="2400" kern="1200" baseline="0" dirty="0" smtClean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rPr>
              <a:t>Ramena volně svěšená</a:t>
            </a:r>
          </a:p>
          <a:p>
            <a:pPr marL="347472" marR="0" lvl="1" indent="-3429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 "/>
              <a:tabLst/>
              <a:defRPr/>
            </a:pPr>
            <a:r>
              <a:rPr lang="cs-CZ" sz="2400" kern="1200" baseline="0" dirty="0" smtClean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rPr>
              <a:t>Paže podél těla</a:t>
            </a:r>
          </a:p>
        </p:txBody>
      </p:sp>
    </p:spTree>
    <p:extLst>
      <p:ext uri="{BB962C8B-B14F-4D97-AF65-F5344CB8AC3E}">
        <p14:creationId xmlns:p14="http://schemas.microsoft.com/office/powerpoint/2010/main" val="1881427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91440" marR="0" lvl="0" indent="-3429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 "/>
              <a:tabLst/>
              <a:defRPr/>
            </a:pPr>
            <a:r>
              <a:rPr lang="cs-CZ" dirty="0" smtClean="0">
                <a:effectLst/>
              </a:rPr>
              <a:t>Poloha myši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cs-CZ" dirty="0" smtClean="0"/>
              <a:t>Vedle klávesnice</a:t>
            </a:r>
          </a:p>
          <a:p>
            <a:pPr lvl="1"/>
            <a:r>
              <a:rPr lang="cs-CZ" dirty="0" smtClean="0"/>
              <a:t>Poloha končetin stejně jako u klávesnice</a:t>
            </a:r>
          </a:p>
          <a:p>
            <a:pPr lvl="1"/>
            <a:r>
              <a:rPr lang="cs-CZ" dirty="0" smtClean="0"/>
              <a:t>Snadno </a:t>
            </a:r>
            <a:r>
              <a:rPr lang="cs-CZ" dirty="0" err="1" smtClean="0"/>
              <a:t>stisknutelná</a:t>
            </a:r>
            <a:r>
              <a:rPr lang="cs-CZ" dirty="0" smtClean="0"/>
              <a:t> tlačítka</a:t>
            </a:r>
          </a:p>
          <a:p>
            <a:pPr lvl="1"/>
            <a:r>
              <a:rPr lang="cs-CZ" dirty="0" smtClean="0"/>
              <a:t>Myš – opora dlaně – měla by padnout do ruky</a:t>
            </a:r>
          </a:p>
          <a:p>
            <a:pPr lvl="1"/>
            <a:endParaRPr lang="cs-CZ" dirty="0" smtClean="0"/>
          </a:p>
          <a:p>
            <a:pPr lvl="1"/>
            <a:endParaRPr lang="cs-CZ" dirty="0" smtClean="0"/>
          </a:p>
          <a:p>
            <a:pPr lvl="1"/>
            <a:endParaRPr lang="cs-CZ" dirty="0" smtClean="0"/>
          </a:p>
          <a:p>
            <a:pPr lvl="1"/>
            <a:endParaRPr lang="cs-CZ" dirty="0" smtClean="0"/>
          </a:p>
          <a:p>
            <a:pPr lvl="1"/>
            <a:endParaRPr lang="cs-CZ" sz="2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endParaRPr lang="cs-CZ" sz="2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endParaRPr lang="cs-CZ" dirty="0" smtClean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912943928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ní">
  <a:themeElements>
    <a:clrScheme name="Metropolitní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ní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ní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Metropolitní</Template>
  <TotalTime>105</TotalTime>
  <Words>165</Words>
  <Application>Microsoft Office PowerPoint</Application>
  <PresentationFormat>Širokoúhlá obrazovka</PresentationFormat>
  <Paragraphs>46</Paragraphs>
  <Slides>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0" baseType="lpstr">
      <vt:lpstr>Arial</vt:lpstr>
      <vt:lpstr>Calibri Light</vt:lpstr>
      <vt:lpstr>Metropolitní</vt:lpstr>
      <vt:lpstr>Pracovní poloha</vt:lpstr>
      <vt:lpstr>Jaká židle</vt:lpstr>
      <vt:lpstr> Jak se správně usadit - trup</vt:lpstr>
      <vt:lpstr>Dolní končetiny</vt:lpstr>
      <vt:lpstr>Poloha monitoru</vt:lpstr>
      <vt:lpstr>Poloha klávesnice a myši</vt:lpstr>
      <vt:lpstr>Poloha myši</vt:lpstr>
    </vt:vector>
  </TitlesOfParts>
  <Company>DELTA - SŠIE a MŠ, s.r.o.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Pracovní poloha</dc:title>
  <dc:creator>Hájek Josef</dc:creator>
  <cp:lastModifiedBy>Hájek Josef</cp:lastModifiedBy>
  <cp:revision>8</cp:revision>
  <dcterms:created xsi:type="dcterms:W3CDTF">2014-09-18T10:24:13Z</dcterms:created>
  <dcterms:modified xsi:type="dcterms:W3CDTF">2014-09-25T11:28:21Z</dcterms:modified>
</cp:coreProperties>
</file>