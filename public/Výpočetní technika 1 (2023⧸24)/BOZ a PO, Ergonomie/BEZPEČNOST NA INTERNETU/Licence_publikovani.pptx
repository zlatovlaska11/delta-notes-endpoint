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34"/>
  </p:notesMasterIdLst>
  <p:sldIdLst>
    <p:sldId id="256" r:id="rId2"/>
    <p:sldId id="261" r:id="rId3"/>
    <p:sldId id="294" r:id="rId4"/>
    <p:sldId id="288" r:id="rId5"/>
    <p:sldId id="274" r:id="rId6"/>
    <p:sldId id="265" r:id="rId7"/>
    <p:sldId id="275" r:id="rId8"/>
    <p:sldId id="295" r:id="rId9"/>
    <p:sldId id="289" r:id="rId10"/>
    <p:sldId id="290" r:id="rId11"/>
    <p:sldId id="267" r:id="rId12"/>
    <p:sldId id="291" r:id="rId13"/>
    <p:sldId id="270" r:id="rId14"/>
    <p:sldId id="298" r:id="rId15"/>
    <p:sldId id="301" r:id="rId16"/>
    <p:sldId id="271" r:id="rId17"/>
    <p:sldId id="297" r:id="rId18"/>
    <p:sldId id="292" r:id="rId19"/>
    <p:sldId id="299" r:id="rId20"/>
    <p:sldId id="296" r:id="rId21"/>
    <p:sldId id="277" r:id="rId22"/>
    <p:sldId id="278" r:id="rId23"/>
    <p:sldId id="273" r:id="rId24"/>
    <p:sldId id="302" r:id="rId25"/>
    <p:sldId id="272" r:id="rId26"/>
    <p:sldId id="282" r:id="rId27"/>
    <p:sldId id="281" r:id="rId28"/>
    <p:sldId id="283" r:id="rId29"/>
    <p:sldId id="287" r:id="rId30"/>
    <p:sldId id="284" r:id="rId31"/>
    <p:sldId id="286" r:id="rId32"/>
    <p:sldId id="300" r:id="rId33"/>
  </p:sldIdLst>
  <p:sldSz cx="9144000" cy="6858000" type="screen4x3"/>
  <p:notesSz cx="6735763" cy="98663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E38FC4-7392-48DD-8BE2-82CB3421B3D2}" v="203" dt="2021-09-20T18:39:21.0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4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tavová Gabriela" userId="f151b92f-625a-445a-9d4b-1ed80f6e2b7e" providerId="ADAL" clId="{88E38FC4-7392-48DD-8BE2-82CB3421B3D2}"/>
    <pc:docChg chg="undo custSel addSld delSld modSld sldOrd modNotesMaster">
      <pc:chgData name="Votavová Gabriela" userId="f151b92f-625a-445a-9d4b-1ed80f6e2b7e" providerId="ADAL" clId="{88E38FC4-7392-48DD-8BE2-82CB3421B3D2}" dt="2021-09-20T18:40:40.237" v="1678" actId="20577"/>
      <pc:docMkLst>
        <pc:docMk/>
      </pc:docMkLst>
      <pc:sldChg chg="addSp modSp mod setBg modAnim">
        <pc:chgData name="Votavová Gabriela" userId="f151b92f-625a-445a-9d4b-1ed80f6e2b7e" providerId="ADAL" clId="{88E38FC4-7392-48DD-8BE2-82CB3421B3D2}" dt="2021-09-20T18:00:00.193" v="1461"/>
        <pc:sldMkLst>
          <pc:docMk/>
          <pc:sldMk cId="2476190648" sldId="256"/>
        </pc:sldMkLst>
        <pc:spChg chg="mod">
          <ac:chgData name="Votavová Gabriela" userId="f151b92f-625a-445a-9d4b-1ed80f6e2b7e" providerId="ADAL" clId="{88E38FC4-7392-48DD-8BE2-82CB3421B3D2}" dt="2021-09-20T09:24:41.676" v="702" actId="1076"/>
          <ac:spMkLst>
            <pc:docMk/>
            <pc:sldMk cId="2476190648" sldId="256"/>
            <ac:spMk id="4" creationId="{00000000-0000-0000-0000-000000000000}"/>
          </ac:spMkLst>
        </pc:spChg>
        <pc:picChg chg="add mod">
          <ac:chgData name="Votavová Gabriela" userId="f151b92f-625a-445a-9d4b-1ed80f6e2b7e" providerId="ADAL" clId="{88E38FC4-7392-48DD-8BE2-82CB3421B3D2}" dt="2021-09-20T09:24:45.788" v="703" actId="1076"/>
          <ac:picMkLst>
            <pc:docMk/>
            <pc:sldMk cId="2476190648" sldId="256"/>
            <ac:picMk id="6" creationId="{DE2CDFDB-7AD7-4EED-9546-8AF10CFA523B}"/>
          </ac:picMkLst>
        </pc:picChg>
        <pc:picChg chg="mod">
          <ac:chgData name="Votavová Gabriela" userId="f151b92f-625a-445a-9d4b-1ed80f6e2b7e" providerId="ADAL" clId="{88E38FC4-7392-48DD-8BE2-82CB3421B3D2}" dt="2021-09-20T09:24:37.396" v="701" actId="1076"/>
          <ac:picMkLst>
            <pc:docMk/>
            <pc:sldMk cId="2476190648" sldId="256"/>
            <ac:picMk id="1026" creationId="{00000000-0000-0000-0000-000000000000}"/>
          </ac:picMkLst>
        </pc:picChg>
      </pc:sldChg>
      <pc:sldChg chg="modSp mod">
        <pc:chgData name="Votavová Gabriela" userId="f151b92f-625a-445a-9d4b-1ed80f6e2b7e" providerId="ADAL" clId="{88E38FC4-7392-48DD-8BE2-82CB3421B3D2}" dt="2021-09-20T09:14:40.362" v="560" actId="20577"/>
        <pc:sldMkLst>
          <pc:docMk/>
          <pc:sldMk cId="2284301135" sldId="265"/>
        </pc:sldMkLst>
        <pc:spChg chg="mod">
          <ac:chgData name="Votavová Gabriela" userId="f151b92f-625a-445a-9d4b-1ed80f6e2b7e" providerId="ADAL" clId="{88E38FC4-7392-48DD-8BE2-82CB3421B3D2}" dt="2021-09-20T08:28:08.825" v="210" actId="108"/>
          <ac:spMkLst>
            <pc:docMk/>
            <pc:sldMk cId="2284301135" sldId="265"/>
            <ac:spMk id="2" creationId="{00000000-0000-0000-0000-000000000000}"/>
          </ac:spMkLst>
        </pc:spChg>
        <pc:spChg chg="mod">
          <ac:chgData name="Votavová Gabriela" userId="f151b92f-625a-445a-9d4b-1ed80f6e2b7e" providerId="ADAL" clId="{88E38FC4-7392-48DD-8BE2-82CB3421B3D2}" dt="2021-09-20T09:14:40.362" v="560" actId="20577"/>
          <ac:spMkLst>
            <pc:docMk/>
            <pc:sldMk cId="2284301135" sldId="265"/>
            <ac:spMk id="3" creationId="{00000000-0000-0000-0000-000000000000}"/>
          </ac:spMkLst>
        </pc:spChg>
        <pc:picChg chg="mod">
          <ac:chgData name="Votavová Gabriela" userId="f151b92f-625a-445a-9d4b-1ed80f6e2b7e" providerId="ADAL" clId="{88E38FC4-7392-48DD-8BE2-82CB3421B3D2}" dt="2021-09-20T08:31:41.605" v="237" actId="1076"/>
          <ac:picMkLst>
            <pc:docMk/>
            <pc:sldMk cId="2284301135" sldId="265"/>
            <ac:picMk id="4098" creationId="{00000000-0000-0000-0000-000000000000}"/>
          </ac:picMkLst>
        </pc:picChg>
        <pc:picChg chg="mod">
          <ac:chgData name="Votavová Gabriela" userId="f151b92f-625a-445a-9d4b-1ed80f6e2b7e" providerId="ADAL" clId="{88E38FC4-7392-48DD-8BE2-82CB3421B3D2}" dt="2021-09-20T08:31:40.325" v="236" actId="1076"/>
          <ac:picMkLst>
            <pc:docMk/>
            <pc:sldMk cId="2284301135" sldId="265"/>
            <ac:picMk id="4100" creationId="{00000000-0000-0000-0000-000000000000}"/>
          </ac:picMkLst>
        </pc:picChg>
      </pc:sldChg>
      <pc:sldChg chg="modSp mod">
        <pc:chgData name="Votavová Gabriela" userId="f151b92f-625a-445a-9d4b-1ed80f6e2b7e" providerId="ADAL" clId="{88E38FC4-7392-48DD-8BE2-82CB3421B3D2}" dt="2021-09-20T18:23:57.491" v="1485" actId="27636"/>
        <pc:sldMkLst>
          <pc:docMk/>
          <pc:sldMk cId="2169592336" sldId="267"/>
        </pc:sldMkLst>
        <pc:spChg chg="mod">
          <ac:chgData name="Votavová Gabriela" userId="f151b92f-625a-445a-9d4b-1ed80f6e2b7e" providerId="ADAL" clId="{88E38FC4-7392-48DD-8BE2-82CB3421B3D2}" dt="2021-09-20T18:23:57.491" v="1485" actId="27636"/>
          <ac:spMkLst>
            <pc:docMk/>
            <pc:sldMk cId="2169592336" sldId="267"/>
            <ac:spMk id="3" creationId="{00000000-0000-0000-0000-000000000000}"/>
          </ac:spMkLst>
        </pc:spChg>
        <pc:spChg chg="mod">
          <ac:chgData name="Votavová Gabriela" userId="f151b92f-625a-445a-9d4b-1ed80f6e2b7e" providerId="ADAL" clId="{88E38FC4-7392-48DD-8BE2-82CB3421B3D2}" dt="2021-09-20T09:12:48.542" v="477" actId="1076"/>
          <ac:spMkLst>
            <pc:docMk/>
            <pc:sldMk cId="2169592336" sldId="267"/>
            <ac:spMk id="5" creationId="{00000000-0000-0000-0000-000000000000}"/>
          </ac:spMkLst>
        </pc:spChg>
        <pc:picChg chg="mod">
          <ac:chgData name="Votavová Gabriela" userId="f151b92f-625a-445a-9d4b-1ed80f6e2b7e" providerId="ADAL" clId="{88E38FC4-7392-48DD-8BE2-82CB3421B3D2}" dt="2021-09-20T09:12:52.405" v="479" actId="1076"/>
          <ac:picMkLst>
            <pc:docMk/>
            <pc:sldMk cId="2169592336" sldId="267"/>
            <ac:picMk id="5122" creationId="{00000000-0000-0000-0000-000000000000}"/>
          </ac:picMkLst>
        </pc:picChg>
      </pc:sldChg>
      <pc:sldChg chg="modSp del mod">
        <pc:chgData name="Votavová Gabriela" userId="f151b92f-625a-445a-9d4b-1ed80f6e2b7e" providerId="ADAL" clId="{88E38FC4-7392-48DD-8BE2-82CB3421B3D2}" dt="2021-09-20T09:16:52.226" v="598" actId="2696"/>
        <pc:sldMkLst>
          <pc:docMk/>
          <pc:sldMk cId="2772464630" sldId="268"/>
        </pc:sldMkLst>
        <pc:spChg chg="mod">
          <ac:chgData name="Votavová Gabriela" userId="f151b92f-625a-445a-9d4b-1ed80f6e2b7e" providerId="ADAL" clId="{88E38FC4-7392-48DD-8BE2-82CB3421B3D2}" dt="2021-09-20T09:16:37.510" v="597" actId="21"/>
          <ac:spMkLst>
            <pc:docMk/>
            <pc:sldMk cId="2772464630" sldId="268"/>
            <ac:spMk id="3" creationId="{00000000-0000-0000-0000-000000000000}"/>
          </ac:spMkLst>
        </pc:spChg>
      </pc:sldChg>
      <pc:sldChg chg="modSp mod">
        <pc:chgData name="Votavová Gabriela" userId="f151b92f-625a-445a-9d4b-1ed80f6e2b7e" providerId="ADAL" clId="{88E38FC4-7392-48DD-8BE2-82CB3421B3D2}" dt="2021-09-20T09:34:53.620" v="704" actId="6549"/>
        <pc:sldMkLst>
          <pc:docMk/>
          <pc:sldMk cId="380844057" sldId="270"/>
        </pc:sldMkLst>
        <pc:spChg chg="mod">
          <ac:chgData name="Votavová Gabriela" userId="f151b92f-625a-445a-9d4b-1ed80f6e2b7e" providerId="ADAL" clId="{88E38FC4-7392-48DD-8BE2-82CB3421B3D2}" dt="2021-09-20T09:34:53.620" v="704" actId="6549"/>
          <ac:spMkLst>
            <pc:docMk/>
            <pc:sldMk cId="380844057" sldId="270"/>
            <ac:spMk id="2" creationId="{00000000-0000-0000-0000-000000000000}"/>
          </ac:spMkLst>
        </pc:spChg>
      </pc:sldChg>
      <pc:sldChg chg="addSp delSp modSp mod ord">
        <pc:chgData name="Votavová Gabriela" userId="f151b92f-625a-445a-9d4b-1ed80f6e2b7e" providerId="ADAL" clId="{88E38FC4-7392-48DD-8BE2-82CB3421B3D2}" dt="2021-09-20T18:32:48.788" v="1517" actId="20577"/>
        <pc:sldMkLst>
          <pc:docMk/>
          <pc:sldMk cId="1038819117" sldId="271"/>
        </pc:sldMkLst>
        <pc:spChg chg="mod">
          <ac:chgData name="Votavová Gabriela" userId="f151b92f-625a-445a-9d4b-1ed80f6e2b7e" providerId="ADAL" clId="{88E38FC4-7392-48DD-8BE2-82CB3421B3D2}" dt="2021-09-20T18:32:48.788" v="1517" actId="20577"/>
          <ac:spMkLst>
            <pc:docMk/>
            <pc:sldMk cId="1038819117" sldId="271"/>
            <ac:spMk id="3" creationId="{00000000-0000-0000-0000-000000000000}"/>
          </ac:spMkLst>
        </pc:spChg>
        <pc:spChg chg="add del">
          <ac:chgData name="Votavová Gabriela" userId="f151b92f-625a-445a-9d4b-1ed80f6e2b7e" providerId="ADAL" clId="{88E38FC4-7392-48DD-8BE2-82CB3421B3D2}" dt="2021-09-20T09:58:35.670" v="1034" actId="22"/>
          <ac:spMkLst>
            <pc:docMk/>
            <pc:sldMk cId="1038819117" sldId="271"/>
            <ac:spMk id="6" creationId="{CFFC4679-05DB-473E-B03E-F9163AFE6E35}"/>
          </ac:spMkLst>
        </pc:spChg>
      </pc:sldChg>
      <pc:sldChg chg="modSp ord modAnim">
        <pc:chgData name="Votavová Gabriela" userId="f151b92f-625a-445a-9d4b-1ed80f6e2b7e" providerId="ADAL" clId="{88E38FC4-7392-48DD-8BE2-82CB3421B3D2}" dt="2021-09-20T18:39:04.041" v="1667" actId="20577"/>
        <pc:sldMkLst>
          <pc:docMk/>
          <pc:sldMk cId="2305714014" sldId="272"/>
        </pc:sldMkLst>
        <pc:spChg chg="mod">
          <ac:chgData name="Votavová Gabriela" userId="f151b92f-625a-445a-9d4b-1ed80f6e2b7e" providerId="ADAL" clId="{88E38FC4-7392-48DD-8BE2-82CB3421B3D2}" dt="2021-09-20T18:39:04.041" v="1667" actId="20577"/>
          <ac:spMkLst>
            <pc:docMk/>
            <pc:sldMk cId="2305714014" sldId="272"/>
            <ac:spMk id="3" creationId="{00000000-0000-0000-0000-000000000000}"/>
          </ac:spMkLst>
        </pc:spChg>
      </pc:sldChg>
      <pc:sldChg chg="modSp mod">
        <pc:chgData name="Votavová Gabriela" userId="f151b92f-625a-445a-9d4b-1ed80f6e2b7e" providerId="ADAL" clId="{88E38FC4-7392-48DD-8BE2-82CB3421B3D2}" dt="2021-09-20T18:38:46.883" v="1665" actId="20577"/>
        <pc:sldMkLst>
          <pc:docMk/>
          <pc:sldMk cId="1010533033" sldId="273"/>
        </pc:sldMkLst>
        <pc:spChg chg="mod">
          <ac:chgData name="Votavová Gabriela" userId="f151b92f-625a-445a-9d4b-1ed80f6e2b7e" providerId="ADAL" clId="{88E38FC4-7392-48DD-8BE2-82CB3421B3D2}" dt="2021-09-20T18:38:46.883" v="1665" actId="20577"/>
          <ac:spMkLst>
            <pc:docMk/>
            <pc:sldMk cId="1010533033" sldId="273"/>
            <ac:spMk id="2" creationId="{00000000-0000-0000-0000-000000000000}"/>
          </ac:spMkLst>
        </pc:spChg>
      </pc:sldChg>
      <pc:sldChg chg="modSp mod ord">
        <pc:chgData name="Votavová Gabriela" userId="f151b92f-625a-445a-9d4b-1ed80f6e2b7e" providerId="ADAL" clId="{88E38FC4-7392-48DD-8BE2-82CB3421B3D2}" dt="2021-09-20T09:54:35.339" v="962" actId="20577"/>
        <pc:sldMkLst>
          <pc:docMk/>
          <pc:sldMk cId="2128886594" sldId="274"/>
        </pc:sldMkLst>
        <pc:spChg chg="mod">
          <ac:chgData name="Votavová Gabriela" userId="f151b92f-625a-445a-9d4b-1ed80f6e2b7e" providerId="ADAL" clId="{88E38FC4-7392-48DD-8BE2-82CB3421B3D2}" dt="2021-09-20T09:06:11.365" v="359"/>
          <ac:spMkLst>
            <pc:docMk/>
            <pc:sldMk cId="2128886594" sldId="274"/>
            <ac:spMk id="2" creationId="{00000000-0000-0000-0000-000000000000}"/>
          </ac:spMkLst>
        </pc:spChg>
        <pc:spChg chg="mod">
          <ac:chgData name="Votavová Gabriela" userId="f151b92f-625a-445a-9d4b-1ed80f6e2b7e" providerId="ADAL" clId="{88E38FC4-7392-48DD-8BE2-82CB3421B3D2}" dt="2021-09-20T09:54:35.339" v="962" actId="20577"/>
          <ac:spMkLst>
            <pc:docMk/>
            <pc:sldMk cId="2128886594" sldId="274"/>
            <ac:spMk id="3" creationId="{00000000-0000-0000-0000-000000000000}"/>
          </ac:spMkLst>
        </pc:spChg>
      </pc:sldChg>
      <pc:sldChg chg="modSp mod modAnim">
        <pc:chgData name="Votavová Gabriela" userId="f151b92f-625a-445a-9d4b-1ed80f6e2b7e" providerId="ADAL" clId="{88E38FC4-7392-48DD-8BE2-82CB3421B3D2}" dt="2021-09-20T18:00:12.006" v="1462"/>
        <pc:sldMkLst>
          <pc:docMk/>
          <pc:sldMk cId="1297224227" sldId="275"/>
        </pc:sldMkLst>
        <pc:spChg chg="mod">
          <ac:chgData name="Votavová Gabriela" userId="f151b92f-625a-445a-9d4b-1ed80f6e2b7e" providerId="ADAL" clId="{88E38FC4-7392-48DD-8BE2-82CB3421B3D2}" dt="2021-09-20T09:40:16.217" v="803" actId="20577"/>
          <ac:spMkLst>
            <pc:docMk/>
            <pc:sldMk cId="1297224227" sldId="275"/>
            <ac:spMk id="2" creationId="{00000000-0000-0000-0000-000000000000}"/>
          </ac:spMkLst>
        </pc:spChg>
        <pc:spChg chg="mod">
          <ac:chgData name="Votavová Gabriela" userId="f151b92f-625a-445a-9d4b-1ed80f6e2b7e" providerId="ADAL" clId="{88E38FC4-7392-48DD-8BE2-82CB3421B3D2}" dt="2021-09-20T09:56:13.806" v="999" actId="27636"/>
          <ac:spMkLst>
            <pc:docMk/>
            <pc:sldMk cId="1297224227" sldId="275"/>
            <ac:spMk id="3" creationId="{00000000-0000-0000-0000-000000000000}"/>
          </ac:spMkLst>
        </pc:spChg>
      </pc:sldChg>
      <pc:sldChg chg="del">
        <pc:chgData name="Votavová Gabriela" userId="f151b92f-625a-445a-9d4b-1ed80f6e2b7e" providerId="ADAL" clId="{88E38FC4-7392-48DD-8BE2-82CB3421B3D2}" dt="2021-09-20T09:23:28.842" v="686" actId="2696"/>
        <pc:sldMkLst>
          <pc:docMk/>
          <pc:sldMk cId="681300394" sldId="276"/>
        </pc:sldMkLst>
      </pc:sldChg>
      <pc:sldChg chg="modSp modAnim">
        <pc:chgData name="Votavová Gabriela" userId="f151b92f-625a-445a-9d4b-1ed80f6e2b7e" providerId="ADAL" clId="{88E38FC4-7392-48DD-8BE2-82CB3421B3D2}" dt="2021-09-20T18:00:51.451" v="1465"/>
        <pc:sldMkLst>
          <pc:docMk/>
          <pc:sldMk cId="3587490790" sldId="277"/>
        </pc:sldMkLst>
        <pc:spChg chg="mod">
          <ac:chgData name="Votavová Gabriela" userId="f151b92f-625a-445a-9d4b-1ed80f6e2b7e" providerId="ADAL" clId="{88E38FC4-7392-48DD-8BE2-82CB3421B3D2}" dt="2021-09-20T10:14:57.787" v="1366" actId="207"/>
          <ac:spMkLst>
            <pc:docMk/>
            <pc:sldMk cId="3587490790" sldId="277"/>
            <ac:spMk id="3" creationId="{00000000-0000-0000-0000-000000000000}"/>
          </ac:spMkLst>
        </pc:spChg>
        <pc:picChg chg="mod">
          <ac:chgData name="Votavová Gabriela" userId="f151b92f-625a-445a-9d4b-1ed80f6e2b7e" providerId="ADAL" clId="{88E38FC4-7392-48DD-8BE2-82CB3421B3D2}" dt="2021-09-20T10:15:00.763" v="1367" actId="1076"/>
          <ac:picMkLst>
            <pc:docMk/>
            <pc:sldMk cId="3587490790" sldId="277"/>
            <ac:picMk id="1026" creationId="{00000000-0000-0000-0000-000000000000}"/>
          </ac:picMkLst>
        </pc:picChg>
      </pc:sldChg>
      <pc:sldChg chg="modAnim">
        <pc:chgData name="Votavová Gabriela" userId="f151b92f-625a-445a-9d4b-1ed80f6e2b7e" providerId="ADAL" clId="{88E38FC4-7392-48DD-8BE2-82CB3421B3D2}" dt="2021-09-20T18:01:01.131" v="1466"/>
        <pc:sldMkLst>
          <pc:docMk/>
          <pc:sldMk cId="3637056867" sldId="278"/>
        </pc:sldMkLst>
      </pc:sldChg>
      <pc:sldChg chg="modSp modAnim">
        <pc:chgData name="Votavová Gabriela" userId="f151b92f-625a-445a-9d4b-1ed80f6e2b7e" providerId="ADAL" clId="{88E38FC4-7392-48DD-8BE2-82CB3421B3D2}" dt="2021-09-20T18:01:08.676" v="1467"/>
        <pc:sldMkLst>
          <pc:docMk/>
          <pc:sldMk cId="1576319989" sldId="281"/>
        </pc:sldMkLst>
        <pc:spChg chg="mod">
          <ac:chgData name="Votavová Gabriela" userId="f151b92f-625a-445a-9d4b-1ed80f6e2b7e" providerId="ADAL" clId="{88E38FC4-7392-48DD-8BE2-82CB3421B3D2}" dt="2021-09-20T10:15:12.529" v="1368" actId="20577"/>
          <ac:spMkLst>
            <pc:docMk/>
            <pc:sldMk cId="1576319989" sldId="281"/>
            <ac:spMk id="3" creationId="{00000000-0000-0000-0000-000000000000}"/>
          </ac:spMkLst>
        </pc:spChg>
      </pc:sldChg>
      <pc:sldChg chg="modSp ord modAnim">
        <pc:chgData name="Votavová Gabriela" userId="f151b92f-625a-445a-9d4b-1ed80f6e2b7e" providerId="ADAL" clId="{88E38FC4-7392-48DD-8BE2-82CB3421B3D2}" dt="2021-09-20T18:39:38.628" v="1669"/>
        <pc:sldMkLst>
          <pc:docMk/>
          <pc:sldMk cId="2577717802" sldId="282"/>
        </pc:sldMkLst>
        <pc:spChg chg="mod">
          <ac:chgData name="Votavová Gabriela" userId="f151b92f-625a-445a-9d4b-1ed80f6e2b7e" providerId="ADAL" clId="{88E38FC4-7392-48DD-8BE2-82CB3421B3D2}" dt="2021-09-20T10:15:36.491" v="1377" actId="20577"/>
          <ac:spMkLst>
            <pc:docMk/>
            <pc:sldMk cId="2577717802" sldId="282"/>
            <ac:spMk id="3" creationId="{00000000-0000-0000-0000-000000000000}"/>
          </ac:spMkLst>
        </pc:spChg>
      </pc:sldChg>
      <pc:sldChg chg="modSp mod">
        <pc:chgData name="Votavová Gabriela" userId="f151b92f-625a-445a-9d4b-1ed80f6e2b7e" providerId="ADAL" clId="{88E38FC4-7392-48DD-8BE2-82CB3421B3D2}" dt="2021-09-20T18:40:40.237" v="1678" actId="20577"/>
        <pc:sldMkLst>
          <pc:docMk/>
          <pc:sldMk cId="4187454020" sldId="283"/>
        </pc:sldMkLst>
        <pc:spChg chg="mod">
          <ac:chgData name="Votavová Gabriela" userId="f151b92f-625a-445a-9d4b-1ed80f6e2b7e" providerId="ADAL" clId="{88E38FC4-7392-48DD-8BE2-82CB3421B3D2}" dt="2021-09-20T18:40:40.237" v="1678" actId="20577"/>
          <ac:spMkLst>
            <pc:docMk/>
            <pc:sldMk cId="4187454020" sldId="283"/>
            <ac:spMk id="3" creationId="{00000000-0000-0000-0000-000000000000}"/>
          </ac:spMkLst>
        </pc:spChg>
      </pc:sldChg>
      <pc:sldChg chg="modAnim">
        <pc:chgData name="Votavová Gabriela" userId="f151b92f-625a-445a-9d4b-1ed80f6e2b7e" providerId="ADAL" clId="{88E38FC4-7392-48DD-8BE2-82CB3421B3D2}" dt="2021-09-20T18:01:34.663" v="1469"/>
        <pc:sldMkLst>
          <pc:docMk/>
          <pc:sldMk cId="740797216" sldId="284"/>
        </pc:sldMkLst>
      </pc:sldChg>
      <pc:sldChg chg="modSp mod">
        <pc:chgData name="Votavová Gabriela" userId="f151b92f-625a-445a-9d4b-1ed80f6e2b7e" providerId="ADAL" clId="{88E38FC4-7392-48DD-8BE2-82CB3421B3D2}" dt="2021-09-20T10:08:35.392" v="1266" actId="3626"/>
        <pc:sldMkLst>
          <pc:docMk/>
          <pc:sldMk cId="478693030" sldId="286"/>
        </pc:sldMkLst>
        <pc:spChg chg="mod">
          <ac:chgData name="Votavová Gabriela" userId="f151b92f-625a-445a-9d4b-1ed80f6e2b7e" providerId="ADAL" clId="{88E38FC4-7392-48DD-8BE2-82CB3421B3D2}" dt="2021-09-20T10:08:35.392" v="1266" actId="3626"/>
          <ac:spMkLst>
            <pc:docMk/>
            <pc:sldMk cId="478693030" sldId="286"/>
            <ac:spMk id="3" creationId="{00000000-0000-0000-0000-000000000000}"/>
          </ac:spMkLst>
        </pc:spChg>
      </pc:sldChg>
      <pc:sldChg chg="ord">
        <pc:chgData name="Votavová Gabriela" userId="f151b92f-625a-445a-9d4b-1ed80f6e2b7e" providerId="ADAL" clId="{88E38FC4-7392-48DD-8BE2-82CB3421B3D2}" dt="2021-09-20T18:38:13.432" v="1660"/>
        <pc:sldMkLst>
          <pc:docMk/>
          <pc:sldMk cId="2257675354" sldId="287"/>
        </pc:sldMkLst>
      </pc:sldChg>
      <pc:sldChg chg="modSp new mod">
        <pc:chgData name="Votavová Gabriela" userId="f151b92f-625a-445a-9d4b-1ed80f6e2b7e" providerId="ADAL" clId="{88E38FC4-7392-48DD-8BE2-82CB3421B3D2}" dt="2021-09-20T18:22:36.622" v="1479" actId="20577"/>
        <pc:sldMkLst>
          <pc:docMk/>
          <pc:sldMk cId="3154682467" sldId="288"/>
        </pc:sldMkLst>
        <pc:spChg chg="mod">
          <ac:chgData name="Votavová Gabriela" userId="f151b92f-625a-445a-9d4b-1ed80f6e2b7e" providerId="ADAL" clId="{88E38FC4-7392-48DD-8BE2-82CB3421B3D2}" dt="2021-09-20T07:27:54.379" v="4" actId="27636"/>
          <ac:spMkLst>
            <pc:docMk/>
            <pc:sldMk cId="3154682467" sldId="288"/>
            <ac:spMk id="2" creationId="{FDCFCE6E-1B88-479A-8000-04F1C17A2F97}"/>
          </ac:spMkLst>
        </pc:spChg>
        <pc:spChg chg="mod">
          <ac:chgData name="Votavová Gabriela" userId="f151b92f-625a-445a-9d4b-1ed80f6e2b7e" providerId="ADAL" clId="{88E38FC4-7392-48DD-8BE2-82CB3421B3D2}" dt="2021-09-20T18:22:36.622" v="1479" actId="20577"/>
          <ac:spMkLst>
            <pc:docMk/>
            <pc:sldMk cId="3154682467" sldId="288"/>
            <ac:spMk id="3" creationId="{EA20AA6C-CE4C-4365-8A77-C97E6A289268}"/>
          </ac:spMkLst>
        </pc:spChg>
      </pc:sldChg>
      <pc:sldChg chg="modSp new mod">
        <pc:chgData name="Votavová Gabriela" userId="f151b92f-625a-445a-9d4b-1ed80f6e2b7e" providerId="ADAL" clId="{88E38FC4-7392-48DD-8BE2-82CB3421B3D2}" dt="2021-09-20T09:15:03.827" v="567" actId="20577"/>
        <pc:sldMkLst>
          <pc:docMk/>
          <pc:sldMk cId="1839096430" sldId="289"/>
        </pc:sldMkLst>
        <pc:spChg chg="mod">
          <ac:chgData name="Votavová Gabriela" userId="f151b92f-625a-445a-9d4b-1ed80f6e2b7e" providerId="ADAL" clId="{88E38FC4-7392-48DD-8BE2-82CB3421B3D2}" dt="2021-09-20T08:58:08.342" v="250" actId="27636"/>
          <ac:spMkLst>
            <pc:docMk/>
            <pc:sldMk cId="1839096430" sldId="289"/>
            <ac:spMk id="2" creationId="{665CD853-27EF-4392-9ECB-E9FB47D046CB}"/>
          </ac:spMkLst>
        </pc:spChg>
        <pc:spChg chg="mod">
          <ac:chgData name="Votavová Gabriela" userId="f151b92f-625a-445a-9d4b-1ed80f6e2b7e" providerId="ADAL" clId="{88E38FC4-7392-48DD-8BE2-82CB3421B3D2}" dt="2021-09-20T09:15:03.827" v="567" actId="20577"/>
          <ac:spMkLst>
            <pc:docMk/>
            <pc:sldMk cId="1839096430" sldId="289"/>
            <ac:spMk id="3" creationId="{CF25187B-894F-410D-925C-F02A1CBF3566}"/>
          </ac:spMkLst>
        </pc:spChg>
      </pc:sldChg>
      <pc:sldChg chg="modSp add mod">
        <pc:chgData name="Votavová Gabriela" userId="f151b92f-625a-445a-9d4b-1ed80f6e2b7e" providerId="ADAL" clId="{88E38FC4-7392-48DD-8BE2-82CB3421B3D2}" dt="2021-09-20T18:23:20.708" v="1481" actId="20577"/>
        <pc:sldMkLst>
          <pc:docMk/>
          <pc:sldMk cId="3000965506" sldId="290"/>
        </pc:sldMkLst>
        <pc:spChg chg="mod">
          <ac:chgData name="Votavová Gabriela" userId="f151b92f-625a-445a-9d4b-1ed80f6e2b7e" providerId="ADAL" clId="{88E38FC4-7392-48DD-8BE2-82CB3421B3D2}" dt="2021-09-20T18:23:20.708" v="1481" actId="20577"/>
          <ac:spMkLst>
            <pc:docMk/>
            <pc:sldMk cId="3000965506" sldId="290"/>
            <ac:spMk id="2" creationId="{665CD853-27EF-4392-9ECB-E9FB47D046CB}"/>
          </ac:spMkLst>
        </pc:spChg>
        <pc:spChg chg="mod">
          <ac:chgData name="Votavová Gabriela" userId="f151b92f-625a-445a-9d4b-1ed80f6e2b7e" providerId="ADAL" clId="{88E38FC4-7392-48DD-8BE2-82CB3421B3D2}" dt="2021-09-20T09:15:09.940" v="568" actId="20577"/>
          <ac:spMkLst>
            <pc:docMk/>
            <pc:sldMk cId="3000965506" sldId="290"/>
            <ac:spMk id="3" creationId="{CF25187B-894F-410D-925C-F02A1CBF3566}"/>
          </ac:spMkLst>
        </pc:spChg>
      </pc:sldChg>
      <pc:sldChg chg="delSp modSp add mod">
        <pc:chgData name="Votavová Gabriela" userId="f151b92f-625a-445a-9d4b-1ed80f6e2b7e" providerId="ADAL" clId="{88E38FC4-7392-48DD-8BE2-82CB3421B3D2}" dt="2021-09-20T18:25:02.451" v="1489" actId="14100"/>
        <pc:sldMkLst>
          <pc:docMk/>
          <pc:sldMk cId="1322049731" sldId="291"/>
        </pc:sldMkLst>
        <pc:spChg chg="mod">
          <ac:chgData name="Votavová Gabriela" userId="f151b92f-625a-445a-9d4b-1ed80f6e2b7e" providerId="ADAL" clId="{88E38FC4-7392-48DD-8BE2-82CB3421B3D2}" dt="2021-09-20T09:17:35.194" v="623" actId="20577"/>
          <ac:spMkLst>
            <pc:docMk/>
            <pc:sldMk cId="1322049731" sldId="291"/>
            <ac:spMk id="2" creationId="{00000000-0000-0000-0000-000000000000}"/>
          </ac:spMkLst>
        </pc:spChg>
        <pc:spChg chg="mod">
          <ac:chgData name="Votavová Gabriela" userId="f151b92f-625a-445a-9d4b-1ed80f6e2b7e" providerId="ADAL" clId="{88E38FC4-7392-48DD-8BE2-82CB3421B3D2}" dt="2021-09-20T18:25:02.451" v="1489" actId="14100"/>
          <ac:spMkLst>
            <pc:docMk/>
            <pc:sldMk cId="1322049731" sldId="291"/>
            <ac:spMk id="3" creationId="{00000000-0000-0000-0000-000000000000}"/>
          </ac:spMkLst>
        </pc:spChg>
        <pc:spChg chg="del">
          <ac:chgData name="Votavová Gabriela" userId="f151b92f-625a-445a-9d4b-1ed80f6e2b7e" providerId="ADAL" clId="{88E38FC4-7392-48DD-8BE2-82CB3421B3D2}" dt="2021-09-20T09:17:16.692" v="604" actId="478"/>
          <ac:spMkLst>
            <pc:docMk/>
            <pc:sldMk cId="1322049731" sldId="291"/>
            <ac:spMk id="5" creationId="{00000000-0000-0000-0000-000000000000}"/>
          </ac:spMkLst>
        </pc:spChg>
        <pc:picChg chg="del">
          <ac:chgData name="Votavová Gabriela" userId="f151b92f-625a-445a-9d4b-1ed80f6e2b7e" providerId="ADAL" clId="{88E38FC4-7392-48DD-8BE2-82CB3421B3D2}" dt="2021-09-20T09:17:15.378" v="603" actId="478"/>
          <ac:picMkLst>
            <pc:docMk/>
            <pc:sldMk cId="1322049731" sldId="291"/>
            <ac:picMk id="5122" creationId="{00000000-0000-0000-0000-000000000000}"/>
          </ac:picMkLst>
        </pc:picChg>
      </pc:sldChg>
      <pc:sldChg chg="addSp delSp modSp new mod ord">
        <pc:chgData name="Votavová Gabriela" userId="f151b92f-625a-445a-9d4b-1ed80f6e2b7e" providerId="ADAL" clId="{88E38FC4-7392-48DD-8BE2-82CB3421B3D2}" dt="2021-09-20T18:36:51.120" v="1655" actId="478"/>
        <pc:sldMkLst>
          <pc:docMk/>
          <pc:sldMk cId="273310479" sldId="292"/>
        </pc:sldMkLst>
        <pc:spChg chg="mod">
          <ac:chgData name="Votavová Gabriela" userId="f151b92f-625a-445a-9d4b-1ed80f6e2b7e" providerId="ADAL" clId="{88E38FC4-7392-48DD-8BE2-82CB3421B3D2}" dt="2021-09-20T18:35:36.479" v="1638" actId="207"/>
          <ac:spMkLst>
            <pc:docMk/>
            <pc:sldMk cId="273310479" sldId="292"/>
            <ac:spMk id="2" creationId="{1A57736C-BD97-4955-B213-1DEE38D59EE2}"/>
          </ac:spMkLst>
        </pc:spChg>
        <pc:spChg chg="mod">
          <ac:chgData name="Votavová Gabriela" userId="f151b92f-625a-445a-9d4b-1ed80f6e2b7e" providerId="ADAL" clId="{88E38FC4-7392-48DD-8BE2-82CB3421B3D2}" dt="2021-09-20T18:35:16.546" v="1637" actId="20577"/>
          <ac:spMkLst>
            <pc:docMk/>
            <pc:sldMk cId="273310479" sldId="292"/>
            <ac:spMk id="3" creationId="{F58BBF6B-1F14-42AD-82C4-4DB1202BFFF6}"/>
          </ac:spMkLst>
        </pc:spChg>
        <pc:spChg chg="add del mod">
          <ac:chgData name="Votavová Gabriela" userId="f151b92f-625a-445a-9d4b-1ed80f6e2b7e" providerId="ADAL" clId="{88E38FC4-7392-48DD-8BE2-82CB3421B3D2}" dt="2021-09-20T18:36:51.120" v="1655" actId="478"/>
          <ac:spMkLst>
            <pc:docMk/>
            <pc:sldMk cId="273310479" sldId="292"/>
            <ac:spMk id="5" creationId="{67135457-5A42-4070-8B1F-FE805DCA4290}"/>
          </ac:spMkLst>
        </pc:spChg>
      </pc:sldChg>
      <pc:sldChg chg="addSp delSp modSp add del mod">
        <pc:chgData name="Votavová Gabriela" userId="f151b92f-625a-445a-9d4b-1ed80f6e2b7e" providerId="ADAL" clId="{88E38FC4-7392-48DD-8BE2-82CB3421B3D2}" dt="2021-09-20T10:05:20.935" v="1209" actId="2696"/>
        <pc:sldMkLst>
          <pc:docMk/>
          <pc:sldMk cId="1062073488" sldId="293"/>
        </pc:sldMkLst>
        <pc:spChg chg="mod">
          <ac:chgData name="Votavová Gabriela" userId="f151b92f-625a-445a-9d4b-1ed80f6e2b7e" providerId="ADAL" clId="{88E38FC4-7392-48DD-8BE2-82CB3421B3D2}" dt="2021-09-20T10:04:58.945" v="1205" actId="6549"/>
          <ac:spMkLst>
            <pc:docMk/>
            <pc:sldMk cId="1062073488" sldId="293"/>
            <ac:spMk id="3" creationId="{00000000-0000-0000-0000-000000000000}"/>
          </ac:spMkLst>
        </pc:spChg>
        <pc:spChg chg="mod">
          <ac:chgData name="Votavová Gabriela" userId="f151b92f-625a-445a-9d4b-1ed80f6e2b7e" providerId="ADAL" clId="{88E38FC4-7392-48DD-8BE2-82CB3421B3D2}" dt="2021-09-20T09:36:50.838" v="738" actId="1076"/>
          <ac:spMkLst>
            <pc:docMk/>
            <pc:sldMk cId="1062073488" sldId="293"/>
            <ac:spMk id="4" creationId="{00000000-0000-0000-0000-000000000000}"/>
          </ac:spMkLst>
        </pc:spChg>
        <pc:picChg chg="add mod">
          <ac:chgData name="Votavová Gabriela" userId="f151b92f-625a-445a-9d4b-1ed80f6e2b7e" providerId="ADAL" clId="{88E38FC4-7392-48DD-8BE2-82CB3421B3D2}" dt="2021-09-20T09:36:52.365" v="739" actId="1076"/>
          <ac:picMkLst>
            <pc:docMk/>
            <pc:sldMk cId="1062073488" sldId="293"/>
            <ac:picMk id="7" creationId="{A9240A6E-DFE2-45D4-B175-EB7D2A6BABBB}"/>
          </ac:picMkLst>
        </pc:picChg>
        <pc:picChg chg="del">
          <ac:chgData name="Votavová Gabriela" userId="f151b92f-625a-445a-9d4b-1ed80f6e2b7e" providerId="ADAL" clId="{88E38FC4-7392-48DD-8BE2-82CB3421B3D2}" dt="2021-09-20T09:35:04.319" v="707" actId="478"/>
          <ac:picMkLst>
            <pc:docMk/>
            <pc:sldMk cId="1062073488" sldId="293"/>
            <ac:picMk id="6146" creationId="{00000000-0000-0000-0000-000000000000}"/>
          </ac:picMkLst>
        </pc:picChg>
      </pc:sldChg>
      <pc:sldChg chg="modSp new mod">
        <pc:chgData name="Votavová Gabriela" userId="f151b92f-625a-445a-9d4b-1ed80f6e2b7e" providerId="ADAL" clId="{88E38FC4-7392-48DD-8BE2-82CB3421B3D2}" dt="2021-09-20T09:51:03.867" v="918" actId="20577"/>
        <pc:sldMkLst>
          <pc:docMk/>
          <pc:sldMk cId="1115763684" sldId="294"/>
        </pc:sldMkLst>
        <pc:spChg chg="mod">
          <ac:chgData name="Votavová Gabriela" userId="f151b92f-625a-445a-9d4b-1ed80f6e2b7e" providerId="ADAL" clId="{88E38FC4-7392-48DD-8BE2-82CB3421B3D2}" dt="2021-09-20T09:50:27.602" v="900" actId="20577"/>
          <ac:spMkLst>
            <pc:docMk/>
            <pc:sldMk cId="1115763684" sldId="294"/>
            <ac:spMk id="2" creationId="{2D61BCB5-5E92-42C4-B813-C7EB13EFEE6F}"/>
          </ac:spMkLst>
        </pc:spChg>
        <pc:spChg chg="mod">
          <ac:chgData name="Votavová Gabriela" userId="f151b92f-625a-445a-9d4b-1ed80f6e2b7e" providerId="ADAL" clId="{88E38FC4-7392-48DD-8BE2-82CB3421B3D2}" dt="2021-09-20T09:51:03.867" v="918" actId="20577"/>
          <ac:spMkLst>
            <pc:docMk/>
            <pc:sldMk cId="1115763684" sldId="294"/>
            <ac:spMk id="3" creationId="{C8E6E38A-CDCD-4973-87DF-B8716CAA9692}"/>
          </ac:spMkLst>
        </pc:spChg>
      </pc:sldChg>
      <pc:sldChg chg="delSp modSp add mod modAnim">
        <pc:chgData name="Votavová Gabriela" userId="f151b92f-625a-445a-9d4b-1ed80f6e2b7e" providerId="ADAL" clId="{88E38FC4-7392-48DD-8BE2-82CB3421B3D2}" dt="2021-09-20T18:23:00.845" v="1480" actId="2710"/>
        <pc:sldMkLst>
          <pc:docMk/>
          <pc:sldMk cId="742581816" sldId="295"/>
        </pc:sldMkLst>
        <pc:spChg chg="mod">
          <ac:chgData name="Votavová Gabriela" userId="f151b92f-625a-445a-9d4b-1ed80f6e2b7e" providerId="ADAL" clId="{88E38FC4-7392-48DD-8BE2-82CB3421B3D2}" dt="2021-09-20T09:56:30.235" v="1004" actId="20577"/>
          <ac:spMkLst>
            <pc:docMk/>
            <pc:sldMk cId="742581816" sldId="295"/>
            <ac:spMk id="2" creationId="{00000000-0000-0000-0000-000000000000}"/>
          </ac:spMkLst>
        </pc:spChg>
        <pc:spChg chg="mod">
          <ac:chgData name="Votavová Gabriela" userId="f151b92f-625a-445a-9d4b-1ed80f6e2b7e" providerId="ADAL" clId="{88E38FC4-7392-48DD-8BE2-82CB3421B3D2}" dt="2021-09-20T18:23:00.845" v="1480" actId="2710"/>
          <ac:spMkLst>
            <pc:docMk/>
            <pc:sldMk cId="742581816" sldId="295"/>
            <ac:spMk id="3" creationId="{00000000-0000-0000-0000-000000000000}"/>
          </ac:spMkLst>
        </pc:spChg>
        <pc:spChg chg="del">
          <ac:chgData name="Votavová Gabriela" userId="f151b92f-625a-445a-9d4b-1ed80f6e2b7e" providerId="ADAL" clId="{88E38FC4-7392-48DD-8BE2-82CB3421B3D2}" dt="2021-09-20T09:56:38.663" v="1005" actId="478"/>
          <ac:spMkLst>
            <pc:docMk/>
            <pc:sldMk cId="742581816" sldId="295"/>
            <ac:spMk id="4" creationId="{00000000-0000-0000-0000-000000000000}"/>
          </ac:spMkLst>
        </pc:spChg>
      </pc:sldChg>
      <pc:sldChg chg="new del">
        <pc:chgData name="Votavová Gabriela" userId="f151b92f-625a-445a-9d4b-1ed80f6e2b7e" providerId="ADAL" clId="{88E38FC4-7392-48DD-8BE2-82CB3421B3D2}" dt="2021-09-20T09:55:08.242" v="964" actId="680"/>
        <pc:sldMkLst>
          <pc:docMk/>
          <pc:sldMk cId="981770667" sldId="295"/>
        </pc:sldMkLst>
      </pc:sldChg>
      <pc:sldChg chg="modSp new mod setBg">
        <pc:chgData name="Votavová Gabriela" userId="f151b92f-625a-445a-9d4b-1ed80f6e2b7e" providerId="ADAL" clId="{88E38FC4-7392-48DD-8BE2-82CB3421B3D2}" dt="2021-09-20T18:37:44.910" v="1658" actId="108"/>
        <pc:sldMkLst>
          <pc:docMk/>
          <pc:sldMk cId="2614177634" sldId="296"/>
        </pc:sldMkLst>
        <pc:spChg chg="mod">
          <ac:chgData name="Votavová Gabriela" userId="f151b92f-625a-445a-9d4b-1ed80f6e2b7e" providerId="ADAL" clId="{88E38FC4-7392-48DD-8BE2-82CB3421B3D2}" dt="2021-09-20T18:37:44.910" v="1658" actId="108"/>
          <ac:spMkLst>
            <pc:docMk/>
            <pc:sldMk cId="2614177634" sldId="296"/>
            <ac:spMk id="2" creationId="{C200DB25-76D5-4BB9-B62E-86C430BC3872}"/>
          </ac:spMkLst>
        </pc:spChg>
        <pc:spChg chg="mod">
          <ac:chgData name="Votavová Gabriela" userId="f151b92f-625a-445a-9d4b-1ed80f6e2b7e" providerId="ADAL" clId="{88E38FC4-7392-48DD-8BE2-82CB3421B3D2}" dt="2021-09-20T10:14:33.282" v="1364" actId="14100"/>
          <ac:spMkLst>
            <pc:docMk/>
            <pc:sldMk cId="2614177634" sldId="296"/>
            <ac:spMk id="3" creationId="{0905BC1F-4195-47C3-B081-A08E89BB06AF}"/>
          </ac:spMkLst>
        </pc:spChg>
        <pc:spChg chg="mod">
          <ac:chgData name="Votavová Gabriela" userId="f151b92f-625a-445a-9d4b-1ed80f6e2b7e" providerId="ADAL" clId="{88E38FC4-7392-48DD-8BE2-82CB3421B3D2}" dt="2021-09-20T18:37:33.367" v="1657"/>
          <ac:spMkLst>
            <pc:docMk/>
            <pc:sldMk cId="2614177634" sldId="296"/>
            <ac:spMk id="4" creationId="{9B1DA23E-06F6-4527-97B6-479E3EEDED95}"/>
          </ac:spMkLst>
        </pc:spChg>
      </pc:sldChg>
      <pc:sldChg chg="modSp new mod ord">
        <pc:chgData name="Votavová Gabriela" userId="f151b92f-625a-445a-9d4b-1ed80f6e2b7e" providerId="ADAL" clId="{88E38FC4-7392-48DD-8BE2-82CB3421B3D2}" dt="2021-09-20T18:32:28.977" v="1513"/>
        <pc:sldMkLst>
          <pc:docMk/>
          <pc:sldMk cId="3474321571" sldId="297"/>
        </pc:sldMkLst>
        <pc:spChg chg="mod">
          <ac:chgData name="Votavová Gabriela" userId="f151b92f-625a-445a-9d4b-1ed80f6e2b7e" providerId="ADAL" clId="{88E38FC4-7392-48DD-8BE2-82CB3421B3D2}" dt="2021-09-20T09:59:06.103" v="1055" actId="20577"/>
          <ac:spMkLst>
            <pc:docMk/>
            <pc:sldMk cId="3474321571" sldId="297"/>
            <ac:spMk id="2" creationId="{90B3A0E7-148A-47F8-9BDB-42CFA9BF1549}"/>
          </ac:spMkLst>
        </pc:spChg>
        <pc:spChg chg="mod">
          <ac:chgData name="Votavová Gabriela" userId="f151b92f-625a-445a-9d4b-1ed80f6e2b7e" providerId="ADAL" clId="{88E38FC4-7392-48DD-8BE2-82CB3421B3D2}" dt="2021-09-20T18:31:31.358" v="1508" actId="20577"/>
          <ac:spMkLst>
            <pc:docMk/>
            <pc:sldMk cId="3474321571" sldId="297"/>
            <ac:spMk id="3" creationId="{D1743594-2679-4EBB-BB82-F70E338DE626}"/>
          </ac:spMkLst>
        </pc:spChg>
      </pc:sldChg>
      <pc:sldChg chg="modSp new mod">
        <pc:chgData name="Votavová Gabriela" userId="f151b92f-625a-445a-9d4b-1ed80f6e2b7e" providerId="ADAL" clId="{88E38FC4-7392-48DD-8BE2-82CB3421B3D2}" dt="2021-09-20T18:30:55.414" v="1500"/>
        <pc:sldMkLst>
          <pc:docMk/>
          <pc:sldMk cId="2645149871" sldId="298"/>
        </pc:sldMkLst>
        <pc:spChg chg="mod">
          <ac:chgData name="Votavová Gabriela" userId="f151b92f-625a-445a-9d4b-1ed80f6e2b7e" providerId="ADAL" clId="{88E38FC4-7392-48DD-8BE2-82CB3421B3D2}" dt="2021-09-20T10:04:18.802" v="1190" actId="20577"/>
          <ac:spMkLst>
            <pc:docMk/>
            <pc:sldMk cId="2645149871" sldId="298"/>
            <ac:spMk id="2" creationId="{03EB9142-F726-4DD0-8212-1224F6935982}"/>
          </ac:spMkLst>
        </pc:spChg>
        <pc:spChg chg="mod">
          <ac:chgData name="Votavová Gabriela" userId="f151b92f-625a-445a-9d4b-1ed80f6e2b7e" providerId="ADAL" clId="{88E38FC4-7392-48DD-8BE2-82CB3421B3D2}" dt="2021-09-20T18:30:55.414" v="1500"/>
          <ac:spMkLst>
            <pc:docMk/>
            <pc:sldMk cId="2645149871" sldId="298"/>
            <ac:spMk id="3" creationId="{2D3BFF2D-B856-41E4-95EF-FC1044B57C75}"/>
          </ac:spMkLst>
        </pc:spChg>
      </pc:sldChg>
      <pc:sldChg chg="modSp new mod">
        <pc:chgData name="Votavová Gabriela" userId="f151b92f-625a-445a-9d4b-1ed80f6e2b7e" providerId="ADAL" clId="{88E38FC4-7392-48DD-8BE2-82CB3421B3D2}" dt="2021-09-20T18:37:19.954" v="1656" actId="948"/>
        <pc:sldMkLst>
          <pc:docMk/>
          <pc:sldMk cId="324127028" sldId="299"/>
        </pc:sldMkLst>
        <pc:spChg chg="mod">
          <ac:chgData name="Votavová Gabriela" userId="f151b92f-625a-445a-9d4b-1ed80f6e2b7e" providerId="ADAL" clId="{88E38FC4-7392-48DD-8BE2-82CB3421B3D2}" dt="2021-09-20T18:35:48.459" v="1639" actId="108"/>
          <ac:spMkLst>
            <pc:docMk/>
            <pc:sldMk cId="324127028" sldId="299"/>
            <ac:spMk id="2" creationId="{252EFBEF-542F-4CE4-AA37-A179137E222A}"/>
          </ac:spMkLst>
        </pc:spChg>
        <pc:spChg chg="mod">
          <ac:chgData name="Votavová Gabriela" userId="f151b92f-625a-445a-9d4b-1ed80f6e2b7e" providerId="ADAL" clId="{88E38FC4-7392-48DD-8BE2-82CB3421B3D2}" dt="2021-09-20T18:37:19.954" v="1656" actId="948"/>
          <ac:spMkLst>
            <pc:docMk/>
            <pc:sldMk cId="324127028" sldId="299"/>
            <ac:spMk id="3" creationId="{69601E7A-6C90-417C-8677-C8C06156614D}"/>
          </ac:spMkLst>
        </pc:spChg>
      </pc:sldChg>
      <pc:sldChg chg="modSp new mod">
        <pc:chgData name="Votavová Gabriela" userId="f151b92f-625a-445a-9d4b-1ed80f6e2b7e" providerId="ADAL" clId="{88E38FC4-7392-48DD-8BE2-82CB3421B3D2}" dt="2021-09-20T10:11:31.813" v="1315" actId="3626"/>
        <pc:sldMkLst>
          <pc:docMk/>
          <pc:sldMk cId="4227315814" sldId="300"/>
        </pc:sldMkLst>
        <pc:spChg chg="mod">
          <ac:chgData name="Votavová Gabriela" userId="f151b92f-625a-445a-9d4b-1ed80f6e2b7e" providerId="ADAL" clId="{88E38FC4-7392-48DD-8BE2-82CB3421B3D2}" dt="2021-09-20T10:11:31.813" v="1315" actId="3626"/>
          <ac:spMkLst>
            <pc:docMk/>
            <pc:sldMk cId="4227315814" sldId="300"/>
            <ac:spMk id="3" creationId="{75E4DA3F-083C-4E3A-91B3-EF8BB62775FB}"/>
          </ac:spMkLst>
        </pc:spChg>
      </pc:sldChg>
      <pc:sldChg chg="modSp add mod">
        <pc:chgData name="Votavová Gabriela" userId="f151b92f-625a-445a-9d4b-1ed80f6e2b7e" providerId="ADAL" clId="{88E38FC4-7392-48DD-8BE2-82CB3421B3D2}" dt="2021-09-20T18:31:48.737" v="1511" actId="948"/>
        <pc:sldMkLst>
          <pc:docMk/>
          <pc:sldMk cId="375958746" sldId="301"/>
        </pc:sldMkLst>
        <pc:spChg chg="mod">
          <ac:chgData name="Votavová Gabriela" userId="f151b92f-625a-445a-9d4b-1ed80f6e2b7e" providerId="ADAL" clId="{88E38FC4-7392-48DD-8BE2-82CB3421B3D2}" dt="2021-09-20T18:31:48.737" v="1511" actId="948"/>
          <ac:spMkLst>
            <pc:docMk/>
            <pc:sldMk cId="375958746" sldId="301"/>
            <ac:spMk id="3" creationId="{2D3BFF2D-B856-41E4-95EF-FC1044B57C75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9T09:23:00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1 902 24575,'0'-3'0,"1"-1"0,1 1 0,-1 0 0,0 0 0,1 1 0,-1-1 0,1 0 0,0 0 0,0 1 0,0-1 0,0 1 0,5-5 0,5-5 0,0 0 0,0 0 0,1 1 0,0 0 0,1 1 0,1 0 0,-1 2 0,18-9 0,10-6 0,536-268-626,-236 128 344,83-68-932,-339 182-4855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9T09:23:01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478 0 24575,'20'3'0,"-20"-3"0,0 0 0,0 0 0,1 0 0,-1 0 0,0 1 0,0-1 0,1 0 0,-1 0 0,0 0 0,0 0 0,1 1 0,-1-1 0,0 0 0,0 0 0,0 1 0,0-1 0,1 0 0,-1 0 0,0 1 0,0-1 0,0 0 0,0 0 0,0 1 0,0-1 0,0 0 0,0 1 0,0-1 0,0 0 0,0 0 0,0 1 0,0-1 0,-1 3 0,0 0 0,-1-1 0,1 0 0,-1 1 0,0-1 0,0 0 0,0 0 0,0 0 0,0 0 0,-3 2 0,-139 108 0,-16 14 0,130-100 0,14-13 0,1 0 0,1 0 0,0 2 0,1-1 0,1 2 0,-17 26 0,23-31 0,1-4 0,1 1 0,0 0 0,1 0 0,0 0 0,-4 13 0,7-19 0,0-1 0,0 1 0,0-1 0,0 1 0,0-1 0,0 0 0,0 1 0,0-1 0,0 1 0,1-1 0,-1 1 0,0-1 0,1 0 0,-1 1 0,1-1 0,0 0 0,0 1 0,-1-1 0,1 0 0,0 0 0,0 0 0,0 0 0,0 0 0,0 0 0,0 0 0,0 0 0,1 0 0,-1 0 0,0 0 0,0-1 0,1 1 0,-1-1 0,1 1 0,-1-1 0,0 1 0,1-1 0,-1 0 0,1 1 0,-1-1 0,3 0 0,11 1 0,0-1 0,1-1 0,-1 0 0,28-5 0,-29 4 0,596-89-323,-1 26-1742,-456 55-3738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9T09:24:32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1 902 24575,'0'-3'0,"1"-1"0,1 1 0,-1 0 0,0 0 0,1 1 0,-1-1 0,1 0 0,0 0 0,0 1 0,0-1 0,0 1 0,5-5 0,5-5 0,0 0 0,0 0 0,1 1 0,0 0 0,1 1 0,1 0 0,-1 2 0,18-9 0,10-6 0,536-268-626,-236 128 344,83-68-932,-339 182-4855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9T09:24:32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478 0 24575,'20'3'0,"-20"-3"0,0 0 0,0 0 0,1 0 0,-1 0 0,0 1 0,0-1 0,1 0 0,-1 0 0,0 0 0,0 0 0,1 1 0,-1-1 0,0 0 0,0 0 0,0 1 0,0-1 0,1 0 0,-1 0 0,0 1 0,0-1 0,0 0 0,0 0 0,0 1 0,0-1 0,0 0 0,0 1 0,0-1 0,0 0 0,0 0 0,0 1 0,0-1 0,-1 3 0,0 0 0,-1-1 0,1 0 0,-1 1 0,0-1 0,0 0 0,0 0 0,0 0 0,0 0 0,-3 2 0,-139 108 0,-16 14 0,130-100 0,14-13 0,1 0 0,1 0 0,0 2 0,1-1 0,1 2 0,-17 26 0,23-31 0,1-4 0,1 1 0,0 0 0,1 0 0,0 0 0,-4 13 0,7-19 0,0-1 0,0 1 0,0-1 0,0 1 0,0-1 0,0 0 0,0 1 0,0-1 0,0 1 0,1-1 0,-1 1 0,0-1 0,1 0 0,-1 1 0,1-1 0,0 0 0,0 1 0,-1-1 0,1 0 0,0 0 0,0 0 0,0 0 0,0 0 0,0 0 0,0 0 0,0 0 0,1 0 0,-1 0 0,0 0 0,0-1 0,1 1 0,-1-1 0,1 1 0,-1-1 0,0 1 0,1-1 0,-1 0 0,1 1 0,-1-1 0,3 0 0,11 1 0,0-1 0,1-1 0,-1 0 0,28-5 0,-29 4 0,596-89-323,-1 26-1742,-456 55-3738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9T09:29:17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1 902 24575,'0'-3'0,"1"-1"0,1 1 0,-1 0 0,0 0 0,1 1 0,-1-1 0,1 0 0,0 0 0,0 1 0,0-1 0,0 1 0,5-5 0,5-5 0,0 0 0,0 0 0,1 1 0,0 0 0,1 1 0,1 0 0,-1 2 0,18-9 0,10-6 0,536-268-626,-236 128 344,83-68-932,-339 182-4855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9T09:29:17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478 0 24575,'20'3'0,"-20"-3"0,0 0 0,0 0 0,1 0 0,-1 0 0,0 1 0,0-1 0,1 0 0,-1 0 0,0 0 0,0 0 0,1 1 0,-1-1 0,0 0 0,0 0 0,0 1 0,0-1 0,1 0 0,-1 0 0,0 1 0,0-1 0,0 0 0,0 0 0,0 1 0,0-1 0,0 0 0,0 1 0,0-1 0,0 0 0,0 0 0,0 1 0,0-1 0,-1 3 0,0 0 0,-1-1 0,1 0 0,-1 1 0,0-1 0,0 0 0,0 0 0,0 0 0,0 0 0,-3 2 0,-139 108 0,-16 14 0,130-100 0,14-13 0,1 0 0,1 0 0,0 2 0,1-1 0,1 2 0,-17 26 0,23-31 0,1-4 0,1 1 0,0 0 0,1 0 0,0 0 0,-4 13 0,7-19 0,0-1 0,0 1 0,0-1 0,0 1 0,0-1 0,0 0 0,0 1 0,0-1 0,0 1 0,1-1 0,-1 1 0,0-1 0,1 0 0,-1 1 0,1-1 0,0 0 0,0 1 0,-1-1 0,1 0 0,0 0 0,0 0 0,0 0 0,0 0 0,0 0 0,0 0 0,0 0 0,1 0 0,-1 0 0,0 0 0,0-1 0,1 1 0,-1-1 0,1 1 0,-1-1 0,0 1 0,1-1 0,-1 0 0,1 1 0,-1-1 0,3 0 0,11 1 0,0-1 0,1-1 0,-1 0 0,28-5 0,-29 4 0,596-89-323,-1 26-1742,-456 55-3738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31DB3-4234-4632-BB5D-A2D6C2B2ACB2}" type="datetimeFigureOut">
              <a:rPr lang="cs-CZ"/>
              <a:t>19.09.2023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BDC6C-AA7F-41C1-AC1E-5ACA177B83EA}" type="slidenum">
              <a:rPr lang="cs-CZ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55346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DBDC6C-AA7F-41C1-AC1E-5ACA177B83EA}" type="slidenum">
              <a:rPr lang="cs-CZ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6617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Přímá spojnice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Nadpis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cs-CZ"/>
              <a:t>Kliknutím lze upravit styl.</a:t>
            </a:r>
            <a:endParaRPr kumimoji="0" lang="en-US"/>
          </a:p>
        </p:txBody>
      </p:sp>
      <p:sp>
        <p:nvSpPr>
          <p:cNvPr id="25" name="Podnadpis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cs-CZ"/>
              <a:t>Kliknutím lze upravit styl předlohy.</a:t>
            </a:r>
            <a:endParaRPr kumimoji="0" lang="en-US"/>
          </a:p>
        </p:txBody>
      </p:sp>
      <p:sp>
        <p:nvSpPr>
          <p:cNvPr id="31" name="Zástupný symbol pro datum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A269C577-1932-4381-B029-23ED56085623}" type="datetime1">
              <a:rPr lang="cs-CZ" smtClean="0"/>
              <a:t>19.09.2023</a:t>
            </a:fld>
            <a:endParaRPr lang="cs-CZ"/>
          </a:p>
        </p:txBody>
      </p:sp>
      <p:sp>
        <p:nvSpPr>
          <p:cNvPr id="18" name="Zástupný symbol pro zápatí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29" name="Zástupný symbol pro číslo snímku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Kliknutím lze upravit styl.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cs-CZ"/>
              <a:t>Kliknutím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D9AC-B2A7-49E1-9971-75310545FBA0}" type="datetime1">
              <a:rPr lang="cs-CZ" smtClean="0"/>
              <a:t>19.09.2023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cs-CZ"/>
              <a:t>Kliknutím lze upravit styl.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CE816DAE-803D-4F35-8C52-41748BABEE92}" type="datetime1">
              <a:rPr lang="cs-CZ" smtClean="0"/>
              <a:t>19.09.2023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cs-CZ"/>
              <a:t>Kliknutím lze upravit styl.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cs-CZ"/>
              <a:t>Kliknutím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cs-CZ"/>
              <a:t>Kliknutím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21EE-1383-465C-BA5D-49979CE5585A}" type="datetime1">
              <a:rPr lang="cs-CZ" smtClean="0"/>
              <a:t>19.09.2023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cs-CZ"/>
              <a:t>Kliknutím lze upravit styl.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cs-CZ"/>
              <a:t>Kliknutím lze upravit styly předlohy textu.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cs-CZ"/>
              <a:t>Kliknutím lze upravit styly předlohy textu.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cs-CZ"/>
              <a:t>Kliknutím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cs-CZ"/>
              <a:t>Kliknutím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00217-5E35-4DDD-A770-8074F07B021B}" type="datetime1">
              <a:rPr lang="cs-CZ" smtClean="0"/>
              <a:t>19.09.2023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cs-CZ"/>
              <a:t>Kliknutím lze upravit styl.</a:t>
            </a:r>
            <a:endParaRPr kumimoji="0"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7A8CE-B496-4E99-8156-4E689F289A65}" type="datetime1">
              <a:rPr lang="cs-CZ" smtClean="0"/>
              <a:t>19.09.2023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41CC76D-9ED7-4A39-8B74-2209716D6FBE}" type="datetime1">
              <a:rPr lang="cs-CZ" smtClean="0"/>
              <a:t>19.09.2023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cs-CZ"/>
              <a:t>Kliknutím lze upravit styl.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cs-CZ"/>
              <a:t>Kliknutím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437AB-D25B-44F2-ADB2-FA50FB7D1C32}" type="datetime1">
              <a:rPr lang="cs-CZ" smtClean="0"/>
              <a:t>19.09.2023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bdélník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cs-CZ"/>
              <a:t>Kliknutím lze upravit styl.</a:t>
            </a:r>
            <a:endParaRPr kumimoji="0"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15301-E152-4F08-82F1-8B0A0F23BC5C}" type="datetime1">
              <a:rPr lang="cs-CZ" smtClean="0"/>
              <a:t>19.09.2023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  <p:sp>
        <p:nvSpPr>
          <p:cNvPr id="10" name="Zástupný symbol pro obrázek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cs-CZ"/>
              <a:t>Kliknutím na ikonu přidáte obrázek.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Kliknutím lze upravit styl.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cs-CZ"/>
              <a:t>Kliknutím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BD58-C524-4795-B9C8-4BB8412C4B08}" type="datetime1">
              <a:rPr lang="cs-CZ" smtClean="0"/>
              <a:t>19.09.2023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cs-CZ"/>
              <a:t>Kliknutím lze upravit styl.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cs-CZ"/>
              <a:t>Kliknutím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2BCAD49B-04EC-4E00-A0B4-A90CD05CBA6B}" type="datetime1">
              <a:rPr lang="cs-CZ" smtClean="0"/>
              <a:t>19.09.2023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Zástupný symbol pro nadpis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cs-CZ"/>
              <a:t>Kliknutím lze upravit styl.</a:t>
            </a:r>
            <a:endParaRPr kumimoji="0" lang="en-US"/>
          </a:p>
        </p:txBody>
      </p:sp>
      <p:sp>
        <p:nvSpPr>
          <p:cNvPr id="31" name="Zástupný symbol pro text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cs-CZ"/>
              <a:t>Kliknutím lze upravit styly předlohy textu.</a:t>
            </a:r>
          </a:p>
          <a:p>
            <a:pPr lvl="1" eaLnBrk="1" latinLnBrk="0" hangingPunct="1"/>
            <a:r>
              <a:rPr kumimoji="0" lang="cs-CZ"/>
              <a:t>Druhá úroveň</a:t>
            </a:r>
          </a:p>
          <a:p>
            <a:pPr lvl="2" eaLnBrk="1" latinLnBrk="0" hangingPunct="1"/>
            <a:r>
              <a:rPr kumimoji="0" lang="cs-CZ"/>
              <a:t>Třetí úroveň</a:t>
            </a:r>
          </a:p>
          <a:p>
            <a:pPr lvl="3" eaLnBrk="1" latinLnBrk="0" hangingPunct="1"/>
            <a:r>
              <a:rPr kumimoji="0" lang="cs-CZ"/>
              <a:t>Čtvrtá úroveň</a:t>
            </a:r>
          </a:p>
          <a:p>
            <a:pPr lvl="4" eaLnBrk="1" latinLnBrk="0" hangingPunct="1"/>
            <a:r>
              <a:rPr kumimoji="0" lang="cs-CZ"/>
              <a:t>Pátá úroveň</a:t>
            </a:r>
            <a:endParaRPr kumimoji="0" lang="en-US"/>
          </a:p>
        </p:txBody>
      </p:sp>
      <p:sp>
        <p:nvSpPr>
          <p:cNvPr id="27" name="Zástupný symbol pro datum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F3293A8E-5B8A-4866-9BC0-A1B4868DD09B}" type="datetime1">
              <a:rPr lang="cs-CZ" smtClean="0"/>
              <a:t>19.09.2023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16" name="Zástupný symbol pro číslo snímku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7.png"/><Relationship Id="rId7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customXml" Target="../ink/ink3.xml"/><Relationship Id="rId9" Type="http://schemas.openxmlformats.org/officeDocument/2006/relationships/customXml" Target="../ink/ink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  <a:alpha val="56000"/>
              </a:schemeClr>
            </a:gs>
            <a:gs pos="5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79512" y="234940"/>
            <a:ext cx="8420472" cy="2932236"/>
          </a:xfrm>
        </p:spPr>
        <p:txBody>
          <a:bodyPr/>
          <a:lstStyle/>
          <a:p>
            <a:pPr algn="ctr"/>
            <a:r>
              <a:rPr lang="cs-CZ" sz="6600" dirty="0"/>
              <a:t>Licence</a:t>
            </a:r>
            <a:br>
              <a:rPr lang="cs-CZ" sz="6600" dirty="0"/>
            </a:br>
            <a:r>
              <a:rPr lang="cs-CZ" sz="6600" dirty="0"/>
              <a:t>publikování </a:t>
            </a:r>
            <a:br>
              <a:rPr lang="cs-CZ" sz="6600" dirty="0"/>
            </a:br>
            <a:r>
              <a:rPr lang="cs-CZ" sz="6600" dirty="0"/>
              <a:t>na internetu</a:t>
            </a:r>
          </a:p>
        </p:txBody>
      </p:sp>
      <p:sp>
        <p:nvSpPr>
          <p:cNvPr id="3" name="Zástupný symbol pro zápatí 3"/>
          <p:cNvSpPr txBox="1">
            <a:spLocks/>
          </p:cNvSpPr>
          <p:nvPr/>
        </p:nvSpPr>
        <p:spPr>
          <a:xfrm>
            <a:off x="3059832" y="6387484"/>
            <a:ext cx="5880050" cy="313677"/>
          </a:xfrm>
          <a:prstGeom prst="rect">
            <a:avLst/>
          </a:prstGeom>
        </p:spPr>
        <p:txBody>
          <a:bodyPr vert="horz" tIns="0" bIns="0" anchor="b"/>
          <a:lstStyle>
            <a:defPPr>
              <a:defRPr lang="cs-CZ"/>
            </a:defPPr>
            <a:lvl1pPr marL="0" algn="r" defTabSz="914400" rtl="0" eaLnBrk="1" latinLnBrk="0" hangingPunct="1">
              <a:defRPr kumimoji="0"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200" dirty="0"/>
              <a:t>Autor: Ing. Vladimír Vacek, Ing. Gabriela Votavová</a:t>
            </a:r>
          </a:p>
        </p:txBody>
      </p:sp>
      <p:pic>
        <p:nvPicPr>
          <p:cNvPr id="1026" name="Picture 2" descr="http://media.sagalradio.org/media/thumbs/images/2012/07/guideinternet_large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53" t="7569" r="-1753" b="7248"/>
          <a:stretch/>
        </p:blipFill>
        <p:spPr bwMode="auto">
          <a:xfrm>
            <a:off x="395536" y="3357512"/>
            <a:ext cx="3490854" cy="24482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Obdélník 3"/>
          <p:cNvSpPr/>
          <p:nvPr/>
        </p:nvSpPr>
        <p:spPr>
          <a:xfrm>
            <a:off x="129207" y="6264373"/>
            <a:ext cx="631398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1000" dirty="0"/>
              <a:t>Zdroj: http://media.sagalradio.org/media/thumbs/images/2012/07/guideinternet_large.jpg (10.7.2017)</a:t>
            </a:r>
          </a:p>
        </p:txBody>
      </p:sp>
      <p:pic>
        <p:nvPicPr>
          <p:cNvPr id="6" name="Picture 2" descr="Soubor:CC-logo.svg">
            <a:extLst>
              <a:ext uri="{FF2B5EF4-FFF2-40B4-BE49-F238E27FC236}">
                <a16:creationId xmlns:a16="http://schemas.microsoft.com/office/drawing/2014/main" id="{DE2CDFDB-7AD7-4EED-9546-8AF10CFA5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331" y="3995860"/>
            <a:ext cx="4876800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6190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7239000" cy="1143000"/>
          </a:xfrm>
        </p:spPr>
        <p:txBody>
          <a:bodyPr/>
          <a:lstStyle/>
          <a:p>
            <a:r>
              <a:rPr lang="cs-CZ" dirty="0"/>
              <a:t>Software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28800"/>
            <a:ext cx="7239000" cy="1459544"/>
          </a:xfrm>
        </p:spPr>
        <p:txBody>
          <a:bodyPr/>
          <a:lstStyle/>
          <a:p>
            <a:r>
              <a:rPr lang="cs-CZ" dirty="0"/>
              <a:t>nelze stáhnout ani pro vlastní potřebu</a:t>
            </a:r>
          </a:p>
          <a:p>
            <a:r>
              <a:rPr lang="cs-CZ" dirty="0"/>
              <a:t>vždy se řídit licencí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Nadpis 1"/>
          <p:cNvSpPr txBox="1">
            <a:spLocks/>
          </p:cNvSpPr>
          <p:nvPr/>
        </p:nvSpPr>
        <p:spPr>
          <a:xfrm>
            <a:off x="467544" y="2646039"/>
            <a:ext cx="7239000" cy="1143001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800" b="1" kern="1200" cap="all" baseline="0">
                <a:ln w="500">
                  <a:solidFill>
                    <a:schemeClr val="tx2">
                      <a:shade val="20000"/>
                      <a:satMod val="120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cs-CZ" dirty="0"/>
              <a:t>Audio, video, fotografie</a:t>
            </a:r>
          </a:p>
        </p:txBody>
      </p:sp>
      <p:sp>
        <p:nvSpPr>
          <p:cNvPr id="5" name="Zástupný symbol pro obsah 2"/>
          <p:cNvSpPr txBox="1">
            <a:spLocks/>
          </p:cNvSpPr>
          <p:nvPr/>
        </p:nvSpPr>
        <p:spPr>
          <a:xfrm>
            <a:off x="467544" y="4129696"/>
            <a:ext cx="7239000" cy="145954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/>
              <a:buChar char=""/>
              <a:defRPr kumimoji="0" sz="2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208" indent="-228600" algn="l" rtl="0" eaLnBrk="1" latinLnBrk="0" hangingPunct="1">
              <a:spcBef>
                <a:spcPts val="500"/>
              </a:spcBef>
              <a:buClr>
                <a:schemeClr val="accent4"/>
              </a:buClr>
              <a:buSzPct val="80000"/>
              <a:buFont typeface="Wingdings 2"/>
              <a:buChar char=""/>
              <a:defRPr kumimoji="0" sz="2300" kern="120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58952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0000"/>
              <a:buFont typeface="Wingdings"/>
              <a:buChar char="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70000"/>
              <a:buFont typeface="Wingdings"/>
              <a:buChar char="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72184" indent="-182880" algn="l" rtl="0" eaLnBrk="1" latinLnBrk="0" hangingPunct="1">
              <a:spcBef>
                <a:spcPts val="400"/>
              </a:spcBef>
              <a:buClr>
                <a:schemeClr val="accent4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6733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80000"/>
              <a:buFont typeface="Wingdings 2"/>
              <a:buChar char="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47088" indent="-182880" algn="l" rtl="0" eaLnBrk="1" latinLnBrk="0" hangingPunct="1">
              <a:spcBef>
                <a:spcPts val="300"/>
              </a:spcBef>
              <a:buClr>
                <a:schemeClr val="accent4"/>
              </a:buClr>
              <a:buSzPct val="100000"/>
              <a:buChar char="•"/>
              <a:defRPr kumimoji="0" sz="1600" kern="1200" baseline="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0574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Wingdings"/>
              <a:buChar char="§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cs-CZ" dirty="0"/>
              <a:t>lze stáhnou pro vlastní potřebu</a:t>
            </a:r>
          </a:p>
          <a:p>
            <a:r>
              <a:rPr lang="cs-CZ" dirty="0"/>
              <a:t>nesmím sdílet !!!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7E4B8B-3E60-492E-A1C0-821333CC3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80290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61BCB5-5E92-42C4-B813-C7EB13EFE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Dělení sw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8E6E38A-CDCD-4973-87DF-B8716CAA9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Systémový software </a:t>
            </a:r>
          </a:p>
          <a:p>
            <a:pPr lvl="1"/>
            <a:r>
              <a:rPr lang="cs-CZ" dirty="0"/>
              <a:t>operační systémy</a:t>
            </a:r>
          </a:p>
          <a:p>
            <a:pPr lvl="1"/>
            <a:r>
              <a:rPr lang="cs-CZ" dirty="0"/>
              <a:t>firmware - nedílná součást technického zařízení přímo od výrobce, bez něhož by toto zařízení nefungovalo</a:t>
            </a:r>
          </a:p>
          <a:p>
            <a:r>
              <a:rPr lang="cs-CZ" dirty="0"/>
              <a:t>Aplikační software </a:t>
            </a:r>
          </a:p>
          <a:p>
            <a:pPr lvl="1"/>
            <a:r>
              <a:rPr lang="cs-CZ" dirty="0"/>
              <a:t>programové vybavení, které je určeno pro přímou interakci s uživatelem (dle účelu např. antivirové programy, databázové systémy, grafické editory, internetové prohlížeče, poštovní programy, …)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EA11B62-9BA9-4FD9-A30B-A14F63E18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3</a:t>
            </a:fld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3A99BA6F-37B3-8657-517D-50443B2B4648}"/>
              </a:ext>
            </a:extLst>
          </p:cNvPr>
          <p:cNvSpPr txBox="1"/>
          <p:nvPr/>
        </p:nvSpPr>
        <p:spPr>
          <a:xfrm>
            <a:off x="457200" y="6301216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100" dirty="0"/>
              <a:t>https://it-slovnik.cz/pojem/firmware</a:t>
            </a:r>
          </a:p>
        </p:txBody>
      </p:sp>
    </p:spTree>
    <p:extLst>
      <p:ext uri="{BB962C8B-B14F-4D97-AF65-F5344CB8AC3E}">
        <p14:creationId xmlns:p14="http://schemas.microsoft.com/office/powerpoint/2010/main" val="1115763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CFCE6E-1B88-479A-8000-04F1C17A2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b="1" i="0" dirty="0">
                <a:solidFill>
                  <a:srgbClr val="202124"/>
                </a:solidFill>
                <a:effectLst/>
                <a:latin typeface="Google Sans"/>
              </a:rPr>
              <a:t>Nejčastěji používané druhy licencí</a:t>
            </a:r>
            <a:br>
              <a:rPr lang="cs-CZ" b="0" i="0" dirty="0">
                <a:solidFill>
                  <a:srgbClr val="202124"/>
                </a:solidFill>
                <a:effectLst/>
                <a:latin typeface="Google Sans"/>
              </a:rPr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A20AA6C-CE4C-4365-8A77-C97E6A289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>
              <a:lnSpc>
                <a:spcPct val="150000"/>
              </a:lnSpc>
              <a:buFont typeface="+mj-lt"/>
              <a:buAutoNum type="arabicParenR"/>
            </a:pPr>
            <a:r>
              <a:rPr lang="cs-CZ" b="0" i="0" dirty="0">
                <a:effectLst/>
                <a:latin typeface="arial" panose="020B0604020202020204" pitchFamily="34" charset="0"/>
              </a:rPr>
              <a:t>OEM </a:t>
            </a:r>
            <a:r>
              <a:rPr lang="cs-CZ" i="0" dirty="0">
                <a:effectLst/>
                <a:latin typeface="arial" panose="020B0604020202020204" pitchFamily="34" charset="0"/>
              </a:rPr>
              <a:t>software</a:t>
            </a:r>
          </a:p>
          <a:p>
            <a:pPr marL="514350" indent="-514350" algn="l">
              <a:lnSpc>
                <a:spcPct val="150000"/>
              </a:lnSpc>
              <a:buFont typeface="+mj-lt"/>
              <a:buAutoNum type="arabicParenR"/>
            </a:pPr>
            <a:r>
              <a:rPr lang="cs-CZ" b="0" i="0" dirty="0">
                <a:effectLst/>
                <a:latin typeface="arial" panose="020B0604020202020204" pitchFamily="34" charset="0"/>
              </a:rPr>
              <a:t>Komerční (proprietární) verze programů</a:t>
            </a:r>
          </a:p>
          <a:p>
            <a:pPr marL="514350" indent="-514350" algn="l">
              <a:lnSpc>
                <a:spcPct val="150000"/>
              </a:lnSpc>
              <a:buFont typeface="+mj-lt"/>
              <a:buAutoNum type="arabicParenR"/>
            </a:pPr>
            <a:r>
              <a:rPr lang="cs-CZ" b="0" i="0" dirty="0">
                <a:effectLst/>
                <a:latin typeface="arial" panose="020B0604020202020204" pitchFamily="34" charset="0"/>
              </a:rPr>
              <a:t>Demoverze a Trial verze</a:t>
            </a:r>
          </a:p>
          <a:p>
            <a:pPr marL="514350" indent="-514350" algn="l">
              <a:lnSpc>
                <a:spcPct val="150000"/>
              </a:lnSpc>
              <a:buFont typeface="+mj-lt"/>
              <a:buAutoNum type="arabicParenR"/>
            </a:pPr>
            <a:r>
              <a:rPr lang="cs-CZ" b="0" i="0" dirty="0">
                <a:effectLst/>
                <a:latin typeface="arial" panose="020B0604020202020204" pitchFamily="34" charset="0"/>
              </a:rPr>
              <a:t>Shareware</a:t>
            </a:r>
          </a:p>
          <a:p>
            <a:pPr marL="514350" indent="-514350" algn="l">
              <a:lnSpc>
                <a:spcPct val="150000"/>
              </a:lnSpc>
              <a:buFont typeface="+mj-lt"/>
              <a:buAutoNum type="arabicParenR"/>
            </a:pPr>
            <a:r>
              <a:rPr lang="cs-CZ" b="0" i="0" dirty="0">
                <a:effectLst/>
                <a:latin typeface="arial" panose="020B0604020202020204" pitchFamily="34" charset="0"/>
              </a:rPr>
              <a:t>Freeware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arenR"/>
            </a:pPr>
            <a:r>
              <a:rPr lang="cs-CZ" dirty="0">
                <a:latin typeface="arial" panose="020B0604020202020204" pitchFamily="34" charset="0"/>
              </a:rPr>
              <a:t>Open source</a:t>
            </a:r>
          </a:p>
          <a:p>
            <a:pPr marL="514350" indent="-514350" algn="l">
              <a:lnSpc>
                <a:spcPct val="150000"/>
              </a:lnSpc>
              <a:buFont typeface="+mj-lt"/>
              <a:buAutoNum type="arabicParenR"/>
            </a:pPr>
            <a:endParaRPr lang="cs-CZ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0E27BFF-11A3-4EFC-A5D1-733AC06CE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54682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b="1" dirty="0"/>
              <a:t>OEM verze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9416"/>
            <a:ext cx="7499176" cy="4846320"/>
          </a:xfrm>
        </p:spPr>
        <p:txBody>
          <a:bodyPr>
            <a:normAutofit/>
          </a:bodyPr>
          <a:lstStyle/>
          <a:p>
            <a:pPr marL="274320" lvl="1" indent="-274320">
              <a:spcBef>
                <a:spcPts val="600"/>
              </a:spcBef>
              <a:buClr>
                <a:schemeClr val="tx2"/>
              </a:buClr>
              <a:buSzPct val="73000"/>
              <a:buFont typeface="Wingdings 2"/>
              <a:buChar char=""/>
            </a:pPr>
            <a:r>
              <a:rPr lang="cs-CZ" sz="2600" dirty="0">
                <a:solidFill>
                  <a:schemeClr val="tx1"/>
                </a:solidFill>
              </a:rPr>
              <a:t>verze vázaná na hardware nebo i uživatele</a:t>
            </a:r>
          </a:p>
          <a:p>
            <a:pPr marL="274320" lvl="1" indent="-274320">
              <a:spcBef>
                <a:spcPts val="600"/>
              </a:spcBef>
              <a:buClr>
                <a:schemeClr val="tx2"/>
              </a:buClr>
              <a:buSzPct val="73000"/>
              <a:buFont typeface="Wingdings 2"/>
              <a:buChar char=""/>
            </a:pPr>
            <a:r>
              <a:rPr lang="cs-CZ" sz="2600" dirty="0">
                <a:solidFill>
                  <a:schemeClr val="tx1"/>
                </a:solidFill>
              </a:rPr>
              <a:t>při koupi nového počítače licence zaniká</a:t>
            </a:r>
          </a:p>
          <a:p>
            <a:pPr marL="274320" lvl="1" indent="-274320">
              <a:spcBef>
                <a:spcPts val="600"/>
              </a:spcBef>
              <a:buClr>
                <a:schemeClr val="tx2"/>
              </a:buClr>
              <a:buSzPct val="73000"/>
              <a:buFont typeface="Wingdings 2"/>
              <a:buChar char=""/>
            </a:pPr>
            <a:r>
              <a:rPr lang="cs-CZ" sz="2600" dirty="0">
                <a:solidFill>
                  <a:schemeClr val="tx1"/>
                </a:solidFill>
              </a:rPr>
              <a:t>levnější</a:t>
            </a:r>
          </a:p>
          <a:p>
            <a:pPr marL="292608" lvl="1" indent="0">
              <a:buNone/>
            </a:pPr>
            <a:endParaRPr lang="cs-CZ" dirty="0"/>
          </a:p>
          <a:p>
            <a:pPr marL="271463" lvl="1" indent="-271463">
              <a:buClr>
                <a:srgbClr val="0070C0"/>
              </a:buClr>
              <a:buFont typeface="Wingdings 2" panose="05020102010507070707" pitchFamily="18" charset="2"/>
              <a:buChar char=""/>
            </a:pPr>
            <a:r>
              <a:rPr lang="cs-CZ" sz="2600" dirty="0">
                <a:solidFill>
                  <a:schemeClr val="tx1"/>
                </a:solidFill>
              </a:rPr>
              <a:t>jedná se o nové verze programů, které jsou nabízeny pouze současně s novým hardwarem za sníženou cenu</a:t>
            </a:r>
          </a:p>
          <a:p>
            <a:pPr lvl="1"/>
            <a:endParaRPr lang="cs-CZ" dirty="0"/>
          </a:p>
          <a:p>
            <a:pPr marL="292608" lvl="1" indent="0">
              <a:buNone/>
            </a:pPr>
            <a:endParaRPr lang="cs-CZ" b="1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0A7E959-E6CF-4E88-8769-AA948BD6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8886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Komerční (proprietární ) SW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9416"/>
            <a:ext cx="7643192" cy="4846320"/>
          </a:xfrm>
        </p:spPr>
        <p:txBody>
          <a:bodyPr/>
          <a:lstStyle/>
          <a:p>
            <a:r>
              <a:rPr lang="cs-CZ" dirty="0"/>
              <a:t>šíření za úplatu (autorovi programu)</a:t>
            </a:r>
            <a:endParaRPr lang="cs-CZ" sz="1800" dirty="0"/>
          </a:p>
          <a:p>
            <a:r>
              <a:rPr lang="cs-CZ" dirty="0"/>
              <a:t>používání pouze v souladu s jeho licencí </a:t>
            </a:r>
            <a:r>
              <a:rPr lang="cs-CZ" sz="1800" dirty="0"/>
              <a:t>(omezení počtu instalací, přenositelnost na jiný počítač, účel použití)</a:t>
            </a:r>
          </a:p>
          <a:p>
            <a:endParaRPr lang="cs-CZ" sz="1800" dirty="0"/>
          </a:p>
          <a:p>
            <a:endParaRPr lang="cs-CZ" sz="1800" dirty="0"/>
          </a:p>
          <a:p>
            <a:r>
              <a:rPr lang="cs-CZ" dirty="0"/>
              <a:t>zdrojový kód těchto programů je uzavřený, uživatel neví, jak program vlastně funguje</a:t>
            </a:r>
          </a:p>
          <a:p>
            <a:endParaRPr lang="cs-CZ" dirty="0"/>
          </a:p>
        </p:txBody>
      </p:sp>
      <p:sp>
        <p:nvSpPr>
          <p:cNvPr id="7" name="TextovéPole 6"/>
          <p:cNvSpPr txBox="1"/>
          <p:nvPr/>
        </p:nvSpPr>
        <p:spPr>
          <a:xfrm>
            <a:off x="323528" y="6381328"/>
            <a:ext cx="6566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000" dirty="0"/>
              <a:t>Zdroje: http://www.technicalathma.com/wp-content/uploads/2012/08/windows_xp_logo.jpg</a:t>
            </a:r>
          </a:p>
          <a:p>
            <a:r>
              <a:rPr lang="cs-CZ" sz="1000" dirty="0"/>
              <a:t>http://img1.123freevectors.com/wp-content/uploads/icon_big/054_Adobe_CS5_logo_icons.jpg (11. 10. 2012)</a:t>
            </a:r>
          </a:p>
        </p:txBody>
      </p:sp>
      <p:pic>
        <p:nvPicPr>
          <p:cNvPr id="4098" name="Picture 2" descr="http://www.technicalathma.com/wp-content/uploads/2012/08/windows_xp_logo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532" y="5102208"/>
            <a:ext cx="1132744" cy="113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://img1.123freevectors.com/wp-content/uploads/icon_big/054_Adobe_CS5_logo_icons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03"/>
          <a:stretch/>
        </p:blipFill>
        <p:spPr bwMode="auto">
          <a:xfrm>
            <a:off x="5580112" y="4500086"/>
            <a:ext cx="3415879" cy="1496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C637B95-0BD1-4C16-BC25-B1432431B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84301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příklady MS Office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Verze dle užití</a:t>
            </a:r>
          </a:p>
          <a:p>
            <a:pPr lvl="1"/>
            <a:r>
              <a:rPr lang="cs-CZ" dirty="0"/>
              <a:t>pro studenty cena 2 900 Kč možno nainstalovat až na 3 počítače</a:t>
            </a:r>
          </a:p>
          <a:p>
            <a:pPr lvl="1"/>
            <a:r>
              <a:rPr lang="cs-CZ" dirty="0"/>
              <a:t>komerční verze 5 000 Kč instalace pouze na jeden počítače</a:t>
            </a:r>
          </a:p>
          <a:p>
            <a:pPr lvl="1"/>
            <a:endParaRPr lang="cs-CZ" dirty="0"/>
          </a:p>
          <a:p>
            <a:r>
              <a:rPr lang="cs-CZ" dirty="0"/>
              <a:t>Další rozlišení</a:t>
            </a:r>
          </a:p>
          <a:p>
            <a:pPr lvl="1"/>
            <a:r>
              <a:rPr lang="cs-CZ" dirty="0"/>
              <a:t>elektronická verze</a:t>
            </a:r>
          </a:p>
          <a:p>
            <a:pPr lvl="1"/>
            <a:r>
              <a:rPr lang="cs-CZ" dirty="0"/>
              <a:t>krabicová verze </a:t>
            </a:r>
          </a:p>
          <a:p>
            <a:pPr lvl="1"/>
            <a:endParaRPr lang="cs-CZ" dirty="0"/>
          </a:p>
          <a:p>
            <a:r>
              <a:rPr lang="cs-CZ" dirty="0"/>
              <a:t>Multilicence</a:t>
            </a:r>
          </a:p>
          <a:p>
            <a:endParaRPr lang="cs-CZ" dirty="0"/>
          </a:p>
          <a:p>
            <a:pPr lvl="1"/>
            <a:endParaRPr lang="cs-CZ" b="1" dirty="0"/>
          </a:p>
          <a:p>
            <a:endParaRPr lang="cs-CZ" dirty="0"/>
          </a:p>
        </p:txBody>
      </p:sp>
      <p:sp>
        <p:nvSpPr>
          <p:cNvPr id="4" name="TextovéPole 3"/>
          <p:cNvSpPr txBox="1"/>
          <p:nvPr/>
        </p:nvSpPr>
        <p:spPr>
          <a:xfrm>
            <a:off x="5652120" y="6284783"/>
            <a:ext cx="2446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Ceny k listopadu 2012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02A8D9B-1E5A-4A2F-98EF-F8D6176C0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97224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b="1" dirty="0"/>
              <a:t>Multilicence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dirty="0"/>
              <a:t>velké firmy, státní organizace, školství, zdravotnictví, …</a:t>
            </a:r>
          </a:p>
          <a:p>
            <a:pPr>
              <a:lnSpc>
                <a:spcPct val="150000"/>
              </a:lnSpc>
            </a:pPr>
            <a:r>
              <a:rPr lang="cs-CZ" dirty="0"/>
              <a:t>na určitý počet počítačů (např. 20 + 1) </a:t>
            </a:r>
          </a:p>
          <a:p>
            <a:pPr>
              <a:lnSpc>
                <a:spcPct val="150000"/>
              </a:lnSpc>
            </a:pPr>
            <a:r>
              <a:rPr lang="cs-CZ" dirty="0"/>
              <a:t>síťová multilicence</a:t>
            </a:r>
          </a:p>
          <a:p>
            <a:pPr>
              <a:lnSpc>
                <a:spcPct val="150000"/>
              </a:lnSpc>
            </a:pPr>
            <a:r>
              <a:rPr lang="cs-CZ" dirty="0"/>
              <a:t>neomezená multilicence (např. všechny počítače ve škole + pro učitele doma pro přípravu na výuku)</a:t>
            </a:r>
          </a:p>
          <a:p>
            <a:endParaRPr lang="cs-CZ" dirty="0"/>
          </a:p>
          <a:p>
            <a:pPr lvl="1"/>
            <a:endParaRPr lang="cs-CZ" b="1" dirty="0"/>
          </a:p>
          <a:p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02A8D9B-1E5A-4A2F-98EF-F8D6176C0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42581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5CD853-27EF-4392-9ECB-E9FB47D04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>
            <a:normAutofit/>
          </a:bodyPr>
          <a:lstStyle/>
          <a:p>
            <a:r>
              <a:rPr lang="cs-CZ" dirty="0"/>
              <a:t>Demoverze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F25187B-894F-410D-925C-F02A1CBF3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algn="l">
              <a:spcAft>
                <a:spcPts val="0"/>
              </a:spcAft>
            </a:pPr>
            <a:r>
              <a:rPr lang="cs-CZ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jedná </a:t>
            </a:r>
            <a:r>
              <a:rPr lang="cs-CZ" dirty="0">
                <a:solidFill>
                  <a:srgbClr val="000000"/>
                </a:solidFill>
                <a:latin typeface="Tahoma" panose="020B0604030504040204" pitchFamily="34" charset="0"/>
              </a:rPr>
              <a:t>se o </a:t>
            </a:r>
            <a:r>
              <a:rPr lang="cs-CZ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ostré programy, které mají zablokované některé funkce (často ukládání souboru na disk, tisk)</a:t>
            </a:r>
          </a:p>
          <a:p>
            <a:pPr marL="228600" algn="l">
              <a:spcAft>
                <a:spcPts val="0"/>
              </a:spcAft>
            </a:pPr>
            <a:r>
              <a:rPr lang="cs-CZ" dirty="0">
                <a:solidFill>
                  <a:srgbClr val="000000"/>
                </a:solidFill>
                <a:latin typeface="Tahoma" panose="020B0604030504040204" pitchFamily="34" charset="0"/>
              </a:rPr>
              <a:t>d</a:t>
            </a:r>
            <a:r>
              <a:rPr lang="cs-CZ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odávají se zdarma nebo za malý poplatek</a:t>
            </a:r>
          </a:p>
          <a:p>
            <a:pPr marL="228600" algn="l">
              <a:spcAft>
                <a:spcPts val="0"/>
              </a:spcAft>
            </a:pPr>
            <a:endParaRPr lang="cs-CZ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228600" algn="l">
              <a:spcAft>
                <a:spcPts val="0"/>
              </a:spcAft>
            </a:pPr>
            <a:endParaRPr lang="cs-CZ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228600" algn="l">
              <a:spcAft>
                <a:spcPts val="0"/>
              </a:spcAft>
            </a:pPr>
            <a:r>
              <a:rPr lang="cs-CZ" dirty="0">
                <a:solidFill>
                  <a:srgbClr val="000000"/>
                </a:solidFill>
                <a:latin typeface="Tahoma" panose="020B0604030504040204" pitchFamily="34" charset="0"/>
              </a:rPr>
              <a:t>v</a:t>
            </a:r>
            <a:r>
              <a:rPr lang="cs-CZ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demoverzi si můžete vyzkoušet funkčnost a ovládání programu, získáte tak podklady pro rozhodnutí, zda program koupit, nebo ne</a:t>
            </a: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D1D7AD0-586C-40C6-A2AD-695E3E4E6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39096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5CD853-27EF-4392-9ECB-E9FB47D04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0040"/>
            <a:ext cx="7427168" cy="1143000"/>
          </a:xfrm>
        </p:spPr>
        <p:txBody>
          <a:bodyPr>
            <a:normAutofit fontScale="90000"/>
          </a:bodyPr>
          <a:lstStyle/>
          <a:p>
            <a:br>
              <a:rPr lang="cs-CZ" dirty="0"/>
            </a:br>
            <a:r>
              <a:rPr lang="cs-CZ" dirty="0"/>
              <a:t>TRIAL verze ~ zkušební verze programů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F25187B-894F-410D-925C-F02A1CBF3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9416"/>
            <a:ext cx="7427168" cy="4846320"/>
          </a:xfrm>
        </p:spPr>
        <p:txBody>
          <a:bodyPr>
            <a:normAutofit/>
          </a:bodyPr>
          <a:lstStyle/>
          <a:p>
            <a:pPr marL="228600" algn="l">
              <a:spcAft>
                <a:spcPts val="0"/>
              </a:spcAft>
            </a:pPr>
            <a:r>
              <a:rPr lang="cs-CZ" dirty="0">
                <a:solidFill>
                  <a:srgbClr val="000000"/>
                </a:solidFill>
                <a:latin typeface="Tahoma" panose="020B0604030504040204" pitchFamily="34" charset="0"/>
              </a:rPr>
              <a:t>v</a:t>
            </a:r>
            <a:r>
              <a:rPr lang="cs-CZ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ětšinou umožňují plnohodnotnou práci včetně ukládání i tisku, ale jen pro určitou dobu</a:t>
            </a:r>
          </a:p>
          <a:p>
            <a:pPr marL="228600" algn="l">
              <a:spcAft>
                <a:spcPts val="0"/>
              </a:spcAft>
            </a:pPr>
            <a:r>
              <a:rPr lang="cs-CZ" dirty="0">
                <a:solidFill>
                  <a:srgbClr val="000000"/>
                </a:solidFill>
                <a:latin typeface="Tahoma" panose="020B0604030504040204" pitchFamily="34" charset="0"/>
              </a:rPr>
              <a:t>p</a:t>
            </a:r>
            <a:r>
              <a:rPr lang="cs-CZ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o uplynutí této doby program nelze spustit ani znovu nainstalovat</a:t>
            </a:r>
          </a:p>
          <a:p>
            <a:pPr marL="228600" algn="l">
              <a:spcAft>
                <a:spcPts val="0"/>
              </a:spcAft>
            </a:pPr>
            <a:endParaRPr lang="cs-CZ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228600" algn="l">
              <a:spcAft>
                <a:spcPts val="0"/>
              </a:spcAft>
            </a:pPr>
            <a:endParaRPr lang="cs-CZ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228600" algn="l">
              <a:spcAft>
                <a:spcPts val="0"/>
              </a:spcAft>
            </a:pPr>
            <a:r>
              <a:rPr lang="cs-CZ" dirty="0">
                <a:solidFill>
                  <a:srgbClr val="000000"/>
                </a:solidFill>
                <a:latin typeface="Tahoma" panose="020B0604030504040204" pitchFamily="34" charset="0"/>
              </a:rPr>
              <a:t>o</a:t>
            </a:r>
            <a:r>
              <a:rPr lang="cs-CZ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pět máte ještě lepší možnost důkladně si program před jeho koupí vyzkoušet</a:t>
            </a: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2908AE2-D13B-468F-A066-DBDE6ECF9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0965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Freeware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9416"/>
            <a:ext cx="7859216" cy="4846320"/>
          </a:xfrm>
        </p:spPr>
        <p:txBody>
          <a:bodyPr>
            <a:normAutofit/>
          </a:bodyPr>
          <a:lstStyle/>
          <a:p>
            <a:r>
              <a:rPr lang="cs-CZ" dirty="0"/>
              <a:t>distribuován bezplatně </a:t>
            </a:r>
          </a:p>
          <a:p>
            <a:r>
              <a:rPr lang="cs-CZ" dirty="0"/>
              <a:t>autor si zpravidla ponechává autorská práva</a:t>
            </a:r>
          </a:p>
          <a:p>
            <a:r>
              <a:rPr lang="cs-CZ" dirty="0"/>
              <a:t>není možné program upravovat</a:t>
            </a:r>
          </a:p>
          <a:p>
            <a:endParaRPr lang="cs-CZ" dirty="0"/>
          </a:p>
          <a:p>
            <a:r>
              <a:rPr lang="cs-CZ" dirty="0">
                <a:solidFill>
                  <a:srgbClr val="000000"/>
                </a:solidFill>
                <a:latin typeface="Tahoma" panose="020B0604030504040204" pitchFamily="34" charset="0"/>
              </a:rPr>
              <a:t>p</a:t>
            </a:r>
            <a:r>
              <a:rPr lang="cs-CZ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ožadováno pouze dodržování autorských práv =&gt; </a:t>
            </a:r>
            <a:r>
              <a:rPr lang="cs-CZ" dirty="0"/>
              <a:t>používání a šíření bez změny programu</a:t>
            </a:r>
          </a:p>
          <a:p>
            <a:endParaRPr lang="cs-CZ" dirty="0"/>
          </a:p>
          <a:p>
            <a:r>
              <a:rPr lang="cs-CZ" dirty="0"/>
              <a:t>příklady softwaru</a:t>
            </a:r>
          </a:p>
          <a:p>
            <a:pPr lvl="1"/>
            <a:r>
              <a:rPr lang="cs-CZ" dirty="0"/>
              <a:t>multimediální přehrávač </a:t>
            </a:r>
            <a:r>
              <a:rPr lang="cs-CZ" dirty="0" err="1"/>
              <a:t>Winamp</a:t>
            </a:r>
            <a:r>
              <a:rPr lang="cs-CZ" dirty="0"/>
              <a:t> </a:t>
            </a:r>
          </a:p>
          <a:p>
            <a:pPr lvl="1"/>
            <a:r>
              <a:rPr lang="cs-CZ" dirty="0"/>
              <a:t>internetový prohlížeč Google Chrome</a:t>
            </a:r>
          </a:p>
          <a:p>
            <a:endParaRPr lang="cs-CZ" dirty="0"/>
          </a:p>
        </p:txBody>
      </p:sp>
      <p:pic>
        <p:nvPicPr>
          <p:cNvPr id="5122" name="Picture 2" descr="http://3.bp.blogspot.com/_oshGJSerQc0/SogKR-SVtoI/AAAAAAAAAzo/4YiPuYyIoQc/s200/google-chrom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2427" y="5611217"/>
            <a:ext cx="1296144" cy="926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véPole 4"/>
          <p:cNvSpPr txBox="1"/>
          <p:nvPr/>
        </p:nvSpPr>
        <p:spPr>
          <a:xfrm>
            <a:off x="323528" y="6597718"/>
            <a:ext cx="766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000" dirty="0"/>
              <a:t>Zdroj: http://3.bp.blogspot.com/_oshGJSerQc0/SogKR-SVtoI/AAAAAAAAAzo/4YiPuYyIoQc/s200/google-chrome.jpg (11. 11. 2012)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2FF3524-9AF6-4800-AB81-8919DE9CE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9592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shareware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9416"/>
            <a:ext cx="8075240" cy="4846320"/>
          </a:xfrm>
        </p:spPr>
        <p:txBody>
          <a:bodyPr>
            <a:normAutofit/>
          </a:bodyPr>
          <a:lstStyle/>
          <a:p>
            <a:pPr marL="228600" algn="l">
              <a:spcAft>
                <a:spcPts val="0"/>
              </a:spcAft>
            </a:pPr>
            <a:r>
              <a:rPr lang="cs-CZ" dirty="0">
                <a:solidFill>
                  <a:srgbClr val="000000"/>
                </a:solidFill>
                <a:latin typeface="Tahoma" panose="020B0604030504040204" pitchFamily="34" charset="0"/>
              </a:rPr>
              <a:t>p</a:t>
            </a:r>
            <a:r>
              <a:rPr lang="cs-CZ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rogram si můžete nainstalovat, pracovat s ním a po určité době jste povinní zaslat jeho autorovi  registrační poplatek</a:t>
            </a:r>
          </a:p>
          <a:p>
            <a:pPr marL="228600" algn="l">
              <a:spcAft>
                <a:spcPts val="0"/>
              </a:spcAft>
            </a:pPr>
            <a:r>
              <a:rPr lang="cs-CZ" dirty="0"/>
              <a:t>chráněn autorskými právy – program a způsob distribuce nesmí nikdo svévolně měnit </a:t>
            </a:r>
          </a:p>
          <a:p>
            <a:pPr marL="228600" algn="l">
              <a:spcAft>
                <a:spcPts val="0"/>
              </a:spcAft>
            </a:pPr>
            <a:endParaRPr lang="cs-CZ" dirty="0"/>
          </a:p>
          <a:p>
            <a:pPr marL="228600" algn="l">
              <a:spcAft>
                <a:spcPts val="0"/>
              </a:spcAft>
            </a:pPr>
            <a:endParaRPr lang="cs-CZ" dirty="0"/>
          </a:p>
          <a:p>
            <a:r>
              <a:rPr lang="cs-CZ" dirty="0"/>
              <a:t>tzv. placený sw – „</a:t>
            </a:r>
            <a:r>
              <a:rPr lang="cs-CZ" i="1" dirty="0"/>
              <a:t>nejdřív zkus a potom zaplať</a:t>
            </a:r>
            <a:r>
              <a:rPr lang="cs-CZ" dirty="0"/>
              <a:t>“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590AF1E-B0D5-4EE9-9099-2050D50C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2049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 source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svobodný software</a:t>
            </a:r>
          </a:p>
          <a:p>
            <a:r>
              <a:rPr lang="cs-CZ" dirty="0"/>
              <a:t>je zveřejněn zdrojový kód</a:t>
            </a:r>
          </a:p>
          <a:p>
            <a:r>
              <a:rPr lang="cs-CZ" dirty="0"/>
              <a:t>program je možné libovolně upravovat </a:t>
            </a:r>
          </a:p>
          <a:p>
            <a:r>
              <a:rPr lang="cs-CZ" dirty="0"/>
              <a:t>distribuovat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TextovéPole 3"/>
          <p:cNvSpPr txBox="1"/>
          <p:nvPr/>
        </p:nvSpPr>
        <p:spPr>
          <a:xfrm>
            <a:off x="3150410" y="6381327"/>
            <a:ext cx="48734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000" dirty="0"/>
              <a:t>Zdroj: http://www.m5scanosa.it/images/20120621_opensource.jpg (11.11.2011)</a:t>
            </a:r>
          </a:p>
        </p:txBody>
      </p:sp>
      <p:pic>
        <p:nvPicPr>
          <p:cNvPr id="6146" name="Picture 2" descr="http://www.m5scanosa.it/images/20120621_opensourc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104064"/>
            <a:ext cx="3449960" cy="3096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0FBFFD8-25FD-4BFF-85AF-787E938A8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0844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EB9142-F726-4DD0-8212-1224F6935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Open Source ~svobodný sw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D3BFF2D-B856-41E4-95EF-FC1044B57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15084"/>
            <a:ext cx="7859216" cy="484632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cs-CZ" dirty="0"/>
              <a:t>každý svobodný software je zároveň Open Source software =&gt; otevřený (veřejný) zdrojový kód </a:t>
            </a:r>
          </a:p>
          <a:p>
            <a:pPr>
              <a:spcAft>
                <a:spcPts val="1200"/>
              </a:spcAft>
            </a:pPr>
            <a:r>
              <a:rPr lang="cs-CZ" dirty="0"/>
              <a:t>otevřenost znamená jak technickou dostupnost kódu, tak legální dostupnost</a:t>
            </a:r>
          </a:p>
          <a:p>
            <a:pPr>
              <a:spcAft>
                <a:spcPts val="1200"/>
              </a:spcAft>
            </a:pPr>
            <a:r>
              <a:rPr lang="cs-CZ" dirty="0"/>
              <a:t>Open source programy bývají zastřešeny určitými organizacemi, které vývoj koordinují a dohlíží na něj</a:t>
            </a:r>
          </a:p>
          <a:p>
            <a:pPr>
              <a:spcAft>
                <a:spcPts val="1200"/>
              </a:spcAft>
            </a:pPr>
            <a:endParaRPr lang="cs-CZ" dirty="0"/>
          </a:p>
          <a:p>
            <a:pPr>
              <a:spcAft>
                <a:spcPts val="1200"/>
              </a:spcAft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1F6AE48-C4CD-4447-AE15-5A6D5B0FA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45149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EB9142-F726-4DD0-8212-1224F6935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Open Source ~svobodný sw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D3BFF2D-B856-41E4-95EF-FC1044B57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15084"/>
            <a:ext cx="7859216" cy="484632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cs-CZ" dirty="0"/>
              <a:t>licence software, která umožňuje, při dodržení určitých podmínek, uživatelům zdrojový kód využívat – prohlížet a upravovat, podílet se na vývoji</a:t>
            </a:r>
          </a:p>
          <a:p>
            <a:pPr>
              <a:spcAft>
                <a:spcPts val="1200"/>
              </a:spcAft>
            </a:pPr>
            <a:r>
              <a:rPr lang="cs-CZ" dirty="0"/>
              <a:t>svobodný sw může být poskytován jak zdarma, tak za úplatu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1F6AE48-C4CD-4447-AE15-5A6D5B0FA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958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 source</a:t>
            </a:r>
            <a:r>
              <a:rPr lang="cs-CZ" dirty="0"/>
              <a:t> - příklady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cs-CZ" dirty="0"/>
              <a:t>operační systémy Linux</a:t>
            </a:r>
          </a:p>
          <a:p>
            <a:pPr>
              <a:spcAft>
                <a:spcPts val="600"/>
              </a:spcAft>
            </a:pPr>
            <a:r>
              <a:rPr lang="cs-CZ" dirty="0"/>
              <a:t>kancelářský software </a:t>
            </a:r>
            <a:r>
              <a:rPr lang="cs-CZ" dirty="0" err="1"/>
              <a:t>OpenOffice.org</a:t>
            </a:r>
            <a:endParaRPr lang="cs-CZ" dirty="0"/>
          </a:p>
          <a:p>
            <a:pPr>
              <a:spcAft>
                <a:spcPts val="600"/>
              </a:spcAft>
            </a:pPr>
            <a:r>
              <a:rPr lang="cs-CZ" dirty="0"/>
              <a:t>internetový prohlížeč </a:t>
            </a:r>
            <a:r>
              <a:rPr lang="cs-CZ" dirty="0" err="1"/>
              <a:t>Firefox</a:t>
            </a:r>
            <a:r>
              <a:rPr lang="cs-CZ" dirty="0"/>
              <a:t>, Opera</a:t>
            </a:r>
          </a:p>
          <a:p>
            <a:pPr>
              <a:spcAft>
                <a:spcPts val="600"/>
              </a:spcAft>
            </a:pPr>
            <a:r>
              <a:rPr lang="cs-CZ" dirty="0"/>
              <a:t>bitmapový editor GIMP</a:t>
            </a:r>
          </a:p>
          <a:p>
            <a:pPr>
              <a:spcAft>
                <a:spcPts val="600"/>
              </a:spcAft>
            </a:pPr>
            <a:r>
              <a:rPr lang="cs-CZ" dirty="0"/>
              <a:t>programovací jazyk Java </a:t>
            </a:r>
          </a:p>
          <a:p>
            <a:pPr>
              <a:spcAft>
                <a:spcPts val="600"/>
              </a:spcAft>
            </a:pPr>
            <a:r>
              <a:rPr lang="cs-CZ" dirty="0"/>
              <a:t>databázové servery </a:t>
            </a:r>
            <a:r>
              <a:rPr lang="cs-CZ" dirty="0" err="1"/>
              <a:t>MySQL</a:t>
            </a:r>
            <a:r>
              <a:rPr lang="cs-CZ" dirty="0"/>
              <a:t>, </a:t>
            </a:r>
            <a:r>
              <a:rPr lang="cs-CZ" dirty="0" err="1"/>
              <a:t>Firebird</a:t>
            </a:r>
            <a:endParaRPr lang="cs-CZ" dirty="0"/>
          </a:p>
          <a:p>
            <a:pPr>
              <a:spcAft>
                <a:spcPts val="600"/>
              </a:spcAft>
            </a:pPr>
            <a:r>
              <a:rPr lang="cs-CZ" dirty="0" err="1"/>
              <a:t>webserver</a:t>
            </a:r>
            <a:r>
              <a:rPr lang="cs-CZ" dirty="0"/>
              <a:t> </a:t>
            </a:r>
            <a:r>
              <a:rPr lang="cs-CZ" dirty="0" err="1"/>
              <a:t>Apache</a:t>
            </a:r>
            <a:endParaRPr lang="cs-CZ" dirty="0"/>
          </a:p>
          <a:p>
            <a:pPr>
              <a:spcAft>
                <a:spcPts val="600"/>
              </a:spcAft>
            </a:pPr>
            <a:r>
              <a:rPr lang="cs-CZ" dirty="0"/>
              <a:t>souborový manažer </a:t>
            </a:r>
            <a:r>
              <a:rPr lang="cs-CZ" dirty="0" err="1"/>
              <a:t>Midnight</a:t>
            </a:r>
            <a:r>
              <a:rPr lang="cs-CZ" dirty="0"/>
              <a:t> </a:t>
            </a:r>
            <a:r>
              <a:rPr lang="cs-CZ" dirty="0" err="1"/>
              <a:t>Commander</a:t>
            </a: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F4C87B3-AD77-42E8-8448-A3FA23446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38819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B3A0E7-148A-47F8-9BDB-42CFA9BF1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0040"/>
            <a:ext cx="8003232" cy="1143000"/>
          </a:xfrm>
        </p:spPr>
        <p:txBody>
          <a:bodyPr>
            <a:normAutofit/>
          </a:bodyPr>
          <a:lstStyle/>
          <a:p>
            <a:r>
              <a:rPr lang="cs-CZ" dirty="0"/>
              <a:t>Svobodný software~ free </a:t>
            </a:r>
            <a:r>
              <a:rPr lang="cs-CZ" dirty="0" err="1"/>
              <a:t>sW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743594-2679-4EBB-BB82-F70E338DE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9416"/>
            <a:ext cx="7787208" cy="5175432"/>
          </a:xfrm>
        </p:spPr>
        <p:txBody>
          <a:bodyPr>
            <a:normAutofit/>
          </a:bodyPr>
          <a:lstStyle/>
          <a:p>
            <a:pPr>
              <a:buFont typeface="Wingdings 2" panose="05020102010507070707" pitchFamily="18" charset="2"/>
              <a:buChar char=""/>
            </a:pPr>
            <a:r>
              <a:rPr lang="cs-CZ" dirty="0"/>
              <a:t>Je definován 4 svobodami:</a:t>
            </a:r>
          </a:p>
          <a:p>
            <a:pPr marL="514350" indent="-514350">
              <a:buFont typeface="+mj-lt"/>
              <a:buAutoNum type="arabicParenR"/>
            </a:pPr>
            <a:r>
              <a:rPr lang="cs-CZ" dirty="0"/>
              <a:t>svoboda </a:t>
            </a:r>
            <a:r>
              <a:rPr lang="cs-CZ" b="1" dirty="0"/>
              <a:t>používat </a:t>
            </a:r>
            <a:r>
              <a:rPr lang="cs-CZ" dirty="0"/>
              <a:t>program</a:t>
            </a:r>
            <a:r>
              <a:rPr lang="cs-CZ" b="1" dirty="0"/>
              <a:t> </a:t>
            </a:r>
            <a:r>
              <a:rPr lang="cs-CZ" dirty="0"/>
              <a:t>za jakýmkoliv účelem (např. i pro podnikání)</a:t>
            </a:r>
          </a:p>
          <a:p>
            <a:pPr marL="514350" indent="-514350">
              <a:buFont typeface="+mj-lt"/>
              <a:buAutoNum type="arabicParenR"/>
            </a:pPr>
            <a:r>
              <a:rPr lang="cs-CZ" dirty="0"/>
              <a:t>svoboda </a:t>
            </a:r>
            <a:r>
              <a:rPr lang="cs-CZ" b="1" dirty="0"/>
              <a:t>studovat</a:t>
            </a:r>
            <a:r>
              <a:rPr lang="cs-CZ" dirty="0"/>
              <a:t>, jak program pracuje, a možnost přizpůsobit ho svým potřebám (zdrojový kód programu je volně k dispozici)</a:t>
            </a:r>
          </a:p>
          <a:p>
            <a:pPr marL="514350" indent="-514350">
              <a:buFont typeface="+mj-lt"/>
              <a:buAutoNum type="arabicParenR"/>
            </a:pPr>
            <a:r>
              <a:rPr lang="cs-CZ" dirty="0"/>
              <a:t>svoboda </a:t>
            </a:r>
            <a:r>
              <a:rPr lang="cs-CZ" b="1" dirty="0"/>
              <a:t>redistribuovat</a:t>
            </a:r>
            <a:r>
              <a:rPr lang="cs-CZ" dirty="0"/>
              <a:t> kopie programu (jak původní, tak pozměněný)</a:t>
            </a:r>
          </a:p>
          <a:p>
            <a:pPr marL="514350" indent="-514350">
              <a:buFont typeface="+mj-lt"/>
              <a:buAutoNum type="arabicParenR"/>
            </a:pPr>
            <a:r>
              <a:rPr lang="cs-CZ" dirty="0"/>
              <a:t>svoboda </a:t>
            </a:r>
            <a:r>
              <a:rPr lang="cs-CZ" b="1" dirty="0"/>
              <a:t>vylepšovat </a:t>
            </a:r>
            <a:r>
              <a:rPr lang="cs-CZ" dirty="0"/>
              <a:t>program a zveřejňovat zlepšení, aby z nich mohla mít prospěch celá komunita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10B57C4-DBB2-4DDF-BCFA-6D57403A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74321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57736C-BD97-4955-B213-1DEE38D59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0070C0"/>
                </a:solidFill>
              </a:rPr>
              <a:t>PUBLIC DOMAIN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58BBF6B-1F14-42AD-82C4-4DB1202BF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9416"/>
            <a:ext cx="7715200" cy="4846320"/>
          </a:xfrm>
        </p:spPr>
        <p:txBody>
          <a:bodyPr>
            <a:normAutofit/>
          </a:bodyPr>
          <a:lstStyle/>
          <a:p>
            <a:pPr marL="228600" algn="l">
              <a:spcAft>
                <a:spcPts val="0"/>
              </a:spcAft>
            </a:pPr>
            <a:r>
              <a:rPr lang="cs-CZ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skupina programů k volnému užití</a:t>
            </a:r>
          </a:p>
          <a:p>
            <a:pPr marL="228600" algn="l">
              <a:spcAft>
                <a:spcPts val="0"/>
              </a:spcAft>
            </a:pPr>
            <a:r>
              <a:rPr lang="cs-CZ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programy lze používat, volně šířit i upravovat </a:t>
            </a:r>
          </a:p>
          <a:p>
            <a:pPr marL="228600" algn="l">
              <a:spcAft>
                <a:spcPts val="0"/>
              </a:spcAft>
            </a:pPr>
            <a:r>
              <a:rPr lang="cs-CZ" dirty="0"/>
              <a:t>autor se formálně vzdal autorských práv</a:t>
            </a:r>
          </a:p>
          <a:p>
            <a:pPr marL="228600" algn="l">
              <a:spcAft>
                <a:spcPts val="0"/>
              </a:spcAft>
            </a:pPr>
            <a:r>
              <a:rPr lang="cs-CZ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nebo právo vypršelo</a:t>
            </a:r>
            <a:endParaRPr lang="cs-CZ" dirty="0"/>
          </a:p>
          <a:p>
            <a:pPr marL="228600" algn="l">
              <a:spcAft>
                <a:spcPts val="0"/>
              </a:spcAft>
            </a:pPr>
            <a:r>
              <a:rPr lang="cs-CZ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Public </a:t>
            </a:r>
            <a:r>
              <a:rPr lang="cs-CZ" b="0" i="0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domain</a:t>
            </a:r>
            <a:r>
              <a:rPr lang="cs-CZ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 nen</a:t>
            </a:r>
            <a:r>
              <a:rPr lang="cs-CZ" dirty="0">
                <a:solidFill>
                  <a:srgbClr val="000000"/>
                </a:solidFill>
                <a:latin typeface="Tahoma" panose="020B0604030504040204" pitchFamily="34" charset="0"/>
              </a:rPr>
              <a:t>í Open source</a:t>
            </a:r>
            <a:endParaRPr lang="cs-CZ" b="0" i="0" dirty="0">
              <a:solidFill>
                <a:srgbClr val="000000"/>
              </a:solidFill>
              <a:effectLst/>
              <a:latin typeface="Tahoma" panose="020B0604030504040204" pitchFamily="34" charset="0"/>
            </a:endParaRPr>
          </a:p>
          <a:p>
            <a:r>
              <a:rPr lang="cs-CZ" dirty="0">
                <a:solidFill>
                  <a:srgbClr val="000000"/>
                </a:solidFill>
                <a:latin typeface="helvetica" panose="020B0604020202020204" pitchFamily="34" charset="0"/>
              </a:rPr>
              <a:t>d</a:t>
            </a:r>
            <a:r>
              <a:rPr lang="cs-CZ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ostupné jen v některých zemích</a:t>
            </a:r>
          </a:p>
          <a:p>
            <a:endParaRPr lang="cs-CZ" b="0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  <a:p>
            <a:r>
              <a:rPr lang="cs-CZ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s takto označeným programem si můžete zdarma dělat, co chcete</a:t>
            </a:r>
          </a:p>
          <a:p>
            <a:endParaRPr lang="cs-CZ" b="0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F380BF7-1B46-4C39-8F0B-8FA07C89D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3310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52EFBEF-542F-4CE4-AA37-A179137E2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>
                <a:solidFill>
                  <a:srgbClr val="0070C0"/>
                </a:solidFill>
              </a:rPr>
              <a:t>Betaverze</a:t>
            </a:r>
            <a:endParaRPr lang="cs-CZ" dirty="0">
              <a:solidFill>
                <a:srgbClr val="0070C0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601E7A-6C90-417C-8677-C8C061566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cs-CZ" dirty="0"/>
              <a:t>sw produkt, na kterém je již opravena většina chyb, nicméně je stále nestabilní a na jeho chování se nelze spolehnout</a:t>
            </a:r>
          </a:p>
          <a:p>
            <a:pPr>
              <a:spcAft>
                <a:spcPts val="1200"/>
              </a:spcAft>
            </a:pPr>
            <a:r>
              <a:rPr lang="cs-CZ" dirty="0"/>
              <a:t>často volně ke stažení na internetu</a:t>
            </a:r>
          </a:p>
          <a:p>
            <a:pPr>
              <a:spcAft>
                <a:spcPts val="1200"/>
              </a:spcAft>
            </a:pPr>
            <a:r>
              <a:rPr lang="cs-CZ" dirty="0"/>
              <a:t>čistě komerční produkty jsou vystavovány zdarma z důvodu </a:t>
            </a:r>
            <a:r>
              <a:rPr lang="cs-CZ" dirty="0" err="1"/>
              <a:t>betatestu</a:t>
            </a:r>
            <a:r>
              <a:rPr lang="cs-CZ" dirty="0"/>
              <a:t>, což prakticky znamená, že lidé sami produkt otestují</a:t>
            </a:r>
          </a:p>
          <a:p>
            <a:pPr>
              <a:spcAft>
                <a:spcPts val="1200"/>
              </a:spcAft>
            </a:pPr>
            <a:r>
              <a:rPr lang="cs-CZ" dirty="0"/>
              <a:t>chyby u těchto produktů se odesílají automaticky na sběrné servery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1D65952-62D0-42D1-BD47-D03680DFC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127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00DB25-76D5-4BB9-B62E-86C430BC3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0040"/>
            <a:ext cx="7715200" cy="1143000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0070C0"/>
                </a:solidFill>
              </a:rPr>
              <a:t>Update/upgrade x </a:t>
            </a:r>
            <a:r>
              <a:rPr lang="cs-CZ" dirty="0" err="1">
                <a:solidFill>
                  <a:srgbClr val="0070C0"/>
                </a:solidFill>
              </a:rPr>
              <a:t>Downgrade</a:t>
            </a:r>
            <a:endParaRPr lang="cs-CZ" dirty="0">
              <a:solidFill>
                <a:srgbClr val="0070C0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905BC1F-4195-47C3-B081-A08E89BB0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9416"/>
            <a:ext cx="7715200" cy="4846320"/>
          </a:xfrm>
        </p:spPr>
        <p:txBody>
          <a:bodyPr/>
          <a:lstStyle/>
          <a:p>
            <a:r>
              <a:rPr lang="cs-CZ" dirty="0"/>
              <a:t>Update/upgrade </a:t>
            </a:r>
          </a:p>
          <a:p>
            <a:pPr lvl="1"/>
            <a:r>
              <a:rPr lang="cs-CZ" dirty="0">
                <a:solidFill>
                  <a:schemeClr val="tx1"/>
                </a:solidFill>
              </a:rPr>
              <a:t>zakoupení nové verze za předpokladu, že máme zakoupenou předchozí verzi (drobné/zásadní změny v programu)</a:t>
            </a:r>
          </a:p>
          <a:p>
            <a:pPr lvl="1"/>
            <a:endParaRPr lang="cs-CZ" dirty="0"/>
          </a:p>
          <a:p>
            <a:r>
              <a:rPr lang="cs-CZ" dirty="0" err="1"/>
              <a:t>Downgrade</a:t>
            </a:r>
            <a:endParaRPr lang="cs-CZ" dirty="0"/>
          </a:p>
          <a:p>
            <a:pPr lvl="1"/>
            <a:r>
              <a:rPr lang="cs-CZ" dirty="0">
                <a:solidFill>
                  <a:schemeClr val="tx1"/>
                </a:solidFill>
              </a:rPr>
              <a:t>instalace starší verze než jsme zakoupili (stejné prostředí na různých počítačích, pro starší počítače)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B1DA23E-06F6-4527-97B6-479E3EEDE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14177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Creative</a:t>
            </a:r>
            <a:r>
              <a:rPr lang="cs-CZ" dirty="0"/>
              <a:t> </a:t>
            </a:r>
            <a:r>
              <a:rPr lang="cs-CZ" dirty="0" err="1"/>
              <a:t>commons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9416"/>
            <a:ext cx="7643192" cy="4846320"/>
          </a:xfrm>
        </p:spPr>
        <p:txBody>
          <a:bodyPr/>
          <a:lstStyle/>
          <a:p>
            <a:r>
              <a:rPr lang="cs-CZ" dirty="0"/>
              <a:t>umožňují autorům vhodně namixovat vlastnosti, které od licenční smlouvy požadují</a:t>
            </a:r>
          </a:p>
          <a:p>
            <a:pPr lvl="1"/>
            <a:r>
              <a:rPr lang="cs-CZ" dirty="0">
                <a:solidFill>
                  <a:schemeClr val="tx1"/>
                </a:solidFill>
              </a:rPr>
              <a:t>zda se povolují modifikace díla</a:t>
            </a:r>
          </a:p>
          <a:p>
            <a:pPr lvl="1"/>
            <a:r>
              <a:rPr lang="cs-CZ" dirty="0">
                <a:solidFill>
                  <a:schemeClr val="tx1"/>
                </a:solidFill>
              </a:rPr>
              <a:t>pokud ano, zda se pro další šíření odvozených děl požadují stejné licenční podmínky</a:t>
            </a:r>
          </a:p>
          <a:p>
            <a:pPr lvl="1"/>
            <a:r>
              <a:rPr lang="cs-CZ" dirty="0">
                <a:solidFill>
                  <a:schemeClr val="tx1"/>
                </a:solidFill>
              </a:rPr>
              <a:t>zda se povoluje komerční využití díla</a:t>
            </a:r>
          </a:p>
          <a:p>
            <a:pPr lvl="1"/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pic>
        <p:nvPicPr>
          <p:cNvPr id="1026" name="Picture 2" descr="Soubor:CC-logo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648" y="5119868"/>
            <a:ext cx="4876800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/>
          <p:cNvSpPr txBox="1"/>
          <p:nvPr/>
        </p:nvSpPr>
        <p:spPr>
          <a:xfrm>
            <a:off x="1115616" y="4787860"/>
            <a:ext cx="1981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Logo licence</a:t>
            </a:r>
          </a:p>
        </p:txBody>
      </p:sp>
      <p:sp>
        <p:nvSpPr>
          <p:cNvPr id="5" name="TextovéPole 4"/>
          <p:cNvSpPr txBox="1"/>
          <p:nvPr/>
        </p:nvSpPr>
        <p:spPr>
          <a:xfrm>
            <a:off x="1403648" y="6397972"/>
            <a:ext cx="55579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000" dirty="0"/>
              <a:t>Zdroj: http://cs.wikipedia.org/w/index.php?title=Soubor:CC-logo.svg&amp;page=1 (30. 11. 2012)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0C6B40B-E4EE-40BA-BAC2-AC5457942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21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7490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588680"/>
          </a:xfrm>
        </p:spPr>
        <p:txBody>
          <a:bodyPr>
            <a:normAutofit/>
          </a:bodyPr>
          <a:lstStyle/>
          <a:p>
            <a:r>
              <a:rPr lang="cs-CZ" sz="2800" dirty="0" err="1"/>
              <a:t>Creative</a:t>
            </a:r>
            <a:r>
              <a:rPr lang="cs-CZ" sz="2800" dirty="0"/>
              <a:t> </a:t>
            </a:r>
            <a:r>
              <a:rPr lang="cs-CZ" sz="2800" dirty="0" err="1"/>
              <a:t>commons</a:t>
            </a:r>
            <a:r>
              <a:rPr lang="cs-CZ" sz="2800" dirty="0"/>
              <a:t> - licenční prvky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691680" y="1124744"/>
            <a:ext cx="6004520" cy="5330992"/>
          </a:xfrm>
        </p:spPr>
        <p:txBody>
          <a:bodyPr>
            <a:normAutofit lnSpcReduction="10000"/>
          </a:bodyPr>
          <a:lstStyle/>
          <a:p>
            <a:pPr>
              <a:lnSpc>
                <a:spcPct val="250000"/>
              </a:lnSpc>
            </a:pPr>
            <a:r>
              <a:rPr lang="cs-CZ" dirty="0"/>
              <a:t>Právo dílo upravovat</a:t>
            </a:r>
          </a:p>
          <a:p>
            <a:pPr>
              <a:lnSpc>
                <a:spcPct val="250000"/>
              </a:lnSpc>
            </a:pPr>
            <a:r>
              <a:rPr lang="cs-CZ" dirty="0"/>
              <a:t>Uveďte autora </a:t>
            </a:r>
          </a:p>
          <a:p>
            <a:pPr>
              <a:lnSpc>
                <a:spcPct val="250000"/>
              </a:lnSpc>
            </a:pPr>
            <a:r>
              <a:rPr lang="cs-CZ" dirty="0"/>
              <a:t>Zachovejte licenci </a:t>
            </a:r>
          </a:p>
          <a:p>
            <a:pPr>
              <a:lnSpc>
                <a:spcPct val="250000"/>
              </a:lnSpc>
            </a:pPr>
            <a:r>
              <a:rPr lang="cs-CZ" dirty="0"/>
              <a:t>Neužívejte dílo komerčně</a:t>
            </a:r>
          </a:p>
          <a:p>
            <a:pPr>
              <a:lnSpc>
                <a:spcPct val="250000"/>
              </a:lnSpc>
            </a:pPr>
            <a:r>
              <a:rPr lang="cs-CZ" dirty="0"/>
              <a:t>Nezasahujte do díla </a:t>
            </a:r>
          </a:p>
          <a:p>
            <a:pPr>
              <a:lnSpc>
                <a:spcPct val="250000"/>
              </a:lnSpc>
            </a:pPr>
            <a:endParaRPr lang="cs-CZ" dirty="0"/>
          </a:p>
        </p:txBody>
      </p:sp>
      <p:pic>
        <p:nvPicPr>
          <p:cNvPr id="2052" name="Picture 4" descr="Dílo upravova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45" y="1489955"/>
            <a:ext cx="648072" cy="648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Uve&amp;dcaron;te autor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45" y="2539012"/>
            <a:ext cx="647998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Zachovejte licenc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45" y="3478499"/>
            <a:ext cx="647998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Neu&amp;zcaron;ívejte dílo komer&amp;ccaron;n&amp;ecaron;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45" y="4473150"/>
            <a:ext cx="647998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Nezasahujte do díl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517232"/>
            <a:ext cx="647998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573DAE0-03D6-4573-B985-6B6B72AEA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370568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8219256" cy="1143000"/>
          </a:xfrm>
        </p:spPr>
        <p:txBody>
          <a:bodyPr>
            <a:normAutofit fontScale="90000"/>
          </a:bodyPr>
          <a:lstStyle/>
          <a:p>
            <a:r>
              <a:rPr lang="cs-CZ" dirty="0"/>
              <a:t>Nalezení fotografie podle licence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55B33DBA-B387-4414-AD3B-C96F3F274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23</a:t>
            </a:fld>
            <a:endParaRPr lang="cs-CZ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2168DB15-6970-9DF2-8EAE-C85E54123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72" y="1697944"/>
            <a:ext cx="9144000" cy="4678453"/>
          </a:xfrm>
          <a:prstGeom prst="rect">
            <a:avLst/>
          </a:prstGeom>
        </p:spPr>
      </p:pic>
      <p:grpSp>
        <p:nvGrpSpPr>
          <p:cNvPr id="15" name="Skupina 14">
            <a:extLst>
              <a:ext uri="{FF2B5EF4-FFF2-40B4-BE49-F238E27FC236}">
                <a16:creationId xmlns:a16="http://schemas.microsoft.com/office/drawing/2014/main" id="{69477EF1-63E4-1867-8509-F809782CF000}"/>
              </a:ext>
            </a:extLst>
          </p:cNvPr>
          <p:cNvGrpSpPr/>
          <p:nvPr/>
        </p:nvGrpSpPr>
        <p:grpSpPr>
          <a:xfrm>
            <a:off x="6653417" y="3180840"/>
            <a:ext cx="739080" cy="410400"/>
            <a:chOff x="6653417" y="3180840"/>
            <a:chExt cx="739080" cy="41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3" name="Rukopis 12">
                  <a:extLst>
                    <a:ext uri="{FF2B5EF4-FFF2-40B4-BE49-F238E27FC236}">
                      <a16:creationId xmlns:a16="http://schemas.microsoft.com/office/drawing/2014/main" id="{E7E562F7-AFDA-AADA-C858-3F9EEEC94D31}"/>
                    </a:ext>
                  </a:extLst>
                </p14:cNvPr>
                <p14:cNvContentPartPr/>
                <p14:nvPr/>
              </p14:nvContentPartPr>
              <p14:xfrm>
                <a:off x="6803177" y="3180840"/>
                <a:ext cx="589320" cy="324720"/>
              </p14:xfrm>
            </p:contentPart>
          </mc:Choice>
          <mc:Fallback>
            <p:pic>
              <p:nvPicPr>
                <p:cNvPr id="13" name="Rukopis 12">
                  <a:extLst>
                    <a:ext uri="{FF2B5EF4-FFF2-40B4-BE49-F238E27FC236}">
                      <a16:creationId xmlns:a16="http://schemas.microsoft.com/office/drawing/2014/main" id="{E7E562F7-AFDA-AADA-C858-3F9EEEC94D3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794537" y="3172200"/>
                  <a:ext cx="60696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4" name="Rukopis 13">
                  <a:extLst>
                    <a:ext uri="{FF2B5EF4-FFF2-40B4-BE49-F238E27FC236}">
                      <a16:creationId xmlns:a16="http://schemas.microsoft.com/office/drawing/2014/main" id="{E0E4FFBD-48D1-7F06-1F17-0FC9D517B20D}"/>
                    </a:ext>
                  </a:extLst>
                </p14:cNvPr>
                <p14:cNvContentPartPr/>
                <p14:nvPr/>
              </p14:nvContentPartPr>
              <p14:xfrm>
                <a:off x="6653417" y="3396120"/>
                <a:ext cx="549720" cy="195120"/>
              </p14:xfrm>
            </p:contentPart>
          </mc:Choice>
          <mc:Fallback>
            <p:pic>
              <p:nvPicPr>
                <p:cNvPr id="14" name="Rukopis 13">
                  <a:extLst>
                    <a:ext uri="{FF2B5EF4-FFF2-40B4-BE49-F238E27FC236}">
                      <a16:creationId xmlns:a16="http://schemas.microsoft.com/office/drawing/2014/main" id="{E0E4FFBD-48D1-7F06-1F17-0FC9D517B20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644777" y="3387120"/>
                  <a:ext cx="567360" cy="212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10533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8219256" cy="1143000"/>
          </a:xfrm>
        </p:spPr>
        <p:txBody>
          <a:bodyPr>
            <a:normAutofit/>
          </a:bodyPr>
          <a:lstStyle/>
          <a:p>
            <a:r>
              <a:rPr lang="cs-CZ" dirty="0"/>
              <a:t>Rozšířené vyhledávání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55B33DBA-B387-4414-AD3B-C96F3F274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24</a:t>
            </a:fld>
            <a:endParaRPr lang="cs-CZ"/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F01F7AB6-D1C8-5BB3-3369-4345C6790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45" y="3264935"/>
            <a:ext cx="2520280" cy="3109554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CEC1B327-CD31-E268-FBCF-DE85472CD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54" y="1457313"/>
            <a:ext cx="8386359" cy="1686722"/>
          </a:xfrm>
          <a:prstGeom prst="rect">
            <a:avLst/>
          </a:prstGeom>
        </p:spPr>
      </p:pic>
      <p:grpSp>
        <p:nvGrpSpPr>
          <p:cNvPr id="6" name="Skupina 5">
            <a:extLst>
              <a:ext uri="{FF2B5EF4-FFF2-40B4-BE49-F238E27FC236}">
                <a16:creationId xmlns:a16="http://schemas.microsoft.com/office/drawing/2014/main" id="{5E729C45-888E-C3D4-3B6B-F372F1FAD532}"/>
              </a:ext>
            </a:extLst>
          </p:cNvPr>
          <p:cNvGrpSpPr/>
          <p:nvPr/>
        </p:nvGrpSpPr>
        <p:grpSpPr>
          <a:xfrm rot="19957907">
            <a:off x="8123045" y="1038454"/>
            <a:ext cx="739080" cy="410400"/>
            <a:chOff x="6653417" y="3180840"/>
            <a:chExt cx="739080" cy="41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Rukopis 6">
                  <a:extLst>
                    <a:ext uri="{FF2B5EF4-FFF2-40B4-BE49-F238E27FC236}">
                      <a16:creationId xmlns:a16="http://schemas.microsoft.com/office/drawing/2014/main" id="{42F824E0-DD02-9680-6DC8-4AA6C02AF795}"/>
                    </a:ext>
                  </a:extLst>
                </p14:cNvPr>
                <p14:cNvContentPartPr/>
                <p14:nvPr/>
              </p14:nvContentPartPr>
              <p14:xfrm>
                <a:off x="6803177" y="3180840"/>
                <a:ext cx="589320" cy="324720"/>
              </p14:xfrm>
            </p:contentPart>
          </mc:Choice>
          <mc:Fallback>
            <p:pic>
              <p:nvPicPr>
                <p:cNvPr id="7" name="Rukopis 6">
                  <a:extLst>
                    <a:ext uri="{FF2B5EF4-FFF2-40B4-BE49-F238E27FC236}">
                      <a16:creationId xmlns:a16="http://schemas.microsoft.com/office/drawing/2014/main" id="{42F824E0-DD02-9680-6DC8-4AA6C02AF79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94537" y="3172200"/>
                  <a:ext cx="60696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Rukopis 8">
                  <a:extLst>
                    <a:ext uri="{FF2B5EF4-FFF2-40B4-BE49-F238E27FC236}">
                      <a16:creationId xmlns:a16="http://schemas.microsoft.com/office/drawing/2014/main" id="{5D89E751-9375-CF3A-A1B5-D42896D8C9B5}"/>
                    </a:ext>
                  </a:extLst>
                </p14:cNvPr>
                <p14:cNvContentPartPr/>
                <p14:nvPr/>
              </p14:nvContentPartPr>
              <p14:xfrm>
                <a:off x="6653417" y="3396120"/>
                <a:ext cx="549720" cy="195120"/>
              </p14:xfrm>
            </p:contentPart>
          </mc:Choice>
          <mc:Fallback>
            <p:pic>
              <p:nvPicPr>
                <p:cNvPr id="9" name="Rukopis 8">
                  <a:extLst>
                    <a:ext uri="{FF2B5EF4-FFF2-40B4-BE49-F238E27FC236}">
                      <a16:creationId xmlns:a16="http://schemas.microsoft.com/office/drawing/2014/main" id="{5D89E751-9375-CF3A-A1B5-D42896D8C9B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44777" y="3387120"/>
                  <a:ext cx="56736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Skupina 9">
            <a:extLst>
              <a:ext uri="{FF2B5EF4-FFF2-40B4-BE49-F238E27FC236}">
                <a16:creationId xmlns:a16="http://schemas.microsoft.com/office/drawing/2014/main" id="{86ECFF8B-6196-A235-48CD-B01D80504DBF}"/>
              </a:ext>
            </a:extLst>
          </p:cNvPr>
          <p:cNvGrpSpPr/>
          <p:nvPr/>
        </p:nvGrpSpPr>
        <p:grpSpPr>
          <a:xfrm rot="21188276">
            <a:off x="2073591" y="5559914"/>
            <a:ext cx="739080" cy="410400"/>
            <a:chOff x="6653417" y="3180840"/>
            <a:chExt cx="739080" cy="41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Rukopis 10">
                  <a:extLst>
                    <a:ext uri="{FF2B5EF4-FFF2-40B4-BE49-F238E27FC236}">
                      <a16:creationId xmlns:a16="http://schemas.microsoft.com/office/drawing/2014/main" id="{15F40D16-AB8D-23FA-E43B-3468057DC9DB}"/>
                    </a:ext>
                  </a:extLst>
                </p14:cNvPr>
                <p14:cNvContentPartPr/>
                <p14:nvPr/>
              </p14:nvContentPartPr>
              <p14:xfrm>
                <a:off x="6803177" y="3180840"/>
                <a:ext cx="589320" cy="324720"/>
              </p14:xfrm>
            </p:contentPart>
          </mc:Choice>
          <mc:Fallback>
            <p:pic>
              <p:nvPicPr>
                <p:cNvPr id="11" name="Rukopis 10">
                  <a:extLst>
                    <a:ext uri="{FF2B5EF4-FFF2-40B4-BE49-F238E27FC236}">
                      <a16:creationId xmlns:a16="http://schemas.microsoft.com/office/drawing/2014/main" id="{15F40D16-AB8D-23FA-E43B-3468057DC9D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94537" y="3172200"/>
                  <a:ext cx="60696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3" name="Rukopis 12">
                  <a:extLst>
                    <a:ext uri="{FF2B5EF4-FFF2-40B4-BE49-F238E27FC236}">
                      <a16:creationId xmlns:a16="http://schemas.microsoft.com/office/drawing/2014/main" id="{7285349D-E6EE-40F7-BFE5-A0D6B987AD0B}"/>
                    </a:ext>
                  </a:extLst>
                </p14:cNvPr>
                <p14:cNvContentPartPr/>
                <p14:nvPr/>
              </p14:nvContentPartPr>
              <p14:xfrm>
                <a:off x="6653417" y="3396120"/>
                <a:ext cx="549720" cy="195120"/>
              </p14:xfrm>
            </p:contentPart>
          </mc:Choice>
          <mc:Fallback>
            <p:pic>
              <p:nvPicPr>
                <p:cNvPr id="13" name="Rukopis 12">
                  <a:extLst>
                    <a:ext uri="{FF2B5EF4-FFF2-40B4-BE49-F238E27FC236}">
                      <a16:creationId xmlns:a16="http://schemas.microsoft.com/office/drawing/2014/main" id="{7285349D-E6EE-40F7-BFE5-A0D6B987AD0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44777" y="3387120"/>
                  <a:ext cx="567360" cy="2127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" name="Obrázek 14">
            <a:extLst>
              <a:ext uri="{FF2B5EF4-FFF2-40B4-BE49-F238E27FC236}">
                <a16:creationId xmlns:a16="http://schemas.microsoft.com/office/drawing/2014/main" id="{10E2014D-BE52-EF5D-1FDF-4C284D66DD2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90465" y="3263316"/>
            <a:ext cx="4623677" cy="349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248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Audio – video - fotografie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legálně lze cokoliv stáhnout pro svojí vlastní, osobní potřebu</a:t>
            </a:r>
          </a:p>
          <a:p>
            <a:endParaRPr lang="cs-CZ" dirty="0"/>
          </a:p>
          <a:p>
            <a:r>
              <a:rPr lang="cs-CZ" dirty="0"/>
              <a:t>v žádném případě nesmíte nahrávku jakkoliv sdílet:</a:t>
            </a:r>
          </a:p>
          <a:p>
            <a:pPr lvl="1"/>
            <a:r>
              <a:rPr lang="cs-CZ" dirty="0">
                <a:solidFill>
                  <a:schemeClr val="tx1"/>
                </a:solidFill>
              </a:rPr>
              <a:t>předáním nahrávky na CD, flashdisku</a:t>
            </a:r>
          </a:p>
          <a:p>
            <a:pPr lvl="1"/>
            <a:r>
              <a:rPr lang="cs-CZ" dirty="0">
                <a:solidFill>
                  <a:schemeClr val="tx1"/>
                </a:solidFill>
              </a:rPr>
              <a:t>posláním e-mailem</a:t>
            </a:r>
          </a:p>
          <a:p>
            <a:pPr lvl="1"/>
            <a:r>
              <a:rPr lang="cs-CZ" dirty="0">
                <a:solidFill>
                  <a:schemeClr val="tx1"/>
                </a:solidFill>
              </a:rPr>
              <a:t>sdílením na sociálních sítích, internetu</a:t>
            </a:r>
          </a:p>
          <a:p>
            <a:pPr lvl="1"/>
            <a:r>
              <a:rPr lang="cs-CZ" dirty="0">
                <a:solidFill>
                  <a:schemeClr val="tx1"/>
                </a:solidFill>
              </a:rPr>
              <a:t>veřejné pouštění</a:t>
            </a:r>
          </a:p>
          <a:p>
            <a:pPr lvl="1"/>
            <a:r>
              <a:rPr lang="cs-CZ" dirty="0">
                <a:solidFill>
                  <a:schemeClr val="tx1"/>
                </a:solidFill>
              </a:rPr>
              <a:t>pouštění ani v omezeném (soukromém) okruhu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A006CD7-0247-480A-8087-F24BF10BA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25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57140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Vystavování fotek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9416"/>
            <a:ext cx="7643192" cy="48463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cs-CZ" b="1" dirty="0"/>
              <a:t>Svolení není třeba</a:t>
            </a:r>
          </a:p>
          <a:p>
            <a:endParaRPr lang="cs-CZ" dirty="0"/>
          </a:p>
          <a:p>
            <a:r>
              <a:rPr lang="cs-CZ" dirty="0"/>
              <a:t>použijí-li se fotografie k úředním účelům na základě zákona</a:t>
            </a:r>
          </a:p>
          <a:p>
            <a:r>
              <a:rPr lang="cs-CZ" dirty="0"/>
              <a:t>soukromá osoba si může pořizovat a vystavovat fotografie bez souhlasu fotografovaného pokud vznikla</a:t>
            </a:r>
          </a:p>
          <a:p>
            <a:pPr lvl="1"/>
            <a:r>
              <a:rPr lang="cs-CZ" dirty="0">
                <a:solidFill>
                  <a:schemeClr val="tx1"/>
                </a:solidFill>
              </a:rPr>
              <a:t>pro vědecké</a:t>
            </a:r>
          </a:p>
          <a:p>
            <a:pPr lvl="1"/>
            <a:r>
              <a:rPr lang="cs-CZ" dirty="0">
                <a:solidFill>
                  <a:schemeClr val="tx1"/>
                </a:solidFill>
              </a:rPr>
              <a:t>umělecké účely </a:t>
            </a:r>
          </a:p>
          <a:p>
            <a:pPr lvl="1"/>
            <a:r>
              <a:rPr lang="cs-CZ" dirty="0">
                <a:solidFill>
                  <a:schemeClr val="tx1"/>
                </a:solidFill>
              </a:rPr>
              <a:t>tiskové</a:t>
            </a:r>
          </a:p>
          <a:p>
            <a:pPr lvl="1"/>
            <a:r>
              <a:rPr lang="cs-CZ" dirty="0">
                <a:solidFill>
                  <a:schemeClr val="tx1"/>
                </a:solidFill>
              </a:rPr>
              <a:t>filmové</a:t>
            </a:r>
          </a:p>
          <a:p>
            <a:pPr lvl="1"/>
            <a:r>
              <a:rPr lang="cs-CZ" dirty="0">
                <a:solidFill>
                  <a:schemeClr val="tx1"/>
                </a:solidFill>
              </a:rPr>
              <a:t>rozhlasové</a:t>
            </a:r>
          </a:p>
          <a:p>
            <a:pPr lvl="1"/>
            <a:r>
              <a:rPr lang="cs-CZ" dirty="0">
                <a:solidFill>
                  <a:schemeClr val="tx1"/>
                </a:solidFill>
              </a:rPr>
              <a:t>televizní zpravodajství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2A84E23-8FF9-46EF-8C9C-A27943BD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26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77717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Vystavování fotek přátel, rodiny a třetích osob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cs-CZ" dirty="0"/>
              <a:t>smějí být fotografie fyzické osoby pořízeny a použity jen s jejím svolením</a:t>
            </a:r>
          </a:p>
          <a:p>
            <a:pPr>
              <a:spcAft>
                <a:spcPts val="600"/>
              </a:spcAft>
            </a:pPr>
            <a:r>
              <a:rPr lang="cs-CZ" dirty="0"/>
              <a:t>v praxi téměř nemožné dodržet</a:t>
            </a:r>
          </a:p>
          <a:p>
            <a:pPr>
              <a:spcAft>
                <a:spcPts val="600"/>
              </a:spcAft>
            </a:pPr>
            <a:r>
              <a:rPr lang="cs-CZ" dirty="0"/>
              <a:t>pokud však přímo projeví nesouhlas, měli bychom fotku z webu odstranit</a:t>
            </a:r>
          </a:p>
          <a:p>
            <a:pPr>
              <a:spcAft>
                <a:spcPts val="600"/>
              </a:spcAft>
            </a:pPr>
            <a:r>
              <a:rPr lang="cs-CZ" dirty="0"/>
              <a:t>jakmile se fotografie stane veřejně přístupnou, je nemožné zabránit jejímu šíření a případnému zneužití</a:t>
            </a:r>
          </a:p>
          <a:p>
            <a:pPr>
              <a:spcAft>
                <a:spcPts val="600"/>
              </a:spcAft>
            </a:pPr>
            <a:r>
              <a:rPr lang="cs-CZ" dirty="0"/>
              <a:t>fotografie intimního charakteru by pak neměly být zveřejňovány vůbec</a:t>
            </a:r>
          </a:p>
          <a:p>
            <a:pPr>
              <a:spcAft>
                <a:spcPts val="600"/>
              </a:spcAft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927C2C2-BC40-4C42-8605-963D3F51A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27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63199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Vystavování fotek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9416"/>
            <a:ext cx="7715200" cy="4846320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cs-CZ" b="1" dirty="0"/>
              <a:t>Příklad:</a:t>
            </a:r>
          </a:p>
          <a:p>
            <a:pPr>
              <a:spcAft>
                <a:spcPts val="1200"/>
              </a:spcAft>
            </a:pPr>
            <a:r>
              <a:rPr lang="cs-CZ" dirty="0"/>
              <a:t>bude-li zobrazena vaše fotografie, kde jste zachycen jako demonstrace, na stránce zpravodajském serveru, je to v pořádku a provozovatel stránek zákon neporušuje</a:t>
            </a:r>
          </a:p>
          <a:p>
            <a:pPr>
              <a:spcAft>
                <a:spcPts val="1200"/>
              </a:spcAft>
            </a:pPr>
            <a:r>
              <a:rPr lang="cs-CZ" dirty="0"/>
              <a:t>použití fotografie nesmí být v rozporu </a:t>
            </a:r>
            <a:br>
              <a:rPr lang="cs-CZ" dirty="0"/>
            </a:br>
            <a:r>
              <a:rPr lang="cs-CZ" dirty="0"/>
              <a:t>s oprávněnými zájmy fyzické osoby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E5A4C1E-3067-47B7-8447-9B46D1275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28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874540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sedmnáctiletý  student byl odsouzen v roce 2013 na pět měsíců podmíněně a  k zabavení notebooku</a:t>
            </a:r>
          </a:p>
          <a:p>
            <a:r>
              <a:rPr lang="cs-CZ" dirty="0"/>
              <a:t>na internetu zveřejnil asi 2 400 odkazů na možnost stáhnutí filmu (uloz.to apod.)</a:t>
            </a:r>
          </a:p>
          <a:p>
            <a:r>
              <a:rPr lang="cs-CZ" dirty="0"/>
              <a:t>protipirátská unie </a:t>
            </a:r>
            <a:r>
              <a:rPr lang="cs-CZ" i="1" dirty="0"/>
              <a:t>(zájmovým sdružením právnických osob) </a:t>
            </a:r>
            <a:r>
              <a:rPr lang="cs-CZ" dirty="0"/>
              <a:t>ho žaluje o náhradu škody ve výši 4 milionů korun</a:t>
            </a:r>
          </a:p>
          <a:p>
            <a:r>
              <a:rPr lang="cs-CZ" dirty="0"/>
              <a:t>proti rozsudku podal stížnost k ústavnímu soudu, který stížnost zamítl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2907303-4C5B-4701-B7FE-105EB585C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29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7675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876712"/>
          </a:xfrm>
        </p:spPr>
        <p:txBody>
          <a:bodyPr/>
          <a:lstStyle/>
          <a:p>
            <a:r>
              <a:rPr lang="cs-CZ" dirty="0"/>
              <a:t>Jak se bránit?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1520" y="1268760"/>
            <a:ext cx="7920880" cy="518697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cs-CZ" dirty="0"/>
              <a:t>zažádat o odstranění nechtěné fotografie osobu, která fotografii vložila na web</a:t>
            </a:r>
          </a:p>
          <a:p>
            <a:pPr marL="514350" indent="-514350">
              <a:buFont typeface="+mj-lt"/>
              <a:buAutoNum type="arabicPeriod"/>
            </a:pPr>
            <a:r>
              <a:rPr lang="cs-CZ" dirty="0"/>
              <a:t>zažádat provozovatele webu</a:t>
            </a:r>
            <a:r>
              <a:rPr lang="cs-CZ" sz="1800" dirty="0"/>
              <a:t> </a:t>
            </a:r>
            <a:r>
              <a:rPr lang="cs-CZ" sz="2000" dirty="0"/>
              <a:t>(většinou to nepomůže, protože provozovatel webu by nedělal nic jiného)</a:t>
            </a:r>
          </a:p>
          <a:p>
            <a:pPr marL="514350" indent="-514350">
              <a:buFont typeface="+mj-lt"/>
              <a:buAutoNum type="arabicPeriod"/>
            </a:pPr>
            <a:r>
              <a:rPr lang="cs-CZ" dirty="0"/>
              <a:t>lze se bránit soudně – občanskoprávní žalobou,</a:t>
            </a:r>
            <a:br>
              <a:rPr lang="cs-CZ" dirty="0"/>
            </a:br>
            <a:r>
              <a:rPr lang="cs-CZ" dirty="0"/>
              <a:t>a domáhat přiměřeného zadostiučinění</a:t>
            </a:r>
          </a:p>
          <a:p>
            <a:pPr lvl="2"/>
            <a:r>
              <a:rPr lang="cs-CZ" sz="2200" dirty="0"/>
              <a:t>většinou omluva</a:t>
            </a:r>
          </a:p>
          <a:p>
            <a:pPr lvl="2"/>
            <a:r>
              <a:rPr lang="cs-CZ" sz="2200" dirty="0"/>
              <a:t>pokud by omluva byla málo může soud přiznat              i peněžitou náhradu</a:t>
            </a:r>
          </a:p>
          <a:p>
            <a:pPr lvl="2"/>
            <a:r>
              <a:rPr lang="cs-CZ" sz="2200" dirty="0"/>
              <a:t>náhrada škody, např. přijdete-li v důsledku šíření nepravdivých informací o své osobě o </a:t>
            </a:r>
            <a:r>
              <a:rPr lang="pl-PL" sz="2200" dirty="0"/>
              <a:t>zisky z podnikání – nutno prokázat a vyčíslit</a:t>
            </a:r>
          </a:p>
          <a:p>
            <a:pPr marL="0" lvl="2" indent="0">
              <a:buNone/>
            </a:pPr>
            <a:r>
              <a:rPr lang="pl-PL" b="1" dirty="0">
                <a:solidFill>
                  <a:srgbClr val="FF0000"/>
                </a:solidFill>
              </a:rPr>
              <a:t>Jakmile se začnete soudit každý bude fotografii vyhledávat!</a:t>
            </a:r>
            <a:endParaRPr lang="cs-CZ" b="1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644325F-3E84-436F-82D6-0D75797D5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30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407972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1520" y="1628800"/>
            <a:ext cx="8640960" cy="5040560"/>
          </a:xfrm>
        </p:spPr>
        <p:txBody>
          <a:bodyPr>
            <a:normAutofit/>
          </a:bodyPr>
          <a:lstStyle/>
          <a:p>
            <a:r>
              <a:rPr lang="cs-CZ" sz="1400" b="1" cap="all" dirty="0">
                <a:latin typeface="Tahoma" panose="020B0604030504040204" pitchFamily="34" charset="0"/>
              </a:rPr>
              <a:t>SÝKOROVÁ, J. AUTORSKÉ PRÁVO, BEZPEČNOST NA INTERNETU, NETIKETA. </a:t>
            </a:r>
            <a:r>
              <a:rPr lang="cs-CZ" sz="2000" dirty="0"/>
              <a:t>In: [online]. 2012 [cit. 2012-11-13]. Dostupné z: http://moodle2.nidv.cz/mod/resource/view.php?id=444</a:t>
            </a:r>
          </a:p>
          <a:p>
            <a:r>
              <a:rPr lang="cs-CZ" sz="1400" b="1" i="0" u="none" strike="noStrike" cap="all" dirty="0">
                <a:effectLst/>
                <a:latin typeface="Tahoma" panose="020B0604030504040204" pitchFamily="34" charset="0"/>
              </a:rPr>
              <a:t>ETICKÉ ZÁSADY A PRÁVNÍ NORMY SOUVISEJÍCÍ S INFORMATIKOU</a:t>
            </a:r>
            <a:r>
              <a:rPr lang="cs-CZ" sz="1400" b="1" u="none" strike="noStrike" cap="all" dirty="0">
                <a:latin typeface="Tahoma" panose="020B0604030504040204" pitchFamily="34" charset="0"/>
              </a:rPr>
              <a:t>, </a:t>
            </a:r>
            <a:r>
              <a:rPr lang="cs-CZ" sz="2000" dirty="0"/>
              <a:t>In: [online], 2021 [cit.2021-09-20], Dostupné z: https://zasadynormyinfo.estranky.cz/clanky/nejcasteji-pouzivane-druhy-licenci/</a:t>
            </a:r>
          </a:p>
          <a:p>
            <a:r>
              <a:rPr lang="cs-CZ" sz="1400" b="1" u="none" strike="noStrike" cap="all" dirty="0">
                <a:latin typeface="Tahoma" panose="020B0604030504040204" pitchFamily="34" charset="0"/>
              </a:rPr>
              <a:t>Jak na internet, </a:t>
            </a:r>
            <a:r>
              <a:rPr lang="cs-CZ" sz="2000" dirty="0"/>
              <a:t>In: [online], 2012-14 [cit.2021-09-20], Dostupné z: https://www.jaknainternet.cz/search/?query=autorsk%C3%A1+pr%C3%A1va</a:t>
            </a:r>
          </a:p>
          <a:p>
            <a:r>
              <a:rPr lang="cs-CZ" sz="1400" b="1" cap="all" dirty="0">
                <a:latin typeface="Tahoma" panose="020B0604030504040204" pitchFamily="34" charset="0"/>
              </a:rPr>
              <a:t>AUTORSKÝ ZÁKON</a:t>
            </a:r>
            <a:r>
              <a:rPr lang="cs-CZ" sz="2000" dirty="0"/>
              <a:t>, In: [online], 2000 [cit.2021-09-20], Dostupné z: http://www.zakonyprolidi.cz/cs/2000-121 (11. 10. 2012)</a:t>
            </a:r>
          </a:p>
          <a:p>
            <a:r>
              <a:rPr lang="cs-CZ" sz="1400" b="1" cap="all" dirty="0">
                <a:latin typeface="Tahoma" panose="020B0604030504040204" pitchFamily="34" charset="0"/>
              </a:rPr>
              <a:t>IT-SLOVNÍK</a:t>
            </a:r>
            <a:r>
              <a:rPr lang="cs-CZ" sz="1400" dirty="0"/>
              <a:t>, </a:t>
            </a:r>
            <a:r>
              <a:rPr lang="cs-CZ" sz="2000" dirty="0"/>
              <a:t>In: [online], 2000 [cit.2021-09-20], Dostupné z: https://it-slovnik.cz/pojem/public-domain/?utm_source=cp&amp;utm_medium=link&amp;utm_campaign=cp</a:t>
            </a:r>
          </a:p>
          <a:p>
            <a:endParaRPr lang="cs-CZ" sz="2000" dirty="0"/>
          </a:p>
          <a:p>
            <a:endParaRPr lang="cs-CZ" sz="20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96FC72D-08AE-44F9-8480-D474F104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31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8693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501F39-E23B-46D6-AB1D-7A1FA9BF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5E4DA3F-083C-4E3A-91B3-EF8BB6277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9416"/>
            <a:ext cx="7715200" cy="4846320"/>
          </a:xfrm>
        </p:spPr>
        <p:txBody>
          <a:bodyPr>
            <a:normAutofit/>
          </a:bodyPr>
          <a:lstStyle/>
          <a:p>
            <a:r>
              <a:rPr lang="cs-CZ" sz="1400" b="1" cap="all" dirty="0">
                <a:latin typeface="Tahoma" panose="020B0604030504040204" pitchFamily="34" charset="0"/>
              </a:rPr>
              <a:t>Svobodný software</a:t>
            </a:r>
            <a:r>
              <a:rPr lang="cs-CZ" sz="2000" b="1" cap="all" dirty="0">
                <a:latin typeface="Tahoma" panose="020B0604030504040204" pitchFamily="34" charset="0"/>
              </a:rPr>
              <a:t>,</a:t>
            </a:r>
            <a:r>
              <a:rPr lang="cs-CZ" sz="2000" dirty="0"/>
              <a:t> In: [online], 2000 [cit.2021-09-20], Dostupné z: https://www.gnu.org/philosophy/free-sw.cs.html</a:t>
            </a:r>
          </a:p>
          <a:p>
            <a:r>
              <a:rPr lang="cs-CZ" sz="1400" b="1" cap="all" dirty="0">
                <a:latin typeface="Tahoma" panose="020B0604030504040204" pitchFamily="34" charset="0"/>
              </a:rPr>
              <a:t>Free software (tzv. svobodný software), </a:t>
            </a:r>
            <a:r>
              <a:rPr lang="cs-CZ" sz="2000" dirty="0"/>
              <a:t>In: [online], 2000 [cit.2021-09-20], Dostupné z: https://www.root.cz/specialy/licence/free-software-tzv-svobodny-software/</a:t>
            </a:r>
          </a:p>
          <a:p>
            <a:endParaRPr lang="cs-CZ" sz="20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A6E192E-DE38-4087-9626-034207A8A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32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273158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ohatý">
  <a:themeElements>
    <a:clrScheme name="Vlnění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Bohat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ohat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Vlnění">
    <a:dk1>
      <a:sysClr val="windowText" lastClr="000000"/>
    </a:dk1>
    <a:lt1>
      <a:sysClr val="window" lastClr="FFFFFF"/>
    </a:lt1>
    <a:dk2>
      <a:srgbClr val="073E87"/>
    </a:dk2>
    <a:lt2>
      <a:srgbClr val="C6E7FC"/>
    </a:lt2>
    <a:accent1>
      <a:srgbClr val="31B6FD"/>
    </a:accent1>
    <a:accent2>
      <a:srgbClr val="4584D3"/>
    </a:accent2>
    <a:accent3>
      <a:srgbClr val="5BD078"/>
    </a:accent3>
    <a:accent4>
      <a:srgbClr val="A5D028"/>
    </a:accent4>
    <a:accent5>
      <a:srgbClr val="F5C040"/>
    </a:accent5>
    <a:accent6>
      <a:srgbClr val="05E0DB"/>
    </a:accent6>
    <a:hlink>
      <a:srgbClr val="0080FF"/>
    </a:hlink>
    <a:folHlink>
      <a:srgbClr val="5EAE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1299</TotalTime>
  <Words>1682</Words>
  <Application>Microsoft Office PowerPoint</Application>
  <PresentationFormat>Předvádění na obrazovce (4:3)</PresentationFormat>
  <Paragraphs>234</Paragraphs>
  <Slides>32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8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32</vt:i4>
      </vt:variant>
    </vt:vector>
  </HeadingPairs>
  <TitlesOfParts>
    <vt:vector size="41" baseType="lpstr">
      <vt:lpstr>Arial</vt:lpstr>
      <vt:lpstr>Calibri</vt:lpstr>
      <vt:lpstr>Google Sans</vt:lpstr>
      <vt:lpstr>helvetica</vt:lpstr>
      <vt:lpstr>Tahoma</vt:lpstr>
      <vt:lpstr>Trebuchet MS</vt:lpstr>
      <vt:lpstr>Wingdings</vt:lpstr>
      <vt:lpstr>Wingdings 2</vt:lpstr>
      <vt:lpstr>Bohatý</vt:lpstr>
      <vt:lpstr>Licence publikování  na internetu</vt:lpstr>
      <vt:lpstr>Software</vt:lpstr>
      <vt:lpstr>Základní Dělení sw</vt:lpstr>
      <vt:lpstr>Nejčastěji používané druhy licencí </vt:lpstr>
      <vt:lpstr>OEM verze</vt:lpstr>
      <vt:lpstr>Komerční (proprietární ) SW</vt:lpstr>
      <vt:lpstr>příklady MS Office</vt:lpstr>
      <vt:lpstr>Multilicence</vt:lpstr>
      <vt:lpstr>Demoverze</vt:lpstr>
      <vt:lpstr> TRIAL verze ~ zkušební verze programů</vt:lpstr>
      <vt:lpstr>Freeware</vt:lpstr>
      <vt:lpstr>shareware</vt:lpstr>
      <vt:lpstr>Open source</vt:lpstr>
      <vt:lpstr>Open Source ~svobodný sw</vt:lpstr>
      <vt:lpstr>Open Source ~svobodný sw</vt:lpstr>
      <vt:lpstr>Open source - příklady</vt:lpstr>
      <vt:lpstr>Svobodný software~ free sW</vt:lpstr>
      <vt:lpstr>PUBLIC DOMAIN</vt:lpstr>
      <vt:lpstr>Betaverze</vt:lpstr>
      <vt:lpstr>Update/upgrade x Downgrade</vt:lpstr>
      <vt:lpstr>Creative commons</vt:lpstr>
      <vt:lpstr>Creative commons - licenční prvky</vt:lpstr>
      <vt:lpstr>Nalezení fotografie podle licence</vt:lpstr>
      <vt:lpstr>Rozšířené vyhledávání</vt:lpstr>
      <vt:lpstr>Audio – video - fotografie</vt:lpstr>
      <vt:lpstr>Vystavování fotek</vt:lpstr>
      <vt:lpstr>Vystavování fotek přátel, rodiny a třetích osob</vt:lpstr>
      <vt:lpstr>Vystavování fotek</vt:lpstr>
      <vt:lpstr>příklad</vt:lpstr>
      <vt:lpstr>Jak se bránit?</vt:lpstr>
      <vt:lpstr>zdroje</vt:lpstr>
      <vt:lpstr>Prezentace aplikace PowerPoint</vt:lpstr>
    </vt:vector>
  </TitlesOfParts>
  <Company>SSZ a VOS Chrudim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Autorský zákon</dc:title>
  <dc:creator>Petrok</dc:creator>
  <cp:lastModifiedBy>Votavová Gabriela</cp:lastModifiedBy>
  <cp:revision>54</cp:revision>
  <cp:lastPrinted>2021-09-20T10:16:37Z</cp:lastPrinted>
  <dcterms:created xsi:type="dcterms:W3CDTF">2012-11-07T08:31:07Z</dcterms:created>
  <dcterms:modified xsi:type="dcterms:W3CDTF">2023-09-19T09:31:53Z</dcterms:modified>
</cp:coreProperties>
</file>