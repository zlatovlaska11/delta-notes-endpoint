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2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6" r:id="rId7"/>
    <p:sldId id="263" r:id="rId8"/>
    <p:sldId id="262" r:id="rId9"/>
    <p:sldId id="264" r:id="rId10"/>
    <p:sldId id="287" r:id="rId11"/>
    <p:sldId id="279" r:id="rId12"/>
    <p:sldId id="28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DB1BAE-7106-4776-938B-AAFC2A633503}" v="39" dt="2021-09-20T16:48:12.3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872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otavová Gabriela" userId="f151b92f-625a-445a-9d4b-1ed80f6e2b7e" providerId="ADAL" clId="{F3DB1BAE-7106-4776-938B-AAFC2A633503}"/>
    <pc:docChg chg="undo custSel addSld delSld modSld">
      <pc:chgData name="Votavová Gabriela" userId="f151b92f-625a-445a-9d4b-1ed80f6e2b7e" providerId="ADAL" clId="{F3DB1BAE-7106-4776-938B-AAFC2A633503}" dt="2021-09-20T16:48:12.313" v="274"/>
      <pc:docMkLst>
        <pc:docMk/>
      </pc:docMkLst>
      <pc:sldChg chg="addSp delSp modSp mod delAnim">
        <pc:chgData name="Votavová Gabriela" userId="f151b92f-625a-445a-9d4b-1ed80f6e2b7e" providerId="ADAL" clId="{F3DB1BAE-7106-4776-938B-AAFC2A633503}" dt="2021-09-20T10:53:38.449" v="271" actId="1076"/>
        <pc:sldMkLst>
          <pc:docMk/>
          <pc:sldMk cId="2476190648" sldId="256"/>
        </pc:sldMkLst>
        <pc:spChg chg="del">
          <ac:chgData name="Votavová Gabriela" userId="f151b92f-625a-445a-9d4b-1ed80f6e2b7e" providerId="ADAL" clId="{F3DB1BAE-7106-4776-938B-AAFC2A633503}" dt="2021-09-20T10:29:27.504" v="99" actId="478"/>
          <ac:spMkLst>
            <pc:docMk/>
            <pc:sldMk cId="2476190648" sldId="256"/>
            <ac:spMk id="5" creationId="{00000000-0000-0000-0000-000000000000}"/>
          </ac:spMkLst>
        </pc:spChg>
        <pc:spChg chg="add mod">
          <ac:chgData name="Votavová Gabriela" userId="f151b92f-625a-445a-9d4b-1ed80f6e2b7e" providerId="ADAL" clId="{F3DB1BAE-7106-4776-938B-AAFC2A633503}" dt="2021-09-20T10:53:38.449" v="271" actId="1076"/>
          <ac:spMkLst>
            <pc:docMk/>
            <pc:sldMk cId="2476190648" sldId="256"/>
            <ac:spMk id="8" creationId="{FC6989BD-7813-4A30-8EB0-BA0CBBFBA49A}"/>
          </ac:spMkLst>
        </pc:spChg>
        <pc:picChg chg="add mod">
          <ac:chgData name="Votavová Gabriela" userId="f151b92f-625a-445a-9d4b-1ed80f6e2b7e" providerId="ADAL" clId="{F3DB1BAE-7106-4776-938B-AAFC2A633503}" dt="2021-09-20T10:29:46.709" v="103" actId="1076"/>
          <ac:picMkLst>
            <pc:docMk/>
            <pc:sldMk cId="2476190648" sldId="256"/>
            <ac:picMk id="9" creationId="{DCE68C9C-60D8-4AFA-8F28-839A317F4724}"/>
          </ac:picMkLst>
        </pc:picChg>
        <pc:picChg chg="del mod">
          <ac:chgData name="Votavová Gabriela" userId="f151b92f-625a-445a-9d4b-1ed80f6e2b7e" providerId="ADAL" clId="{F3DB1BAE-7106-4776-938B-AAFC2A633503}" dt="2021-09-20T10:29:25.709" v="98" actId="478"/>
          <ac:picMkLst>
            <pc:docMk/>
            <pc:sldMk cId="2476190648" sldId="256"/>
            <ac:picMk id="1030" creationId="{00000000-0000-0000-0000-000000000000}"/>
          </ac:picMkLst>
        </pc:picChg>
      </pc:sldChg>
      <pc:sldChg chg="modSp mod">
        <pc:chgData name="Votavová Gabriela" userId="f151b92f-625a-445a-9d4b-1ed80f6e2b7e" providerId="ADAL" clId="{F3DB1BAE-7106-4776-938B-AAFC2A633503}" dt="2021-09-20T10:31:36.774" v="143" actId="2710"/>
        <pc:sldMkLst>
          <pc:docMk/>
          <pc:sldMk cId="3554495241" sldId="257"/>
        </pc:sldMkLst>
        <pc:spChg chg="mod">
          <ac:chgData name="Votavová Gabriela" userId="f151b92f-625a-445a-9d4b-1ed80f6e2b7e" providerId="ADAL" clId="{F3DB1BAE-7106-4776-938B-AAFC2A633503}" dt="2021-09-20T10:31:36.774" v="143" actId="2710"/>
          <ac:spMkLst>
            <pc:docMk/>
            <pc:sldMk cId="3554495241" sldId="257"/>
            <ac:spMk id="2" creationId="{00000000-0000-0000-0000-000000000000}"/>
          </ac:spMkLst>
        </pc:spChg>
        <pc:spChg chg="mod">
          <ac:chgData name="Votavová Gabriela" userId="f151b92f-625a-445a-9d4b-1ed80f6e2b7e" providerId="ADAL" clId="{F3DB1BAE-7106-4776-938B-AAFC2A633503}" dt="2021-09-20T10:28:53.833" v="86"/>
          <ac:spMkLst>
            <pc:docMk/>
            <pc:sldMk cId="3554495241" sldId="257"/>
            <ac:spMk id="3" creationId="{00000000-0000-0000-0000-000000000000}"/>
          </ac:spMkLst>
        </pc:spChg>
        <pc:picChg chg="mod">
          <ac:chgData name="Votavová Gabriela" userId="f151b92f-625a-445a-9d4b-1ed80f6e2b7e" providerId="ADAL" clId="{F3DB1BAE-7106-4776-938B-AAFC2A633503}" dt="2021-09-20T10:30:47.493" v="126" actId="1076"/>
          <ac:picMkLst>
            <pc:docMk/>
            <pc:sldMk cId="3554495241" sldId="257"/>
            <ac:picMk id="2050" creationId="{00000000-0000-0000-0000-000000000000}"/>
          </ac:picMkLst>
        </pc:picChg>
      </pc:sldChg>
      <pc:sldChg chg="modSp mod">
        <pc:chgData name="Votavová Gabriela" userId="f151b92f-625a-445a-9d4b-1ed80f6e2b7e" providerId="ADAL" clId="{F3DB1BAE-7106-4776-938B-AAFC2A633503}" dt="2021-09-20T10:31:44.386" v="144" actId="403"/>
        <pc:sldMkLst>
          <pc:docMk/>
          <pc:sldMk cId="1132440297" sldId="258"/>
        </pc:sldMkLst>
        <pc:spChg chg="mod">
          <ac:chgData name="Votavová Gabriela" userId="f151b92f-625a-445a-9d4b-1ed80f6e2b7e" providerId="ADAL" clId="{F3DB1BAE-7106-4776-938B-AAFC2A633503}" dt="2021-09-20T10:31:44.386" v="144" actId="403"/>
          <ac:spMkLst>
            <pc:docMk/>
            <pc:sldMk cId="1132440297" sldId="258"/>
            <ac:spMk id="2" creationId="{00000000-0000-0000-0000-000000000000}"/>
          </ac:spMkLst>
        </pc:spChg>
        <pc:spChg chg="mod">
          <ac:chgData name="Votavová Gabriela" userId="f151b92f-625a-445a-9d4b-1ed80f6e2b7e" providerId="ADAL" clId="{F3DB1BAE-7106-4776-938B-AAFC2A633503}" dt="2021-09-20T10:30:06.656" v="121" actId="6549"/>
          <ac:spMkLst>
            <pc:docMk/>
            <pc:sldMk cId="1132440297" sldId="258"/>
            <ac:spMk id="3" creationId="{00000000-0000-0000-0000-000000000000}"/>
          </ac:spMkLst>
        </pc:spChg>
      </pc:sldChg>
      <pc:sldChg chg="modSp mod">
        <pc:chgData name="Votavová Gabriela" userId="f151b92f-625a-445a-9d4b-1ed80f6e2b7e" providerId="ADAL" clId="{F3DB1BAE-7106-4776-938B-AAFC2A633503}" dt="2021-09-20T10:32:17.345" v="151" actId="20577"/>
        <pc:sldMkLst>
          <pc:docMk/>
          <pc:sldMk cId="2271200369" sldId="259"/>
        </pc:sldMkLst>
        <pc:spChg chg="mod">
          <ac:chgData name="Votavová Gabriela" userId="f151b92f-625a-445a-9d4b-1ed80f6e2b7e" providerId="ADAL" clId="{F3DB1BAE-7106-4776-938B-AAFC2A633503}" dt="2021-09-20T10:28:53.833" v="86"/>
          <ac:spMkLst>
            <pc:docMk/>
            <pc:sldMk cId="2271200369" sldId="259"/>
            <ac:spMk id="2" creationId="{00000000-0000-0000-0000-000000000000}"/>
          </ac:spMkLst>
        </pc:spChg>
        <pc:spChg chg="mod">
          <ac:chgData name="Votavová Gabriela" userId="f151b92f-625a-445a-9d4b-1ed80f6e2b7e" providerId="ADAL" clId="{F3DB1BAE-7106-4776-938B-AAFC2A633503}" dt="2021-09-20T10:32:17.345" v="151" actId="20577"/>
          <ac:spMkLst>
            <pc:docMk/>
            <pc:sldMk cId="2271200369" sldId="259"/>
            <ac:spMk id="3" creationId="{00000000-0000-0000-0000-000000000000}"/>
          </ac:spMkLst>
        </pc:spChg>
        <pc:picChg chg="mod">
          <ac:chgData name="Votavová Gabriela" userId="f151b92f-625a-445a-9d4b-1ed80f6e2b7e" providerId="ADAL" clId="{F3DB1BAE-7106-4776-938B-AAFC2A633503}" dt="2021-09-20T10:20:48.777" v="6" actId="1076"/>
          <ac:picMkLst>
            <pc:docMk/>
            <pc:sldMk cId="2271200369" sldId="259"/>
            <ac:picMk id="3074" creationId="{00000000-0000-0000-0000-000000000000}"/>
          </ac:picMkLst>
        </pc:picChg>
      </pc:sldChg>
      <pc:sldChg chg="modSp mod modAnim">
        <pc:chgData name="Votavová Gabriela" userId="f151b92f-625a-445a-9d4b-1ed80f6e2b7e" providerId="ADAL" clId="{F3DB1BAE-7106-4776-938B-AAFC2A633503}" dt="2021-09-20T16:47:48.766" v="273"/>
        <pc:sldMkLst>
          <pc:docMk/>
          <pc:sldMk cId="3964080717" sldId="260"/>
        </pc:sldMkLst>
        <pc:spChg chg="mod">
          <ac:chgData name="Votavová Gabriela" userId="f151b92f-625a-445a-9d4b-1ed80f6e2b7e" providerId="ADAL" clId="{F3DB1BAE-7106-4776-938B-AAFC2A633503}" dt="2021-09-20T10:28:53.833" v="86"/>
          <ac:spMkLst>
            <pc:docMk/>
            <pc:sldMk cId="3964080717" sldId="260"/>
            <ac:spMk id="2" creationId="{00000000-0000-0000-0000-000000000000}"/>
          </ac:spMkLst>
        </pc:spChg>
        <pc:spChg chg="mod">
          <ac:chgData name="Votavová Gabriela" userId="f151b92f-625a-445a-9d4b-1ed80f6e2b7e" providerId="ADAL" clId="{F3DB1BAE-7106-4776-938B-AAFC2A633503}" dt="2021-09-20T10:32:45.326" v="156" actId="14100"/>
          <ac:spMkLst>
            <pc:docMk/>
            <pc:sldMk cId="3964080717" sldId="260"/>
            <ac:spMk id="3" creationId="{00000000-0000-0000-0000-000000000000}"/>
          </ac:spMkLst>
        </pc:spChg>
      </pc:sldChg>
      <pc:sldChg chg="del">
        <pc:chgData name="Votavová Gabriela" userId="f151b92f-625a-445a-9d4b-1ed80f6e2b7e" providerId="ADAL" clId="{F3DB1BAE-7106-4776-938B-AAFC2A633503}" dt="2021-09-20T10:26:08.527" v="61" actId="2696"/>
        <pc:sldMkLst>
          <pc:docMk/>
          <pc:sldMk cId="3980290942" sldId="261"/>
        </pc:sldMkLst>
      </pc:sldChg>
      <pc:sldChg chg="modSp mod">
        <pc:chgData name="Votavová Gabriela" userId="f151b92f-625a-445a-9d4b-1ed80f6e2b7e" providerId="ADAL" clId="{F3DB1BAE-7106-4776-938B-AAFC2A633503}" dt="2021-09-20T10:47:24.058" v="207" actId="2710"/>
        <pc:sldMkLst>
          <pc:docMk/>
          <pc:sldMk cId="705122306" sldId="262"/>
        </pc:sldMkLst>
        <pc:spChg chg="mod">
          <ac:chgData name="Votavová Gabriela" userId="f151b92f-625a-445a-9d4b-1ed80f6e2b7e" providerId="ADAL" clId="{F3DB1BAE-7106-4776-938B-AAFC2A633503}" dt="2021-09-20T10:28:53.833" v="86"/>
          <ac:spMkLst>
            <pc:docMk/>
            <pc:sldMk cId="705122306" sldId="262"/>
            <ac:spMk id="2" creationId="{00000000-0000-0000-0000-000000000000}"/>
          </ac:spMkLst>
        </pc:spChg>
        <pc:spChg chg="mod">
          <ac:chgData name="Votavová Gabriela" userId="f151b92f-625a-445a-9d4b-1ed80f6e2b7e" providerId="ADAL" clId="{F3DB1BAE-7106-4776-938B-AAFC2A633503}" dt="2021-09-20T10:47:24.058" v="207" actId="2710"/>
          <ac:spMkLst>
            <pc:docMk/>
            <pc:sldMk cId="705122306" sldId="262"/>
            <ac:spMk id="3" creationId="{00000000-0000-0000-0000-000000000000}"/>
          </ac:spMkLst>
        </pc:spChg>
      </pc:sldChg>
      <pc:sldChg chg="modSp mod">
        <pc:chgData name="Votavová Gabriela" userId="f151b92f-625a-445a-9d4b-1ed80f6e2b7e" providerId="ADAL" clId="{F3DB1BAE-7106-4776-938B-AAFC2A633503}" dt="2021-09-20T10:45:05.878" v="182" actId="403"/>
        <pc:sldMkLst>
          <pc:docMk/>
          <pc:sldMk cId="1828829241" sldId="263"/>
        </pc:sldMkLst>
        <pc:spChg chg="mod">
          <ac:chgData name="Votavová Gabriela" userId="f151b92f-625a-445a-9d4b-1ed80f6e2b7e" providerId="ADAL" clId="{F3DB1BAE-7106-4776-938B-AAFC2A633503}" dt="2021-09-20T10:28:53.833" v="86"/>
          <ac:spMkLst>
            <pc:docMk/>
            <pc:sldMk cId="1828829241" sldId="263"/>
            <ac:spMk id="2" creationId="{00000000-0000-0000-0000-000000000000}"/>
          </ac:spMkLst>
        </pc:spChg>
        <pc:spChg chg="mod">
          <ac:chgData name="Votavová Gabriela" userId="f151b92f-625a-445a-9d4b-1ed80f6e2b7e" providerId="ADAL" clId="{F3DB1BAE-7106-4776-938B-AAFC2A633503}" dt="2021-09-20T10:45:05.878" v="182" actId="403"/>
          <ac:spMkLst>
            <pc:docMk/>
            <pc:sldMk cId="1828829241" sldId="263"/>
            <ac:spMk id="3" creationId="{00000000-0000-0000-0000-000000000000}"/>
          </ac:spMkLst>
        </pc:spChg>
      </pc:sldChg>
      <pc:sldChg chg="modSp mod modAnim">
        <pc:chgData name="Votavová Gabriela" userId="f151b92f-625a-445a-9d4b-1ed80f6e2b7e" providerId="ADAL" clId="{F3DB1BAE-7106-4776-938B-AAFC2A633503}" dt="2021-09-20T16:48:12.313" v="274"/>
        <pc:sldMkLst>
          <pc:docMk/>
          <pc:sldMk cId="4005989920" sldId="264"/>
        </pc:sldMkLst>
        <pc:spChg chg="mod">
          <ac:chgData name="Votavová Gabriela" userId="f151b92f-625a-445a-9d4b-1ed80f6e2b7e" providerId="ADAL" clId="{F3DB1BAE-7106-4776-938B-AAFC2A633503}" dt="2021-09-20T10:47:50.131" v="218" actId="20577"/>
          <ac:spMkLst>
            <pc:docMk/>
            <pc:sldMk cId="4005989920" sldId="264"/>
            <ac:spMk id="2" creationId="{00000000-0000-0000-0000-000000000000}"/>
          </ac:spMkLst>
        </pc:spChg>
        <pc:spChg chg="mod">
          <ac:chgData name="Votavová Gabriela" userId="f151b92f-625a-445a-9d4b-1ed80f6e2b7e" providerId="ADAL" clId="{F3DB1BAE-7106-4776-938B-AAFC2A633503}" dt="2021-09-20T10:47:16.570" v="202" actId="2710"/>
          <ac:spMkLst>
            <pc:docMk/>
            <pc:sldMk cId="4005989920" sldId="264"/>
            <ac:spMk id="3" creationId="{00000000-0000-0000-0000-000000000000}"/>
          </ac:spMkLst>
        </pc:spChg>
      </pc:sldChg>
      <pc:sldChg chg="modSp mod">
        <pc:chgData name="Votavová Gabriela" userId="f151b92f-625a-445a-9d4b-1ed80f6e2b7e" providerId="ADAL" clId="{F3DB1BAE-7106-4776-938B-AAFC2A633503}" dt="2021-09-20T10:53:00.785" v="270" actId="1076"/>
        <pc:sldMkLst>
          <pc:docMk/>
          <pc:sldMk cId="4202759006" sldId="266"/>
        </pc:sldMkLst>
        <pc:spChg chg="mod">
          <ac:chgData name="Votavová Gabriela" userId="f151b92f-625a-445a-9d4b-1ed80f6e2b7e" providerId="ADAL" clId="{F3DB1BAE-7106-4776-938B-AAFC2A633503}" dt="2021-09-20T10:28:53.833" v="86"/>
          <ac:spMkLst>
            <pc:docMk/>
            <pc:sldMk cId="4202759006" sldId="266"/>
            <ac:spMk id="2" creationId="{00000000-0000-0000-0000-000000000000}"/>
          </ac:spMkLst>
        </pc:spChg>
        <pc:spChg chg="mod">
          <ac:chgData name="Votavová Gabriela" userId="f151b92f-625a-445a-9d4b-1ed80f6e2b7e" providerId="ADAL" clId="{F3DB1BAE-7106-4776-938B-AAFC2A633503}" dt="2021-09-20T10:53:00.785" v="270" actId="1076"/>
          <ac:spMkLst>
            <pc:docMk/>
            <pc:sldMk cId="4202759006" sldId="266"/>
            <ac:spMk id="3" creationId="{00000000-0000-0000-0000-000000000000}"/>
          </ac:spMkLst>
        </pc:spChg>
      </pc:sldChg>
      <pc:sldChg chg="delSp modSp mod">
        <pc:chgData name="Votavová Gabriela" userId="f151b92f-625a-445a-9d4b-1ed80f6e2b7e" providerId="ADAL" clId="{F3DB1BAE-7106-4776-938B-AAFC2A633503}" dt="2021-09-20T10:50:05.828" v="267" actId="403"/>
        <pc:sldMkLst>
          <pc:docMk/>
          <pc:sldMk cId="776151557" sldId="279"/>
        </pc:sldMkLst>
        <pc:spChg chg="mod">
          <ac:chgData name="Votavová Gabriela" userId="f151b92f-625a-445a-9d4b-1ed80f6e2b7e" providerId="ADAL" clId="{F3DB1BAE-7106-4776-938B-AAFC2A633503}" dt="2021-09-20T10:49:02.786" v="251" actId="20577"/>
          <ac:spMkLst>
            <pc:docMk/>
            <pc:sldMk cId="776151557" sldId="279"/>
            <ac:spMk id="2" creationId="{00000000-0000-0000-0000-000000000000}"/>
          </ac:spMkLst>
        </pc:spChg>
        <pc:spChg chg="mod">
          <ac:chgData name="Votavová Gabriela" userId="f151b92f-625a-445a-9d4b-1ed80f6e2b7e" providerId="ADAL" clId="{F3DB1BAE-7106-4776-938B-AAFC2A633503}" dt="2021-09-20T10:50:05.828" v="267" actId="403"/>
          <ac:spMkLst>
            <pc:docMk/>
            <pc:sldMk cId="776151557" sldId="279"/>
            <ac:spMk id="3" creationId="{00000000-0000-0000-0000-000000000000}"/>
          </ac:spMkLst>
        </pc:spChg>
        <pc:spChg chg="del mod">
          <ac:chgData name="Votavová Gabriela" userId="f151b92f-625a-445a-9d4b-1ed80f6e2b7e" providerId="ADAL" clId="{F3DB1BAE-7106-4776-938B-AAFC2A633503}" dt="2021-09-20T10:23:48.797" v="54" actId="478"/>
          <ac:spMkLst>
            <pc:docMk/>
            <pc:sldMk cId="776151557" sldId="279"/>
            <ac:spMk id="4" creationId="{00000000-0000-0000-0000-000000000000}"/>
          </ac:spMkLst>
        </pc:spChg>
      </pc:sldChg>
      <pc:sldChg chg="del">
        <pc:chgData name="Votavová Gabriela" userId="f151b92f-625a-445a-9d4b-1ed80f6e2b7e" providerId="ADAL" clId="{F3DB1BAE-7106-4776-938B-AAFC2A633503}" dt="2021-09-20T10:26:02.348" v="60" actId="2696"/>
        <pc:sldMkLst>
          <pc:docMk/>
          <pc:sldMk cId="929393060" sldId="280"/>
        </pc:sldMkLst>
      </pc:sldChg>
      <pc:sldChg chg="modSp mod">
        <pc:chgData name="Votavová Gabriela" userId="f151b92f-625a-445a-9d4b-1ed80f6e2b7e" providerId="ADAL" clId="{F3DB1BAE-7106-4776-938B-AAFC2A633503}" dt="2021-09-20T10:50:14.704" v="269" actId="20577"/>
        <pc:sldMkLst>
          <pc:docMk/>
          <pc:sldMk cId="478693030" sldId="286"/>
        </pc:sldMkLst>
        <pc:spChg chg="mod">
          <ac:chgData name="Votavová Gabriela" userId="f151b92f-625a-445a-9d4b-1ed80f6e2b7e" providerId="ADAL" clId="{F3DB1BAE-7106-4776-938B-AAFC2A633503}" dt="2021-09-20T10:50:14.704" v="269" actId="20577"/>
          <ac:spMkLst>
            <pc:docMk/>
            <pc:sldMk cId="478693030" sldId="286"/>
            <ac:spMk id="2" creationId="{00000000-0000-0000-0000-000000000000}"/>
          </ac:spMkLst>
        </pc:spChg>
        <pc:spChg chg="mod">
          <ac:chgData name="Votavová Gabriela" userId="f151b92f-625a-445a-9d4b-1ed80f6e2b7e" providerId="ADAL" clId="{F3DB1BAE-7106-4776-938B-AAFC2A633503}" dt="2021-09-20T10:28:53.833" v="86"/>
          <ac:spMkLst>
            <pc:docMk/>
            <pc:sldMk cId="478693030" sldId="286"/>
            <ac:spMk id="3" creationId="{00000000-0000-0000-0000-000000000000}"/>
          </ac:spMkLst>
        </pc:spChg>
      </pc:sldChg>
      <pc:sldChg chg="addSp modSp mod">
        <pc:chgData name="Votavová Gabriela" userId="f151b92f-625a-445a-9d4b-1ed80f6e2b7e" providerId="ADAL" clId="{F3DB1BAE-7106-4776-938B-AAFC2A633503}" dt="2021-09-20T10:48:58.649" v="249" actId="1076"/>
        <pc:sldMkLst>
          <pc:docMk/>
          <pc:sldMk cId="1466716006" sldId="287"/>
        </pc:sldMkLst>
        <pc:spChg chg="mod">
          <ac:chgData name="Votavová Gabriela" userId="f151b92f-625a-445a-9d4b-1ed80f6e2b7e" providerId="ADAL" clId="{F3DB1BAE-7106-4776-938B-AAFC2A633503}" dt="2021-09-20T10:47:30.018" v="209" actId="20577"/>
          <ac:spMkLst>
            <pc:docMk/>
            <pc:sldMk cId="1466716006" sldId="287"/>
            <ac:spMk id="2" creationId="{00000000-0000-0000-0000-000000000000}"/>
          </ac:spMkLst>
        </pc:spChg>
        <pc:spChg chg="mod">
          <ac:chgData name="Votavová Gabriela" userId="f151b92f-625a-445a-9d4b-1ed80f6e2b7e" providerId="ADAL" clId="{F3DB1BAE-7106-4776-938B-AAFC2A633503}" dt="2021-09-20T10:47:33.819" v="211" actId="20577"/>
          <ac:spMkLst>
            <pc:docMk/>
            <pc:sldMk cId="1466716006" sldId="287"/>
            <ac:spMk id="3" creationId="{00000000-0000-0000-0000-000000000000}"/>
          </ac:spMkLst>
        </pc:spChg>
        <pc:spChg chg="add mod">
          <ac:chgData name="Votavová Gabriela" userId="f151b92f-625a-445a-9d4b-1ed80f6e2b7e" providerId="ADAL" clId="{F3DB1BAE-7106-4776-938B-AAFC2A633503}" dt="2021-09-20T10:48:58.649" v="249" actId="1076"/>
          <ac:spMkLst>
            <pc:docMk/>
            <pc:sldMk cId="1466716006" sldId="287"/>
            <ac:spMk id="7" creationId="{59CC60EE-809E-4B18-AD04-586DF0CA7249}"/>
          </ac:spMkLst>
        </pc:spChg>
        <pc:picChg chg="mod">
          <ac:chgData name="Votavová Gabriela" userId="f151b92f-625a-445a-9d4b-1ed80f6e2b7e" providerId="ADAL" clId="{F3DB1BAE-7106-4776-938B-AAFC2A633503}" dt="2021-09-20T10:47:43.729" v="216" actId="1076"/>
          <ac:picMkLst>
            <pc:docMk/>
            <pc:sldMk cId="1466716006" sldId="287"/>
            <ac:picMk id="1026" creationId="{00000000-0000-0000-0000-000000000000}"/>
          </ac:picMkLst>
        </pc:picChg>
      </pc:sldChg>
      <pc:sldChg chg="modSp new del mod">
        <pc:chgData name="Votavová Gabriela" userId="f151b92f-625a-445a-9d4b-1ed80f6e2b7e" providerId="ADAL" clId="{F3DB1BAE-7106-4776-938B-AAFC2A633503}" dt="2021-09-20T10:29:37.986" v="100" actId="2696"/>
        <pc:sldMkLst>
          <pc:docMk/>
          <pc:sldMk cId="1976309756" sldId="288"/>
        </pc:sldMkLst>
        <pc:spChg chg="mod">
          <ac:chgData name="Votavová Gabriela" userId="f151b92f-625a-445a-9d4b-1ed80f6e2b7e" providerId="ADAL" clId="{F3DB1BAE-7106-4776-938B-AAFC2A633503}" dt="2021-09-20T10:28:53.833" v="86"/>
          <ac:spMkLst>
            <pc:docMk/>
            <pc:sldMk cId="1976309756" sldId="288"/>
            <ac:spMk id="2" creationId="{CCCBFA87-8978-43EC-A647-9B5B26D2E5A7}"/>
          </ac:spMkLst>
        </pc:spChg>
        <pc:spChg chg="mod">
          <ac:chgData name="Votavová Gabriela" userId="f151b92f-625a-445a-9d4b-1ed80f6e2b7e" providerId="ADAL" clId="{F3DB1BAE-7106-4776-938B-AAFC2A633503}" dt="2021-09-20T10:28:53.833" v="86"/>
          <ac:spMkLst>
            <pc:docMk/>
            <pc:sldMk cId="1976309756" sldId="288"/>
            <ac:spMk id="3" creationId="{8A8209FC-5D16-4852-B02A-071A9D8B88F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31DB3-4234-4632-BB5D-A2D6C2B2ACB2}" type="datetimeFigureOut">
              <a:rPr lang="cs-CZ"/>
              <a:t>20.09.2021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DBDC6C-AA7F-41C1-AC1E-5ACA177B83EA}" type="slidenum">
              <a:rPr lang="cs-CZ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55346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DBDC6C-AA7F-41C1-AC1E-5ACA177B83EA}" type="slidenum">
              <a:rPr lang="cs-CZ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26617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DBDC6C-AA7F-41C1-AC1E-5ACA177B83EA}" type="slidenum">
              <a:rPr lang="cs-CZ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546907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DBDC6C-AA7F-41C1-AC1E-5ACA177B83EA}" type="slidenum">
              <a:rPr lang="cs-CZ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595588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DBDC6C-AA7F-41C1-AC1E-5ACA177B83EA}" type="slidenum">
              <a:rPr lang="cs-CZ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972660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DBDC6C-AA7F-41C1-AC1E-5ACA177B83EA}" type="slidenum">
              <a:rPr lang="cs-CZ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948867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DBDC6C-AA7F-41C1-AC1E-5ACA177B83EA}" type="slidenum">
              <a:rPr lang="cs-CZ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50967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E6900-42C8-43E3-9FC5-6C5316AF0DE6}" type="datetime1">
              <a:rPr lang="cs-CZ" smtClean="0"/>
              <a:t>20.09.2021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‹#›</a:t>
            </a:fld>
            <a:endParaRPr lang="cs-CZ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0001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9EE82-747F-4D93-8B74-12E246314706}" type="datetime1">
              <a:rPr lang="cs-CZ" smtClean="0"/>
              <a:t>20.09.2021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8633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oddíl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C1905-2C70-413C-B984-5E25167265FF}" type="datetime1">
              <a:rPr lang="cs-CZ" smtClean="0"/>
              <a:t>20.09.2021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‹#›</a:t>
            </a:fld>
            <a:endParaRPr lang="cs-CZ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9965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E6840-F1B0-497C-9B94-480BE3898F38}" type="datetime1">
              <a:rPr lang="cs-CZ" smtClean="0"/>
              <a:t>20.09.2021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18856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CD1A9-7AC8-44C1-9F56-2B1D6B3A6E54}" type="datetime1">
              <a:rPr lang="cs-CZ" smtClean="0"/>
              <a:t>20.09.2021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26103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2A389-2C1B-4ABE-8E1B-E130297C4783}" type="datetime1">
              <a:rPr lang="cs-CZ" smtClean="0"/>
              <a:t>20.09.2021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47755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5102C-F2C4-4E76-BECF-355166CD8AFD}" type="datetime1">
              <a:rPr lang="cs-CZ" smtClean="0"/>
              <a:t>20.09.2021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79213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39B4A890-CCC3-43AA-9F92-F69F3B6221E9}" type="datetime1">
              <a:rPr lang="cs-CZ" smtClean="0"/>
              <a:t>20.09.2021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1888490-69AB-4AC2-AB1F-7BD171DFA3E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94636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E1CAB-9032-4AA6-B400-D543D4C58D52}" type="datetime1">
              <a:rPr lang="cs-CZ" smtClean="0"/>
              <a:t>20.09.2021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62500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3D171-62A1-4419-BD1E-9865751029A6}" type="datetime1">
              <a:rPr lang="cs-CZ" smtClean="0"/>
              <a:t>20.09.2021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78569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0CABB-F13C-463E-9775-BFAF55E9E916}" type="datetime1">
              <a:rPr lang="cs-CZ" smtClean="0"/>
              <a:t>20.09.2021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38698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B2E3735-DD39-4796-9E4A-582A8186B48D}" type="datetime1">
              <a:rPr lang="cs-CZ" smtClean="0"/>
              <a:t>20.09.2021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1888490-69AB-4AC2-AB1F-7BD171DFA3E4}" type="slidenum">
              <a:rPr lang="cs-CZ" smtClean="0"/>
              <a:t>‹#›</a:t>
            </a:fld>
            <a:endParaRPr lang="cs-CZ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8627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ovinky.cz/krimi/clanek/bauhaus-musi-sverakovi-zaplatit-200-tisic-za-slogan-upec-treba-zed-154582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inance.cz/529708-koncesionarske-poplatky-za-rozhlas-a-televizi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83568" y="260648"/>
            <a:ext cx="7772400" cy="1780108"/>
          </a:xfrm>
        </p:spPr>
        <p:txBody>
          <a:bodyPr/>
          <a:lstStyle/>
          <a:p>
            <a:pPr algn="ctr"/>
            <a:r>
              <a:rPr lang="cs-CZ" sz="6600" dirty="0"/>
              <a:t>Autorský zákon</a:t>
            </a:r>
          </a:p>
        </p:txBody>
      </p:sp>
      <p:sp>
        <p:nvSpPr>
          <p:cNvPr id="7" name="Zástupný symbol pro zápatí 3"/>
          <p:cNvSpPr txBox="1">
            <a:spLocks/>
          </p:cNvSpPr>
          <p:nvPr/>
        </p:nvSpPr>
        <p:spPr>
          <a:xfrm>
            <a:off x="3059832" y="6387484"/>
            <a:ext cx="5880050" cy="313677"/>
          </a:xfrm>
          <a:prstGeom prst="rect">
            <a:avLst/>
          </a:prstGeom>
        </p:spPr>
        <p:txBody>
          <a:bodyPr vert="horz" tIns="0" bIns="0" anchor="b"/>
          <a:lstStyle>
            <a:defPPr>
              <a:defRPr lang="cs-CZ"/>
            </a:defPPr>
            <a:lvl1pPr marL="0" algn="r" defTabSz="914400" rtl="0" eaLnBrk="1" latinLnBrk="0" hangingPunct="1">
              <a:defRPr kumimoji="0" lang="en-US" sz="1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1200" dirty="0"/>
              <a:t>Autor: Ing. Vladimír Vacek, Ing. Gabriela Votavová</a:t>
            </a:r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FC6989BD-7813-4A30-8EB0-BA0CBBFBA49A}"/>
              </a:ext>
            </a:extLst>
          </p:cNvPr>
          <p:cNvSpPr txBox="1"/>
          <p:nvPr/>
        </p:nvSpPr>
        <p:spPr>
          <a:xfrm>
            <a:off x="711154" y="2406338"/>
            <a:ext cx="792088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cs-CZ" sz="3600" b="0" i="0" dirty="0">
                <a:effectLst/>
                <a:latin typeface="Slabo 27px"/>
              </a:rPr>
              <a:t>Zákon č. 121/2000 Sb. </a:t>
            </a:r>
            <a:r>
              <a:rPr lang="cs-CZ" sz="2400" b="0" i="1" dirty="0">
                <a:effectLst/>
                <a:latin typeface="Arial" panose="020B0604020202020204" pitchFamily="34" charset="0"/>
              </a:rPr>
              <a:t>Zákon o právu autorském, o právech souvisejících s právem autorským a o změně některých zákonů (autorský zákon)</a:t>
            </a:r>
            <a:endParaRPr lang="cs-CZ" sz="3600" b="0" i="0" dirty="0">
              <a:effectLst/>
              <a:latin typeface="Slabo 27px"/>
            </a:endParaRPr>
          </a:p>
        </p:txBody>
      </p:sp>
      <p:pic>
        <p:nvPicPr>
          <p:cNvPr id="9" name="Picture 2" descr="http://www.mendozaopina.com/images/2012-6/justicia.jpg?keepThis=true&amp;TB_iframe=true">
            <a:extLst>
              <a:ext uri="{FF2B5EF4-FFF2-40B4-BE49-F238E27FC236}">
                <a16:creationId xmlns:a16="http://schemas.microsoft.com/office/drawing/2014/main" id="{DCE68C9C-60D8-4AFA-8F28-839A317F47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4484327"/>
            <a:ext cx="2088232" cy="1856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6190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://www.mendozaopina.com/images/2012-6/justicia.jpg?keepThis=true&amp;TB_iframe=tru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7174" y="2852936"/>
            <a:ext cx="3273708" cy="2911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Nadpis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Autorský zákon</a:t>
            </a:r>
          </a:p>
        </p:txBody>
      </p:sp>
      <p:sp>
        <p:nvSpPr>
          <p:cNvPr id="2" name="Zástupný symbol pro obsah 1"/>
          <p:cNvSpPr>
            <a:spLocks noGrp="1"/>
          </p:cNvSpPr>
          <p:nvPr>
            <p:ph idx="1"/>
          </p:nvPr>
        </p:nvSpPr>
        <p:spPr>
          <a:xfrm>
            <a:off x="872320" y="1955215"/>
            <a:ext cx="7300080" cy="4154722"/>
          </a:xfrm>
        </p:spPr>
        <p:txBody>
          <a:bodyPr/>
          <a:lstStyle/>
          <a:p>
            <a:pPr marL="358775" indent="-358775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cs-CZ" sz="2400" dirty="0"/>
              <a:t>upravuje tzv. autorská práva = práva autorů k jejich dílům</a:t>
            </a:r>
          </a:p>
          <a:p>
            <a:pPr marL="358775" indent="-358775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cs-CZ" sz="2400" dirty="0"/>
              <a:t>práva se nelze vzdát</a:t>
            </a:r>
          </a:p>
          <a:p>
            <a:pPr marL="358775" indent="-358775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cs-CZ" sz="2400" dirty="0"/>
              <a:t>není nutná žádná registrace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cs-CZ" dirty="0"/>
          </a:p>
          <a:p>
            <a:pPr>
              <a:buFont typeface="Courier New" panose="02070309020205020404" pitchFamily="49" charset="0"/>
              <a:buChar char="o"/>
            </a:pPr>
            <a:endParaRPr lang="cs-CZ" dirty="0"/>
          </a:p>
        </p:txBody>
      </p:sp>
      <p:sp>
        <p:nvSpPr>
          <p:cNvPr id="5" name="TextovéPole 4"/>
          <p:cNvSpPr txBox="1"/>
          <p:nvPr/>
        </p:nvSpPr>
        <p:spPr>
          <a:xfrm>
            <a:off x="2353651" y="6455736"/>
            <a:ext cx="68259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000" dirty="0"/>
              <a:t>Zdroj: http://www.mendozaopina.com/images/2012-6/justicia.jpg?keepThis=true&amp;TB_iframe=true (10. 11. 2012) 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3C5D911-184A-4B57-8562-C496E6BD6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54495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Autorské dílo</a:t>
            </a:r>
          </a:p>
        </p:txBody>
      </p:sp>
      <p:sp>
        <p:nvSpPr>
          <p:cNvPr id="2" name="Zástupný symbol pro obsah 1"/>
          <p:cNvSpPr>
            <a:spLocks noGrp="1"/>
          </p:cNvSpPr>
          <p:nvPr>
            <p:ph idx="1"/>
          </p:nvPr>
        </p:nvSpPr>
        <p:spPr>
          <a:xfrm>
            <a:off x="867833" y="1844824"/>
            <a:ext cx="7408333" cy="4824536"/>
          </a:xfrm>
        </p:spPr>
        <p:txBody>
          <a:bodyPr>
            <a:normAutofit/>
          </a:bodyPr>
          <a:lstStyle/>
          <a:p>
            <a:pPr marL="271463" indent="-271463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cs-CZ" sz="2400" dirty="0"/>
              <a:t>slovesné (např. román)</a:t>
            </a:r>
          </a:p>
          <a:p>
            <a:pPr marL="271463" indent="-271463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cs-CZ" sz="2400" dirty="0"/>
              <a:t>grafické (např. kresba)</a:t>
            </a:r>
          </a:p>
          <a:p>
            <a:pPr marL="271463" indent="-271463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cs-CZ" sz="2400" dirty="0"/>
              <a:t>hudební (např. znělka)</a:t>
            </a:r>
          </a:p>
          <a:p>
            <a:pPr marL="271463" indent="-271463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cs-CZ" sz="2400" dirty="0"/>
              <a:t>choreografické (např. baletní choreografie)</a:t>
            </a:r>
          </a:p>
          <a:p>
            <a:pPr marL="271463" indent="-271463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cs-CZ" sz="2400" dirty="0"/>
              <a:t>fotografické</a:t>
            </a:r>
          </a:p>
          <a:p>
            <a:pPr marL="271463" indent="-271463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cs-CZ" sz="2400" dirty="0"/>
              <a:t>audiovizuální (např. film)</a:t>
            </a:r>
          </a:p>
          <a:p>
            <a:pPr marL="271463" indent="-271463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cs-CZ" sz="2400" dirty="0"/>
              <a:t>architektonické (stavba)</a:t>
            </a:r>
          </a:p>
          <a:p>
            <a:pPr marL="271463" indent="-271463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cs-CZ" sz="2400" dirty="0"/>
              <a:t>počítačový program</a:t>
            </a:r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C545013E-1C81-4FAB-9DC3-0E4D594C8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32440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Autorský zákon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58775" indent="-358775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cs-CZ" sz="2400" b="1" dirty="0"/>
              <a:t>Autorský zákon stanoví, že nikdo nesmí užívat autorská díla bez souhlasu držitele autorských práv, není-li zákonem stanovena výjimka. </a:t>
            </a:r>
          </a:p>
          <a:p>
            <a:pPr marL="358775" indent="-358775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cs-CZ" sz="2400" dirty="0"/>
              <a:t>Pojem</a:t>
            </a:r>
            <a:r>
              <a:rPr lang="cs-CZ" sz="2400" b="1" dirty="0"/>
              <a:t> „užívání“ </a:t>
            </a:r>
            <a:r>
              <a:rPr lang="cs-CZ" sz="2400" dirty="0"/>
              <a:t>přitom znamená:</a:t>
            </a:r>
          </a:p>
        </p:txBody>
      </p:sp>
      <p:pic>
        <p:nvPicPr>
          <p:cNvPr id="3074" name="Picture 2" descr="C:\Users\vacek\AppData\Local\Microsoft\Windows\Temporary Internet Files\Content.IE5\MDNWIF4K\MC900089364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9611" y="4506894"/>
            <a:ext cx="2448272" cy="203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6EE2748D-2CBF-47B9-821F-47049DEC1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71200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Pojem užívání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22412" y="1916832"/>
            <a:ext cx="7998060" cy="5059944"/>
          </a:xfrm>
        </p:spPr>
        <p:txBody>
          <a:bodyPr>
            <a:normAutofit/>
          </a:bodyPr>
          <a:lstStyle/>
          <a:p>
            <a:pPr marL="358775" indent="-358775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cs-CZ" sz="2400" b="1" dirty="0"/>
              <a:t>rozmnožování</a:t>
            </a:r>
            <a:r>
              <a:rPr lang="cs-CZ" sz="2400" dirty="0"/>
              <a:t> - zhotovování dočasných nebo trvalých, přímých nebo nepřímých rozmnoženin díla nebo jeho části</a:t>
            </a:r>
          </a:p>
          <a:p>
            <a:pPr marL="358775" indent="-358775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cs-CZ" sz="2400" b="1" dirty="0"/>
              <a:t>pronájem</a:t>
            </a:r>
            <a:r>
              <a:rPr lang="cs-CZ" sz="2400" dirty="0"/>
              <a:t> - zpřístupňování díla za účelem hospodářského nebo obchodního prospěchu poskytnutím originálu nebo rozmnoženiny díla</a:t>
            </a:r>
          </a:p>
          <a:p>
            <a:pPr marL="358775" indent="-358775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cs-CZ" sz="2400" b="1" dirty="0"/>
              <a:t>půjčování</a:t>
            </a:r>
            <a:r>
              <a:rPr lang="cs-CZ" sz="2400" dirty="0"/>
              <a:t> - zpřístupňování nikoli za účelem zisku</a:t>
            </a:r>
          </a:p>
          <a:p>
            <a:pPr marL="358775" indent="-358775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cs-CZ" sz="2400" b="1" dirty="0"/>
              <a:t>vystavování</a:t>
            </a:r>
            <a:r>
              <a:rPr lang="cs-CZ" sz="2400" dirty="0"/>
              <a:t> - umožnit dílo zhlédnout nebo jinak vnímat</a:t>
            </a:r>
          </a:p>
          <a:p>
            <a:pPr marL="358775" indent="-358775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cs-CZ" sz="2400" b="1" dirty="0"/>
              <a:t>sdělování díla veřejnosti</a:t>
            </a:r>
            <a:r>
              <a:rPr lang="cs-CZ" sz="2400" dirty="0"/>
              <a:t> - zpřístupňování díla </a:t>
            </a:r>
            <a:br>
              <a:rPr lang="cs-CZ" sz="2400" dirty="0"/>
            </a:br>
            <a:r>
              <a:rPr lang="cs-CZ" sz="2400" dirty="0"/>
              <a:t>v nehmotné podobě, živě nebo ze záznamu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A5B3D9F1-AC53-4E36-8ADC-EC946D5D7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64080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Autorský zákon - výjimky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22960" y="2132856"/>
            <a:ext cx="7586404" cy="417555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cs-CZ" sz="3200" dirty="0"/>
              <a:t>V rámci výuky je možné sdílet obsah:</a:t>
            </a:r>
          </a:p>
          <a:p>
            <a:pPr marL="0" indent="0">
              <a:buNone/>
            </a:pPr>
            <a:endParaRPr lang="cs-CZ" sz="3200" dirty="0"/>
          </a:p>
          <a:p>
            <a:pPr marL="382588" indent="-382588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cs-CZ" sz="2600" dirty="0"/>
              <a:t>školství</a:t>
            </a:r>
          </a:p>
          <a:p>
            <a:pPr marL="382588" indent="-382588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cs-CZ" sz="2600" dirty="0"/>
              <a:t>zdravotnická zařízení</a:t>
            </a:r>
          </a:p>
          <a:p>
            <a:pPr marL="382588" indent="-382588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cs-CZ" sz="2600" dirty="0"/>
              <a:t>sociální ústavy</a:t>
            </a:r>
          </a:p>
          <a:p>
            <a:pPr marL="382588" indent="-382588">
              <a:buFont typeface="Courier New" panose="02070309020205020404" pitchFamily="49" charset="0"/>
              <a:buChar char="o"/>
            </a:pPr>
            <a:r>
              <a:rPr lang="cs-CZ" sz="2600" dirty="0"/>
              <a:t>úřední licence - </a:t>
            </a:r>
            <a:r>
              <a:rPr lang="cs-CZ" sz="2200" dirty="0"/>
              <a:t>např. pro potřeby soudu</a:t>
            </a:r>
          </a:p>
          <a:p>
            <a:pPr marL="382588" indent="-382588">
              <a:buFont typeface="Courier New" panose="02070309020205020404" pitchFamily="49" charset="0"/>
              <a:buChar char="o"/>
            </a:pPr>
            <a:r>
              <a:rPr lang="cs-CZ" sz="2600" dirty="0"/>
              <a:t>zpravodajská licence - </a:t>
            </a:r>
            <a:r>
              <a:rPr lang="cs-CZ" sz="2200" dirty="0"/>
              <a:t>např. pro účely zpravodajství, publicistiky</a:t>
            </a:r>
          </a:p>
          <a:p>
            <a:endParaRPr lang="cs-CZ" dirty="0"/>
          </a:p>
          <a:p>
            <a:endParaRPr lang="cs-CZ" dirty="0"/>
          </a:p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3EAF3F1C-DC9B-444D-90CD-D9EFB75D4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02759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Dělení práv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400" b="1" dirty="0"/>
              <a:t>Osobnostní</a:t>
            </a:r>
          </a:p>
          <a:p>
            <a:pPr lvl="1"/>
            <a:r>
              <a:rPr lang="cs-CZ" sz="2000" dirty="0"/>
              <a:t>rozhoduje o zveřejnění</a:t>
            </a:r>
          </a:p>
          <a:p>
            <a:pPr lvl="1"/>
            <a:r>
              <a:rPr lang="cs-CZ" sz="2000" dirty="0"/>
              <a:t>nedotknutelnost díla</a:t>
            </a:r>
          </a:p>
          <a:p>
            <a:pPr lvl="1"/>
            <a:r>
              <a:rPr lang="cs-CZ" sz="2000" dirty="0"/>
              <a:t>právo udělit souhlas k úpravě díla</a:t>
            </a:r>
          </a:p>
          <a:p>
            <a:pPr lvl="1"/>
            <a:endParaRPr lang="cs-CZ" sz="2000" dirty="0"/>
          </a:p>
          <a:p>
            <a:r>
              <a:rPr lang="cs-CZ" sz="2400" b="1" dirty="0"/>
              <a:t>Majetková</a:t>
            </a:r>
          </a:p>
          <a:p>
            <a:pPr lvl="1"/>
            <a:r>
              <a:rPr lang="cs-CZ" sz="2000" dirty="0"/>
              <a:t>užívat dílo</a:t>
            </a:r>
          </a:p>
          <a:p>
            <a:pPr lvl="1"/>
            <a:r>
              <a:rPr lang="cs-CZ" sz="2000" dirty="0"/>
              <a:t>udělovat souhlas s užíváním</a:t>
            </a:r>
          </a:p>
          <a:p>
            <a:pPr lvl="1"/>
            <a:endParaRPr lang="cs-CZ" sz="2000" dirty="0"/>
          </a:p>
          <a:p>
            <a:endParaRPr lang="cs-CZ" sz="2400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16D8BF6A-2E3B-4BE6-9D9D-F81132BEE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28829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Zánik autorských práv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58775" indent="-358775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cs-CZ" sz="2400" dirty="0"/>
              <a:t>vypršením práv se dílo stává dílem volným</a:t>
            </a:r>
          </a:p>
          <a:p>
            <a:pPr marL="358775" indent="-358775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cs-CZ" sz="2400" dirty="0"/>
              <a:t>70 let po smrti autora (nebo autorů)</a:t>
            </a:r>
          </a:p>
          <a:p>
            <a:pPr marL="358775" indent="-358775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cs-CZ" sz="2400" dirty="0"/>
              <a:t>u filmu 70 po smrti režiséra, autora scénáře, autora dialogů a skladatele hudby</a:t>
            </a:r>
          </a:p>
          <a:p>
            <a:pPr marL="358775" indent="-358775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cs-CZ" sz="2400" dirty="0"/>
              <a:t>majetková práva u výkonného umělce 50 let po zveřejnění záznamu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D14C0D54-DF86-4D29-B41D-DE93B4F93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05122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Tresty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8775" indent="-358775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cs-CZ" sz="2400" dirty="0"/>
              <a:t>peněžitá pokuta</a:t>
            </a:r>
          </a:p>
          <a:p>
            <a:pPr marL="358775" indent="-358775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cs-CZ" sz="2400" dirty="0"/>
              <a:t>propadnutí věci</a:t>
            </a:r>
          </a:p>
          <a:p>
            <a:pPr marL="358775" indent="-358775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cs-CZ" sz="2400" dirty="0"/>
              <a:t>zákaz činnosti</a:t>
            </a:r>
          </a:p>
          <a:p>
            <a:pPr marL="358775" indent="-358775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cs-CZ" sz="2400" dirty="0"/>
              <a:t>odnětí svobody až na 2 roky nepodmíněně - </a:t>
            </a:r>
            <a:r>
              <a:rPr lang="cs-CZ" dirty="0"/>
              <a:t>při velkém rozsahu nebo škodě velkého rozsahu 3 až 8 let odnětí svobody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313CE61-05D2-4288-85A2-CAD8FE1E3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05989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Příklad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Za tento slogan vysoudil v roce 2010 Zdeněk Svěrák 200 000 Kč na společnosti Bauhaus</a:t>
            </a:r>
          </a:p>
        </p:txBody>
      </p:sp>
      <p:pic>
        <p:nvPicPr>
          <p:cNvPr id="1026" name="Picture 2" descr="https://encrypted-tbn3.gstatic.com/images?q=tbn:ANd9GcTBvTUizL8HMO23bmZjMi57IJsoAlymNts9V0eIDgV37-vdBFyht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639504"/>
            <a:ext cx="5832648" cy="333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76ACEE55-4B43-4391-B887-EAB9F5C99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10</a:t>
            </a:fld>
            <a:endParaRPr lang="cs-CZ"/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59CC60EE-809E-4B18-AD04-586DF0CA7249}"/>
              </a:ext>
            </a:extLst>
          </p:cNvPr>
          <p:cNvSpPr txBox="1"/>
          <p:nvPr/>
        </p:nvSpPr>
        <p:spPr>
          <a:xfrm>
            <a:off x="584583" y="6334780"/>
            <a:ext cx="73327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400" dirty="0"/>
              <a:t>Zdroj: </a:t>
            </a:r>
            <a:r>
              <a:rPr lang="cs-CZ" sz="1400" dirty="0">
                <a:hlinkClick r:id="rId3"/>
              </a:rPr>
              <a:t>https://www.novinky.cz/krimi/clanek/bauhaus-musi-sverakovi-zaplatit-200-tisic-za-slogan-upec-treba-zed-154582</a:t>
            </a:r>
            <a:r>
              <a:rPr lang="cs-CZ" sz="1400" dirty="0"/>
              <a:t>, 10.6.2020</a:t>
            </a:r>
          </a:p>
        </p:txBody>
      </p:sp>
    </p:spTree>
    <p:extLst>
      <p:ext uri="{BB962C8B-B14F-4D97-AF65-F5344CB8AC3E}">
        <p14:creationId xmlns:p14="http://schemas.microsoft.com/office/powerpoint/2010/main" val="1466716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Koncesionářské poplatky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39552" y="1802857"/>
            <a:ext cx="7632848" cy="4846320"/>
          </a:xfrm>
        </p:spPr>
        <p:txBody>
          <a:bodyPr>
            <a:normAutofit/>
          </a:bodyPr>
          <a:lstStyle/>
          <a:p>
            <a:pPr marL="358775" indent="-358775">
              <a:buFont typeface="Courier New" panose="02070309020205020404" pitchFamily="49" charset="0"/>
              <a:buChar char="o"/>
            </a:pPr>
            <a:r>
              <a:rPr lang="cs-CZ" sz="2400" dirty="0"/>
              <a:t>Paušální platby za používání rozhlasových a televizních přijímačů</a:t>
            </a:r>
          </a:p>
          <a:p>
            <a:pPr marL="358775" indent="-358775">
              <a:buFont typeface="Courier New" panose="02070309020205020404" pitchFamily="49" charset="0"/>
              <a:buChar char="o"/>
            </a:pPr>
            <a:endParaRPr lang="cs-CZ" b="1" dirty="0"/>
          </a:p>
          <a:p>
            <a:pPr marL="0" indent="0">
              <a:buNone/>
            </a:pPr>
            <a:r>
              <a:rPr lang="cs-CZ" b="1" dirty="0"/>
              <a:t>Příklady:</a:t>
            </a:r>
          </a:p>
          <a:p>
            <a:pPr marL="271463" indent="-271463">
              <a:buFont typeface="Arial" panose="020B0604020202020204" pitchFamily="34" charset="0"/>
              <a:buChar char="•"/>
            </a:pPr>
            <a:r>
              <a:rPr lang="cs-CZ" b="1" dirty="0"/>
              <a:t>domácnosti </a:t>
            </a:r>
          </a:p>
          <a:p>
            <a:pPr lvl="1"/>
            <a:r>
              <a:rPr lang="cs-CZ" dirty="0"/>
              <a:t>45 Kč rozhlas</a:t>
            </a:r>
          </a:p>
          <a:p>
            <a:pPr lvl="1"/>
            <a:r>
              <a:rPr lang="cs-CZ" dirty="0"/>
              <a:t>135 Kč televize</a:t>
            </a:r>
          </a:p>
          <a:p>
            <a:pPr marL="271463" indent="-271463">
              <a:buFont typeface="Arial" panose="020B0604020202020204" pitchFamily="34" charset="0"/>
              <a:buChar char="•"/>
            </a:pPr>
            <a:r>
              <a:rPr lang="cs-CZ" b="1" dirty="0"/>
              <a:t>restaurace</a:t>
            </a:r>
            <a:r>
              <a:rPr lang="cs-CZ" dirty="0"/>
              <a:t> (závisí na velikosti obce)</a:t>
            </a:r>
          </a:p>
          <a:p>
            <a:pPr lvl="1"/>
            <a:r>
              <a:rPr lang="cs-CZ" dirty="0"/>
              <a:t>389 Kč televize za každý přijímač</a:t>
            </a:r>
          </a:p>
          <a:p>
            <a:pPr lvl="1"/>
            <a:endParaRPr lang="cs-CZ" dirty="0"/>
          </a:p>
          <a:p>
            <a:pPr marL="0" lvl="1" indent="0">
              <a:buNone/>
            </a:pPr>
            <a:r>
              <a:rPr lang="cs-CZ" sz="1400" dirty="0"/>
              <a:t>Zdroj: </a:t>
            </a:r>
            <a:r>
              <a:rPr lang="cs-CZ" sz="1400" dirty="0">
                <a:hlinkClick r:id="rId2"/>
              </a:rPr>
              <a:t>https://www.finance.cz/529708-koncesionarske-poplatky-za-rozhlas-a-televizi/</a:t>
            </a:r>
            <a:r>
              <a:rPr lang="cs-CZ" sz="1400" dirty="0"/>
              <a:t>, 20.9.2021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46258641-9825-490E-A5A8-BA5E53B80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76151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Zdroje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1400" b="1" cap="all" dirty="0">
                <a:latin typeface="Tahoma" panose="020B0604030504040204" pitchFamily="34" charset="0"/>
              </a:rPr>
              <a:t>SÝKOROVÁ, J. AUTORSKÉ PRÁVO, BEZPEČNOST NA INTERNETU, NETIKETA. </a:t>
            </a:r>
            <a:r>
              <a:rPr lang="cs-CZ" sz="2000" dirty="0"/>
              <a:t>In: [online]. 2012 [cit. 2012-11-13]. Dostupné z: http://moodle2.nidv.cz/mod/resource/view.php?id=444</a:t>
            </a:r>
          </a:p>
          <a:p>
            <a:r>
              <a:rPr lang="cs-CZ" sz="1400" b="1" u="none" strike="noStrike" cap="all" dirty="0">
                <a:latin typeface="Tahoma" panose="020B0604030504040204" pitchFamily="34" charset="0"/>
              </a:rPr>
              <a:t>Jak na internet, </a:t>
            </a:r>
            <a:r>
              <a:rPr lang="cs-CZ" sz="2000" dirty="0"/>
              <a:t>In: [online], 2012-14 [cit.2021-09-20], Dostupné z: https://www.jaknainternet.cz/search/?query=autorsk%C3%A1+pr%C3%A1va</a:t>
            </a:r>
          </a:p>
          <a:p>
            <a:r>
              <a:rPr lang="cs-CZ" sz="1400" b="1" cap="all" dirty="0">
                <a:latin typeface="Tahoma" panose="020B0604030504040204" pitchFamily="34" charset="0"/>
              </a:rPr>
              <a:t>AUTORSKÝ ZÁKON</a:t>
            </a:r>
            <a:r>
              <a:rPr lang="cs-CZ" sz="2000" dirty="0"/>
              <a:t>, In: [online], 2000 [cit.2021-09-20], Dostupné z: http://www.zakonyprolidi.cz/cs/2000-121 (11. 10. 2012)</a:t>
            </a:r>
          </a:p>
          <a:p>
            <a:pPr>
              <a:lnSpc>
                <a:spcPct val="150000"/>
              </a:lnSpc>
            </a:pPr>
            <a:endParaRPr lang="cs-CZ" sz="2000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8A74AFAB-61CD-4F02-9BEA-B6C735999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88490-69AB-4AC2-AB1F-7BD171DFA3E4}" type="slidenum">
              <a:rPr lang="cs-CZ" smtClean="0"/>
              <a:t>12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7869303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ktiva">
  <a:themeElements>
    <a:clrScheme name="Retrospektiva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k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k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1236</TotalTime>
  <Words>572</Words>
  <Application>Microsoft Office PowerPoint</Application>
  <PresentationFormat>Předvádění na obrazovce (4:3)</PresentationFormat>
  <Paragraphs>89</Paragraphs>
  <Slides>12</Slides>
  <Notes>6</Notes>
  <HiddenSlides>0</HiddenSlides>
  <MMClips>0</MMClips>
  <ScaleCrop>false</ScaleCrop>
  <HeadingPairs>
    <vt:vector size="6" baseType="variant">
      <vt:variant>
        <vt:lpstr>Použitá písma</vt:lpstr>
      </vt:variant>
      <vt:variant>
        <vt:i4>6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Courier New</vt:lpstr>
      <vt:lpstr>Slabo 27px</vt:lpstr>
      <vt:lpstr>Tahoma</vt:lpstr>
      <vt:lpstr>Retrospektiva</vt:lpstr>
      <vt:lpstr>Autorský zákon</vt:lpstr>
      <vt:lpstr>Autorský zákon</vt:lpstr>
      <vt:lpstr>Autorské dílo</vt:lpstr>
      <vt:lpstr>Autorský zákon</vt:lpstr>
      <vt:lpstr>Pojem užívání</vt:lpstr>
      <vt:lpstr>Autorský zákon - výjimky</vt:lpstr>
      <vt:lpstr>Dělení práv</vt:lpstr>
      <vt:lpstr>Zánik autorských práv</vt:lpstr>
      <vt:lpstr>Tresty</vt:lpstr>
      <vt:lpstr>Příklad</vt:lpstr>
      <vt:lpstr>Koncesionářské poplatky</vt:lpstr>
      <vt:lpstr>Zdroje</vt:lpstr>
    </vt:vector>
  </TitlesOfParts>
  <Company>SSZ a VOS Chrudim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Autorský zákon</dc:title>
  <dc:creator>Petrok</dc:creator>
  <cp:lastModifiedBy>Votavová Gabriela</cp:lastModifiedBy>
  <cp:revision>49</cp:revision>
  <dcterms:created xsi:type="dcterms:W3CDTF">2012-11-07T08:31:07Z</dcterms:created>
  <dcterms:modified xsi:type="dcterms:W3CDTF">2021-09-20T16:48:18Z</dcterms:modified>
</cp:coreProperties>
</file>