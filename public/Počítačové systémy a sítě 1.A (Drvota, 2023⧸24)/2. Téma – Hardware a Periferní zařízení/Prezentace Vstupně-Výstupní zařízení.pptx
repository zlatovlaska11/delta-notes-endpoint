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80" r:id="rId4"/>
    <p:sldId id="281" r:id="rId5"/>
    <p:sldId id="282" r:id="rId6"/>
    <p:sldId id="283" r:id="rId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56" d="100"/>
          <a:sy n="56" d="100"/>
        </p:scale>
        <p:origin x="53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26.10.2021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26.10.2021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26.10.2021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26.10.2021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26.10.2021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26.10.2021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26.10.2021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26.10.2021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26.10.2021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26.10.2021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26.10.2021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26.10.2021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79025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>
                <a:latin typeface="Times New Roman" panose="02020603050405020304" pitchFamily="18" charset="0"/>
                <a:cs typeface="Times New Roman" panose="02020603050405020304" pitchFamily="18" charset="0"/>
              </a:rPr>
              <a:t>Vstupně-výstupní periferní zařízení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mazon.com: Satechi Aluminum USB Type-C External HDD Hard Drive Disk  Enclosure Case - Up to 10 Gbps - Compatible with Most 2.5-inch HDD and SSD  (Space Gray): Computers &amp; Accessories">
            <a:extLst>
              <a:ext uri="{FF2B5EF4-FFF2-40B4-BE49-F238E27FC236}">
                <a16:creationId xmlns:a16="http://schemas.microsoft.com/office/drawing/2014/main" id="{DC057FB9-27D5-4C77-8B12-31CB8ECD0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784" y="1847387"/>
            <a:ext cx="5889015" cy="461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16GB USB Flash disk &quot;PinStripe&quot;, USB 3.0, VERBATIM, černý - MÉDIA PRO  UKLÁDÁNÍ DAT - Promex">
            <a:extLst>
              <a:ext uri="{FF2B5EF4-FFF2-40B4-BE49-F238E27FC236}">
                <a16:creationId xmlns:a16="http://schemas.microsoft.com/office/drawing/2014/main" id="{7B30EE9B-9C75-4B1E-A308-3E41B6E71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4552" y="3429000"/>
            <a:ext cx="3217985" cy="321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ultifunkční tiskárna OKI MC873dn / multifunkční tiskárna / A3 35 |  Mironet.cz">
            <a:extLst>
              <a:ext uri="{FF2B5EF4-FFF2-40B4-BE49-F238E27FC236}">
                <a16:creationId xmlns:a16="http://schemas.microsoft.com/office/drawing/2014/main" id="{6C9F0577-32E9-44EE-B518-766FD792D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2126" y="1413206"/>
            <a:ext cx="2318206" cy="301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Externí media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flashdisk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Přenos informací (16 kB – 1 TB)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Bootování OS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Externí disk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Většinou SSD (dříve HDD)</a:t>
            </a: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494A5B0-00A6-4841-A211-1DAC61C7D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410" y="243342"/>
            <a:ext cx="4223588" cy="4050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xternal Hard Drive Not Showing Up in Windows or OS X?">
            <a:extLst>
              <a:ext uri="{FF2B5EF4-FFF2-40B4-BE49-F238E27FC236}">
                <a16:creationId xmlns:a16="http://schemas.microsoft.com/office/drawing/2014/main" id="{895AB084-8F0B-4EE3-A1EA-792F525B1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817" y="4067359"/>
            <a:ext cx="4675043" cy="279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2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Přenos dat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rychlost přenosu dat se měří: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b/s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(bity za sekundu = počet 1/0 za sekundu) – měření rychlosti internetu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B/s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(bajty za sekundu) – ukazují programy na stahování nebo při kopírování dat z disku na disk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například u připojením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Mb/s (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download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znamená že: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stáhnu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MB/s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(16 Mb/s děleno 8)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MB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soubor budu stahovat 10 s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GB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soubor budu stahovat 1 000 s = cca 16,6 minut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MB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také 160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 MB * 8)</a:t>
            </a:r>
          </a:p>
        </p:txBody>
      </p:sp>
    </p:spTree>
    <p:extLst>
      <p:ext uri="{BB962C8B-B14F-4D97-AF65-F5344CB8AC3E}">
        <p14:creationId xmlns:p14="http://schemas.microsoft.com/office/powerpoint/2010/main" val="358199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Přenos dat – příklady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dlouho budu stahovat 1 DVD pokud je rychlost mého připojení 8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/s?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dlouho jej budu stahovat při rychlosti 50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/s?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Pokud stahuji rychlosti 678 kB/s jaká je rychlost mého připojení v bitech (rychlost udávaná poskytovatelem)?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Kolik DVD mohu uložit na externí pevný disk s kapacitou 2 TB a jak dlouho mi to bude trvat pokud rychlost USB připojení je 30 MB/s?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356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Přenos dat – výsledky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dlouho budu stahovat 1 DVD pokud je rychlost mého připojení 8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/s?</a:t>
            </a:r>
          </a:p>
          <a:p>
            <a:r>
              <a:rPr lang="cs-CZ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DVD = 4 700 MB, 8 Mb/s děleno 8 = 1 </a:t>
            </a:r>
            <a:r>
              <a:rPr lang="cs-CZ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MB/s</a:t>
            </a:r>
            <a:endParaRPr lang="cs-CZ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4 700 MB děleno 1 </a:t>
            </a:r>
            <a:r>
              <a:rPr lang="cs-CZ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MB/s</a:t>
            </a:r>
            <a:r>
              <a:rPr lang="cs-CZ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4 700 s</a:t>
            </a: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Jak dlouho jej budu stahovat při rychlosti 50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/s?</a:t>
            </a:r>
          </a:p>
          <a:p>
            <a:r>
              <a:rPr lang="cs-CZ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50 Mb/s děleno 8 =  6,25 </a:t>
            </a:r>
            <a:r>
              <a:rPr lang="cs-CZ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MB/s</a:t>
            </a:r>
            <a:endParaRPr lang="cs-CZ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4 700 MB děleno 6,25 </a:t>
            </a:r>
            <a:r>
              <a:rPr lang="cs-CZ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MB/s</a:t>
            </a:r>
            <a:r>
              <a:rPr lang="cs-CZ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752 s = 12,53 minut</a:t>
            </a: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Pokud stahuji rychlosti 678 kB/s jaká je rychlost mého připojení v bitech (rychlost udávaná poskytovatelem)?</a:t>
            </a:r>
          </a:p>
          <a:p>
            <a:r>
              <a:rPr lang="cs-CZ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678 kB/s * 8 = 5 424 </a:t>
            </a:r>
            <a:r>
              <a:rPr lang="cs-CZ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kb</a:t>
            </a:r>
            <a:r>
              <a:rPr lang="cs-CZ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/s = 5,4 Mb/s</a:t>
            </a: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Kolik DVD mohu uložit na externí pevný disk s kapacitou 2 TB a jak dlouho mi to bude trvat pokud rychlost USB připojení je 30 MB/s?</a:t>
            </a:r>
          </a:p>
          <a:p>
            <a:r>
              <a:rPr lang="cs-CZ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2 000 GB / 4,7 GB = 425,5 DVD</a:t>
            </a:r>
          </a:p>
          <a:p>
            <a:r>
              <a:rPr lang="cs-CZ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2 000 GB / 0,030 GB/s = 66 666,6 s = 1 111,1 minut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360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Multimediální zařízení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Propojení tiskárny a skeneru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Kopírování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Fax</a:t>
            </a:r>
          </a:p>
          <a:p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6" descr="Multifunkční tiskárna OKI MC873dn / multifunkční tiskárna / A3 35 |  Mironet.cz">
            <a:extLst>
              <a:ext uri="{FF2B5EF4-FFF2-40B4-BE49-F238E27FC236}">
                <a16:creationId xmlns:a16="http://schemas.microsoft.com/office/drawing/2014/main" id="{CEBDC502-99DE-4A5A-A27C-C30752610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981" y="1690688"/>
            <a:ext cx="3783022" cy="4916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260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393</Words>
  <Application>Microsoft Office PowerPoint</Application>
  <PresentationFormat>Širokoúhlá obrazovka</PresentationFormat>
  <Paragraphs>40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Motiv Office</vt:lpstr>
      <vt:lpstr>Vstupně-výstupní periferní zařízení</vt:lpstr>
      <vt:lpstr>Externí media</vt:lpstr>
      <vt:lpstr>Přenos dat</vt:lpstr>
      <vt:lpstr>Přenos dat – příklady</vt:lpstr>
      <vt:lpstr>Přenos dat – výsledky</vt:lpstr>
      <vt:lpstr>Multimediální zařízení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96</cp:revision>
  <dcterms:created xsi:type="dcterms:W3CDTF">2020-09-17T19:44:13Z</dcterms:created>
  <dcterms:modified xsi:type="dcterms:W3CDTF">2021-10-26T09:07:23Z</dcterms:modified>
</cp:coreProperties>
</file>