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1" r:id="rId4"/>
    <p:sldId id="270" r:id="rId5"/>
    <p:sldId id="272" r:id="rId6"/>
    <p:sldId id="273" r:id="rId7"/>
    <p:sldId id="274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01.10.2022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01.10.2022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01.10.2022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01.10.2022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01.10.2022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01.10.2022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01.10.2022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01.10.2022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01.10.2022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01.10.2022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01.10.2022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01.10.2022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B4I2CgkcCo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200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Architektura počítače</a:t>
            </a:r>
          </a:p>
        </p:txBody>
      </p:sp>
      <p:pic>
        <p:nvPicPr>
          <p:cNvPr id="3" name="Picture 2" descr="Computer architecture - Wikipedia">
            <a:extLst>
              <a:ext uri="{FF2B5EF4-FFF2-40B4-BE49-F238E27FC236}">
                <a16:creationId xmlns:a16="http://schemas.microsoft.com/office/drawing/2014/main" id="{4F34425E-C7B9-4D19-BB3D-5423D9B91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767" y="1272321"/>
            <a:ext cx="8420466" cy="5269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758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Von Neumannova architektura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2E5E35F-CB87-4ED6-B5D2-733346EFC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086" y="1623283"/>
            <a:ext cx="8415827" cy="4869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238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Von Neumannova architektura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1945 –  John von Neumann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Vstup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(vstupní zařízení) – Datový tok do počítače z média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Řadič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(řídící jednotka) – řídí jednotlivé funkce (fronta příkazů)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Aritmeticko-logická jednotka (ALU)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matematické operace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Paměť (Operační paměť)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dočasná úschova dat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Výstup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(výstupní zařízení) – data zpracované počítačem jsou skrz ně předána uživateli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1F998F65-260A-415E-91C3-F6BBB6B5E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491" y="1690688"/>
            <a:ext cx="1664769" cy="2160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950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Harvardská architektura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5B3305E-41EB-4879-9E86-A5DC19494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509" y="1544779"/>
            <a:ext cx="8022981" cy="5102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543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Harvardská architektura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1944 –  Howard Hathaway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Aiken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Rozdělení paměti na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operační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datovou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rychlost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2D2FD22-ED9D-4E6E-AA1D-7DDD0087E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5379" y="365125"/>
            <a:ext cx="2238742" cy="2084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arvard Mark I | computer technology | Britannica">
            <a:extLst>
              <a:ext uri="{FF2B5EF4-FFF2-40B4-BE49-F238E27FC236}">
                <a16:creationId xmlns:a16="http://schemas.microsoft.com/office/drawing/2014/main" id="{037A976E-D416-401E-81F6-51428D8D5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918" y="3093232"/>
            <a:ext cx="4856163" cy="308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89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Dnešní architektura?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72025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Procesor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několik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jader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Operační paměť (RAM)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Pevný disk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datová paměť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Vstupní, Výstupní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Vstupně výstupní periferie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Rozšiřující karty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Grafická karta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Zvuková karta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Síťová karta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8" name="Picture 4" descr="Computer Fundamentals - TECH EXE">
            <a:extLst>
              <a:ext uri="{FF2B5EF4-FFF2-40B4-BE49-F238E27FC236}">
                <a16:creationId xmlns:a16="http://schemas.microsoft.com/office/drawing/2014/main" id="{16DD96ED-2CEC-4104-8E62-EE2ABE9DB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864" y="132925"/>
            <a:ext cx="3746710" cy="659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442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nline médium 7" title="Computer Basics: Inside a Computer">
            <a:hlinkClick r:id="" action="ppaction://media"/>
            <a:extLst>
              <a:ext uri="{FF2B5EF4-FFF2-40B4-BE49-F238E27FC236}">
                <a16:creationId xmlns:a16="http://schemas.microsoft.com/office/drawing/2014/main" id="{2C08AF45-B434-6C89-E654-735A4A3ECFE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73" y="0"/>
            <a:ext cx="121380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07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119</Words>
  <Application>Microsoft Office PowerPoint</Application>
  <PresentationFormat>Širokoúhlá obrazovka</PresentationFormat>
  <Paragraphs>21</Paragraphs>
  <Slides>7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Motiv Office</vt:lpstr>
      <vt:lpstr>Architektura počítače</vt:lpstr>
      <vt:lpstr>Von Neumannova architektura</vt:lpstr>
      <vt:lpstr>Von Neumannova architektura</vt:lpstr>
      <vt:lpstr>Harvardská architektura</vt:lpstr>
      <vt:lpstr>Harvardská architektura</vt:lpstr>
      <vt:lpstr>Dnešní architektura?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28</cp:revision>
  <dcterms:created xsi:type="dcterms:W3CDTF">2020-09-17T19:44:13Z</dcterms:created>
  <dcterms:modified xsi:type="dcterms:W3CDTF">2022-10-01T21:20:57Z</dcterms:modified>
</cp:coreProperties>
</file>