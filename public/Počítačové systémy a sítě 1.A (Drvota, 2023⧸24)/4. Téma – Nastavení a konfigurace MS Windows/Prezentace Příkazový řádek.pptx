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79" r:id="rId4"/>
    <p:sldId id="280" r:id="rId5"/>
    <p:sldId id="281" r:id="rId6"/>
    <p:sldId id="282" r:id="rId7"/>
    <p:sldId id="283" r:id="rId8"/>
    <p:sldId id="285" r:id="rId9"/>
    <p:sldId id="286" r:id="rId10"/>
    <p:sldId id="287" r:id="rId11"/>
    <p:sldId id="288" r:id="rId12"/>
    <p:sldId id="289" r:id="rId13"/>
    <p:sldId id="293" r:id="rId14"/>
    <p:sldId id="294" r:id="rId15"/>
    <p:sldId id="295" r:id="rId16"/>
    <p:sldId id="290" r:id="rId17"/>
    <p:sldId id="291" r:id="rId18"/>
    <p:sldId id="292" r:id="rId19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4660"/>
  </p:normalViewPr>
  <p:slideViewPr>
    <p:cSldViewPr snapToGrid="0">
      <p:cViewPr varScale="1">
        <p:scale>
          <a:sx n="85" d="100"/>
          <a:sy n="85" d="100"/>
        </p:scale>
        <p:origin x="74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27F7F-90EA-4722-A3F9-CD65861BA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5EE4224-AD42-4754-A050-6D27D7717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ADAA84-EDF8-4E6B-AA8C-64289057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04.04.2022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74B3E4-85D0-4A34-85CB-31DF6D9C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7AC71F-7FD3-4736-9C8A-5FE5F043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205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581153-7983-4459-81AB-747EA3A9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2F58CF-4412-4CD4-BF23-526FC8ED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0AAC38-9DC2-45B6-821F-5C453E2F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04.04.2022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7EFF5-BBBA-4FB8-93A9-9F9FEE44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C63BF7-3E4E-4BED-A706-208C1A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44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7FB8AC-47A2-4757-B97F-9999F230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CFD394-D2D6-4832-BF76-D19CA159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67A780-BF45-4476-A340-5A4FB228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04.04.2022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FB3ABE8-E7CF-44A4-A960-D4FF386F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EFD807-F5EF-4FEF-A830-38004DDD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617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CDCDD7-8D81-4B08-AAC4-972DF07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33701-1B4D-4FFC-BC2B-419F789C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43DE34A-9AA5-4D2A-9FD8-2CAE0CFEF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DE0502-A607-490B-BEEE-EF032135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04.04.2022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229F4C-B3D7-4554-BB8A-2B853FD9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4A00E21-C728-4D9A-9815-000B5D2B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07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135C69-DEA3-49FB-90AC-B7A4E94F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40C7855-1267-4631-9CEB-19D6D1543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12AC6C2-A1D0-40C6-823C-78E60E35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CB692AC-435E-4457-BD90-7BA435428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15999A6-4DB6-43E4-869B-F7187AA7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3527ECD-4E4C-430C-A225-24539E09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04.04.2022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E3CC256-0346-43DA-9573-264F212E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BA96289-783C-40CA-AC25-BBB5708B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50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B11EE5-EC95-4771-AA64-4B20082B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30DAD8B-7A95-4DEB-BFD9-EEB1972A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04.04.2022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F0FE4C-BC54-41A8-8D73-1930B019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48F1477-1AAA-4E4D-B565-A2F7ACAD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216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AD27760-ED20-4A5A-8C43-98EACEED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04.04.2022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FA47AA8-0435-4376-B2B7-40CECC89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288966E-94CC-45C3-A3AB-1DC4EE0A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1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B3938-AA77-4F7E-A443-8564004A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85C744-E5A4-4384-8E88-911F5137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2528255-6CF3-4882-B7A5-6167B4385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694E554-3734-45C1-95EC-B8AD4B91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04.04.2022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CB268B-E9BD-4E82-B788-6D6E8835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A5A2B3C-D23F-47C0-BD37-2FF73F9B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590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5CA5D-2F63-4257-92FB-705680BB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8ED1FEB-D0D5-4F42-8BE5-473907945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98A32D5-E1B9-4423-A5F9-841E2FE6C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823CCBE-D365-450F-A238-8B824DDF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04.04.2022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3D34DC9-81AD-4224-ADD7-D018FC8C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E4C6E5-AF6D-4BAF-AFC0-D026F540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123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B867FA-095B-4F79-B6B1-81CB1DA0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71A9CA7-427D-4A5F-B8F0-10CF8B099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D34EFE-2368-46C9-9A7F-F10D14FD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04.04.2022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627018-9AB1-4C28-8375-914BBB68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812887-3582-4858-8923-2154B8D5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509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A938D2F-19A3-4A6D-AF5C-E4A3D3F5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DDCBFCE-7AFF-48B6-A55B-973D5619B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FB45A6A-2E0B-4591-916B-6E01BE07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04.04.2022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26A863-B07F-4A43-A3C0-26BB3014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3C1835-C15D-4821-A456-7A38B158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337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B180023-B606-4C55-9E6D-507B89E0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EF6264-772B-477D-A40E-80D181FA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BF65A9A-56ED-4774-BCD0-D931FC4FE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39F47-9FA3-40F2-9287-DDA8E5FC85B0}" type="datetimeFigureOut">
              <a:rPr lang="cs-CZ" smtClean="0"/>
              <a:t>04.04.2022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D11B6B-4EC9-46CB-9F45-66FAC88D5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D1CF89-E863-491F-B505-D6D33D962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18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3992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Příkazový řádek</a:t>
            </a:r>
          </a:p>
        </p:txBody>
      </p:sp>
      <p:pic>
        <p:nvPicPr>
          <p:cNvPr id="3" name="Picture 2" descr="Windows Command-Line: Backgrounder | Windows Command Line">
            <a:extLst>
              <a:ext uri="{FF2B5EF4-FFF2-40B4-BE49-F238E27FC236}">
                <a16:creationId xmlns:a16="http://schemas.microsoft.com/office/drawing/2014/main" id="{383E8375-C916-48B8-8FEB-07EE7958D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5097" y="1948038"/>
            <a:ext cx="5061805" cy="4482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49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Základní informace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CLI =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Command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Line Interface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TUI = Text User Interface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GUI =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Graphic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User Interface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První OS 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UNIX – DOS, Apple DOS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Pro fungování nutnost znát příkazy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cmd.exe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6 Clever Ways to Use the Windows Command Prompt | WIRED">
            <a:extLst>
              <a:ext uri="{FF2B5EF4-FFF2-40B4-BE49-F238E27FC236}">
                <a16:creationId xmlns:a16="http://schemas.microsoft.com/office/drawing/2014/main" id="{21EA5E3C-A95E-4BFF-A780-C3CCC95F6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7285" y="3932239"/>
            <a:ext cx="4586514" cy="2579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971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3992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Práce v příkazovém řádku</a:t>
            </a:r>
          </a:p>
        </p:txBody>
      </p:sp>
      <p:pic>
        <p:nvPicPr>
          <p:cNvPr id="3074" name="Picture 2" descr="10 Terminal commands that you might not know! - Ask Buddie">
            <a:extLst>
              <a:ext uri="{FF2B5EF4-FFF2-40B4-BE49-F238E27FC236}">
                <a16:creationId xmlns:a16="http://schemas.microsoft.com/office/drawing/2014/main" id="{C551F393-B254-48B4-AE83-A82F5D00D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664" y="2007639"/>
            <a:ext cx="7222671" cy="4166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7484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Klávesové zkratky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 – napovídá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Šipka nahoru – procházení historie příkazů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Šipka dolů – nejčastější používané příkazy</a:t>
            </a:r>
          </a:p>
          <a:p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Home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vrací kurzor na začátek příkazu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– vrací kurzor na konec příkazu</a:t>
            </a:r>
          </a:p>
        </p:txBody>
      </p:sp>
    </p:spTree>
    <p:extLst>
      <p:ext uri="{BB962C8B-B14F-4D97-AF65-F5344CB8AC3E}">
        <p14:creationId xmlns:p14="http://schemas.microsoft.com/office/powerpoint/2010/main" val="2512569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Obecná pravidla a příkazy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Pokud chceme zadat víceslovný název souboru, či složky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Uvozovky –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"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Pokud za jakkoliv příkaz přidáš „ /?“ vyjede ti popis daného příkladu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Příkaz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mění barvu pozadí a písma (0–F)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Příkaz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cls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vyčistí obrazovku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Příkaz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echo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vypíše cokoliv, co se za něj zapíše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Příkaz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help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vypíše příkazy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Příkaz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vypne cmd.exe</a:t>
            </a:r>
          </a:p>
        </p:txBody>
      </p:sp>
    </p:spTree>
    <p:extLst>
      <p:ext uri="{BB962C8B-B14F-4D97-AF65-F5344CB8AC3E}">
        <p14:creationId xmlns:p14="http://schemas.microsoft.com/office/powerpoint/2010/main" val="550065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Pohyb v adresářích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Základní pohyb lze vykonat skrz příkaz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directory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 „název složky“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přesun do dané složky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cd ..  dvě tečky nás naopak posunou o složku zpět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cd „absolutní adresa“  přesune nás do složky absolutní adresy.</a:t>
            </a:r>
          </a:p>
          <a:p>
            <a:pPr lvl="1"/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Pokud chceme do jiného logické oddílů stačí zadat jeho název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D: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E:</a:t>
            </a:r>
          </a:p>
        </p:txBody>
      </p:sp>
    </p:spTree>
    <p:extLst>
      <p:ext uri="{BB962C8B-B14F-4D97-AF65-F5344CB8AC3E}">
        <p14:creationId xmlns:p14="http://schemas.microsoft.com/office/powerpoint/2010/main" val="574280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Prohlížení adresářů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Pro prohlížení adresáře se používá příkaz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dir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Ukáže také velikost v bitech, či &lt;DIR&gt; pokud se jedná o složku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Pokud se za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dir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zadá adresa, tak se zobrazí detaily na dané adrese, ale celkově se do ní nepřesunete.</a:t>
            </a:r>
          </a:p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dir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/a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ukáže i skryté soubory</a:t>
            </a:r>
          </a:p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dir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*.typ souboru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(např.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dir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*.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png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 vypíše jen soubory daného typu</a:t>
            </a:r>
          </a:p>
          <a:p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wmic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logicaldisk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get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name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– ukáže logické svazky daného PC</a:t>
            </a:r>
          </a:p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tree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– ukáže strom adres a jeho větvení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5076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Editace adresáře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mkdir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„název“ – vytvoří adresář s daným jménem</a:t>
            </a:r>
          </a:p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rmdir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„název“ – smaže daný adresář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Nestane když obsahuje soubory 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rmdir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/s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„název“ = smaže i s obsahem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rename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„název složky“ „nový název“ – přejmenuje adresář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89837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Práce se souborem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Při zadání jména souboru  soubor se otevře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Pokud není v daném adresáři je třeba zadat celou adresu</a:t>
            </a:r>
          </a:p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del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„název souboru“ – smaže daný soubor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71245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Atributy souboru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Příkaz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attrib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vypíše atributy souborů v daném adresáři</a:t>
            </a:r>
          </a:p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attrib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+“atribut“ „název souboru“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– přidá danému souboru atribut</a:t>
            </a:r>
          </a:p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attrib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-“atribut“ „název souboru“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– odebere danému souboru atribut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 –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hidden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(skrytý soubor)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 –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read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only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(soubor se nastaví, že lze jen číst)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924505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Práce s textovým souborem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echo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„text“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&gt;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„název soboru“.txt – vytvoří textový soubor s textem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type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„název souboru“ – vypíše obsah daného textového dokumentu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echo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„text“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&gt;&gt;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„název soboru“.txt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Na nový řádek přidá text do existujícího souboru</a:t>
            </a:r>
          </a:p>
          <a:p>
            <a:pPr marL="457200" lvl="1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„příkaz“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&gt;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„název soboru“.txt – output příkazu vypíše do textového souboru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Sort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– řadí text v souboru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při přidání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/r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řadí obráceně</a:t>
            </a:r>
          </a:p>
        </p:txBody>
      </p:sp>
    </p:spTree>
    <p:extLst>
      <p:ext uri="{BB962C8B-B14F-4D97-AF65-F5344CB8AC3E}">
        <p14:creationId xmlns:p14="http://schemas.microsoft.com/office/powerpoint/2010/main" val="1691804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Kopírování a přesun souborů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copy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„název souboru“ „adresa“ – kopírování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Jako cíl lze napsat „d:“ a tím se nakopíruje do jiného svazku</a:t>
            </a:r>
          </a:p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xcopy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„název složky“ „adresa“ – kopíruje složku i s obsahem</a:t>
            </a: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xcopy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„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název složky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“ „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adresa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“ /s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– kopíruje obsah i s podsložkami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move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„název souboru“ „adresa“ – vyjmutí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116200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Vypnutí systému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Pomocí příkazu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Shutdown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– vypneme lokální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pc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Lze přidat parametry a tím lehce pozměnit příkaz samotný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/i – dialogové okno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/l – odhlásí uživatele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/r – restartuje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pc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/h – hibernuje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pc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/t – časovač (nutno použít další parametr pro čas)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/a – zruší časovač</a:t>
            </a:r>
          </a:p>
        </p:txBody>
      </p:sp>
    </p:spTree>
    <p:extLst>
      <p:ext uri="{BB962C8B-B14F-4D97-AF65-F5344CB8AC3E}">
        <p14:creationId xmlns:p14="http://schemas.microsoft.com/office/powerpoint/2010/main" val="3160998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Správce úloh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Lze spustit správce úloh pomocí příkazu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tasklist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Lze ukončit proces pomocí příkazu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taskkill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„název procesu“</a:t>
            </a:r>
          </a:p>
        </p:txBody>
      </p:sp>
    </p:spTree>
    <p:extLst>
      <p:ext uri="{BB962C8B-B14F-4D97-AF65-F5344CB8AC3E}">
        <p14:creationId xmlns:p14="http://schemas.microsoft.com/office/powerpoint/2010/main" val="435614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Datum a čas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Příkaz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date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/t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– vypíše datum, včetně dne</a:t>
            </a:r>
          </a:p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date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– vypíše a nechá uživatele přepsat (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fomrát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 MM-DD-YY)</a:t>
            </a:r>
          </a:p>
          <a:p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Příkaz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time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/t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– vypíše aktuální čas</a:t>
            </a:r>
          </a:p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tíme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– vypíše a nechá uživatele přepsat 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5705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3992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powershell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Windows PowerShell: Tipy pro zajímavé skripty a cmdlety (Aktualizace:  2.9.2018) | Michal Zobec: Blog // ZOBEC Consulting">
            <a:extLst>
              <a:ext uri="{FF2B5EF4-FFF2-40B4-BE49-F238E27FC236}">
                <a16:creationId xmlns:a16="http://schemas.microsoft.com/office/drawing/2014/main" id="{7195CB03-7E2C-4A29-9D4D-031EB2CA5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554" y="1891235"/>
            <a:ext cx="4618892" cy="4618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6062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Základní informace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Výkonnější nástupce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cmd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Přístup k registrům a procesům systému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Skripty na bázi .NET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Jmenná konvence –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Verb-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Noun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Get-Date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Set-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Get-Command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Lze načítat skripty „.ps1“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Předtím třeba zapnout PS v modu správce 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b="1" dirty="0"/>
              <a:t>Set-</a:t>
            </a:r>
            <a:r>
              <a:rPr lang="cs-CZ" b="1" dirty="0" err="1"/>
              <a:t>ExecutionPolicy</a:t>
            </a:r>
            <a:r>
              <a:rPr lang="cs-CZ" b="1" dirty="0"/>
              <a:t> </a:t>
            </a:r>
            <a:r>
              <a:rPr lang="cs-CZ" b="1" dirty="0" err="1"/>
              <a:t>remotesigned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A1145193-ED8E-4EEA-A42C-C013B7722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853" y="5136662"/>
            <a:ext cx="5679947" cy="153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316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Základní informace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Get-help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nápověda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Lze nastavit vlastní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alias</a:t>
            </a:r>
          </a:p>
          <a:p>
            <a:r>
              <a:rPr lang="cs-CZ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Základy OOP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– objekty a metody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Roury (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pipeline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–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|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dir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*.* | Sort –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Property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Length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136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2333</TotalTime>
  <Words>750</Words>
  <Application>Microsoft Office PowerPoint</Application>
  <PresentationFormat>Širokoúhlá obrazovka</PresentationFormat>
  <Paragraphs>110</Paragraphs>
  <Slides>18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Motiv Office</vt:lpstr>
      <vt:lpstr>Příkazový řádek</vt:lpstr>
      <vt:lpstr>Základní informace</vt:lpstr>
      <vt:lpstr>Práce v příkazovém řádku</vt:lpstr>
      <vt:lpstr>Klávesové zkratky</vt:lpstr>
      <vt:lpstr>Obecná pravidla a příkazy</vt:lpstr>
      <vt:lpstr>Pohyb v adresářích</vt:lpstr>
      <vt:lpstr>Prohlížení adresářů</vt:lpstr>
      <vt:lpstr>Editace adresáře</vt:lpstr>
      <vt:lpstr>Práce se souborem</vt:lpstr>
      <vt:lpstr>Atributy souboru</vt:lpstr>
      <vt:lpstr>Práce s textovým souborem</vt:lpstr>
      <vt:lpstr>Kopírování a přesun souborů</vt:lpstr>
      <vt:lpstr>Vypnutí systému</vt:lpstr>
      <vt:lpstr>Správce úloh</vt:lpstr>
      <vt:lpstr>Datum a čas</vt:lpstr>
      <vt:lpstr>Windows powershell</vt:lpstr>
      <vt:lpstr>Základní informace</vt:lpstr>
      <vt:lpstr>Základní informace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Operační systémy</dc:title>
  <dc:creator>Mottl Jan</dc:creator>
  <cp:lastModifiedBy>Mottl Jan</cp:lastModifiedBy>
  <cp:revision>188</cp:revision>
  <dcterms:created xsi:type="dcterms:W3CDTF">2020-09-17T19:44:13Z</dcterms:created>
  <dcterms:modified xsi:type="dcterms:W3CDTF">2022-04-04T16:36:26Z</dcterms:modified>
</cp:coreProperties>
</file>