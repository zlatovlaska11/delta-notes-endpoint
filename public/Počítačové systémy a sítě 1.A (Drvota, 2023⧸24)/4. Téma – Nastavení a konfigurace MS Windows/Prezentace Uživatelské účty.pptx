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9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22.11.2020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Uživatelské účty</a:t>
            </a:r>
          </a:p>
        </p:txBody>
      </p:sp>
      <p:pic>
        <p:nvPicPr>
          <p:cNvPr id="1026" name="Picture 2" descr="Types of User account in Computer Network Explained">
            <a:extLst>
              <a:ext uri="{FF2B5EF4-FFF2-40B4-BE49-F238E27FC236}">
                <a16:creationId xmlns:a16="http://schemas.microsoft.com/office/drawing/2014/main" id="{AC62E0A7-14CC-4CCE-BF7A-110C84CE7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704975"/>
            <a:ext cx="57150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Základní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Administrátor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práva na změny SW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Spravuje ostatní uživatelské účty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právo nahlížet do všech souborů na daném PC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Standart (Uživatel)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práva na změny SW (pokud mu to Admin nezakáže)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Může upravovat pouze svůj účet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 právo nahlížet do sdílených souborů</a:t>
            </a:r>
          </a:p>
        </p:txBody>
      </p:sp>
      <p:pic>
        <p:nvPicPr>
          <p:cNvPr id="2050" name="Picture 2" descr="User Accounts : 15 Steps - Instructables">
            <a:extLst>
              <a:ext uri="{FF2B5EF4-FFF2-40B4-BE49-F238E27FC236}">
                <a16:creationId xmlns:a16="http://schemas.microsoft.com/office/drawing/2014/main" id="{07D699C8-599D-4EC6-8023-C25855A5B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2550" y="365125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23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Speciální typy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3F8DCAB-C274-4DC5-934D-EEE4B63AE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(Host)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Nemůže upravovat SW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Nemůže nahlížet do složek, které nejsou pro něj sdílené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Rodinný účet (Windows 10)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Získání přehledu aktivity účtu (web a aplikace)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Omezení času na používání PC (aplikace/zařízení)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Filtr na web a aplikace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Zákaz používání placení v Microsoft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Zjištění lokace zařízení</a:t>
            </a:r>
          </a:p>
        </p:txBody>
      </p:sp>
      <p:pic>
        <p:nvPicPr>
          <p:cNvPr id="3074" name="Picture 2" descr="Microsoft Family Safety">
            <a:extLst>
              <a:ext uri="{FF2B5EF4-FFF2-40B4-BE49-F238E27FC236}">
                <a16:creationId xmlns:a16="http://schemas.microsoft.com/office/drawing/2014/main" id="{1ABC15D6-5710-40EB-8C3F-1186ABBEA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035576"/>
            <a:ext cx="4648200" cy="264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43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108</Words>
  <Application>Microsoft Office PowerPoint</Application>
  <PresentationFormat>Širokoúhlá obrazovka</PresentationFormat>
  <Paragraphs>20</Paragraphs>
  <Slides>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Motiv Office</vt:lpstr>
      <vt:lpstr>Uživatelské účty</vt:lpstr>
      <vt:lpstr>Základní typy</vt:lpstr>
      <vt:lpstr>Speciální typy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22</cp:revision>
  <dcterms:created xsi:type="dcterms:W3CDTF">2020-09-17T19:44:13Z</dcterms:created>
  <dcterms:modified xsi:type="dcterms:W3CDTF">2020-11-22T10:30:31Z</dcterms:modified>
</cp:coreProperties>
</file>