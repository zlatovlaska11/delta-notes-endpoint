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200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Ovládací panely</a:t>
            </a:r>
          </a:p>
        </p:txBody>
      </p:sp>
      <p:pic>
        <p:nvPicPr>
          <p:cNvPr id="3" name="Picture 2" descr="Jak otevřít Ovládací panely">
            <a:extLst>
              <a:ext uri="{FF2B5EF4-FFF2-40B4-BE49-F238E27FC236}">
                <a16:creationId xmlns:a16="http://schemas.microsoft.com/office/drawing/2014/main" id="{C5F8E5C9-366C-441B-8FEE-F82D65867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491" y="1040423"/>
            <a:ext cx="8323018" cy="52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758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Kategorie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45B1135-90CB-4521-814D-B91EBFEF0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0" y="0"/>
            <a:ext cx="219075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Jak otevřít Ovládací panely">
            <a:extLst>
              <a:ext uri="{FF2B5EF4-FFF2-40B4-BE49-F238E27FC236}">
                <a16:creationId xmlns:a16="http://schemas.microsoft.com/office/drawing/2014/main" id="{A58BE2C4-0BD4-4D03-B481-DCDD176B37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5" t="24297" r="11319" b="5733"/>
          <a:stretch/>
        </p:blipFill>
        <p:spPr bwMode="auto">
          <a:xfrm>
            <a:off x="1782889" y="1690688"/>
            <a:ext cx="8626222" cy="475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722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F8DCAB-C274-4DC5-934D-EEE4B63AE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Výchozí programy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Nastavení výchozích programů pro daný typ souborů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Programy a funkce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Odinstalace programů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Odinstalace aktualizací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Zapnutí/Vypnutí funkcí Windows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AB7F349-6D68-4E03-81CC-6D137AD6A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0" y="0"/>
            <a:ext cx="219075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Jak otevřít Ovládací panely">
            <a:extLst>
              <a:ext uri="{FF2B5EF4-FFF2-40B4-BE49-F238E27FC236}">
                <a16:creationId xmlns:a16="http://schemas.microsoft.com/office/drawing/2014/main" id="{7A2C8996-7E5B-4526-9BE9-80FB4AAF6F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5" t="81157" r="63672" b="5733"/>
          <a:stretch/>
        </p:blipFill>
        <p:spPr bwMode="auto">
          <a:xfrm>
            <a:off x="5318330" y="179387"/>
            <a:ext cx="4346732" cy="1274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23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 zvuk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F8DCAB-C274-4DC5-934D-EEE4B63AE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Centrum nastavení mobilních zařízení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Panel na úpravu obrazovek a zvuku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Možnosti napájení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Nastavení napájení baterie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Nastavení vypnutí displeje / uspání zařízení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Zvuk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Upravení hlasitosti jednotlivých aplikací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Změna systémových zvuků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Správa zvukových zařízení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AB7F349-6D68-4E03-81CC-6D137AD6A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0" y="0"/>
            <a:ext cx="219075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Jak otevřít Ovládací panely">
            <a:extLst>
              <a:ext uri="{FF2B5EF4-FFF2-40B4-BE49-F238E27FC236}">
                <a16:creationId xmlns:a16="http://schemas.microsoft.com/office/drawing/2014/main" id="{051BEE85-E159-44C7-AF0C-5DB0A6F824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6" t="61709" r="54261" b="17829"/>
          <a:stretch/>
        </p:blipFill>
        <p:spPr bwMode="auto">
          <a:xfrm>
            <a:off x="6774473" y="210710"/>
            <a:ext cx="3138854" cy="1083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48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 zvuk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F8DCAB-C274-4DC5-934D-EEE4B63AE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Přehrát automaticky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Navolí se akce, které nastanou v případě připojení media (USB, CD)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Zařízení a tiskárny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Správa HW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Možnost přidat nové HW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AB7F349-6D68-4E03-81CC-6D137AD6A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0" y="0"/>
            <a:ext cx="219075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Jak otevřít Ovládací panely">
            <a:extLst>
              <a:ext uri="{FF2B5EF4-FFF2-40B4-BE49-F238E27FC236}">
                <a16:creationId xmlns:a16="http://schemas.microsoft.com/office/drawing/2014/main" id="{051BEE85-E159-44C7-AF0C-5DB0A6F824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6" t="61709" r="54261" b="17829"/>
          <a:stretch/>
        </p:blipFill>
        <p:spPr bwMode="auto">
          <a:xfrm>
            <a:off x="6774473" y="210710"/>
            <a:ext cx="3138854" cy="1083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0430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Usnadnění přístupu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F8DCAB-C274-4DC5-934D-EEE4B63AE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Rozpoznání řeči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Funguje jen u některých jazyků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na řeč – předčítání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Centrum usnadnění přístupů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Nástroj Lupa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Klávesnice na obrazovce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Předčítání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Další řada nástrojů pro používání myši, obrazovky, atd.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AB7F349-6D68-4E03-81CC-6D137AD6A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0" y="0"/>
            <a:ext cx="219075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Jak otevřít Ovládací panely">
            <a:extLst>
              <a:ext uri="{FF2B5EF4-FFF2-40B4-BE49-F238E27FC236}">
                <a16:creationId xmlns:a16="http://schemas.microsoft.com/office/drawing/2014/main" id="{D095E5AA-5FCC-4E75-92CC-4CBE694C29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67" t="68397" r="15140" b="19178"/>
          <a:stretch/>
        </p:blipFill>
        <p:spPr bwMode="auto">
          <a:xfrm>
            <a:off x="6166109" y="0"/>
            <a:ext cx="3737861" cy="84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782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Hodiny a oblast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F8DCAB-C274-4DC5-934D-EEE4B63AE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Datum a čas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Ruční nastavení času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Více hodin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Synchronizace pomocí webové stránky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Oblast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Formát zobrazení data (přenastavení na danou oblast)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AB7F349-6D68-4E03-81CC-6D137AD6A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0" y="0"/>
            <a:ext cx="219075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Jak otevřít Ovládací panely">
            <a:extLst>
              <a:ext uri="{FF2B5EF4-FFF2-40B4-BE49-F238E27FC236}">
                <a16:creationId xmlns:a16="http://schemas.microsoft.com/office/drawing/2014/main" id="{9EBB9E9D-25A9-4E14-8525-6A9F64F321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1582" r="13150" b="31815"/>
          <a:stretch/>
        </p:blipFill>
        <p:spPr bwMode="auto">
          <a:xfrm>
            <a:off x="6737839" y="312859"/>
            <a:ext cx="3067050" cy="87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0563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Síť a internet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F8DCAB-C274-4DC5-934D-EEE4B63AE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Možnosti internetu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Primárně upravuje nastavení prohlížeče Internet Explorer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Centrum síťových připojení a sdílení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Změnit nastavení adaptéru – mění se protokoly (IP)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Nastavení připojených sítí (jak Wifi, tak Ethernet)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AB7F349-6D68-4E03-81CC-6D137AD6A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0" y="0"/>
            <a:ext cx="219075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Jak otevřít Ovládací panely">
            <a:extLst>
              <a:ext uri="{FF2B5EF4-FFF2-40B4-BE49-F238E27FC236}">
                <a16:creationId xmlns:a16="http://schemas.microsoft.com/office/drawing/2014/main" id="{3BACAA7E-7A66-4CF1-B76E-3C96AF1675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5" t="48464" r="51717" b="37557"/>
          <a:stretch/>
        </p:blipFill>
        <p:spPr bwMode="auto">
          <a:xfrm>
            <a:off x="5572374" y="426671"/>
            <a:ext cx="4252096" cy="936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70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Vzhled a přizpůsobení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F8DCAB-C274-4DC5-934D-EEE4B63AE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Hlavní panel a navigace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Nastavení panelu a nabídky Start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Centrum usnadnění přístupu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(jen odkaz do jiné sekce)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Možnosti průzkumníku souborů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Nastavení průzkumníku Windows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Nastavení nástroje hledání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Písma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Správa fontů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AB7F349-6D68-4E03-81CC-6D137AD6A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0" y="0"/>
            <a:ext cx="219075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Jak otevřít Ovládací panely">
            <a:extLst>
              <a:ext uri="{FF2B5EF4-FFF2-40B4-BE49-F238E27FC236}">
                <a16:creationId xmlns:a16="http://schemas.microsoft.com/office/drawing/2014/main" id="{2FDC6923-6679-4EA8-9758-68CA417FB7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9461" r="19189" b="48252"/>
          <a:stretch/>
        </p:blipFill>
        <p:spPr bwMode="auto">
          <a:xfrm>
            <a:off x="7353300" y="39810"/>
            <a:ext cx="2564424" cy="65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899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Systém a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zabezp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AB7F349-6D68-4E03-81CC-6D137AD6A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0" y="0"/>
            <a:ext cx="219075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Jak otevřít Ovládací panely">
            <a:extLst>
              <a:ext uri="{FF2B5EF4-FFF2-40B4-BE49-F238E27FC236}">
                <a16:creationId xmlns:a16="http://schemas.microsoft.com/office/drawing/2014/main" id="{B2216AF3-84D8-4364-A4BC-2E9B4A3A86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1" t="27957" r="53385" b="51433"/>
          <a:stretch/>
        </p:blipFill>
        <p:spPr bwMode="auto">
          <a:xfrm>
            <a:off x="7227276" y="304067"/>
            <a:ext cx="2540977" cy="896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89F03F8B-578C-4329-932B-F5E59EB48CA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Zabezpečení a údržba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Obnovení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obnoví nastavení počítače (až do továrního nastavení)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Zapnout, či vypnout zprávy od systému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Zobrazit systémových zpráv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Firewall v programu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Defender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Nastavení programů, které Firewall neřeší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Vypnutí/Zapnutí Firewall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Detailní nastavení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Systém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Přehled o systému + Nastavení vzdáleného přístupu +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Správce zařízení</a:t>
            </a:r>
          </a:p>
        </p:txBody>
      </p:sp>
    </p:spTree>
    <p:extLst>
      <p:ext uri="{BB962C8B-B14F-4D97-AF65-F5344CB8AC3E}">
        <p14:creationId xmlns:p14="http://schemas.microsoft.com/office/powerpoint/2010/main" val="299501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Systém a </a:t>
            </a:r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zabezp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AB7F349-6D68-4E03-81CC-6D137AD6A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0" y="0"/>
            <a:ext cx="219075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Jak otevřít Ovládací panely">
            <a:extLst>
              <a:ext uri="{FF2B5EF4-FFF2-40B4-BE49-F238E27FC236}">
                <a16:creationId xmlns:a16="http://schemas.microsoft.com/office/drawing/2014/main" id="{B2216AF3-84D8-4364-A4BC-2E9B4A3A86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1" t="27957" r="53385" b="51433"/>
          <a:stretch/>
        </p:blipFill>
        <p:spPr bwMode="auto">
          <a:xfrm>
            <a:off x="7227276" y="304067"/>
            <a:ext cx="2540977" cy="896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89F03F8B-578C-4329-932B-F5E59EB48CA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Možnosti napájení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(odkaz do jiné kategorie)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Zálohování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Nástroje pro správu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Defragmentace (optimalizace)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Vyčištění disku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Správa počítače</a:t>
            </a: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24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Uživatelské účty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AB7F349-6D68-4E03-81CC-6D137AD6A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0" y="0"/>
            <a:ext cx="219075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89F03F8B-578C-4329-932B-F5E59EB48CA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2F3B1C3-C061-4274-95E7-4A09BFA48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Změnit typ účtu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Spravovat existující účty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Vytvořit nový účet</a:t>
            </a:r>
          </a:p>
          <a:p>
            <a:endParaRPr lang="cs-CZ" dirty="0"/>
          </a:p>
        </p:txBody>
      </p:sp>
      <p:pic>
        <p:nvPicPr>
          <p:cNvPr id="4" name="Picture 2" descr="Jak otevřít Ovládací panely">
            <a:extLst>
              <a:ext uri="{FF2B5EF4-FFF2-40B4-BE49-F238E27FC236}">
                <a16:creationId xmlns:a16="http://schemas.microsoft.com/office/drawing/2014/main" id="{DC770493-1550-4700-ACC7-C005D24ADB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8337" r="25316" b="59377"/>
          <a:stretch/>
        </p:blipFill>
        <p:spPr bwMode="auto">
          <a:xfrm>
            <a:off x="7537937" y="427159"/>
            <a:ext cx="2054469" cy="65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015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308</Words>
  <Application>Microsoft Office PowerPoint</Application>
  <PresentationFormat>Širokoúhlá obrazovka</PresentationFormat>
  <Paragraphs>78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Motiv Office</vt:lpstr>
      <vt:lpstr>Ovládací panely</vt:lpstr>
      <vt:lpstr>Kategorie</vt:lpstr>
      <vt:lpstr>Programy</vt:lpstr>
      <vt:lpstr>Hardware a zvuk</vt:lpstr>
      <vt:lpstr>Hardware a zvuk</vt:lpstr>
      <vt:lpstr>Usnadnění přístupu</vt:lpstr>
      <vt:lpstr>Hodiny a oblast</vt:lpstr>
      <vt:lpstr>Síť a internet</vt:lpstr>
      <vt:lpstr>Vzhled a přizpůsobení</vt:lpstr>
      <vt:lpstr>Systém a zabezp.</vt:lpstr>
      <vt:lpstr>Systém a zabezp.</vt:lpstr>
      <vt:lpstr>Uživatelské účty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18</cp:revision>
  <dcterms:created xsi:type="dcterms:W3CDTF">2020-09-17T19:44:13Z</dcterms:created>
  <dcterms:modified xsi:type="dcterms:W3CDTF">2020-11-16T06:56:07Z</dcterms:modified>
</cp:coreProperties>
</file>