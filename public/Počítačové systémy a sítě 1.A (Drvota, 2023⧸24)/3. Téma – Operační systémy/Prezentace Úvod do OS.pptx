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9" r:id="rId7"/>
    <p:sldId id="261" r:id="rId8"/>
    <p:sldId id="262" r:id="rId9"/>
    <p:sldId id="267" r:id="rId10"/>
    <p:sldId id="263" r:id="rId11"/>
    <p:sldId id="265" r:id="rId12"/>
    <p:sldId id="268" r:id="rId13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5927F7F-90EA-4722-A3F9-CD65861BA2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75EE4224-AD42-4754-A050-6D27D77176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AAADAA84-EDF8-4E6B-AA8C-6428905705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20.11.2022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DB74B3E4-85D0-4A34-85CB-31DF6D9CC4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457AC71F-7FD3-4736-9C8A-5FE5F04350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6720568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7581153-7983-4459-81AB-747EA3A9E5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92F58CF-4412-4CD4-BF23-526FC8ED97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950AAC38-9DC2-45B6-821F-5C453E2F69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20.11.2022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0377EFF5-BBBA-4FB8-93A9-9F9FEE44FC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FFC63BF7-3E4E-4BED-A706-208C1AFFC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5904402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97FB8AC-47A2-4757-B97F-9999F230CA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03CFD394-D2D6-4832-BF76-D19CA159D8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9567A780-BF45-4476-A340-5A4FB2280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20.11.2022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AFB3ABE8-E7CF-44A4-A960-D4FF386F1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6AEFD807-F5EF-4FEF-A830-38004DDDF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4461756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7CDCDD7-8D81-4B08-AAC4-972DF073AD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2E33701-1B4D-4FFC-BC2B-419F789CCC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343DE34A-9AA5-4D2A-9FD8-2CAE0CFEF3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4EDE0502-A607-490B-BEEE-EF03213520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20.11.2022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C3229F4C-B3D7-4554-BB8A-2B853FD961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A4A00E21-C728-4D9A-9815-000B5D2BE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0907097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7135C69-DEA3-49FB-90AC-B7A4E94FDD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F40C7855-1267-4631-9CEB-19D6D15430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212AC6C2-A1D0-40C6-823C-78E60E3529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DCB692AC-435E-4457-BD90-7BA43542813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015999A6-4DB6-43E4-869B-F7187AA77B1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A3527ECD-4E4C-430C-A225-24539E09C3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20.11.2022</a:t>
            </a:fld>
            <a:endParaRPr lang="cs-CZ"/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BE3CC256-0346-43DA-9573-264F212EC6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5BA96289-783C-40CA-AC25-BBB5708B8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0945070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BB11EE5-EC95-4771-AA64-4B20082BC7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930DAD8B-7A95-4DEB-BFD9-EEB1972A40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20.11.2022</a:t>
            </a:fld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BFF0FE4C-BC54-41A8-8D73-1930B0197E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B48F1477-1AAA-4E4D-B565-A2F7ACADDF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6021688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>
            <a:extLst>
              <a:ext uri="{FF2B5EF4-FFF2-40B4-BE49-F238E27FC236}">
                <a16:creationId xmlns:a16="http://schemas.microsoft.com/office/drawing/2014/main" id="{5AD27760-ED20-4A5A-8C43-98EACEEDBC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20.11.2022</a:t>
            </a:fld>
            <a:endParaRPr lang="cs-CZ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CFA47AA8-0435-4376-B2B7-40CECC89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5288966E-94CC-45C3-A3AB-1DC4EE0AC8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3322149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9FB3938-AA77-4F7E-A443-8564004A79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F85C744-E5A4-4384-8E88-911F51370D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62528255-6CF3-4882-B7A5-6167B43855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3694E554-3734-45C1-95EC-B8AD4B913B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20.11.2022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45CB268B-E9BD-4E82-B788-6D6E883527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BA5A2B3C-D23F-47C0-BD37-2FF73F9B6C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6759005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DC5CA5D-2F63-4257-92FB-705680BBD9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obrázku 2">
            <a:extLst>
              <a:ext uri="{FF2B5EF4-FFF2-40B4-BE49-F238E27FC236}">
                <a16:creationId xmlns:a16="http://schemas.microsoft.com/office/drawing/2014/main" id="{F8ED1FEB-D0D5-4F42-8BE5-47390794578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B98A32D5-E1B9-4423-A5F9-841E2FE6CE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5823CCBE-D365-450F-A238-8B824DDF4A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20.11.2022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23D34DC9-81AD-4224-ADD7-D018FC8CA7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CDE4C6E5-AF6D-4BAF-AFC0-D026F5407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4012372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6B867FA-095B-4F79-B6B1-81CB1DA096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E71A9CA7-427D-4A5F-B8F0-10CF8B099B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17D34EFE-2368-46C9-9A7F-F10D14FD68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20.11.2022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26627018-9AB1-4C28-8375-914BBB688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19812887-3582-4858-8923-2154B8D57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1750950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>
            <a:extLst>
              <a:ext uri="{FF2B5EF4-FFF2-40B4-BE49-F238E27FC236}">
                <a16:creationId xmlns:a16="http://schemas.microsoft.com/office/drawing/2014/main" id="{6A938D2F-19A3-4A6D-AF5C-E4A3D3F5404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0DDCBFCE-7AFF-48B6-A55B-973D5619B3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0FB45A6A-2E0B-4591-916B-6E01BE07B0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20.11.2022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EB26A863-B07F-4A43-A3C0-26BB30142F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B43C1835-C15D-4821-A456-7A38B1585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2533717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EB180023-B606-4C55-9E6D-507B89E0C8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44EF6264-772B-477D-A40E-80D181FA76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EBF65A9A-56ED-4774-BCD0-D931FC4FE7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239F47-9FA3-40F2-9287-DDA8E5FC85B0}" type="datetimeFigureOut">
              <a:rPr lang="cs-CZ" smtClean="0"/>
              <a:t>20.11.2022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C9D11B6B-4EC9-46CB-9F45-66FAC88D54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C2D1CF89-E863-491F-B505-D6D33D962E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551856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BDAE4B5-A32A-4A49-9C87-275C22AB7A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6200"/>
            <a:ext cx="9144000" cy="868362"/>
          </a:xfrm>
        </p:spPr>
        <p:txBody>
          <a:bodyPr>
            <a:normAutofit fontScale="90000"/>
          </a:bodyPr>
          <a:lstStyle/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Operační systémy</a:t>
            </a:r>
          </a:p>
        </p:txBody>
      </p:sp>
      <p:pic>
        <p:nvPicPr>
          <p:cNvPr id="1026" name="Picture 2" descr="What is an Operating System?">
            <a:extLst>
              <a:ext uri="{FF2B5EF4-FFF2-40B4-BE49-F238E27FC236}">
                <a16:creationId xmlns:a16="http://schemas.microsoft.com/office/drawing/2014/main" id="{A28B006B-9D16-4D99-AD96-872A67AA3A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" y="1020762"/>
            <a:ext cx="12077700" cy="55749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287582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E1FFBA8-89CC-45E5-A143-246E68CB4D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575" y="765175"/>
            <a:ext cx="3781425" cy="1325563"/>
          </a:xfrm>
        </p:spPr>
        <p:txBody>
          <a:bodyPr>
            <a:normAutofit fontScale="90000"/>
          </a:bodyPr>
          <a:lstStyle/>
          <a:p>
            <a:r>
              <a:rPr lang="cs-CZ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 je operační systém?</a:t>
            </a:r>
          </a:p>
        </p:txBody>
      </p:sp>
      <p:pic>
        <p:nvPicPr>
          <p:cNvPr id="2050" name="Picture 2" descr="Operating system - Wikipedia">
            <a:extLst>
              <a:ext uri="{FF2B5EF4-FFF2-40B4-BE49-F238E27FC236}">
                <a16:creationId xmlns:a16="http://schemas.microsoft.com/office/drawing/2014/main" id="{13376E4A-EAF9-4748-8CEC-F04EFF4FB9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9300" y="0"/>
            <a:ext cx="463391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859628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Typy operačních systémů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A3F8DCAB-C274-4DC5-934D-EEE4B63AE2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Single-user, single </a:t>
            </a:r>
            <a:r>
              <a:rPr lang="cs-CZ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task</a:t>
            </a:r>
            <a:endParaRPr lang="cs-CZ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cs-CZ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Single-user, </a:t>
            </a:r>
            <a:r>
              <a:rPr lang="cs-CZ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multi-tasking</a:t>
            </a:r>
            <a:endParaRPr lang="cs-CZ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cs-CZ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Multi</a:t>
            </a:r>
            <a:r>
              <a:rPr lang="cs-CZ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-user</a:t>
            </a:r>
          </a:p>
          <a:p>
            <a:pPr lvl="1"/>
            <a:r>
              <a:rPr lang="cs-CZ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</a:t>
            </a:r>
          </a:p>
          <a:p>
            <a:pPr lvl="1"/>
            <a:r>
              <a:rPr lang="cs-CZ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</a:t>
            </a:r>
          </a:p>
          <a:p>
            <a:pPr lvl="1"/>
            <a:r>
              <a:rPr lang="cs-CZ" sz="2800">
                <a:latin typeface="Times New Roman" panose="02020603050405020304" pitchFamily="18" charset="0"/>
                <a:cs typeface="Times New Roman" panose="02020603050405020304" pitchFamily="18" charset="0"/>
              </a:rPr>
              <a:t>Guest</a:t>
            </a:r>
            <a:endParaRPr lang="cs-CZ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cs-CZ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cs-CZ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Multitasking</a:t>
            </a:r>
          </a:p>
          <a:p>
            <a:endParaRPr lang="cs-CZ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74" name="Picture 2" descr="What Are The 3 Types Of Operating System - Computers - Nigeria">
            <a:extLst>
              <a:ext uri="{FF2B5EF4-FFF2-40B4-BE49-F238E27FC236}">
                <a16:creationId xmlns:a16="http://schemas.microsoft.com/office/drawing/2014/main" id="{679AB846-48B4-4D30-9DE9-0BC4CEF082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6910" y="1690688"/>
            <a:ext cx="5176890" cy="48343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697224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Multitasking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A3F8DCAB-C274-4DC5-934D-EEE4B63AE2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Iluze toho, že se děje více procesů najednou. Ve skutečnosti je rychle procesor střídá, aby tuto iluzi vytvořil.</a:t>
            </a:r>
          </a:p>
          <a:p>
            <a:endParaRPr lang="cs-CZ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cs-CZ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Dva typy</a:t>
            </a:r>
          </a:p>
          <a:p>
            <a:pPr lvl="1"/>
            <a:r>
              <a:rPr lang="cs-CZ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nepreemptivní (kooperativní) </a:t>
            </a:r>
            <a:r>
              <a:rPr lang="cs-CZ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aplikace musí samy v pravidelných intervalech uvolnit procesor (Windows 98)</a:t>
            </a:r>
          </a:p>
          <a:p>
            <a:pPr lvl="1"/>
            <a:r>
              <a:rPr lang="cs-CZ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preemptivní</a:t>
            </a:r>
            <a:r>
              <a:rPr lang="cs-CZ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o přidělování procesoru zcela rozhoduje OS (až 1000x za vteřinu)</a:t>
            </a:r>
          </a:p>
          <a:p>
            <a:pPr lvl="1"/>
            <a:endParaRPr lang="cs-CZ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42097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64 bit, nebo 32 bitové OS?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A3F8DCAB-C274-4DC5-934D-EEE4B63AE2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Otázka spíše minulosti – dnes většina 64 bitové</a:t>
            </a: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cs-CZ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Stroj, co má </a:t>
            </a:r>
            <a:r>
              <a:rPr lang="cs-CZ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RAMku</a:t>
            </a:r>
            <a:r>
              <a:rPr lang="cs-CZ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více než 3 GB potřebuje 64 bitové OS</a:t>
            </a:r>
          </a:p>
          <a:p>
            <a:pPr lvl="1"/>
            <a:r>
              <a:rPr lang="cs-CZ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32 zvládne max.  Okolo 3,5 GB</a:t>
            </a:r>
          </a:p>
        </p:txBody>
      </p:sp>
      <p:pic>
        <p:nvPicPr>
          <p:cNvPr id="1026" name="Picture 2" descr="The Difference between 32-bit and 64-bit Operating System (OS) - Discussion  - DeviceBAR Forum">
            <a:extLst>
              <a:ext uri="{FF2B5EF4-FFF2-40B4-BE49-F238E27FC236}">
                <a16:creationId xmlns:a16="http://schemas.microsoft.com/office/drawing/2014/main" id="{B10D242D-6D6A-4B6F-BF31-C7F0984511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9000" y="2811245"/>
            <a:ext cx="4953000" cy="40467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772268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Bootování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A3F8DCAB-C274-4DC5-934D-EEE4B63AE2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Startování PC – OS zjišťuje jestli jsou v pořádku všechny součástky HW.</a:t>
            </a:r>
          </a:p>
        </p:txBody>
      </p:sp>
      <p:pic>
        <p:nvPicPr>
          <p:cNvPr id="4" name="Picture 2" descr="Jak změnit pořadí bootování |">
            <a:extLst>
              <a:ext uri="{FF2B5EF4-FFF2-40B4-BE49-F238E27FC236}">
                <a16:creationId xmlns:a16="http://schemas.microsoft.com/office/drawing/2014/main" id="{5BCDF1B0-6542-4618-89FB-45EAEC60B1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8750" y="2682875"/>
            <a:ext cx="611505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112381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Licence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A3F8DCAB-C274-4DC5-934D-EEE4B63AE2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Proprietární licence</a:t>
            </a:r>
            <a:r>
              <a:rPr lang="cs-CZ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(majetková)</a:t>
            </a:r>
          </a:p>
          <a:p>
            <a:pPr lvl="1"/>
            <a:r>
              <a:rPr lang="cs-CZ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Closed</a:t>
            </a:r>
            <a:r>
              <a:rPr lang="cs-CZ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cs-CZ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code</a:t>
            </a:r>
            <a:r>
              <a:rPr lang="cs-CZ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(uzavřený kód) – nelze měnit</a:t>
            </a:r>
          </a:p>
          <a:p>
            <a:pPr lvl="1"/>
            <a:r>
              <a:rPr lang="cs-CZ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Uživatel může využívat</a:t>
            </a:r>
          </a:p>
          <a:p>
            <a:r>
              <a:rPr lang="cs-CZ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Open-source</a:t>
            </a:r>
            <a:r>
              <a:rPr lang="cs-CZ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Různé druhy licencí</a:t>
            </a:r>
          </a:p>
          <a:p>
            <a:pPr lvl="1"/>
            <a:r>
              <a:rPr lang="cs-CZ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Možnost upravit kód</a:t>
            </a:r>
          </a:p>
          <a:p>
            <a:r>
              <a:rPr lang="cs-CZ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Creative</a:t>
            </a:r>
            <a:r>
              <a:rPr lang="cs-CZ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cs-CZ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Commons</a:t>
            </a:r>
            <a:r>
              <a:rPr lang="cs-CZ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licence</a:t>
            </a:r>
            <a:endParaRPr lang="cs-CZ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cs-CZ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Autor</a:t>
            </a:r>
            <a:r>
              <a:rPr lang="cs-CZ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jasně dá najevo, jak s dílem pracovat</a:t>
            </a:r>
          </a:p>
          <a:p>
            <a:pPr lvl="1"/>
            <a:r>
              <a:rPr lang="cs-CZ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Např. dílo musí uvést autora; zachovat kód; atd.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9A8C42B-FC3B-8D53-ECC4-91F54DCF0F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3492" y="3727450"/>
            <a:ext cx="2765425" cy="2765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973337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Typy distribucí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A3F8DCAB-C274-4DC5-934D-EEE4B63AE2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Freeware – zdarma distribuce (bez kódu)</a:t>
            </a:r>
          </a:p>
          <a:p>
            <a:r>
              <a:rPr lang="cs-CZ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Shareware – volné užití s omezením (bez kódu)</a:t>
            </a:r>
          </a:p>
          <a:p>
            <a:pPr lvl="1"/>
            <a:r>
              <a:rPr lang="cs-CZ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Demo, </a:t>
            </a:r>
            <a:r>
              <a:rPr lang="cs-CZ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trail</a:t>
            </a:r>
            <a:r>
              <a:rPr lang="cs-CZ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,…</a:t>
            </a:r>
          </a:p>
          <a:p>
            <a:r>
              <a:rPr lang="cs-CZ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Abandonware</a:t>
            </a:r>
            <a:r>
              <a:rPr lang="cs-CZ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starý SW</a:t>
            </a:r>
          </a:p>
          <a:p>
            <a:r>
              <a:rPr lang="cs-CZ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Donationware</a:t>
            </a:r>
            <a:r>
              <a:rPr lang="cs-CZ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SW zdarma, možnost přispět autorovi</a:t>
            </a:r>
          </a:p>
          <a:p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22642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Souborové systémy</a:t>
            </a:r>
          </a:p>
        </p:txBody>
      </p:sp>
      <p:pic>
        <p:nvPicPr>
          <p:cNvPr id="3074" name="Picture 2" descr="Fscrawler - File System Crawl &amp; Indexing Library - Shaharia's Blog">
            <a:extLst>
              <a:ext uri="{FF2B5EF4-FFF2-40B4-BE49-F238E27FC236}">
                <a16:creationId xmlns:a16="http://schemas.microsoft.com/office/drawing/2014/main" id="{0F92F52A-353C-482B-965A-085A7C2588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1540" y="1576387"/>
            <a:ext cx="8328919" cy="51254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38295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Souborové systémy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A3F8DCAB-C274-4DC5-934D-EEE4B63AE2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cs-CZ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DOS – FAT / FAT32</a:t>
            </a:r>
          </a:p>
          <a:p>
            <a:r>
              <a:rPr lang="cs-CZ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Windows – NTFS</a:t>
            </a:r>
          </a:p>
          <a:p>
            <a:r>
              <a:rPr lang="cs-CZ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Linux – ext3, ext4, </a:t>
            </a:r>
            <a:r>
              <a:rPr lang="cs-CZ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ReiserFS</a:t>
            </a:r>
            <a:r>
              <a:rPr lang="cs-CZ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cs-CZ" sz="4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Mohou mít různá omezení:</a:t>
            </a:r>
          </a:p>
          <a:p>
            <a:pPr lvl="1"/>
            <a:r>
              <a:rPr lang="cs-CZ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velikost paměťového média kterou je daný systém schopen pokrýt</a:t>
            </a:r>
          </a:p>
          <a:p>
            <a:pPr lvl="1"/>
            <a:r>
              <a:rPr lang="cs-CZ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max. velikost souboru</a:t>
            </a:r>
          </a:p>
          <a:p>
            <a:pPr lvl="1"/>
            <a:r>
              <a:rPr lang="cs-CZ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délka jména souboru</a:t>
            </a:r>
          </a:p>
          <a:p>
            <a:pPr lvl="1"/>
            <a:r>
              <a:rPr lang="cs-CZ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počet zanořených podadresářů</a:t>
            </a:r>
          </a:p>
          <a:p>
            <a:pPr lvl="1"/>
            <a:r>
              <a:rPr lang="cs-CZ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podporovaná znaková sada</a:t>
            </a:r>
          </a:p>
          <a:p>
            <a:pPr lvl="1"/>
            <a:r>
              <a:rPr lang="cs-CZ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omezení určitých znaků v názvech souborů / složek (např. * / ?)</a:t>
            </a:r>
          </a:p>
          <a:p>
            <a:endParaRPr lang="cs-CZ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98619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Linux</a:t>
            </a:r>
          </a:p>
        </p:txBody>
      </p:sp>
      <p:pic>
        <p:nvPicPr>
          <p:cNvPr id="3076" name="Picture 4" descr="An intro to Linux file system management">
            <a:extLst>
              <a:ext uri="{FF2B5EF4-FFF2-40B4-BE49-F238E27FC236}">
                <a16:creationId xmlns:a16="http://schemas.microsoft.com/office/drawing/2014/main" id="{E1D7D5E6-5BD9-4E35-8F0A-B3DC1F0947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976" y="1424357"/>
            <a:ext cx="10562047" cy="5003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513570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Windows</a:t>
            </a:r>
          </a:p>
        </p:txBody>
      </p:sp>
      <p:pic>
        <p:nvPicPr>
          <p:cNvPr id="4098" name="Picture 2" descr="Linux-02 - linuxway">
            <a:extLst>
              <a:ext uri="{FF2B5EF4-FFF2-40B4-BE49-F238E27FC236}">
                <a16:creationId xmlns:a16="http://schemas.microsoft.com/office/drawing/2014/main" id="{332F55CF-2BC4-4807-8FDF-608A6B0B21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2382" y="365125"/>
            <a:ext cx="6251418" cy="61162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92679963"/>
      </p:ext>
    </p:extLst>
  </p:cSld>
  <p:clrMapOvr>
    <a:masterClrMapping/>
  </p:clrMapOvr>
</p:sld>
</file>

<file path=ppt/theme/theme1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276</Words>
  <Application>Microsoft Office PowerPoint</Application>
  <PresentationFormat>Širokoúhlá obrazovka</PresentationFormat>
  <Paragraphs>53</Paragraphs>
  <Slides>12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4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Times New Roman</vt:lpstr>
      <vt:lpstr>Motiv Office</vt:lpstr>
      <vt:lpstr>Operační systémy</vt:lpstr>
      <vt:lpstr>Co je operační systém?</vt:lpstr>
      <vt:lpstr>Typy operačních systémů</vt:lpstr>
      <vt:lpstr>Multitasking</vt:lpstr>
      <vt:lpstr>64 bit, nebo 32 bitové OS?</vt:lpstr>
      <vt:lpstr>Bootování</vt:lpstr>
      <vt:lpstr>Licence</vt:lpstr>
      <vt:lpstr>Typy distribucí</vt:lpstr>
      <vt:lpstr>Souborové systémy</vt:lpstr>
      <vt:lpstr>Souborové systémy</vt:lpstr>
      <vt:lpstr>Linux</vt:lpstr>
      <vt:lpstr>Windows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Operační systémy</dc:title>
  <dc:creator>Mottl Jan</dc:creator>
  <cp:lastModifiedBy>Mottl Jan</cp:lastModifiedBy>
  <cp:revision>11</cp:revision>
  <dcterms:created xsi:type="dcterms:W3CDTF">2020-09-17T19:44:13Z</dcterms:created>
  <dcterms:modified xsi:type="dcterms:W3CDTF">2022-11-20T17:46:15Z</dcterms:modified>
</cp:coreProperties>
</file>