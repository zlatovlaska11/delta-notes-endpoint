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80" r:id="rId6"/>
    <p:sldId id="281" r:id="rId7"/>
    <p:sldId id="289" r:id="rId8"/>
    <p:sldId id="290" r:id="rId9"/>
    <p:sldId id="282" r:id="rId10"/>
    <p:sldId id="283" r:id="rId11"/>
    <p:sldId id="287" r:id="rId12"/>
    <p:sldId id="284" r:id="rId13"/>
    <p:sldId id="288" r:id="rId14"/>
    <p:sldId id="285" r:id="rId15"/>
    <p:sldId id="286" r:id="rId16"/>
    <p:sldId id="291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7" d="100"/>
          <a:sy n="8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927F7F-90EA-4722-A3F9-CD65861BA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5EE4224-AD42-4754-A050-6D27D77176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AADAA84-EDF8-4E6B-AA8C-642890570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74B3E4-85D0-4A34-85CB-31DF6D9C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57AC71F-7FD3-4736-9C8A-5FE5F0435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72056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581153-7983-4459-81AB-747EA3A9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92F58CF-4412-4CD4-BF23-526FC8ED9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0AAC38-9DC2-45B6-821F-5C453E2F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7EFF5-BBBA-4FB8-93A9-9F9FEE44F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FC63BF7-3E4E-4BED-A706-208C1AFFC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04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7FB8AC-47A2-4757-B97F-9999F230C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CFD394-D2D6-4832-BF76-D19CA159D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67A780-BF45-4476-A340-5A4FB228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FB3ABE8-E7CF-44A4-A960-D4FF386F1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EFD807-F5EF-4FEF-A830-38004DDD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6175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DCDD7-8D81-4B08-AAC4-972DF073A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E33701-1B4D-4FFC-BC2B-419F789C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43DE34A-9AA5-4D2A-9FD8-2CAE0CFEF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EDE0502-A607-490B-BEEE-EF0321352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229F4C-B3D7-4554-BB8A-2B853FD9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4A00E21-C728-4D9A-9815-000B5D2B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0709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7135C69-DEA3-49FB-90AC-B7A4E94F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40C7855-1267-4631-9CEB-19D6D15430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12AC6C2-A1D0-40C6-823C-78E60E352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DCB692AC-435E-4457-BD90-7BA435428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015999A6-4DB6-43E4-869B-F7187AA77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3527ECD-4E4C-430C-A225-24539E09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BE3CC256-0346-43DA-9573-264F212EC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BA96289-783C-40CA-AC25-BBB570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507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B11EE5-EC95-4771-AA64-4B20082BC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30DAD8B-7A95-4DEB-BFD9-EEB1972A4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FF0FE4C-BC54-41A8-8D73-1930B0197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48F1477-1AAA-4E4D-B565-A2F7ACADD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216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AD27760-ED20-4A5A-8C43-98EACEEDB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CFA47AA8-0435-4376-B2B7-40CECC89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88966E-94CC-45C3-A3AB-1DC4EE0AC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2214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B3938-AA77-4F7E-A443-8564004A7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85C744-E5A4-4384-8E88-911F51370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2528255-6CF3-4882-B7A5-6167B43855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694E554-3734-45C1-95EC-B8AD4B913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5CB268B-E9BD-4E82-B788-6D6E8835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A5A2B3C-D23F-47C0-BD37-2FF73F9B6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590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C5CA5D-2F63-4257-92FB-705680BBD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F8ED1FEB-D0D5-4F42-8BE5-4739079457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98A32D5-E1B9-4423-A5F9-841E2FE6C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823CCBE-D365-450F-A238-8B824DDF4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3D34DC9-81AD-4224-ADD7-D018FC8C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DE4C6E5-AF6D-4BAF-AFC0-D026F5407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123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B867FA-095B-4F79-B6B1-81CB1DA09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71A9CA7-427D-4A5F-B8F0-10CF8B099B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D34EFE-2368-46C9-9A7F-F10D14FD6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6627018-9AB1-4C28-8375-914BBB688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812887-3582-4858-8923-2154B8D5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5095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A938D2F-19A3-4A6D-AF5C-E4A3D3F540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DDCBFCE-7AFF-48B6-A55B-973D5619B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FB45A6A-2E0B-4591-916B-6E01BE07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26A863-B07F-4A43-A3C0-26BB30142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3C1835-C15D-4821-A456-7A38B1585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53371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B180023-B606-4C55-9E6D-507B89E0C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EF6264-772B-477D-A40E-80D181FA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BF65A9A-56ED-4774-BCD0-D931FC4FE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39F47-9FA3-40F2-9287-DDA8E5FC85B0}" type="datetimeFigureOut">
              <a:rPr lang="cs-CZ" smtClean="0"/>
              <a:t>30.11.2022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9D11B6B-4EC9-46CB-9F45-66FAC88D5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D1CF89-E863-491F-B505-D6D33D96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6FD5A-D520-46D3-82C2-340A08D8298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185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sforhbLiwLA?feature=oembed" TargetMode="External"/><Relationship Id="rId1" Type="http://schemas.openxmlformats.org/officeDocument/2006/relationships/video" Target="https://www.youtube.com/embed/pyg-DYm7b0A?feature=oembed" TargetMode="Externa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https://www.youtube.com/embed/VtvjbmoDx-I?feature=oembed" TargetMode="External"/><Relationship Id="rId1" Type="http://schemas.openxmlformats.org/officeDocument/2006/relationships/video" Target="https://www.youtube.com/embed/3zLRNAH5IoE?feature=oembed" TargetMode="Externa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MnrJzXM7a6o?feature=oembed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DAE4B5-A32A-4A49-9C87-275C22AB7A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200"/>
            <a:ext cx="9144000" cy="868362"/>
          </a:xfrm>
        </p:spPr>
        <p:txBody>
          <a:bodyPr>
            <a:normAutofit fontScale="90000"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Historie OS</a:t>
            </a:r>
          </a:p>
        </p:txBody>
      </p:sp>
      <p:pic>
        <p:nvPicPr>
          <p:cNvPr id="3" name="Picture 2" descr="The History of the Operating System – From paper tape to Red Hat OpenShift">
            <a:extLst>
              <a:ext uri="{FF2B5EF4-FFF2-40B4-BE49-F238E27FC236}">
                <a16:creationId xmlns:a16="http://schemas.microsoft.com/office/drawing/2014/main" id="{A9977CEE-92FD-418C-B0CE-C0B337E35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78" y="1094976"/>
            <a:ext cx="11109444" cy="576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497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Proč vytvářet OS?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„Příliš mnoho programů“ na velkém množství datových medií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Děrné štítky, magnetické pásky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Předtím model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Stroj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Medium  Program  Medium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7532561-583F-4E6B-AD23-462FECEB4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6799" y="3429000"/>
            <a:ext cx="4724874" cy="3112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2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OS – </a:t>
            </a:r>
            <a:r>
              <a:rPr lang="cs-CZ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GM-NAA I/O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Motors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North American Aviation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1956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HW –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704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Uměl vykonat nový program po skončení posledního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074" name="Picture 2" descr="IBM 704 - Wikipedia">
            <a:extLst>
              <a:ext uri="{FF2B5EF4-FFF2-40B4-BE49-F238E27FC236}">
                <a16:creationId xmlns:a16="http://schemas.microsoft.com/office/drawing/2014/main" id="{2CA184F7-1807-46CF-AB58-AE432C95D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1343" y="3509819"/>
            <a:ext cx="3922457" cy="3108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070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pro IBM</a:t>
            </a:r>
            <a:endParaRPr lang="cs-CZ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Počátek v roce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1960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OS/360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další následovníci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51E15D6-0C10-452F-988A-BDBF770FB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3200"/>
            <a:ext cx="5870863" cy="2348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237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pro osobní počítače (PC)</a:t>
            </a:r>
            <a:endParaRPr lang="cs-CZ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Počátek v 80. letech 20. století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Nejznámější modely PC: 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Commodore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64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II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(výjimka)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Atari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8-bit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ZX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Spectrum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Operační systémy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Primárně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Stále PC primárně pro firmy a velké podniky</a:t>
            </a:r>
          </a:p>
          <a:p>
            <a:pPr marL="0" indent="0">
              <a:buNone/>
            </a:pP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C64 hardware">
            <a:extLst>
              <a:ext uri="{FF2B5EF4-FFF2-40B4-BE49-F238E27FC236}">
                <a16:creationId xmlns:a16="http://schemas.microsoft.com/office/drawing/2014/main" id="{4AA7A5C6-6F20-45E9-B512-C18A58430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605" y="1552042"/>
            <a:ext cx="4286395" cy="242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549787C0-A3D8-4DCF-BB2E-2474ADE06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062" y="2832331"/>
            <a:ext cx="3427124" cy="228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52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pro osobní počítače</a:t>
            </a:r>
            <a:endParaRPr lang="cs-CZ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CP/M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Microcomputers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cs-CZ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1974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(8 bitový systémy)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</a:t>
            </a:r>
          </a:p>
          <a:p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GEOS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Graphic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Systém)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1986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Commodore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64, později využil Apple II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První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38C5F57-1A4E-4115-8E55-D2930FBBA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814" y="1690689"/>
            <a:ext cx="3327773" cy="249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FBDA761A-E7CD-465E-9164-ACF142CC6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718" y="4242688"/>
            <a:ext cx="30384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FD8F430E-5E65-430E-8CF3-DE9E6FBF2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325" y="4887190"/>
            <a:ext cx="3048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03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Multics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UNIX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Multics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1964 – multitasking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1969 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Jazyk C</a:t>
            </a:r>
          </a:p>
          <a:p>
            <a:pPr lvl="1"/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Multiusers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multitasking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Souborový systém</a:t>
            </a:r>
          </a:p>
          <a:p>
            <a:pPr lvl="1"/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802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98C9CF7-666E-40C0-8176-5C8A7E471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62" y="0"/>
            <a:ext cx="94392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385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Éra osobních počítačů v domácnostech</a:t>
            </a:r>
            <a:endParaRPr lang="cs-CZ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Začátek souboje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Apple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vlastní HW  vlastní OS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MS  IBM HW  vlastní OS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Apple Business Model vs. Microsoft Business Model">
            <a:extLst>
              <a:ext uri="{FF2B5EF4-FFF2-40B4-BE49-F238E27FC236}">
                <a16:creationId xmlns:a16="http://schemas.microsoft.com/office/drawing/2014/main" id="{AC2BE034-A829-498E-9752-CF2689A69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576" y="2753097"/>
            <a:ext cx="5609665" cy="373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886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MS-DOS</a:t>
            </a:r>
            <a:endParaRPr lang="cs-CZ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cs-CZ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Disk </a:t>
            </a:r>
            <a:r>
              <a:rPr lang="cs-CZ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</a:t>
            </a:r>
            <a:r>
              <a:rPr lang="cs-CZ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cs-CZ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cs-CZ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(1974 založen)</a:t>
            </a:r>
          </a:p>
          <a:p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Rebrand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IBM PC DOS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FAT12 – souborový systém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Několik verzí (1–8), postupně přechod z CLI na </a:t>
            </a:r>
            <a:r>
              <a:rPr lang="cs-C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Textové rozhraní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Poslední verze již součástí MS Windows.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CCDD58A-4616-4092-85BC-1FE860188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010" y="0"/>
            <a:ext cx="3032990" cy="3032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34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7" title="Hello, I'm Bill Gates, Chairman of Microsoft">
            <a:hlinkClick r:id="" action="ppaction://media"/>
            <a:extLst>
              <a:ext uri="{FF2B5EF4-FFF2-40B4-BE49-F238E27FC236}">
                <a16:creationId xmlns:a16="http://schemas.microsoft.com/office/drawing/2014/main" id="{66C97CAB-499E-4CCE-9992-5459E3C4ECB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096000" y="2279277"/>
            <a:ext cx="5519269" cy="4139452"/>
          </a:xfrm>
          <a:prstGeom prst="rect">
            <a:avLst/>
          </a:prstGeom>
        </p:spPr>
      </p:pic>
      <p:pic>
        <p:nvPicPr>
          <p:cNvPr id="9" name="Online médium 8" title="Microsoft Windows 1.0 with Steve Ballmer (1986)">
            <a:hlinkClick r:id="" action="ppaction://media"/>
            <a:extLst>
              <a:ext uri="{FF2B5EF4-FFF2-40B4-BE49-F238E27FC236}">
                <a16:creationId xmlns:a16="http://schemas.microsoft.com/office/drawing/2014/main" id="{1F944B1D-3DD6-4CD9-9737-2D89867ACC43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355599" y="333663"/>
            <a:ext cx="5519269" cy="413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87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 Windows</a:t>
            </a:r>
            <a:endParaRPr lang="cs-CZ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 1985 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nárust GUI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Postupně začala drtit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MaC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OS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Od 3 verze Windows – konec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DOSu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72469A5-FD32-43E1-9FA5-97290A7C3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046" y="2900218"/>
            <a:ext cx="4803369" cy="359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133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édium 1" title="1979 Apple ][ Commercial">
            <a:hlinkClick r:id="" action="ppaction://media"/>
            <a:extLst>
              <a:ext uri="{FF2B5EF4-FFF2-40B4-BE49-F238E27FC236}">
                <a16:creationId xmlns:a16="http://schemas.microsoft.com/office/drawing/2014/main" id="{056C29E2-C947-4F87-B83F-9241E863DB6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55600" y="253252"/>
            <a:ext cx="5351931" cy="4013948"/>
          </a:xfrm>
          <a:prstGeom prst="rect">
            <a:avLst/>
          </a:prstGeom>
        </p:spPr>
      </p:pic>
      <p:pic>
        <p:nvPicPr>
          <p:cNvPr id="3" name="Online médium 2" title="1984 Apple's Macintosh Commercial (HD)">
            <a:hlinkClick r:id="" action="ppaction://media"/>
            <a:extLst>
              <a:ext uri="{FF2B5EF4-FFF2-40B4-BE49-F238E27FC236}">
                <a16:creationId xmlns:a16="http://schemas.microsoft.com/office/drawing/2014/main" id="{2319A7FB-7D8C-42AC-B9B1-AEE5C7093EE5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096000" y="2439521"/>
            <a:ext cx="5629835" cy="422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3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6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</a:t>
            </a:r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 OS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1984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Pro Macintosh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family</a:t>
            </a:r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8D4ADD0-703B-445E-AE3F-0AA219E01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752" y="2958351"/>
            <a:ext cx="4808071" cy="3606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1783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nline médium 7" title="Steve Jobs introduces iPhone in 2007">
            <a:hlinkClick r:id="" action="ppaction://media"/>
            <a:extLst>
              <a:ext uri="{FF2B5EF4-FFF2-40B4-BE49-F238E27FC236}">
                <a16:creationId xmlns:a16="http://schemas.microsoft.com/office/drawing/2014/main" id="{55077288-9279-4878-A2FE-9920306F1B5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42947" y="517525"/>
            <a:ext cx="10306106" cy="582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34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F5BCA2-372B-4B50-AA7E-26EF640D8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</p:txBody>
      </p:sp>
      <p:sp>
        <p:nvSpPr>
          <p:cNvPr id="5" name="Zástupný obsah 2">
            <a:extLst>
              <a:ext uri="{FF2B5EF4-FFF2-40B4-BE49-F238E27FC236}">
                <a16:creationId xmlns:a16="http://schemas.microsoft.com/office/drawing/2014/main" id="{86CBB9E9-6DE7-44F6-96C0-5BA33FBF5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19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1991 – Linus </a:t>
            </a:r>
            <a:r>
              <a:rPr lang="cs-CZ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Torvald</a:t>
            </a:r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na Unixu</a:t>
            </a:r>
          </a:p>
          <a:p>
            <a:r>
              <a:rPr lang="cs-CZ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Jádro OS – lišší se dle distribuce</a:t>
            </a:r>
          </a:p>
          <a:p>
            <a:endParaRPr lang="cs-CZ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pic>
        <p:nvPicPr>
          <p:cNvPr id="2050" name="Picture 2" descr="Linux – Wikipedie">
            <a:extLst>
              <a:ext uri="{FF2B5EF4-FFF2-40B4-BE49-F238E27FC236}">
                <a16:creationId xmlns:a16="http://schemas.microsoft.com/office/drawing/2014/main" id="{ABCC6ADA-3686-44F1-9E76-83550BA24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124" y="2623127"/>
            <a:ext cx="3240676" cy="386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827761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274</Words>
  <Application>Microsoft Office PowerPoint</Application>
  <PresentationFormat>Širokoúhlá obrazovka</PresentationFormat>
  <Paragraphs>60</Paragraphs>
  <Slides>16</Slides>
  <Notes>0</Notes>
  <HiddenSlides>0</HiddenSlides>
  <MMClips>5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Motiv Office</vt:lpstr>
      <vt:lpstr>Historie OS</vt:lpstr>
      <vt:lpstr>Proč vytvářet OS?</vt:lpstr>
      <vt:lpstr>První OS – GM-NAA I/O</vt:lpstr>
      <vt:lpstr>OS pro IBM</vt:lpstr>
      <vt:lpstr>OS pro osobní počítače (PC)</vt:lpstr>
      <vt:lpstr>OS pro osobní počítače</vt:lpstr>
      <vt:lpstr>Multics a UNIX</vt:lpstr>
      <vt:lpstr>Prezentace aplikace PowerPoint</vt:lpstr>
      <vt:lpstr>Éra osobních počítačů v domácnostech</vt:lpstr>
      <vt:lpstr>MS-DOS</vt:lpstr>
      <vt:lpstr>Prezentace aplikace PowerPoint</vt:lpstr>
      <vt:lpstr>MS Windows</vt:lpstr>
      <vt:lpstr>Prezentace aplikace PowerPoint</vt:lpstr>
      <vt:lpstr>Classic Mac OS</vt:lpstr>
      <vt:lpstr>Prezentace aplikace PowerPoint</vt:lpstr>
      <vt:lpstr>Linux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Operační systémy</dc:title>
  <dc:creator>Mottl Jan</dc:creator>
  <cp:lastModifiedBy>Mottl Jan</cp:lastModifiedBy>
  <cp:revision>99</cp:revision>
  <dcterms:created xsi:type="dcterms:W3CDTF">2020-09-17T19:44:13Z</dcterms:created>
  <dcterms:modified xsi:type="dcterms:W3CDTF">2022-11-30T09:19:51Z</dcterms:modified>
</cp:coreProperties>
</file>