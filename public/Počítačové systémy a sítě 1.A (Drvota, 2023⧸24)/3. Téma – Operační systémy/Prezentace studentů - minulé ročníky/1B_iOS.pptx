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D0CFBB-F3A1-2888-1159-25CEE8B250B3}" v="22" dt="2022-11-21T08:43:04.986"/>
    <p1510:client id="{48DCE81D-EF12-DC6E-DF8C-B29677F265B0}" v="2" dt="2022-11-21T08:05:26.598"/>
    <p1510:client id="{4BDF2568-110B-400F-8217-3C77EB5F8790}" vWet="4" dt="2022-11-21T08:05:27.239"/>
    <p1510:client id="{9024693D-82FF-D492-7380-2FE9DB516DC3}" v="10" dt="2022-11-21T08:10:31.791"/>
    <p1510:client id="{F591CFA6-8967-62B7-AFCD-52B29E8297AB}" v="119" dt="2022-11-21T08:24:08.534"/>
    <p1510:client id="{FCA2B36A-8BB3-CF29-A593-36FC81C3868C}" v="222" dt="2022-11-21T08:14:10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8BE084-5051-2AE7-743F-CA49708CF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C31F854-73AB-4E86-E353-83F63A3552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8426FCE-758E-46D5-B5F7-DBE1CD28A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2082C-1858-4D6A-B371-D2F9254754B4}" type="datetimeFigureOut">
              <a:rPr lang="cs-CZ" smtClean="0"/>
              <a:t>21.11.2022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1D6F7A5-CDE9-0DBF-1129-AC347CC9A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DDCE0C3-5BD3-9E6D-9F35-D79269D02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ED7-5A43-4363-A0A6-32B8250BD9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2486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6F3E4C-E57E-3189-8D21-960AA363A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A39351-343D-E7F0-85CA-8E45717E4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7F4ED4-F991-87B7-3108-845642EBD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2082C-1858-4D6A-B371-D2F9254754B4}" type="datetimeFigureOut">
              <a:rPr lang="cs-CZ" smtClean="0"/>
              <a:t>21.11.2022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2D9F579-DD31-9A00-D3E8-7A49C44AF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13E804E-6AAB-D345-7A15-CF56623A0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ED7-5A43-4363-A0A6-32B8250BD9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3765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D58AEC-07D9-06EB-C17E-2AB4F52DA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8C86C12-F531-8E29-857C-50A7B0198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3214D09-C622-31DB-22B7-EE774B3B4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2082C-1858-4D6A-B371-D2F9254754B4}" type="datetimeFigureOut">
              <a:rPr lang="cs-CZ" smtClean="0"/>
              <a:t>21.11.2022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F504DF7-7C79-7BD5-5374-A37C76A9E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5B3D77-F783-A3DD-BFEC-DEF6D361F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ED7-5A43-4363-A0A6-32B8250BD9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17775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C8540C-0A5F-A3CF-1D07-158C1DC36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08F0C8B-FF3A-CB07-9D00-95A0ED4808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82A01EE9-7B40-816C-9D47-FE1F7705F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200C4D0-867C-22E0-3631-BADC72DF0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2082C-1858-4D6A-B371-D2F9254754B4}" type="datetimeFigureOut">
              <a:rPr lang="cs-CZ" smtClean="0"/>
              <a:t>21.11.2022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1B5DA1D-EE98-D419-376E-D9A75F422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8E397F0-82DA-E9A1-9E7A-14D8A318D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ED7-5A43-4363-A0A6-32B8250BD9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1810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8B8F9F-7D47-8CAF-622E-3EBF64C0C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F525BC5-9712-A5FC-A0E0-1BDC991AD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6B9BCA1-E9F1-86F0-2E18-9963CB997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5A573DE-A5BB-1CAD-F5FE-A80EB52DD5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7CBD141E-4FE4-CF61-16EB-67388E22AC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453684F0-F6EE-5F6F-332E-61D3B475D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2082C-1858-4D6A-B371-D2F9254754B4}" type="datetimeFigureOut">
              <a:rPr lang="cs-CZ" smtClean="0"/>
              <a:t>21.11.2022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15899A41-913D-D0E4-228A-60ADE228A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0CACBD9E-013D-B44B-9B8D-D6675E4E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ED7-5A43-4363-A0A6-32B8250BD9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886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38AE3C-38B7-3126-E9C6-ABA4D36B2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E074CAB8-3B31-27D2-A4C1-18D145E95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2082C-1858-4D6A-B371-D2F9254754B4}" type="datetimeFigureOut">
              <a:rPr lang="cs-CZ" smtClean="0"/>
              <a:t>21.11.2022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588C18D-37C5-C3F6-17C0-F9D8BC927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F32C33D-8DA3-8B66-CC76-44A85CEAE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ED7-5A43-4363-A0A6-32B8250BD9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93658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9BD25ABD-3B04-27CE-1789-DD250D52D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2082C-1858-4D6A-B371-D2F9254754B4}" type="datetimeFigureOut">
              <a:rPr lang="cs-CZ" smtClean="0"/>
              <a:t>21.11.2022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E566EC9E-09DE-0D40-DB2E-7057BCFF6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5745D71-D1A7-0676-C4D3-37B231CD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ED7-5A43-4363-A0A6-32B8250BD9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196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60C3F7-FEE1-49D2-088C-06EFCD66F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CCC29AD-84F8-0E27-C94E-383F941C4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AA02910-AB4F-9A67-0691-B69F4F697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BC7EC9B-A499-3544-DC5D-8419A6BA7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2082C-1858-4D6A-B371-D2F9254754B4}" type="datetimeFigureOut">
              <a:rPr lang="cs-CZ" smtClean="0"/>
              <a:t>21.11.2022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99DF4D8-4B32-91A1-02F2-57468163D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7132373-F8E9-99F5-C652-9B748C0FE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ED7-5A43-4363-A0A6-32B8250BD9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38828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46AFAA-5C9B-0237-F276-B110EC5F8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2CCFFE49-56E1-65CE-3B27-F36CF8DA0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B2A1C35-C5ED-FBCC-F281-BA26121CFE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6ADB1F5-C06F-8757-68C0-6056E4307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2082C-1858-4D6A-B371-D2F9254754B4}" type="datetimeFigureOut">
              <a:rPr lang="cs-CZ" smtClean="0"/>
              <a:t>21.11.2022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46B39F4-FCF2-B855-F3F3-BC6C09519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0713EB1-9749-D4CC-6AB8-1DA42CEE3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ED7-5A43-4363-A0A6-32B8250BD9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97474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38D308-FFF1-F8AA-67B8-1AF25D82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EC8A926-2421-B842-7804-E5660854C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95138E1-FB1B-2522-D765-58CEEB194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2082C-1858-4D6A-B371-D2F9254754B4}" type="datetimeFigureOut">
              <a:rPr lang="cs-CZ" smtClean="0"/>
              <a:t>21.11.2022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B216C12-CBB8-C7E4-5088-DA14538AF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F2C858D-6774-6DC2-9269-772E701B0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ED7-5A43-4363-A0A6-32B8250BD9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8226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BECC76C-F2F6-4994-F05E-8A6969291E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630FE3DC-6605-BF51-E90D-D01F45B16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A42B7E7-0770-D293-1274-B1C12990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2082C-1858-4D6A-B371-D2F9254754B4}" type="datetimeFigureOut">
              <a:rPr lang="cs-CZ" smtClean="0"/>
              <a:t>21.11.2022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8469BBB-439C-0259-2F94-F92CB086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4EA3476-4F01-B713-5E6C-19E574F00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ED7-5A43-4363-A0A6-32B8250BD9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4240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0BBE9404-9A46-07D8-DA0E-BF04BC226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B93C9A1-27F1-66DA-4E53-2A9CD8E91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3C6F71A-2C52-8AC7-4910-4EC3CA1233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2082C-1858-4D6A-B371-D2F9254754B4}" type="datetimeFigureOut">
              <a:rPr lang="cs-CZ" smtClean="0"/>
              <a:t>21.11.2022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6F2A525-B928-88FB-6BA7-EE3F454A8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097320F-56B4-2737-8AC2-5AC8A0501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E8ED7-5A43-4363-A0A6-32B8250BD93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6833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s.wikipedia.org/wiki/IOS" TargetMode="External"/><Relationship Id="rId2" Type="http://schemas.openxmlformats.org/officeDocument/2006/relationships/hyperlink" Target="https://www.anymp4.com/mobile/how-to-jailbreak-iphon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s.wikipedia.org/wiki/Jailbrea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F044768-F915-D4E3-BB06-36EEECF37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030" y="1209220"/>
            <a:ext cx="9147940" cy="2337238"/>
          </a:xfrm>
        </p:spPr>
        <p:txBody>
          <a:bodyPr anchor="b">
            <a:normAutofit/>
          </a:bodyPr>
          <a:lstStyle/>
          <a:p>
            <a:r>
              <a:rPr lang="cs-CZ" sz="6600">
                <a:solidFill>
                  <a:srgbClr val="FFFFFF"/>
                </a:solidFill>
              </a:rPr>
              <a:t>iOS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365FE3A-EF0D-095A-F0E1-94FD9E802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030" y="3605577"/>
            <a:ext cx="9147940" cy="1324303"/>
          </a:xfrm>
        </p:spPr>
        <p:txBody>
          <a:bodyPr anchor="t">
            <a:normAutofit/>
          </a:bodyPr>
          <a:lstStyle/>
          <a:p>
            <a:r>
              <a:rPr lang="cs-CZ" sz="2000">
                <a:solidFill>
                  <a:srgbClr val="FFFFFF"/>
                </a:solidFill>
              </a:rPr>
              <a:t>Filip </a:t>
            </a:r>
            <a:r>
              <a:rPr lang="cs-CZ" sz="2000" err="1">
                <a:solidFill>
                  <a:srgbClr val="FFFFFF"/>
                </a:solidFill>
              </a:rPr>
              <a:t>Grafek</a:t>
            </a:r>
            <a:r>
              <a:rPr lang="cs-CZ" sz="2000">
                <a:solidFill>
                  <a:srgbClr val="FFFFFF"/>
                </a:solidFill>
              </a:rPr>
              <a:t>, Václav Pavlíček, Filip Hruban</a:t>
            </a:r>
          </a:p>
        </p:txBody>
      </p:sp>
      <p:sp>
        <p:nvSpPr>
          <p:cNvPr id="10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738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615CD964-D6C3-3EC9-A2FC-59A523FAC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43" y="2221500"/>
            <a:ext cx="5221625" cy="2415001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ECDC6E2-389B-71D9-D46F-59FF1401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r>
              <a:rPr lang="cs-CZ">
                <a:solidFill>
                  <a:schemeClr val="tx1">
                    <a:alpha val="80000"/>
                  </a:schemeClr>
                </a:solidFill>
              </a:rPr>
              <a:t>Založen v roce 2007</a:t>
            </a:r>
          </a:p>
          <a:p>
            <a:r>
              <a:rPr lang="cs-CZ">
                <a:solidFill>
                  <a:schemeClr val="tx1">
                    <a:alpha val="80000"/>
                  </a:schemeClr>
                </a:solidFill>
              </a:rPr>
              <a:t>Založen společností </a:t>
            </a:r>
            <a:r>
              <a:rPr lang="cs-CZ" err="1">
                <a:solidFill>
                  <a:schemeClr val="tx1">
                    <a:alpha val="80000"/>
                  </a:schemeClr>
                </a:solidFill>
              </a:rPr>
              <a:t>apple</a:t>
            </a:r>
            <a:endParaRPr lang="cs-CZ">
              <a:solidFill>
                <a:schemeClr val="tx1">
                  <a:alpha val="80000"/>
                </a:schemeClr>
              </a:solidFill>
            </a:endParaRPr>
          </a:p>
          <a:p>
            <a:r>
              <a:rPr lang="cs-CZ">
                <a:solidFill>
                  <a:schemeClr val="tx1">
                    <a:alpha val="80000"/>
                  </a:schemeClr>
                </a:solidFill>
              </a:rPr>
              <a:t>Nejdříve </a:t>
            </a:r>
            <a:r>
              <a:rPr lang="cs-CZ" err="1">
                <a:solidFill>
                  <a:schemeClr val="tx1">
                    <a:alpha val="80000"/>
                  </a:schemeClr>
                </a:solidFill>
              </a:rPr>
              <a:t>Iphone</a:t>
            </a:r>
            <a:r>
              <a:rPr lang="cs-CZ">
                <a:solidFill>
                  <a:schemeClr val="tx1">
                    <a:alpha val="80000"/>
                  </a:schemeClr>
                </a:solidFill>
              </a:rPr>
              <a:t> OS </a:t>
            </a:r>
          </a:p>
          <a:p>
            <a:r>
              <a:rPr lang="cs-CZ">
                <a:solidFill>
                  <a:schemeClr val="tx1">
                    <a:alpha val="80000"/>
                  </a:schemeClr>
                </a:solidFill>
              </a:rPr>
              <a:t>pouze na Apple produkty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6523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1E7530-396C-45F0-92F4-A885648D1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5CC08E65-860F-6A66-38FC-F062088061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118"/>
          <a:stretch/>
        </p:blipFill>
        <p:spPr>
          <a:xfrm>
            <a:off x="603671" y="-1"/>
            <a:ext cx="11588329" cy="685799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419898" cy="685800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"/>
            <a:ext cx="606972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1DE8B58-F373-409E-A253-4380A6609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88720" y="73152"/>
            <a:ext cx="1178966" cy="232963"/>
            <a:chOff x="1188720" y="73152"/>
            <a:chExt cx="1178966" cy="232963"/>
          </a:xfrm>
        </p:grpSpPr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F5ACE265-D22D-48CC-99DE-EB81AE922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8541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6FE80EEA-F4ED-4436-8861-0BEAAEFE76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8541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C3642BC8-86E8-47D0-8846-3E4D49E4B4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3586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82D35214-3634-4180-BF0E-45B614516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3586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15BE89E6-3D1C-42B5-A950-E72889F8B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38631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473771CC-5097-4E08-9606-24B0BC9A0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38631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BE872634-00DA-47BD-880D-5C05FFADC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3675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F151F5C-DE9B-460E-BC51-471F4A8A5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3675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34557B8A-4D2F-4D0D-B746-59EA85318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8720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C764CD8E-E409-4E9B-8E87-746DDE36D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8720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8E27A01D-2F01-4286-9453-3FBF6E84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13318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460487A5-12EB-422E-9588-8FF06FAF73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13318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7D522D20-C9F7-4B34-9066-4B43ADAAB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188363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97B04F2C-295B-447A-8941-0AD4F5551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188363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64">
              <a:extLst>
                <a:ext uri="{FF2B5EF4-FFF2-40B4-BE49-F238E27FC236}">
                  <a16:creationId xmlns:a16="http://schemas.microsoft.com/office/drawing/2014/main" id="{17D7FF91-B366-4534-B9B4-5710926EE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63408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66">
              <a:extLst>
                <a:ext uri="{FF2B5EF4-FFF2-40B4-BE49-F238E27FC236}">
                  <a16:creationId xmlns:a16="http://schemas.microsoft.com/office/drawing/2014/main" id="{B5B8116C-ADD9-4826-9C37-270377E8F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63408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64">
              <a:extLst>
                <a:ext uri="{FF2B5EF4-FFF2-40B4-BE49-F238E27FC236}">
                  <a16:creationId xmlns:a16="http://schemas.microsoft.com/office/drawing/2014/main" id="{22D01D96-8DB8-40BF-83AC-4CA49EC263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8452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66">
              <a:extLst>
                <a:ext uri="{FF2B5EF4-FFF2-40B4-BE49-F238E27FC236}">
                  <a16:creationId xmlns:a16="http://schemas.microsoft.com/office/drawing/2014/main" id="{44B584CD-5E60-4B15-847C-B30D15DA1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8452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64">
              <a:extLst>
                <a:ext uri="{FF2B5EF4-FFF2-40B4-BE49-F238E27FC236}">
                  <a16:creationId xmlns:a16="http://schemas.microsoft.com/office/drawing/2014/main" id="{CF2BB7DC-B968-4F0B-9748-BF0E6E297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13497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66">
              <a:extLst>
                <a:ext uri="{FF2B5EF4-FFF2-40B4-BE49-F238E27FC236}">
                  <a16:creationId xmlns:a16="http://schemas.microsoft.com/office/drawing/2014/main" id="{CF12C159-3F09-4861-9450-ECD5DB310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13497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233984"/>
            <a:ext cx="606972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91C6DE1-6B70-411B-A740-B5DF69A95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6649" y="3379979"/>
            <a:ext cx="3874685" cy="3186359"/>
          </a:xfrm>
        </p:spPr>
        <p:txBody>
          <a:bodyPr anchor="ctr">
            <a:normAutofit/>
          </a:bodyPr>
          <a:lstStyle/>
          <a:p>
            <a:r>
              <a:rPr lang="cs-CZ" sz="1800">
                <a:solidFill>
                  <a:schemeClr val="bg1"/>
                </a:solidFill>
              </a:rPr>
              <a:t>Používá ho: Apple, Ipod, Ipad i TV</a:t>
            </a:r>
          </a:p>
          <a:p>
            <a:r>
              <a:rPr lang="cs-CZ" sz="1800">
                <a:solidFill>
                  <a:schemeClr val="bg1"/>
                </a:solidFill>
              </a:rPr>
              <a:t>Nejnovější verze IOS 16.2 (beta)</a:t>
            </a:r>
          </a:p>
          <a:p>
            <a:r>
              <a:rPr lang="cs-CZ" sz="1800">
                <a:solidFill>
                  <a:schemeClr val="bg1"/>
                </a:solidFill>
              </a:rPr>
              <a:t>ICloud</a:t>
            </a:r>
          </a:p>
          <a:p>
            <a:r>
              <a:rPr lang="cs-CZ" sz="1800">
                <a:solidFill>
                  <a:schemeClr val="bg1"/>
                </a:solidFill>
              </a:rPr>
              <a:t>Vysoké zabezpečení</a:t>
            </a:r>
          </a:p>
          <a:p>
            <a:r>
              <a:rPr lang="cs-CZ" sz="1800">
                <a:solidFill>
                  <a:schemeClr val="bg1"/>
                </a:solidFill>
              </a:rPr>
              <a:t>Jde stahovat pouze z apple store</a:t>
            </a:r>
          </a:p>
          <a:p>
            <a:pPr marL="0" indent="0">
              <a:buNone/>
            </a:pPr>
            <a:endParaRPr lang="cs-CZ" sz="1800">
              <a:solidFill>
                <a:schemeClr val="bg1"/>
              </a:solidFill>
            </a:endParaRPr>
          </a:p>
          <a:p>
            <a:endParaRPr lang="cs-CZ" sz="180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cs-CZ" sz="180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cs-CZ" sz="180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cs-CZ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92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large_2x">
            <a:hlinkClick r:id="" action="ppaction://media"/>
            <a:extLst>
              <a:ext uri="{FF2B5EF4-FFF2-40B4-BE49-F238E27FC236}">
                <a16:creationId xmlns:a16="http://schemas.microsoft.com/office/drawing/2014/main" id="{729D0EE3-3813-99C0-1798-785D449CB41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42566" y="299509"/>
            <a:ext cx="2894779" cy="6258983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9AEAD1A-9C4D-952D-398D-267177FB2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6454" y="2645922"/>
            <a:ext cx="5610219" cy="3710427"/>
          </a:xfrm>
        </p:spPr>
        <p:txBody>
          <a:bodyPr anchor="t">
            <a:normAutofit/>
          </a:bodyPr>
          <a:lstStyle/>
          <a:p>
            <a:r>
              <a:rPr lang="cs-CZ">
                <a:solidFill>
                  <a:schemeClr val="tx1">
                    <a:alpha val="80000"/>
                  </a:schemeClr>
                </a:solidFill>
              </a:rPr>
              <a:t>iOS 16.2 (beta), co přináší : </a:t>
            </a:r>
          </a:p>
          <a:p>
            <a:pPr lvl="2"/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Velká úprava zamykací obrazovky</a:t>
            </a:r>
          </a:p>
          <a:p>
            <a:pPr lvl="2"/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Dodatečné úpravy zpráv</a:t>
            </a:r>
          </a:p>
          <a:p>
            <a:pPr lvl="2"/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Režim soustředění</a:t>
            </a:r>
          </a:p>
          <a:p>
            <a:pPr lvl="2"/>
            <a:r>
              <a:rPr lang="cs-CZ" sz="2400">
                <a:solidFill>
                  <a:schemeClr val="tx1">
                    <a:alpha val="80000"/>
                  </a:schemeClr>
                </a:solidFill>
              </a:rPr>
              <a:t>Inteligence</a:t>
            </a:r>
          </a:p>
          <a:p>
            <a:pPr lvl="2"/>
            <a:endParaRPr lang="cs-CZ" sz="2400">
              <a:solidFill>
                <a:schemeClr val="tx1">
                  <a:alpha val="80000"/>
                </a:schemeClr>
              </a:solidFill>
            </a:endParaRPr>
          </a:p>
          <a:p>
            <a:pPr lvl="4"/>
            <a:endParaRPr lang="cs-CZ" sz="2000">
              <a:solidFill>
                <a:schemeClr val="tx1">
                  <a:alpha val="80000"/>
                </a:schemeClr>
              </a:solidFill>
            </a:endParaRPr>
          </a:p>
          <a:p>
            <a:pPr lvl="4"/>
            <a:endParaRPr lang="cs-CZ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1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058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801168-0B0B-DED0-865E-9BD53E41C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226"/>
            <a:ext cx="10515600" cy="1325563"/>
          </a:xfrm>
        </p:spPr>
        <p:txBody>
          <a:bodyPr/>
          <a:lstStyle/>
          <a:p>
            <a:r>
              <a:rPr lang="cs-CZ">
                <a:solidFill>
                  <a:srgbClr val="FF33CC"/>
                </a:solidFill>
              </a:rPr>
              <a:t>Inteligence</a:t>
            </a:r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A9442AE9-6377-5F76-E2B3-219D76F4D7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80" y="3009901"/>
            <a:ext cx="7363605" cy="4000500"/>
          </a:xfrm>
        </p:spPr>
      </p:pic>
      <p:pic>
        <p:nvPicPr>
          <p:cNvPr id="7" name="Obrázek 6" descr="Obsah obrázku text, pes, země, savci&#10;&#10;Popis byl vytvořen automaticky">
            <a:extLst>
              <a:ext uri="{FF2B5EF4-FFF2-40B4-BE49-F238E27FC236}">
                <a16:creationId xmlns:a16="http://schemas.microsoft.com/office/drawing/2014/main" id="{E7238CA2-7332-55B4-4FB0-4DBDAE0027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712" y="110202"/>
            <a:ext cx="4016088" cy="663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010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9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AF0CC16-BA40-1B24-52C7-3158BE351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JailBreak/Root iOS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50CD960-C0B3-F70C-2F0D-26C379847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JailBreak</a:t>
            </a:r>
          </a:p>
          <a:p>
            <a:r>
              <a:rPr lang="en-US" sz="2000"/>
              <a:t>Software </a:t>
            </a:r>
          </a:p>
          <a:p>
            <a:endParaRPr lang="en-US" sz="2000"/>
          </a:p>
          <a:p>
            <a:endParaRPr lang="en-US" sz="2000"/>
          </a:p>
          <a:p>
            <a:r>
              <a:rPr lang="en-US" sz="2000"/>
              <a:t>Výhody JailBreaku</a:t>
            </a:r>
          </a:p>
          <a:p>
            <a:r>
              <a:rPr lang="en-US" sz="2000"/>
              <a:t>Nevýhody JailBreaku</a:t>
            </a:r>
          </a:p>
          <a:p>
            <a:endParaRPr lang="en-US" sz="2000"/>
          </a:p>
        </p:txBody>
      </p:sp>
      <p:cxnSp>
        <p:nvCxnSpPr>
          <p:cNvPr id="17" name="Straight Connector 11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ovéPole 4">
            <a:extLst>
              <a:ext uri="{FF2B5EF4-FFF2-40B4-BE49-F238E27FC236}">
                <a16:creationId xmlns:a16="http://schemas.microsoft.com/office/drawing/2014/main" id="{EC4AB9E4-1A9E-702D-F39E-CFACA93AAAC0}"/>
              </a:ext>
            </a:extLst>
          </p:cNvPr>
          <p:cNvSpPr txBox="1"/>
          <p:nvPr/>
        </p:nvSpPr>
        <p:spPr>
          <a:xfrm>
            <a:off x="8451604" y="1412489"/>
            <a:ext cx="3197701" cy="436384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Unc0ver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Checkra1n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B40CF924-D1FB-E83F-4BE3-7C41B4D8194E}"/>
              </a:ext>
            </a:extLst>
          </p:cNvPr>
          <p:cNvSpPr txBox="1"/>
          <p:nvPr/>
        </p:nvSpPr>
        <p:spPr>
          <a:xfrm>
            <a:off x="1515340" y="2958522"/>
            <a:ext cx="354156" cy="408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8906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A5DFFCE-23BB-6371-1C73-196FBF072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cs-CZ" sz="5600">
                <a:cs typeface="Calibri Light"/>
              </a:rPr>
              <a:t>Diskuze</a:t>
            </a:r>
            <a:endParaRPr lang="cs-CZ" sz="5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mart Phone">
            <a:extLst>
              <a:ext uri="{FF2B5EF4-FFF2-40B4-BE49-F238E27FC236}">
                <a16:creationId xmlns:a16="http://schemas.microsoft.com/office/drawing/2014/main" id="{0EEAB229-8675-360A-047E-BEDD05DBD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143" y="818188"/>
            <a:ext cx="5221625" cy="5221625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3F5AE4-DA0C-C240-574C-A8FC2BC09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>
                <a:solidFill>
                  <a:schemeClr val="tx1">
                    <a:alpha val="80000"/>
                  </a:schemeClr>
                </a:solidFill>
                <a:cs typeface="Calibri" panose="020F0502020204030204"/>
              </a:rPr>
              <a:t>Pořídili by jste si nějaké zařízení s iOS</a:t>
            </a:r>
          </a:p>
          <a:p>
            <a:r>
              <a:rPr lang="cs-CZ" sz="2000">
                <a:solidFill>
                  <a:schemeClr val="tx1">
                    <a:alpha val="80000"/>
                  </a:schemeClr>
                </a:solidFill>
                <a:cs typeface="Calibri" panose="020F0502020204030204"/>
              </a:rPr>
              <a:t>Preferujete iOS nebo android</a:t>
            </a:r>
          </a:p>
          <a:p>
            <a:r>
              <a:rPr lang="cs-CZ" sz="2000">
                <a:solidFill>
                  <a:schemeClr val="tx1">
                    <a:alpha val="80000"/>
                  </a:schemeClr>
                </a:solidFill>
                <a:cs typeface="Calibri" panose="020F0502020204030204"/>
              </a:rPr>
              <a:t>Co byste změnili na iOS</a:t>
            </a:r>
          </a:p>
          <a:p>
            <a:endParaRPr lang="cs-CZ" sz="2000">
              <a:solidFill>
                <a:schemeClr val="tx1">
                  <a:alpha val="80000"/>
                </a:schemeClr>
              </a:solidFill>
              <a:cs typeface="Calibri" panose="020F0502020204030204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564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84E7E-3846-012D-B07D-01F465570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cs typeface="Calibri Light"/>
              </a:rPr>
              <a:t>Zdroje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4A326A7-02E3-3C5D-982D-83E88F99A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>
                <a:ea typeface="+mn-lt"/>
                <a:cs typeface="+mn-lt"/>
              </a:rPr>
              <a:t>[2022 </a:t>
            </a:r>
            <a:r>
              <a:rPr lang="cs-CZ" err="1">
                <a:ea typeface="+mn-lt"/>
                <a:cs typeface="+mn-lt"/>
              </a:rPr>
              <a:t>Updated</a:t>
            </a:r>
            <a:r>
              <a:rPr lang="cs-CZ">
                <a:ea typeface="+mn-lt"/>
                <a:cs typeface="+mn-lt"/>
              </a:rPr>
              <a:t>] A Step-by-Step </a:t>
            </a:r>
            <a:r>
              <a:rPr lang="cs-CZ" err="1">
                <a:ea typeface="+mn-lt"/>
                <a:cs typeface="+mn-lt"/>
              </a:rPr>
              <a:t>Guide</a:t>
            </a:r>
            <a:r>
              <a:rPr lang="cs-CZ">
                <a:ea typeface="+mn-lt"/>
                <a:cs typeface="+mn-lt"/>
              </a:rPr>
              <a:t> to </a:t>
            </a:r>
            <a:r>
              <a:rPr lang="cs-CZ" err="1">
                <a:ea typeface="+mn-lt"/>
                <a:cs typeface="+mn-lt"/>
              </a:rPr>
              <a:t>Jailbreak</a:t>
            </a:r>
            <a:r>
              <a:rPr lang="cs-CZ">
                <a:ea typeface="+mn-lt"/>
                <a:cs typeface="+mn-lt"/>
              </a:rPr>
              <a:t> iPhone. </a:t>
            </a:r>
            <a:r>
              <a:rPr lang="cs-CZ" i="1">
                <a:ea typeface="+mn-lt"/>
                <a:cs typeface="+mn-lt"/>
              </a:rPr>
              <a:t>AnyMP4 – Expert on Video/DVD </a:t>
            </a:r>
            <a:r>
              <a:rPr lang="cs-CZ" i="1" err="1">
                <a:ea typeface="+mn-lt"/>
                <a:cs typeface="+mn-lt"/>
              </a:rPr>
              <a:t>Converter</a:t>
            </a:r>
            <a:r>
              <a:rPr lang="cs-CZ" i="1">
                <a:ea typeface="+mn-lt"/>
                <a:cs typeface="+mn-lt"/>
              </a:rPr>
              <a:t> &amp; iPhone Data </a:t>
            </a:r>
            <a:r>
              <a:rPr lang="cs-CZ" i="1" err="1">
                <a:ea typeface="+mn-lt"/>
                <a:cs typeface="+mn-lt"/>
              </a:rPr>
              <a:t>Recovery</a:t>
            </a:r>
            <a:r>
              <a:rPr lang="cs-CZ">
                <a:ea typeface="+mn-lt"/>
                <a:cs typeface="+mn-lt"/>
              </a:rPr>
              <a:t> [online]. Copyright © 2022 AnyMP4 Studio. All </a:t>
            </a:r>
            <a:r>
              <a:rPr lang="cs-CZ" err="1">
                <a:ea typeface="+mn-lt"/>
                <a:cs typeface="+mn-lt"/>
              </a:rPr>
              <a:t>Rights</a:t>
            </a:r>
            <a:r>
              <a:rPr lang="cs-CZ">
                <a:ea typeface="+mn-lt"/>
                <a:cs typeface="+mn-lt"/>
              </a:rPr>
              <a:t> </a:t>
            </a:r>
            <a:r>
              <a:rPr lang="cs-CZ" err="1">
                <a:ea typeface="+mn-lt"/>
                <a:cs typeface="+mn-lt"/>
              </a:rPr>
              <a:t>Reserved</a:t>
            </a:r>
            <a:r>
              <a:rPr lang="cs-CZ">
                <a:ea typeface="+mn-lt"/>
                <a:cs typeface="+mn-lt"/>
              </a:rPr>
              <a:t>. [cit. 21.11.2022]. Dostupné z: </a:t>
            </a:r>
            <a:r>
              <a:rPr lang="cs-CZ">
                <a:ea typeface="+mn-lt"/>
                <a:cs typeface="+mn-lt"/>
                <a:hlinkClick r:id="rId2"/>
              </a:rPr>
              <a:t>https://www.anymp4.com/mobile/how-to-jailbreak-iphone.html</a:t>
            </a:r>
          </a:p>
          <a:p>
            <a:r>
              <a:rPr lang="cs-CZ">
                <a:ea typeface="+mn-lt"/>
                <a:cs typeface="+mn-lt"/>
              </a:rPr>
              <a:t>iOS – Wikipedie. [online]. Dostupné z: </a:t>
            </a:r>
            <a:r>
              <a:rPr lang="cs-CZ">
                <a:ea typeface="+mn-lt"/>
                <a:cs typeface="+mn-lt"/>
                <a:hlinkClick r:id="rId3"/>
              </a:rPr>
              <a:t>https://cs.wikipedia.org/wiki/IOS</a:t>
            </a:r>
            <a:endParaRPr lang="cs-CZ">
              <a:ea typeface="+mn-lt"/>
              <a:cs typeface="+mn-lt"/>
            </a:endParaRPr>
          </a:p>
          <a:p>
            <a:r>
              <a:rPr lang="cs-CZ" err="1">
                <a:ea typeface="+mn-lt"/>
                <a:cs typeface="+mn-lt"/>
              </a:rPr>
              <a:t>Jailbreak</a:t>
            </a:r>
            <a:r>
              <a:rPr lang="cs-CZ">
                <a:ea typeface="+mn-lt"/>
                <a:cs typeface="+mn-lt"/>
              </a:rPr>
              <a:t> – Wikipedie. [online]. Dostupné z: </a:t>
            </a:r>
            <a:r>
              <a:rPr lang="cs-CZ">
                <a:ea typeface="+mn-lt"/>
                <a:cs typeface="+mn-lt"/>
                <a:hlinkClick r:id="rId4"/>
              </a:rPr>
              <a:t>https://cs.wikipedia.org/wiki/Jailbreak</a:t>
            </a:r>
            <a:endParaRPr lang="cs-CZ">
              <a:ea typeface="+mn-lt"/>
              <a:cs typeface="+mn-lt"/>
            </a:endParaRPr>
          </a:p>
          <a:p>
            <a:endParaRPr lang="cs-CZ">
              <a:ea typeface="+mn-lt"/>
              <a:cs typeface="+mn-lt"/>
            </a:endParaRPr>
          </a:p>
          <a:p>
            <a:endParaRPr lang="cs-CZ">
              <a:ea typeface="+mn-lt"/>
              <a:cs typeface="+mn-lt"/>
            </a:endParaRPr>
          </a:p>
          <a:p>
            <a:endParaRPr lang="cs-CZ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3590160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BB9824D9504AE49A61F66C1EADB70E1" ma:contentTypeVersion="5" ma:contentTypeDescription="Vytvoří nový dokument" ma:contentTypeScope="" ma:versionID="8ffa8fc89b63a5ce36547a61f81c5795">
  <xsd:schema xmlns:xsd="http://www.w3.org/2001/XMLSchema" xmlns:xs="http://www.w3.org/2001/XMLSchema" xmlns:p="http://schemas.microsoft.com/office/2006/metadata/properties" xmlns:ns3="2fdf368a-f443-49d9-8039-a87943f25e5e" xmlns:ns4="5df54dde-d18f-4bad-8f22-5569bd684ca8" targetNamespace="http://schemas.microsoft.com/office/2006/metadata/properties" ma:root="true" ma:fieldsID="37c383acaef9ad70e050263c850a8f87" ns3:_="" ns4:_="">
    <xsd:import namespace="2fdf368a-f443-49d9-8039-a87943f25e5e"/>
    <xsd:import namespace="5df54dde-d18f-4bad-8f22-5569bd684ca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f368a-f443-49d9-8039-a87943f25e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f54dde-d18f-4bad-8f22-5569bd684ca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FBA9C3F-56D5-4447-AE76-8E1B80DEA786}">
  <ds:schemaRefs>
    <ds:schemaRef ds:uri="2fdf368a-f443-49d9-8039-a87943f25e5e"/>
    <ds:schemaRef ds:uri="5df54dde-d18f-4bad-8f22-5569bd684ca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850EDFB-F3B4-4DBD-A084-DFCE607411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1CEAC-BE9A-491D-BDA3-E2952A77AE9C}">
  <ds:schemaRefs>
    <ds:schemaRef ds:uri="2fdf368a-f443-49d9-8039-a87943f25e5e"/>
    <ds:schemaRef ds:uri="5df54dde-d18f-4bad-8f22-5569bd684c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Microsoft Office PowerPoint</Application>
  <PresentationFormat>Širokoúhlá obrazovka</PresentationFormat>
  <Paragraphs>39</Paragraphs>
  <Slides>8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Motiv Office</vt:lpstr>
      <vt:lpstr>iOS</vt:lpstr>
      <vt:lpstr>Prezentace aplikace PowerPoint</vt:lpstr>
      <vt:lpstr>Prezentace aplikace PowerPoint</vt:lpstr>
      <vt:lpstr>Prezentace aplikace PowerPoint</vt:lpstr>
      <vt:lpstr>Inteligence</vt:lpstr>
      <vt:lpstr>JailBreak/Root iOS</vt:lpstr>
      <vt:lpstr>Diskuze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iOS</dc:title>
  <dc:creator>Filip GRAFEK</dc:creator>
  <cp:lastModifiedBy>Filip GRAFEK</cp:lastModifiedBy>
  <cp:revision>18</cp:revision>
  <dcterms:created xsi:type="dcterms:W3CDTF">2022-11-21T07:02:21Z</dcterms:created>
  <dcterms:modified xsi:type="dcterms:W3CDTF">2022-11-21T09:21:15Z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0x0101001BB9824D9504AE49A61F66C1EADB70E1</vt:lpwstr>
  </property>
</Properties>
</file>