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59" r:id="rId4"/>
    <p:sldId id="260" r:id="rId5"/>
    <p:sldId id="267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E86ACED-FA0E-9424-3CDF-A06FB9721328}" name="Matyáš TÁZLAR" initials="MT" userId="S::tazlma@delta-studenti.cz::9cf2e68f-1354-42ac-89ec-956aa5abc16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3" autoAdjust="0"/>
    <p:restoredTop sz="94660"/>
  </p:normalViewPr>
  <p:slideViewPr>
    <p:cSldViewPr snapToGrid="0">
      <p:cViewPr varScale="1">
        <p:scale>
          <a:sx n="72" d="100"/>
          <a:sy n="72" d="100"/>
        </p:scale>
        <p:origin x="64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8/10/relationships/authors" Target="authors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Android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Sheet1!$A$2:$A$167</c:f>
              <c:numCache>
                <c:formatCode>m/d/yyyy</c:formatCode>
                <c:ptCount val="166"/>
                <c:pt idx="0">
                  <c:v>39814</c:v>
                </c:pt>
                <c:pt idx="1">
                  <c:v>39845</c:v>
                </c:pt>
                <c:pt idx="2">
                  <c:v>39873</c:v>
                </c:pt>
                <c:pt idx="3">
                  <c:v>39904</c:v>
                </c:pt>
                <c:pt idx="4">
                  <c:v>39934</c:v>
                </c:pt>
                <c:pt idx="5">
                  <c:v>39965</c:v>
                </c:pt>
                <c:pt idx="6">
                  <c:v>39995</c:v>
                </c:pt>
                <c:pt idx="7">
                  <c:v>40026</c:v>
                </c:pt>
                <c:pt idx="8">
                  <c:v>40057</c:v>
                </c:pt>
                <c:pt idx="9">
                  <c:v>40087</c:v>
                </c:pt>
                <c:pt idx="10">
                  <c:v>40118</c:v>
                </c:pt>
                <c:pt idx="11">
                  <c:v>40148</c:v>
                </c:pt>
                <c:pt idx="12">
                  <c:v>40179</c:v>
                </c:pt>
                <c:pt idx="13">
                  <c:v>40210</c:v>
                </c:pt>
                <c:pt idx="14">
                  <c:v>40238</c:v>
                </c:pt>
                <c:pt idx="15">
                  <c:v>40269</c:v>
                </c:pt>
                <c:pt idx="16">
                  <c:v>40299</c:v>
                </c:pt>
                <c:pt idx="17">
                  <c:v>40330</c:v>
                </c:pt>
                <c:pt idx="18">
                  <c:v>40360</c:v>
                </c:pt>
                <c:pt idx="19">
                  <c:v>40391</c:v>
                </c:pt>
                <c:pt idx="20">
                  <c:v>40422</c:v>
                </c:pt>
                <c:pt idx="21">
                  <c:v>40452</c:v>
                </c:pt>
                <c:pt idx="22">
                  <c:v>40483</c:v>
                </c:pt>
                <c:pt idx="23">
                  <c:v>40513</c:v>
                </c:pt>
                <c:pt idx="24">
                  <c:v>40544</c:v>
                </c:pt>
                <c:pt idx="25">
                  <c:v>40575</c:v>
                </c:pt>
                <c:pt idx="26">
                  <c:v>40603</c:v>
                </c:pt>
                <c:pt idx="27">
                  <c:v>40634</c:v>
                </c:pt>
                <c:pt idx="28">
                  <c:v>40664</c:v>
                </c:pt>
                <c:pt idx="29">
                  <c:v>40695</c:v>
                </c:pt>
                <c:pt idx="30">
                  <c:v>40725</c:v>
                </c:pt>
                <c:pt idx="31">
                  <c:v>40756</c:v>
                </c:pt>
                <c:pt idx="32">
                  <c:v>40787</c:v>
                </c:pt>
                <c:pt idx="33">
                  <c:v>40817</c:v>
                </c:pt>
                <c:pt idx="34">
                  <c:v>40848</c:v>
                </c:pt>
                <c:pt idx="35">
                  <c:v>40878</c:v>
                </c:pt>
                <c:pt idx="36">
                  <c:v>40909</c:v>
                </c:pt>
                <c:pt idx="37">
                  <c:v>40940</c:v>
                </c:pt>
                <c:pt idx="38">
                  <c:v>40969</c:v>
                </c:pt>
                <c:pt idx="39">
                  <c:v>41000</c:v>
                </c:pt>
                <c:pt idx="40">
                  <c:v>41030</c:v>
                </c:pt>
                <c:pt idx="41">
                  <c:v>41061</c:v>
                </c:pt>
                <c:pt idx="42">
                  <c:v>41091</c:v>
                </c:pt>
                <c:pt idx="43">
                  <c:v>41122</c:v>
                </c:pt>
                <c:pt idx="44">
                  <c:v>41153</c:v>
                </c:pt>
                <c:pt idx="45">
                  <c:v>41183</c:v>
                </c:pt>
                <c:pt idx="46">
                  <c:v>41214</c:v>
                </c:pt>
                <c:pt idx="47">
                  <c:v>41244</c:v>
                </c:pt>
                <c:pt idx="48">
                  <c:v>41275</c:v>
                </c:pt>
                <c:pt idx="49">
                  <c:v>41306</c:v>
                </c:pt>
                <c:pt idx="50">
                  <c:v>41334</c:v>
                </c:pt>
                <c:pt idx="51">
                  <c:v>41365</c:v>
                </c:pt>
                <c:pt idx="52">
                  <c:v>41395</c:v>
                </c:pt>
                <c:pt idx="53">
                  <c:v>41426</c:v>
                </c:pt>
                <c:pt idx="54">
                  <c:v>41456</c:v>
                </c:pt>
                <c:pt idx="55">
                  <c:v>41487</c:v>
                </c:pt>
                <c:pt idx="56">
                  <c:v>41518</c:v>
                </c:pt>
                <c:pt idx="57">
                  <c:v>41548</c:v>
                </c:pt>
                <c:pt idx="58">
                  <c:v>41579</c:v>
                </c:pt>
                <c:pt idx="59">
                  <c:v>41609</c:v>
                </c:pt>
                <c:pt idx="60">
                  <c:v>41640</c:v>
                </c:pt>
                <c:pt idx="61">
                  <c:v>41671</c:v>
                </c:pt>
                <c:pt idx="62">
                  <c:v>41699</c:v>
                </c:pt>
                <c:pt idx="63">
                  <c:v>41730</c:v>
                </c:pt>
                <c:pt idx="64">
                  <c:v>41760</c:v>
                </c:pt>
                <c:pt idx="65">
                  <c:v>41791</c:v>
                </c:pt>
                <c:pt idx="66">
                  <c:v>41821</c:v>
                </c:pt>
                <c:pt idx="67">
                  <c:v>41852</c:v>
                </c:pt>
                <c:pt idx="68">
                  <c:v>41883</c:v>
                </c:pt>
                <c:pt idx="69">
                  <c:v>41913</c:v>
                </c:pt>
                <c:pt idx="70">
                  <c:v>41944</c:v>
                </c:pt>
                <c:pt idx="71">
                  <c:v>41974</c:v>
                </c:pt>
                <c:pt idx="72">
                  <c:v>42005</c:v>
                </c:pt>
                <c:pt idx="73">
                  <c:v>42036</c:v>
                </c:pt>
                <c:pt idx="74">
                  <c:v>42064</c:v>
                </c:pt>
                <c:pt idx="75">
                  <c:v>42095</c:v>
                </c:pt>
                <c:pt idx="76">
                  <c:v>42125</c:v>
                </c:pt>
                <c:pt idx="77">
                  <c:v>42156</c:v>
                </c:pt>
                <c:pt idx="78">
                  <c:v>42186</c:v>
                </c:pt>
                <c:pt idx="79">
                  <c:v>42217</c:v>
                </c:pt>
                <c:pt idx="80">
                  <c:v>42248</c:v>
                </c:pt>
                <c:pt idx="81">
                  <c:v>42278</c:v>
                </c:pt>
                <c:pt idx="82">
                  <c:v>42309</c:v>
                </c:pt>
                <c:pt idx="83">
                  <c:v>42339</c:v>
                </c:pt>
                <c:pt idx="84">
                  <c:v>42370</c:v>
                </c:pt>
                <c:pt idx="85">
                  <c:v>42401</c:v>
                </c:pt>
                <c:pt idx="86">
                  <c:v>42430</c:v>
                </c:pt>
                <c:pt idx="87">
                  <c:v>42461</c:v>
                </c:pt>
                <c:pt idx="88">
                  <c:v>42491</c:v>
                </c:pt>
                <c:pt idx="89">
                  <c:v>42522</c:v>
                </c:pt>
                <c:pt idx="90">
                  <c:v>42552</c:v>
                </c:pt>
                <c:pt idx="91">
                  <c:v>42583</c:v>
                </c:pt>
                <c:pt idx="92">
                  <c:v>42614</c:v>
                </c:pt>
                <c:pt idx="93">
                  <c:v>42644</c:v>
                </c:pt>
                <c:pt idx="94">
                  <c:v>42675</c:v>
                </c:pt>
                <c:pt idx="95">
                  <c:v>42705</c:v>
                </c:pt>
                <c:pt idx="96">
                  <c:v>42736</c:v>
                </c:pt>
                <c:pt idx="97">
                  <c:v>42767</c:v>
                </c:pt>
                <c:pt idx="98">
                  <c:v>42795</c:v>
                </c:pt>
                <c:pt idx="99">
                  <c:v>42826</c:v>
                </c:pt>
                <c:pt idx="100">
                  <c:v>42856</c:v>
                </c:pt>
                <c:pt idx="101">
                  <c:v>42887</c:v>
                </c:pt>
                <c:pt idx="102">
                  <c:v>42917</c:v>
                </c:pt>
                <c:pt idx="103">
                  <c:v>42948</c:v>
                </c:pt>
                <c:pt idx="104">
                  <c:v>42979</c:v>
                </c:pt>
                <c:pt idx="105">
                  <c:v>43009</c:v>
                </c:pt>
                <c:pt idx="106">
                  <c:v>43040</c:v>
                </c:pt>
                <c:pt idx="107">
                  <c:v>43070</c:v>
                </c:pt>
                <c:pt idx="108">
                  <c:v>43101</c:v>
                </c:pt>
                <c:pt idx="109">
                  <c:v>43132</c:v>
                </c:pt>
                <c:pt idx="110">
                  <c:v>43160</c:v>
                </c:pt>
                <c:pt idx="111">
                  <c:v>43191</c:v>
                </c:pt>
                <c:pt idx="112">
                  <c:v>43221</c:v>
                </c:pt>
                <c:pt idx="113">
                  <c:v>43252</c:v>
                </c:pt>
                <c:pt idx="114">
                  <c:v>43282</c:v>
                </c:pt>
                <c:pt idx="115">
                  <c:v>43313</c:v>
                </c:pt>
                <c:pt idx="116">
                  <c:v>43344</c:v>
                </c:pt>
                <c:pt idx="117">
                  <c:v>43374</c:v>
                </c:pt>
                <c:pt idx="118">
                  <c:v>43405</c:v>
                </c:pt>
                <c:pt idx="119">
                  <c:v>43435</c:v>
                </c:pt>
                <c:pt idx="120">
                  <c:v>43466</c:v>
                </c:pt>
                <c:pt idx="121">
                  <c:v>43497</c:v>
                </c:pt>
                <c:pt idx="122">
                  <c:v>43525</c:v>
                </c:pt>
                <c:pt idx="123">
                  <c:v>43556</c:v>
                </c:pt>
                <c:pt idx="124">
                  <c:v>43586</c:v>
                </c:pt>
                <c:pt idx="125">
                  <c:v>43617</c:v>
                </c:pt>
                <c:pt idx="126">
                  <c:v>43647</c:v>
                </c:pt>
                <c:pt idx="127">
                  <c:v>43678</c:v>
                </c:pt>
                <c:pt idx="128">
                  <c:v>43709</c:v>
                </c:pt>
                <c:pt idx="129">
                  <c:v>43739</c:v>
                </c:pt>
                <c:pt idx="130">
                  <c:v>43770</c:v>
                </c:pt>
                <c:pt idx="131">
                  <c:v>43800</c:v>
                </c:pt>
                <c:pt idx="132">
                  <c:v>43831</c:v>
                </c:pt>
                <c:pt idx="133">
                  <c:v>43862</c:v>
                </c:pt>
                <c:pt idx="134">
                  <c:v>43891</c:v>
                </c:pt>
                <c:pt idx="135">
                  <c:v>43922</c:v>
                </c:pt>
                <c:pt idx="136">
                  <c:v>43952</c:v>
                </c:pt>
                <c:pt idx="137">
                  <c:v>43983</c:v>
                </c:pt>
                <c:pt idx="138">
                  <c:v>44013</c:v>
                </c:pt>
                <c:pt idx="139">
                  <c:v>44044</c:v>
                </c:pt>
                <c:pt idx="140">
                  <c:v>44075</c:v>
                </c:pt>
                <c:pt idx="141">
                  <c:v>44105</c:v>
                </c:pt>
                <c:pt idx="142">
                  <c:v>44136</c:v>
                </c:pt>
                <c:pt idx="143">
                  <c:v>44166</c:v>
                </c:pt>
                <c:pt idx="144">
                  <c:v>44197</c:v>
                </c:pt>
                <c:pt idx="145">
                  <c:v>44228</c:v>
                </c:pt>
                <c:pt idx="146">
                  <c:v>44256</c:v>
                </c:pt>
                <c:pt idx="147">
                  <c:v>44287</c:v>
                </c:pt>
                <c:pt idx="148">
                  <c:v>44317</c:v>
                </c:pt>
                <c:pt idx="149">
                  <c:v>44348</c:v>
                </c:pt>
                <c:pt idx="150">
                  <c:v>44378</c:v>
                </c:pt>
                <c:pt idx="151">
                  <c:v>44409</c:v>
                </c:pt>
                <c:pt idx="152">
                  <c:v>44440</c:v>
                </c:pt>
                <c:pt idx="153">
                  <c:v>44470</c:v>
                </c:pt>
                <c:pt idx="154">
                  <c:v>44501</c:v>
                </c:pt>
                <c:pt idx="155">
                  <c:v>44531</c:v>
                </c:pt>
                <c:pt idx="156">
                  <c:v>44562</c:v>
                </c:pt>
                <c:pt idx="157">
                  <c:v>44593</c:v>
                </c:pt>
                <c:pt idx="158">
                  <c:v>44621</c:v>
                </c:pt>
                <c:pt idx="159">
                  <c:v>44652</c:v>
                </c:pt>
                <c:pt idx="160">
                  <c:v>44682</c:v>
                </c:pt>
                <c:pt idx="161">
                  <c:v>44713</c:v>
                </c:pt>
                <c:pt idx="162">
                  <c:v>44743</c:v>
                </c:pt>
                <c:pt idx="163">
                  <c:v>44774</c:v>
                </c:pt>
                <c:pt idx="164">
                  <c:v>44805</c:v>
                </c:pt>
                <c:pt idx="165">
                  <c:v>44835</c:v>
                </c:pt>
              </c:numCache>
            </c:numRef>
          </c:cat>
          <c:val>
            <c:numRef>
              <c:f>Sheet1!$B$2:$B$167</c:f>
              <c:numCache>
                <c:formatCode>General</c:formatCode>
                <c:ptCount val="166"/>
                <c:pt idx="0">
                  <c:v>0.66</c:v>
                </c:pt>
                <c:pt idx="1">
                  <c:v>2.06</c:v>
                </c:pt>
                <c:pt idx="2">
                  <c:v>2.1800000000000002</c:v>
                </c:pt>
                <c:pt idx="3">
                  <c:v>2.02</c:v>
                </c:pt>
                <c:pt idx="4">
                  <c:v>1.86</c:v>
                </c:pt>
                <c:pt idx="5">
                  <c:v>0.13</c:v>
                </c:pt>
                <c:pt idx="6">
                  <c:v>2.21</c:v>
                </c:pt>
                <c:pt idx="7">
                  <c:v>2.2799999999999998</c:v>
                </c:pt>
                <c:pt idx="8">
                  <c:v>2.3199999999999998</c:v>
                </c:pt>
                <c:pt idx="9">
                  <c:v>2.56</c:v>
                </c:pt>
                <c:pt idx="10">
                  <c:v>3.31</c:v>
                </c:pt>
                <c:pt idx="11">
                  <c:v>4.07</c:v>
                </c:pt>
                <c:pt idx="12">
                  <c:v>4.54</c:v>
                </c:pt>
                <c:pt idx="13">
                  <c:v>5.35</c:v>
                </c:pt>
                <c:pt idx="14">
                  <c:v>5.9</c:v>
                </c:pt>
                <c:pt idx="15">
                  <c:v>5.58</c:v>
                </c:pt>
                <c:pt idx="16">
                  <c:v>3.94</c:v>
                </c:pt>
                <c:pt idx="17">
                  <c:v>3.95</c:v>
                </c:pt>
                <c:pt idx="18">
                  <c:v>7.91</c:v>
                </c:pt>
                <c:pt idx="19">
                  <c:v>9.2200000000000006</c:v>
                </c:pt>
                <c:pt idx="20">
                  <c:v>9.7899999999999991</c:v>
                </c:pt>
                <c:pt idx="21">
                  <c:v>10.67</c:v>
                </c:pt>
                <c:pt idx="22">
                  <c:v>11.61</c:v>
                </c:pt>
                <c:pt idx="23">
                  <c:v>13.6</c:v>
                </c:pt>
                <c:pt idx="24">
                  <c:v>14.61</c:v>
                </c:pt>
                <c:pt idx="25">
                  <c:v>15.16</c:v>
                </c:pt>
                <c:pt idx="26">
                  <c:v>15.8</c:v>
                </c:pt>
                <c:pt idx="27">
                  <c:v>16.05</c:v>
                </c:pt>
                <c:pt idx="28">
                  <c:v>17.63</c:v>
                </c:pt>
                <c:pt idx="29">
                  <c:v>17.920000000000002</c:v>
                </c:pt>
                <c:pt idx="30">
                  <c:v>18.93</c:v>
                </c:pt>
                <c:pt idx="31">
                  <c:v>20.6</c:v>
                </c:pt>
                <c:pt idx="32">
                  <c:v>20.9</c:v>
                </c:pt>
                <c:pt idx="33">
                  <c:v>22.11</c:v>
                </c:pt>
                <c:pt idx="34">
                  <c:v>21.9</c:v>
                </c:pt>
                <c:pt idx="35">
                  <c:v>21.83</c:v>
                </c:pt>
                <c:pt idx="36">
                  <c:v>23.21</c:v>
                </c:pt>
                <c:pt idx="37">
                  <c:v>24.76</c:v>
                </c:pt>
                <c:pt idx="38">
                  <c:v>23.61</c:v>
                </c:pt>
                <c:pt idx="39">
                  <c:v>23.79</c:v>
                </c:pt>
                <c:pt idx="40">
                  <c:v>23.81</c:v>
                </c:pt>
                <c:pt idx="41">
                  <c:v>25.07</c:v>
                </c:pt>
                <c:pt idx="42">
                  <c:v>26.53</c:v>
                </c:pt>
                <c:pt idx="43">
                  <c:v>28.21</c:v>
                </c:pt>
                <c:pt idx="44">
                  <c:v>29.25</c:v>
                </c:pt>
                <c:pt idx="45">
                  <c:v>30.19</c:v>
                </c:pt>
                <c:pt idx="46">
                  <c:v>31.67</c:v>
                </c:pt>
                <c:pt idx="47">
                  <c:v>33.19</c:v>
                </c:pt>
                <c:pt idx="48">
                  <c:v>36.869999999999997</c:v>
                </c:pt>
                <c:pt idx="49">
                  <c:v>36.9</c:v>
                </c:pt>
                <c:pt idx="50">
                  <c:v>37.229999999999997</c:v>
                </c:pt>
                <c:pt idx="51">
                  <c:v>38.340000000000003</c:v>
                </c:pt>
                <c:pt idx="52">
                  <c:v>38.270000000000003</c:v>
                </c:pt>
                <c:pt idx="53">
                  <c:v>37.93</c:v>
                </c:pt>
                <c:pt idx="54">
                  <c:v>38.340000000000003</c:v>
                </c:pt>
                <c:pt idx="55">
                  <c:v>39.520000000000003</c:v>
                </c:pt>
                <c:pt idx="56">
                  <c:v>39.82</c:v>
                </c:pt>
                <c:pt idx="57">
                  <c:v>39.39</c:v>
                </c:pt>
                <c:pt idx="58">
                  <c:v>41.31</c:v>
                </c:pt>
                <c:pt idx="59">
                  <c:v>42.99</c:v>
                </c:pt>
                <c:pt idx="60">
                  <c:v>44.62</c:v>
                </c:pt>
                <c:pt idx="61">
                  <c:v>47.45</c:v>
                </c:pt>
                <c:pt idx="62">
                  <c:v>48.26</c:v>
                </c:pt>
                <c:pt idx="63">
                  <c:v>49.95</c:v>
                </c:pt>
                <c:pt idx="64">
                  <c:v>52.23</c:v>
                </c:pt>
                <c:pt idx="65">
                  <c:v>52.98</c:v>
                </c:pt>
                <c:pt idx="66">
                  <c:v>53.51</c:v>
                </c:pt>
                <c:pt idx="67">
                  <c:v>54.87</c:v>
                </c:pt>
                <c:pt idx="68">
                  <c:v>55.7</c:v>
                </c:pt>
                <c:pt idx="69">
                  <c:v>57.43</c:v>
                </c:pt>
                <c:pt idx="70">
                  <c:v>59.9</c:v>
                </c:pt>
                <c:pt idx="71">
                  <c:v>59.15</c:v>
                </c:pt>
                <c:pt idx="72">
                  <c:v>59.78</c:v>
                </c:pt>
                <c:pt idx="73">
                  <c:v>60.79</c:v>
                </c:pt>
                <c:pt idx="74">
                  <c:v>61.94</c:v>
                </c:pt>
                <c:pt idx="75">
                  <c:v>63.43</c:v>
                </c:pt>
                <c:pt idx="76">
                  <c:v>64</c:v>
                </c:pt>
                <c:pt idx="77">
                  <c:v>63.75</c:v>
                </c:pt>
                <c:pt idx="78">
                  <c:v>64.08</c:v>
                </c:pt>
                <c:pt idx="79">
                  <c:v>65.56</c:v>
                </c:pt>
                <c:pt idx="80">
                  <c:v>66.77</c:v>
                </c:pt>
                <c:pt idx="81">
                  <c:v>67.150000000000006</c:v>
                </c:pt>
                <c:pt idx="82">
                  <c:v>65.73</c:v>
                </c:pt>
                <c:pt idx="83">
                  <c:v>65.900000000000006</c:v>
                </c:pt>
                <c:pt idx="84">
                  <c:v>66.28</c:v>
                </c:pt>
                <c:pt idx="85">
                  <c:v>66.38</c:v>
                </c:pt>
                <c:pt idx="86">
                  <c:v>68.040000000000006</c:v>
                </c:pt>
                <c:pt idx="87">
                  <c:v>68.28</c:v>
                </c:pt>
                <c:pt idx="88">
                  <c:v>68.84</c:v>
                </c:pt>
                <c:pt idx="89">
                  <c:v>68.39</c:v>
                </c:pt>
                <c:pt idx="90">
                  <c:v>68.790000000000006</c:v>
                </c:pt>
                <c:pt idx="91">
                  <c:v>68.540000000000006</c:v>
                </c:pt>
                <c:pt idx="92">
                  <c:v>69.680000000000007</c:v>
                </c:pt>
                <c:pt idx="93">
                  <c:v>70.84</c:v>
                </c:pt>
                <c:pt idx="94">
                  <c:v>72.010000000000005</c:v>
                </c:pt>
                <c:pt idx="95">
                  <c:v>71.97</c:v>
                </c:pt>
                <c:pt idx="96">
                  <c:v>71.58</c:v>
                </c:pt>
                <c:pt idx="97">
                  <c:v>71.98</c:v>
                </c:pt>
                <c:pt idx="98">
                  <c:v>71.61</c:v>
                </c:pt>
                <c:pt idx="99">
                  <c:v>71.84</c:v>
                </c:pt>
                <c:pt idx="100">
                  <c:v>72.680000000000007</c:v>
                </c:pt>
                <c:pt idx="101">
                  <c:v>72.89</c:v>
                </c:pt>
                <c:pt idx="102">
                  <c:v>73.39</c:v>
                </c:pt>
                <c:pt idx="103">
                  <c:v>72.739999999999995</c:v>
                </c:pt>
                <c:pt idx="104">
                  <c:v>73.52</c:v>
                </c:pt>
                <c:pt idx="105">
                  <c:v>73.05</c:v>
                </c:pt>
                <c:pt idx="106">
                  <c:v>73.11</c:v>
                </c:pt>
                <c:pt idx="107">
                  <c:v>73.540000000000006</c:v>
                </c:pt>
                <c:pt idx="108">
                  <c:v>74.39</c:v>
                </c:pt>
                <c:pt idx="109">
                  <c:v>74.78</c:v>
                </c:pt>
                <c:pt idx="110">
                  <c:v>74.239999999999995</c:v>
                </c:pt>
                <c:pt idx="111">
                  <c:v>75.66</c:v>
                </c:pt>
                <c:pt idx="112">
                  <c:v>76.53</c:v>
                </c:pt>
                <c:pt idx="113">
                  <c:v>76.989999999999995</c:v>
                </c:pt>
                <c:pt idx="114">
                  <c:v>77.319999999999993</c:v>
                </c:pt>
                <c:pt idx="115">
                  <c:v>76.819999999999993</c:v>
                </c:pt>
                <c:pt idx="116">
                  <c:v>76.61</c:v>
                </c:pt>
                <c:pt idx="117">
                  <c:v>74.69</c:v>
                </c:pt>
                <c:pt idx="118">
                  <c:v>72.349999999999994</c:v>
                </c:pt>
                <c:pt idx="119">
                  <c:v>75.16</c:v>
                </c:pt>
                <c:pt idx="120">
                  <c:v>74.45</c:v>
                </c:pt>
                <c:pt idx="121">
                  <c:v>74.150000000000006</c:v>
                </c:pt>
                <c:pt idx="122">
                  <c:v>75.33</c:v>
                </c:pt>
                <c:pt idx="123">
                  <c:v>75.22</c:v>
                </c:pt>
                <c:pt idx="124">
                  <c:v>75.34</c:v>
                </c:pt>
                <c:pt idx="125">
                  <c:v>76.03</c:v>
                </c:pt>
                <c:pt idx="126">
                  <c:v>76.08</c:v>
                </c:pt>
                <c:pt idx="127">
                  <c:v>76.23</c:v>
                </c:pt>
                <c:pt idx="128">
                  <c:v>76.239999999999995</c:v>
                </c:pt>
                <c:pt idx="129">
                  <c:v>76.67</c:v>
                </c:pt>
                <c:pt idx="130">
                  <c:v>75.819999999999993</c:v>
                </c:pt>
                <c:pt idx="131">
                  <c:v>74.13</c:v>
                </c:pt>
                <c:pt idx="132">
                  <c:v>74.3</c:v>
                </c:pt>
                <c:pt idx="133">
                  <c:v>73.3</c:v>
                </c:pt>
                <c:pt idx="134">
                  <c:v>72.260000000000005</c:v>
                </c:pt>
                <c:pt idx="135">
                  <c:v>70.680000000000007</c:v>
                </c:pt>
                <c:pt idx="136">
                  <c:v>72.599999999999994</c:v>
                </c:pt>
                <c:pt idx="137">
                  <c:v>74.14</c:v>
                </c:pt>
                <c:pt idx="138">
                  <c:v>74.599999999999994</c:v>
                </c:pt>
                <c:pt idx="139">
                  <c:v>74.25</c:v>
                </c:pt>
                <c:pt idx="140">
                  <c:v>74.44</c:v>
                </c:pt>
                <c:pt idx="141">
                  <c:v>72.92</c:v>
                </c:pt>
                <c:pt idx="142">
                  <c:v>71.180000000000007</c:v>
                </c:pt>
                <c:pt idx="143">
                  <c:v>72.48</c:v>
                </c:pt>
                <c:pt idx="144">
                  <c:v>71.930000000000007</c:v>
                </c:pt>
                <c:pt idx="145">
                  <c:v>71.900000000000006</c:v>
                </c:pt>
                <c:pt idx="146">
                  <c:v>71.83</c:v>
                </c:pt>
                <c:pt idx="147">
                  <c:v>72.19</c:v>
                </c:pt>
                <c:pt idx="148">
                  <c:v>72.72</c:v>
                </c:pt>
                <c:pt idx="149">
                  <c:v>72.83</c:v>
                </c:pt>
                <c:pt idx="150">
                  <c:v>72.209999999999994</c:v>
                </c:pt>
                <c:pt idx="151">
                  <c:v>72.739999999999995</c:v>
                </c:pt>
                <c:pt idx="152">
                  <c:v>72.44</c:v>
                </c:pt>
                <c:pt idx="153">
                  <c:v>71.09</c:v>
                </c:pt>
                <c:pt idx="154">
                  <c:v>70.739999999999995</c:v>
                </c:pt>
                <c:pt idx="155">
                  <c:v>70.010000000000005</c:v>
                </c:pt>
                <c:pt idx="156">
                  <c:v>69.739999999999995</c:v>
                </c:pt>
                <c:pt idx="157">
                  <c:v>70.94</c:v>
                </c:pt>
                <c:pt idx="158">
                  <c:v>71.7</c:v>
                </c:pt>
                <c:pt idx="159">
                  <c:v>71.59</c:v>
                </c:pt>
                <c:pt idx="160">
                  <c:v>71.45</c:v>
                </c:pt>
                <c:pt idx="161">
                  <c:v>72.12</c:v>
                </c:pt>
                <c:pt idx="162">
                  <c:v>71.849999999999994</c:v>
                </c:pt>
                <c:pt idx="163">
                  <c:v>71.52</c:v>
                </c:pt>
                <c:pt idx="164">
                  <c:v>71.55</c:v>
                </c:pt>
                <c:pt idx="165">
                  <c:v>70.98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F9A-40CD-9CFF-9D4464A9806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iOS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Sheet1!$A$2:$A$167</c:f>
              <c:numCache>
                <c:formatCode>m/d/yyyy</c:formatCode>
                <c:ptCount val="166"/>
                <c:pt idx="0">
                  <c:v>39814</c:v>
                </c:pt>
                <c:pt idx="1">
                  <c:v>39845</c:v>
                </c:pt>
                <c:pt idx="2">
                  <c:v>39873</c:v>
                </c:pt>
                <c:pt idx="3">
                  <c:v>39904</c:v>
                </c:pt>
                <c:pt idx="4">
                  <c:v>39934</c:v>
                </c:pt>
                <c:pt idx="5">
                  <c:v>39965</c:v>
                </c:pt>
                <c:pt idx="6">
                  <c:v>39995</c:v>
                </c:pt>
                <c:pt idx="7">
                  <c:v>40026</c:v>
                </c:pt>
                <c:pt idx="8">
                  <c:v>40057</c:v>
                </c:pt>
                <c:pt idx="9">
                  <c:v>40087</c:v>
                </c:pt>
                <c:pt idx="10">
                  <c:v>40118</c:v>
                </c:pt>
                <c:pt idx="11">
                  <c:v>40148</c:v>
                </c:pt>
                <c:pt idx="12">
                  <c:v>40179</c:v>
                </c:pt>
                <c:pt idx="13">
                  <c:v>40210</c:v>
                </c:pt>
                <c:pt idx="14">
                  <c:v>40238</c:v>
                </c:pt>
                <c:pt idx="15">
                  <c:v>40269</c:v>
                </c:pt>
                <c:pt idx="16">
                  <c:v>40299</c:v>
                </c:pt>
                <c:pt idx="17">
                  <c:v>40330</c:v>
                </c:pt>
                <c:pt idx="18">
                  <c:v>40360</c:v>
                </c:pt>
                <c:pt idx="19">
                  <c:v>40391</c:v>
                </c:pt>
                <c:pt idx="20">
                  <c:v>40422</c:v>
                </c:pt>
                <c:pt idx="21">
                  <c:v>40452</c:v>
                </c:pt>
                <c:pt idx="22">
                  <c:v>40483</c:v>
                </c:pt>
                <c:pt idx="23">
                  <c:v>40513</c:v>
                </c:pt>
                <c:pt idx="24">
                  <c:v>40544</c:v>
                </c:pt>
                <c:pt idx="25">
                  <c:v>40575</c:v>
                </c:pt>
                <c:pt idx="26">
                  <c:v>40603</c:v>
                </c:pt>
                <c:pt idx="27">
                  <c:v>40634</c:v>
                </c:pt>
                <c:pt idx="28">
                  <c:v>40664</c:v>
                </c:pt>
                <c:pt idx="29">
                  <c:v>40695</c:v>
                </c:pt>
                <c:pt idx="30">
                  <c:v>40725</c:v>
                </c:pt>
                <c:pt idx="31">
                  <c:v>40756</c:v>
                </c:pt>
                <c:pt idx="32">
                  <c:v>40787</c:v>
                </c:pt>
                <c:pt idx="33">
                  <c:v>40817</c:v>
                </c:pt>
                <c:pt idx="34">
                  <c:v>40848</c:v>
                </c:pt>
                <c:pt idx="35">
                  <c:v>40878</c:v>
                </c:pt>
                <c:pt idx="36">
                  <c:v>40909</c:v>
                </c:pt>
                <c:pt idx="37">
                  <c:v>40940</c:v>
                </c:pt>
                <c:pt idx="38">
                  <c:v>40969</c:v>
                </c:pt>
                <c:pt idx="39">
                  <c:v>41000</c:v>
                </c:pt>
                <c:pt idx="40">
                  <c:v>41030</c:v>
                </c:pt>
                <c:pt idx="41">
                  <c:v>41061</c:v>
                </c:pt>
                <c:pt idx="42">
                  <c:v>41091</c:v>
                </c:pt>
                <c:pt idx="43">
                  <c:v>41122</c:v>
                </c:pt>
                <c:pt idx="44">
                  <c:v>41153</c:v>
                </c:pt>
                <c:pt idx="45">
                  <c:v>41183</c:v>
                </c:pt>
                <c:pt idx="46">
                  <c:v>41214</c:v>
                </c:pt>
                <c:pt idx="47">
                  <c:v>41244</c:v>
                </c:pt>
                <c:pt idx="48">
                  <c:v>41275</c:v>
                </c:pt>
                <c:pt idx="49">
                  <c:v>41306</c:v>
                </c:pt>
                <c:pt idx="50">
                  <c:v>41334</c:v>
                </c:pt>
                <c:pt idx="51">
                  <c:v>41365</c:v>
                </c:pt>
                <c:pt idx="52">
                  <c:v>41395</c:v>
                </c:pt>
                <c:pt idx="53">
                  <c:v>41426</c:v>
                </c:pt>
                <c:pt idx="54">
                  <c:v>41456</c:v>
                </c:pt>
                <c:pt idx="55">
                  <c:v>41487</c:v>
                </c:pt>
                <c:pt idx="56">
                  <c:v>41518</c:v>
                </c:pt>
                <c:pt idx="57">
                  <c:v>41548</c:v>
                </c:pt>
                <c:pt idx="58">
                  <c:v>41579</c:v>
                </c:pt>
                <c:pt idx="59">
                  <c:v>41609</c:v>
                </c:pt>
                <c:pt idx="60">
                  <c:v>41640</c:v>
                </c:pt>
                <c:pt idx="61">
                  <c:v>41671</c:v>
                </c:pt>
                <c:pt idx="62">
                  <c:v>41699</c:v>
                </c:pt>
                <c:pt idx="63">
                  <c:v>41730</c:v>
                </c:pt>
                <c:pt idx="64">
                  <c:v>41760</c:v>
                </c:pt>
                <c:pt idx="65">
                  <c:v>41791</c:v>
                </c:pt>
                <c:pt idx="66">
                  <c:v>41821</c:v>
                </c:pt>
                <c:pt idx="67">
                  <c:v>41852</c:v>
                </c:pt>
                <c:pt idx="68">
                  <c:v>41883</c:v>
                </c:pt>
                <c:pt idx="69">
                  <c:v>41913</c:v>
                </c:pt>
                <c:pt idx="70">
                  <c:v>41944</c:v>
                </c:pt>
                <c:pt idx="71">
                  <c:v>41974</c:v>
                </c:pt>
                <c:pt idx="72">
                  <c:v>42005</c:v>
                </c:pt>
                <c:pt idx="73">
                  <c:v>42036</c:v>
                </c:pt>
                <c:pt idx="74">
                  <c:v>42064</c:v>
                </c:pt>
                <c:pt idx="75">
                  <c:v>42095</c:v>
                </c:pt>
                <c:pt idx="76">
                  <c:v>42125</c:v>
                </c:pt>
                <c:pt idx="77">
                  <c:v>42156</c:v>
                </c:pt>
                <c:pt idx="78">
                  <c:v>42186</c:v>
                </c:pt>
                <c:pt idx="79">
                  <c:v>42217</c:v>
                </c:pt>
                <c:pt idx="80">
                  <c:v>42248</c:v>
                </c:pt>
                <c:pt idx="81">
                  <c:v>42278</c:v>
                </c:pt>
                <c:pt idx="82">
                  <c:v>42309</c:v>
                </c:pt>
                <c:pt idx="83">
                  <c:v>42339</c:v>
                </c:pt>
                <c:pt idx="84">
                  <c:v>42370</c:v>
                </c:pt>
                <c:pt idx="85">
                  <c:v>42401</c:v>
                </c:pt>
                <c:pt idx="86">
                  <c:v>42430</c:v>
                </c:pt>
                <c:pt idx="87">
                  <c:v>42461</c:v>
                </c:pt>
                <c:pt idx="88">
                  <c:v>42491</c:v>
                </c:pt>
                <c:pt idx="89">
                  <c:v>42522</c:v>
                </c:pt>
                <c:pt idx="90">
                  <c:v>42552</c:v>
                </c:pt>
                <c:pt idx="91">
                  <c:v>42583</c:v>
                </c:pt>
                <c:pt idx="92">
                  <c:v>42614</c:v>
                </c:pt>
                <c:pt idx="93">
                  <c:v>42644</c:v>
                </c:pt>
                <c:pt idx="94">
                  <c:v>42675</c:v>
                </c:pt>
                <c:pt idx="95">
                  <c:v>42705</c:v>
                </c:pt>
                <c:pt idx="96">
                  <c:v>42736</c:v>
                </c:pt>
                <c:pt idx="97">
                  <c:v>42767</c:v>
                </c:pt>
                <c:pt idx="98">
                  <c:v>42795</c:v>
                </c:pt>
                <c:pt idx="99">
                  <c:v>42826</c:v>
                </c:pt>
                <c:pt idx="100">
                  <c:v>42856</c:v>
                </c:pt>
                <c:pt idx="101">
                  <c:v>42887</c:v>
                </c:pt>
                <c:pt idx="102">
                  <c:v>42917</c:v>
                </c:pt>
                <c:pt idx="103">
                  <c:v>42948</c:v>
                </c:pt>
                <c:pt idx="104">
                  <c:v>42979</c:v>
                </c:pt>
                <c:pt idx="105">
                  <c:v>43009</c:v>
                </c:pt>
                <c:pt idx="106">
                  <c:v>43040</c:v>
                </c:pt>
                <c:pt idx="107">
                  <c:v>43070</c:v>
                </c:pt>
                <c:pt idx="108">
                  <c:v>43101</c:v>
                </c:pt>
                <c:pt idx="109">
                  <c:v>43132</c:v>
                </c:pt>
                <c:pt idx="110">
                  <c:v>43160</c:v>
                </c:pt>
                <c:pt idx="111">
                  <c:v>43191</c:v>
                </c:pt>
                <c:pt idx="112">
                  <c:v>43221</c:v>
                </c:pt>
                <c:pt idx="113">
                  <c:v>43252</c:v>
                </c:pt>
                <c:pt idx="114">
                  <c:v>43282</c:v>
                </c:pt>
                <c:pt idx="115">
                  <c:v>43313</c:v>
                </c:pt>
                <c:pt idx="116">
                  <c:v>43344</c:v>
                </c:pt>
                <c:pt idx="117">
                  <c:v>43374</c:v>
                </c:pt>
                <c:pt idx="118">
                  <c:v>43405</c:v>
                </c:pt>
                <c:pt idx="119">
                  <c:v>43435</c:v>
                </c:pt>
                <c:pt idx="120">
                  <c:v>43466</c:v>
                </c:pt>
                <c:pt idx="121">
                  <c:v>43497</c:v>
                </c:pt>
                <c:pt idx="122">
                  <c:v>43525</c:v>
                </c:pt>
                <c:pt idx="123">
                  <c:v>43556</c:v>
                </c:pt>
                <c:pt idx="124">
                  <c:v>43586</c:v>
                </c:pt>
                <c:pt idx="125">
                  <c:v>43617</c:v>
                </c:pt>
                <c:pt idx="126">
                  <c:v>43647</c:v>
                </c:pt>
                <c:pt idx="127">
                  <c:v>43678</c:v>
                </c:pt>
                <c:pt idx="128">
                  <c:v>43709</c:v>
                </c:pt>
                <c:pt idx="129">
                  <c:v>43739</c:v>
                </c:pt>
                <c:pt idx="130">
                  <c:v>43770</c:v>
                </c:pt>
                <c:pt idx="131">
                  <c:v>43800</c:v>
                </c:pt>
                <c:pt idx="132">
                  <c:v>43831</c:v>
                </c:pt>
                <c:pt idx="133">
                  <c:v>43862</c:v>
                </c:pt>
                <c:pt idx="134">
                  <c:v>43891</c:v>
                </c:pt>
                <c:pt idx="135">
                  <c:v>43922</c:v>
                </c:pt>
                <c:pt idx="136">
                  <c:v>43952</c:v>
                </c:pt>
                <c:pt idx="137">
                  <c:v>43983</c:v>
                </c:pt>
                <c:pt idx="138">
                  <c:v>44013</c:v>
                </c:pt>
                <c:pt idx="139">
                  <c:v>44044</c:v>
                </c:pt>
                <c:pt idx="140">
                  <c:v>44075</c:v>
                </c:pt>
                <c:pt idx="141">
                  <c:v>44105</c:v>
                </c:pt>
                <c:pt idx="142">
                  <c:v>44136</c:v>
                </c:pt>
                <c:pt idx="143">
                  <c:v>44166</c:v>
                </c:pt>
                <c:pt idx="144">
                  <c:v>44197</c:v>
                </c:pt>
                <c:pt idx="145">
                  <c:v>44228</c:v>
                </c:pt>
                <c:pt idx="146">
                  <c:v>44256</c:v>
                </c:pt>
                <c:pt idx="147">
                  <c:v>44287</c:v>
                </c:pt>
                <c:pt idx="148">
                  <c:v>44317</c:v>
                </c:pt>
                <c:pt idx="149">
                  <c:v>44348</c:v>
                </c:pt>
                <c:pt idx="150">
                  <c:v>44378</c:v>
                </c:pt>
                <c:pt idx="151">
                  <c:v>44409</c:v>
                </c:pt>
                <c:pt idx="152">
                  <c:v>44440</c:v>
                </c:pt>
                <c:pt idx="153">
                  <c:v>44470</c:v>
                </c:pt>
                <c:pt idx="154">
                  <c:v>44501</c:v>
                </c:pt>
                <c:pt idx="155">
                  <c:v>44531</c:v>
                </c:pt>
                <c:pt idx="156">
                  <c:v>44562</c:v>
                </c:pt>
                <c:pt idx="157">
                  <c:v>44593</c:v>
                </c:pt>
                <c:pt idx="158">
                  <c:v>44621</c:v>
                </c:pt>
                <c:pt idx="159">
                  <c:v>44652</c:v>
                </c:pt>
                <c:pt idx="160">
                  <c:v>44682</c:v>
                </c:pt>
                <c:pt idx="161">
                  <c:v>44713</c:v>
                </c:pt>
                <c:pt idx="162">
                  <c:v>44743</c:v>
                </c:pt>
                <c:pt idx="163">
                  <c:v>44774</c:v>
                </c:pt>
                <c:pt idx="164">
                  <c:v>44805</c:v>
                </c:pt>
                <c:pt idx="165">
                  <c:v>44835</c:v>
                </c:pt>
              </c:numCache>
            </c:numRef>
          </c:cat>
          <c:val>
            <c:numRef>
              <c:f>Sheet1!$C$2:$C$167</c:f>
              <c:numCache>
                <c:formatCode>General</c:formatCode>
                <c:ptCount val="166"/>
                <c:pt idx="0">
                  <c:v>35.56</c:v>
                </c:pt>
                <c:pt idx="1">
                  <c:v>36.43</c:v>
                </c:pt>
                <c:pt idx="2">
                  <c:v>39.6</c:v>
                </c:pt>
                <c:pt idx="3">
                  <c:v>41.91</c:v>
                </c:pt>
                <c:pt idx="4">
                  <c:v>37.32</c:v>
                </c:pt>
                <c:pt idx="5">
                  <c:v>35.81</c:v>
                </c:pt>
                <c:pt idx="6">
                  <c:v>34.200000000000003</c:v>
                </c:pt>
                <c:pt idx="7">
                  <c:v>33.909999999999997</c:v>
                </c:pt>
                <c:pt idx="8">
                  <c:v>31.13</c:v>
                </c:pt>
                <c:pt idx="9">
                  <c:v>30.5</c:v>
                </c:pt>
                <c:pt idx="10">
                  <c:v>31.56</c:v>
                </c:pt>
                <c:pt idx="11">
                  <c:v>32.049999999999997</c:v>
                </c:pt>
                <c:pt idx="12">
                  <c:v>33.130000000000003</c:v>
                </c:pt>
                <c:pt idx="13">
                  <c:v>33.92</c:v>
                </c:pt>
                <c:pt idx="14">
                  <c:v>30.13</c:v>
                </c:pt>
                <c:pt idx="15">
                  <c:v>29.38</c:v>
                </c:pt>
                <c:pt idx="16">
                  <c:v>29.01</c:v>
                </c:pt>
                <c:pt idx="17">
                  <c:v>26.66</c:v>
                </c:pt>
                <c:pt idx="18">
                  <c:v>26.05</c:v>
                </c:pt>
                <c:pt idx="19">
                  <c:v>25.71</c:v>
                </c:pt>
                <c:pt idx="20">
                  <c:v>22.85</c:v>
                </c:pt>
                <c:pt idx="21">
                  <c:v>22.45</c:v>
                </c:pt>
                <c:pt idx="22">
                  <c:v>21.94</c:v>
                </c:pt>
                <c:pt idx="23">
                  <c:v>23.57</c:v>
                </c:pt>
                <c:pt idx="24">
                  <c:v>25.02</c:v>
                </c:pt>
                <c:pt idx="25">
                  <c:v>24.56</c:v>
                </c:pt>
                <c:pt idx="26">
                  <c:v>24.38</c:v>
                </c:pt>
                <c:pt idx="27">
                  <c:v>23.34</c:v>
                </c:pt>
                <c:pt idx="28">
                  <c:v>22.09</c:v>
                </c:pt>
                <c:pt idx="29">
                  <c:v>20.04</c:v>
                </c:pt>
                <c:pt idx="30">
                  <c:v>20.03</c:v>
                </c:pt>
                <c:pt idx="31">
                  <c:v>19.41</c:v>
                </c:pt>
                <c:pt idx="32">
                  <c:v>21.21</c:v>
                </c:pt>
                <c:pt idx="33">
                  <c:v>23.48</c:v>
                </c:pt>
                <c:pt idx="34">
                  <c:v>24.21</c:v>
                </c:pt>
                <c:pt idx="35">
                  <c:v>22.71</c:v>
                </c:pt>
                <c:pt idx="36">
                  <c:v>24.04</c:v>
                </c:pt>
                <c:pt idx="37">
                  <c:v>25.49</c:v>
                </c:pt>
                <c:pt idx="38">
                  <c:v>23.99</c:v>
                </c:pt>
                <c:pt idx="39">
                  <c:v>23.85</c:v>
                </c:pt>
                <c:pt idx="40">
                  <c:v>22.95</c:v>
                </c:pt>
                <c:pt idx="41">
                  <c:v>24.56</c:v>
                </c:pt>
                <c:pt idx="42">
                  <c:v>25.41</c:v>
                </c:pt>
                <c:pt idx="43">
                  <c:v>24.48</c:v>
                </c:pt>
                <c:pt idx="44">
                  <c:v>23.63</c:v>
                </c:pt>
                <c:pt idx="45">
                  <c:v>23.72</c:v>
                </c:pt>
                <c:pt idx="46">
                  <c:v>23.73</c:v>
                </c:pt>
                <c:pt idx="47">
                  <c:v>23.26</c:v>
                </c:pt>
                <c:pt idx="48">
                  <c:v>25.85</c:v>
                </c:pt>
                <c:pt idx="49">
                  <c:v>27.21</c:v>
                </c:pt>
                <c:pt idx="50">
                  <c:v>27.14</c:v>
                </c:pt>
                <c:pt idx="51">
                  <c:v>26.46</c:v>
                </c:pt>
                <c:pt idx="52">
                  <c:v>25.86</c:v>
                </c:pt>
                <c:pt idx="53">
                  <c:v>25.09</c:v>
                </c:pt>
                <c:pt idx="54">
                  <c:v>24.79</c:v>
                </c:pt>
                <c:pt idx="55">
                  <c:v>23.44</c:v>
                </c:pt>
                <c:pt idx="56">
                  <c:v>22.73</c:v>
                </c:pt>
                <c:pt idx="57">
                  <c:v>20.54</c:v>
                </c:pt>
                <c:pt idx="58">
                  <c:v>21.94</c:v>
                </c:pt>
                <c:pt idx="59">
                  <c:v>21.82</c:v>
                </c:pt>
                <c:pt idx="60">
                  <c:v>23.55</c:v>
                </c:pt>
                <c:pt idx="61">
                  <c:v>22.97</c:v>
                </c:pt>
                <c:pt idx="62">
                  <c:v>23.6</c:v>
                </c:pt>
                <c:pt idx="63">
                  <c:v>23.25</c:v>
                </c:pt>
                <c:pt idx="64">
                  <c:v>23.24</c:v>
                </c:pt>
                <c:pt idx="65">
                  <c:v>24.29</c:v>
                </c:pt>
                <c:pt idx="66">
                  <c:v>24.9</c:v>
                </c:pt>
                <c:pt idx="67">
                  <c:v>23.57</c:v>
                </c:pt>
                <c:pt idx="68">
                  <c:v>24.73</c:v>
                </c:pt>
                <c:pt idx="69">
                  <c:v>25.96</c:v>
                </c:pt>
                <c:pt idx="70">
                  <c:v>23.02</c:v>
                </c:pt>
                <c:pt idx="71">
                  <c:v>23.51</c:v>
                </c:pt>
                <c:pt idx="72">
                  <c:v>22.75</c:v>
                </c:pt>
                <c:pt idx="73">
                  <c:v>23.17</c:v>
                </c:pt>
                <c:pt idx="74">
                  <c:v>22.64</c:v>
                </c:pt>
                <c:pt idx="75">
                  <c:v>20.78</c:v>
                </c:pt>
                <c:pt idx="76">
                  <c:v>20.22</c:v>
                </c:pt>
                <c:pt idx="77">
                  <c:v>20.22</c:v>
                </c:pt>
                <c:pt idx="78">
                  <c:v>20.41</c:v>
                </c:pt>
                <c:pt idx="79">
                  <c:v>19.03</c:v>
                </c:pt>
                <c:pt idx="80">
                  <c:v>18.14</c:v>
                </c:pt>
                <c:pt idx="81">
                  <c:v>17.7</c:v>
                </c:pt>
                <c:pt idx="82">
                  <c:v>19.3</c:v>
                </c:pt>
                <c:pt idx="83">
                  <c:v>19.21</c:v>
                </c:pt>
                <c:pt idx="84">
                  <c:v>19.579999999999998</c:v>
                </c:pt>
                <c:pt idx="85">
                  <c:v>19.47</c:v>
                </c:pt>
                <c:pt idx="86">
                  <c:v>18.82</c:v>
                </c:pt>
                <c:pt idx="87">
                  <c:v>18.8</c:v>
                </c:pt>
                <c:pt idx="88">
                  <c:v>18.63</c:v>
                </c:pt>
                <c:pt idx="89">
                  <c:v>20.329999999999998</c:v>
                </c:pt>
                <c:pt idx="90">
                  <c:v>19.89</c:v>
                </c:pt>
                <c:pt idx="91">
                  <c:v>20.07</c:v>
                </c:pt>
                <c:pt idx="92">
                  <c:v>19.38</c:v>
                </c:pt>
                <c:pt idx="93">
                  <c:v>19.12</c:v>
                </c:pt>
                <c:pt idx="94">
                  <c:v>18.850000000000001</c:v>
                </c:pt>
                <c:pt idx="95">
                  <c:v>18.89</c:v>
                </c:pt>
                <c:pt idx="96">
                  <c:v>19.73</c:v>
                </c:pt>
                <c:pt idx="97">
                  <c:v>19.45</c:v>
                </c:pt>
                <c:pt idx="98">
                  <c:v>19.5</c:v>
                </c:pt>
                <c:pt idx="99">
                  <c:v>19.87</c:v>
                </c:pt>
                <c:pt idx="100">
                  <c:v>19.32</c:v>
                </c:pt>
                <c:pt idx="101">
                  <c:v>19.350000000000001</c:v>
                </c:pt>
                <c:pt idx="102">
                  <c:v>18.78</c:v>
                </c:pt>
                <c:pt idx="103">
                  <c:v>20.32</c:v>
                </c:pt>
                <c:pt idx="104">
                  <c:v>19.37</c:v>
                </c:pt>
                <c:pt idx="105">
                  <c:v>19.989999999999998</c:v>
                </c:pt>
                <c:pt idx="106">
                  <c:v>20.34</c:v>
                </c:pt>
                <c:pt idx="107">
                  <c:v>19.91</c:v>
                </c:pt>
                <c:pt idx="108">
                  <c:v>19.64</c:v>
                </c:pt>
                <c:pt idx="109">
                  <c:v>20.149999999999999</c:v>
                </c:pt>
                <c:pt idx="110">
                  <c:v>20.83</c:v>
                </c:pt>
                <c:pt idx="111">
                  <c:v>19.23</c:v>
                </c:pt>
                <c:pt idx="112">
                  <c:v>18.97</c:v>
                </c:pt>
                <c:pt idx="113">
                  <c:v>18.91</c:v>
                </c:pt>
                <c:pt idx="114">
                  <c:v>19.399999999999999</c:v>
                </c:pt>
                <c:pt idx="115">
                  <c:v>20.45</c:v>
                </c:pt>
                <c:pt idx="116">
                  <c:v>20.66</c:v>
                </c:pt>
                <c:pt idx="117">
                  <c:v>22.34</c:v>
                </c:pt>
                <c:pt idx="118">
                  <c:v>24.44</c:v>
                </c:pt>
                <c:pt idx="119">
                  <c:v>21.98</c:v>
                </c:pt>
                <c:pt idx="120">
                  <c:v>22.85</c:v>
                </c:pt>
                <c:pt idx="121">
                  <c:v>23.28</c:v>
                </c:pt>
                <c:pt idx="122">
                  <c:v>22.4</c:v>
                </c:pt>
                <c:pt idx="123">
                  <c:v>22.76</c:v>
                </c:pt>
                <c:pt idx="124">
                  <c:v>22.66</c:v>
                </c:pt>
                <c:pt idx="125">
                  <c:v>22.04</c:v>
                </c:pt>
                <c:pt idx="126">
                  <c:v>22.01</c:v>
                </c:pt>
                <c:pt idx="127">
                  <c:v>22.17</c:v>
                </c:pt>
                <c:pt idx="128">
                  <c:v>22.48</c:v>
                </c:pt>
                <c:pt idx="129">
                  <c:v>22.09</c:v>
                </c:pt>
                <c:pt idx="130">
                  <c:v>22.9</c:v>
                </c:pt>
                <c:pt idx="131">
                  <c:v>24.79</c:v>
                </c:pt>
                <c:pt idx="132">
                  <c:v>24.76</c:v>
                </c:pt>
                <c:pt idx="133">
                  <c:v>25.89</c:v>
                </c:pt>
                <c:pt idx="134">
                  <c:v>27.03</c:v>
                </c:pt>
                <c:pt idx="135">
                  <c:v>28.79</c:v>
                </c:pt>
                <c:pt idx="136">
                  <c:v>26.72</c:v>
                </c:pt>
                <c:pt idx="137">
                  <c:v>25.26</c:v>
                </c:pt>
                <c:pt idx="138">
                  <c:v>24.82</c:v>
                </c:pt>
                <c:pt idx="139">
                  <c:v>25.15</c:v>
                </c:pt>
                <c:pt idx="140">
                  <c:v>24.98</c:v>
                </c:pt>
                <c:pt idx="141">
                  <c:v>26.53</c:v>
                </c:pt>
                <c:pt idx="142">
                  <c:v>28.19</c:v>
                </c:pt>
                <c:pt idx="143">
                  <c:v>26.91</c:v>
                </c:pt>
                <c:pt idx="144">
                  <c:v>27.47</c:v>
                </c:pt>
                <c:pt idx="145">
                  <c:v>27.33</c:v>
                </c:pt>
                <c:pt idx="146">
                  <c:v>27.41</c:v>
                </c:pt>
                <c:pt idx="147">
                  <c:v>27</c:v>
                </c:pt>
                <c:pt idx="148">
                  <c:v>26.46</c:v>
                </c:pt>
                <c:pt idx="149">
                  <c:v>26.35</c:v>
                </c:pt>
                <c:pt idx="150">
                  <c:v>26.92</c:v>
                </c:pt>
                <c:pt idx="151">
                  <c:v>26.42</c:v>
                </c:pt>
                <c:pt idx="152">
                  <c:v>26.75</c:v>
                </c:pt>
                <c:pt idx="153">
                  <c:v>28.21</c:v>
                </c:pt>
                <c:pt idx="154">
                  <c:v>28.54</c:v>
                </c:pt>
                <c:pt idx="155">
                  <c:v>29.24</c:v>
                </c:pt>
                <c:pt idx="156">
                  <c:v>29.49</c:v>
                </c:pt>
                <c:pt idx="157">
                  <c:v>28.29</c:v>
                </c:pt>
                <c:pt idx="158">
                  <c:v>27.57</c:v>
                </c:pt>
                <c:pt idx="159">
                  <c:v>27.68</c:v>
                </c:pt>
                <c:pt idx="160">
                  <c:v>27.83</c:v>
                </c:pt>
                <c:pt idx="161">
                  <c:v>27.22</c:v>
                </c:pt>
                <c:pt idx="162">
                  <c:v>27.5</c:v>
                </c:pt>
                <c:pt idx="163">
                  <c:v>27.83</c:v>
                </c:pt>
                <c:pt idx="164">
                  <c:v>27.8</c:v>
                </c:pt>
                <c:pt idx="165">
                  <c:v>28.41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F9A-40CD-9CFF-9D4464A9806F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Other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Sheet1!$A$2:$A$167</c:f>
              <c:numCache>
                <c:formatCode>m/d/yyyy</c:formatCode>
                <c:ptCount val="166"/>
                <c:pt idx="0">
                  <c:v>39814</c:v>
                </c:pt>
                <c:pt idx="1">
                  <c:v>39845</c:v>
                </c:pt>
                <c:pt idx="2">
                  <c:v>39873</c:v>
                </c:pt>
                <c:pt idx="3">
                  <c:v>39904</c:v>
                </c:pt>
                <c:pt idx="4">
                  <c:v>39934</c:v>
                </c:pt>
                <c:pt idx="5">
                  <c:v>39965</c:v>
                </c:pt>
                <c:pt idx="6">
                  <c:v>39995</c:v>
                </c:pt>
                <c:pt idx="7">
                  <c:v>40026</c:v>
                </c:pt>
                <c:pt idx="8">
                  <c:v>40057</c:v>
                </c:pt>
                <c:pt idx="9">
                  <c:v>40087</c:v>
                </c:pt>
                <c:pt idx="10">
                  <c:v>40118</c:v>
                </c:pt>
                <c:pt idx="11">
                  <c:v>40148</c:v>
                </c:pt>
                <c:pt idx="12">
                  <c:v>40179</c:v>
                </c:pt>
                <c:pt idx="13">
                  <c:v>40210</c:v>
                </c:pt>
                <c:pt idx="14">
                  <c:v>40238</c:v>
                </c:pt>
                <c:pt idx="15">
                  <c:v>40269</c:v>
                </c:pt>
                <c:pt idx="16">
                  <c:v>40299</c:v>
                </c:pt>
                <c:pt idx="17">
                  <c:v>40330</c:v>
                </c:pt>
                <c:pt idx="18">
                  <c:v>40360</c:v>
                </c:pt>
                <c:pt idx="19">
                  <c:v>40391</c:v>
                </c:pt>
                <c:pt idx="20">
                  <c:v>40422</c:v>
                </c:pt>
                <c:pt idx="21">
                  <c:v>40452</c:v>
                </c:pt>
                <c:pt idx="22">
                  <c:v>40483</c:v>
                </c:pt>
                <c:pt idx="23">
                  <c:v>40513</c:v>
                </c:pt>
                <c:pt idx="24">
                  <c:v>40544</c:v>
                </c:pt>
                <c:pt idx="25">
                  <c:v>40575</c:v>
                </c:pt>
                <c:pt idx="26">
                  <c:v>40603</c:v>
                </c:pt>
                <c:pt idx="27">
                  <c:v>40634</c:v>
                </c:pt>
                <c:pt idx="28">
                  <c:v>40664</c:v>
                </c:pt>
                <c:pt idx="29">
                  <c:v>40695</c:v>
                </c:pt>
                <c:pt idx="30">
                  <c:v>40725</c:v>
                </c:pt>
                <c:pt idx="31">
                  <c:v>40756</c:v>
                </c:pt>
                <c:pt idx="32">
                  <c:v>40787</c:v>
                </c:pt>
                <c:pt idx="33">
                  <c:v>40817</c:v>
                </c:pt>
                <c:pt idx="34">
                  <c:v>40848</c:v>
                </c:pt>
                <c:pt idx="35">
                  <c:v>40878</c:v>
                </c:pt>
                <c:pt idx="36">
                  <c:v>40909</c:v>
                </c:pt>
                <c:pt idx="37">
                  <c:v>40940</c:v>
                </c:pt>
                <c:pt idx="38">
                  <c:v>40969</c:v>
                </c:pt>
                <c:pt idx="39">
                  <c:v>41000</c:v>
                </c:pt>
                <c:pt idx="40">
                  <c:v>41030</c:v>
                </c:pt>
                <c:pt idx="41">
                  <c:v>41061</c:v>
                </c:pt>
                <c:pt idx="42">
                  <c:v>41091</c:v>
                </c:pt>
                <c:pt idx="43">
                  <c:v>41122</c:v>
                </c:pt>
                <c:pt idx="44">
                  <c:v>41153</c:v>
                </c:pt>
                <c:pt idx="45">
                  <c:v>41183</c:v>
                </c:pt>
                <c:pt idx="46">
                  <c:v>41214</c:v>
                </c:pt>
                <c:pt idx="47">
                  <c:v>41244</c:v>
                </c:pt>
                <c:pt idx="48">
                  <c:v>41275</c:v>
                </c:pt>
                <c:pt idx="49">
                  <c:v>41306</c:v>
                </c:pt>
                <c:pt idx="50">
                  <c:v>41334</c:v>
                </c:pt>
                <c:pt idx="51">
                  <c:v>41365</c:v>
                </c:pt>
                <c:pt idx="52">
                  <c:v>41395</c:v>
                </c:pt>
                <c:pt idx="53">
                  <c:v>41426</c:v>
                </c:pt>
                <c:pt idx="54">
                  <c:v>41456</c:v>
                </c:pt>
                <c:pt idx="55">
                  <c:v>41487</c:v>
                </c:pt>
                <c:pt idx="56">
                  <c:v>41518</c:v>
                </c:pt>
                <c:pt idx="57">
                  <c:v>41548</c:v>
                </c:pt>
                <c:pt idx="58">
                  <c:v>41579</c:v>
                </c:pt>
                <c:pt idx="59">
                  <c:v>41609</c:v>
                </c:pt>
                <c:pt idx="60">
                  <c:v>41640</c:v>
                </c:pt>
                <c:pt idx="61">
                  <c:v>41671</c:v>
                </c:pt>
                <c:pt idx="62">
                  <c:v>41699</c:v>
                </c:pt>
                <c:pt idx="63">
                  <c:v>41730</c:v>
                </c:pt>
                <c:pt idx="64">
                  <c:v>41760</c:v>
                </c:pt>
                <c:pt idx="65">
                  <c:v>41791</c:v>
                </c:pt>
                <c:pt idx="66">
                  <c:v>41821</c:v>
                </c:pt>
                <c:pt idx="67">
                  <c:v>41852</c:v>
                </c:pt>
                <c:pt idx="68">
                  <c:v>41883</c:v>
                </c:pt>
                <c:pt idx="69">
                  <c:v>41913</c:v>
                </c:pt>
                <c:pt idx="70">
                  <c:v>41944</c:v>
                </c:pt>
                <c:pt idx="71">
                  <c:v>41974</c:v>
                </c:pt>
                <c:pt idx="72">
                  <c:v>42005</c:v>
                </c:pt>
                <c:pt idx="73">
                  <c:v>42036</c:v>
                </c:pt>
                <c:pt idx="74">
                  <c:v>42064</c:v>
                </c:pt>
                <c:pt idx="75">
                  <c:v>42095</c:v>
                </c:pt>
                <c:pt idx="76">
                  <c:v>42125</c:v>
                </c:pt>
                <c:pt idx="77">
                  <c:v>42156</c:v>
                </c:pt>
                <c:pt idx="78">
                  <c:v>42186</c:v>
                </c:pt>
                <c:pt idx="79">
                  <c:v>42217</c:v>
                </c:pt>
                <c:pt idx="80">
                  <c:v>42248</c:v>
                </c:pt>
                <c:pt idx="81">
                  <c:v>42278</c:v>
                </c:pt>
                <c:pt idx="82">
                  <c:v>42309</c:v>
                </c:pt>
                <c:pt idx="83">
                  <c:v>42339</c:v>
                </c:pt>
                <c:pt idx="84">
                  <c:v>42370</c:v>
                </c:pt>
                <c:pt idx="85">
                  <c:v>42401</c:v>
                </c:pt>
                <c:pt idx="86">
                  <c:v>42430</c:v>
                </c:pt>
                <c:pt idx="87">
                  <c:v>42461</c:v>
                </c:pt>
                <c:pt idx="88">
                  <c:v>42491</c:v>
                </c:pt>
                <c:pt idx="89">
                  <c:v>42522</c:v>
                </c:pt>
                <c:pt idx="90">
                  <c:v>42552</c:v>
                </c:pt>
                <c:pt idx="91">
                  <c:v>42583</c:v>
                </c:pt>
                <c:pt idx="92">
                  <c:v>42614</c:v>
                </c:pt>
                <c:pt idx="93">
                  <c:v>42644</c:v>
                </c:pt>
                <c:pt idx="94">
                  <c:v>42675</c:v>
                </c:pt>
                <c:pt idx="95">
                  <c:v>42705</c:v>
                </c:pt>
                <c:pt idx="96">
                  <c:v>42736</c:v>
                </c:pt>
                <c:pt idx="97">
                  <c:v>42767</c:v>
                </c:pt>
                <c:pt idx="98">
                  <c:v>42795</c:v>
                </c:pt>
                <c:pt idx="99">
                  <c:v>42826</c:v>
                </c:pt>
                <c:pt idx="100">
                  <c:v>42856</c:v>
                </c:pt>
                <c:pt idx="101">
                  <c:v>42887</c:v>
                </c:pt>
                <c:pt idx="102">
                  <c:v>42917</c:v>
                </c:pt>
                <c:pt idx="103">
                  <c:v>42948</c:v>
                </c:pt>
                <c:pt idx="104">
                  <c:v>42979</c:v>
                </c:pt>
                <c:pt idx="105">
                  <c:v>43009</c:v>
                </c:pt>
                <c:pt idx="106">
                  <c:v>43040</c:v>
                </c:pt>
                <c:pt idx="107">
                  <c:v>43070</c:v>
                </c:pt>
                <c:pt idx="108">
                  <c:v>43101</c:v>
                </c:pt>
                <c:pt idx="109">
                  <c:v>43132</c:v>
                </c:pt>
                <c:pt idx="110">
                  <c:v>43160</c:v>
                </c:pt>
                <c:pt idx="111">
                  <c:v>43191</c:v>
                </c:pt>
                <c:pt idx="112">
                  <c:v>43221</c:v>
                </c:pt>
                <c:pt idx="113">
                  <c:v>43252</c:v>
                </c:pt>
                <c:pt idx="114">
                  <c:v>43282</c:v>
                </c:pt>
                <c:pt idx="115">
                  <c:v>43313</c:v>
                </c:pt>
                <c:pt idx="116">
                  <c:v>43344</c:v>
                </c:pt>
                <c:pt idx="117">
                  <c:v>43374</c:v>
                </c:pt>
                <c:pt idx="118">
                  <c:v>43405</c:v>
                </c:pt>
                <c:pt idx="119">
                  <c:v>43435</c:v>
                </c:pt>
                <c:pt idx="120">
                  <c:v>43466</c:v>
                </c:pt>
                <c:pt idx="121">
                  <c:v>43497</c:v>
                </c:pt>
                <c:pt idx="122">
                  <c:v>43525</c:v>
                </c:pt>
                <c:pt idx="123">
                  <c:v>43556</c:v>
                </c:pt>
                <c:pt idx="124">
                  <c:v>43586</c:v>
                </c:pt>
                <c:pt idx="125">
                  <c:v>43617</c:v>
                </c:pt>
                <c:pt idx="126">
                  <c:v>43647</c:v>
                </c:pt>
                <c:pt idx="127">
                  <c:v>43678</c:v>
                </c:pt>
                <c:pt idx="128">
                  <c:v>43709</c:v>
                </c:pt>
                <c:pt idx="129">
                  <c:v>43739</c:v>
                </c:pt>
                <c:pt idx="130">
                  <c:v>43770</c:v>
                </c:pt>
                <c:pt idx="131">
                  <c:v>43800</c:v>
                </c:pt>
                <c:pt idx="132">
                  <c:v>43831</c:v>
                </c:pt>
                <c:pt idx="133">
                  <c:v>43862</c:v>
                </c:pt>
                <c:pt idx="134">
                  <c:v>43891</c:v>
                </c:pt>
                <c:pt idx="135">
                  <c:v>43922</c:v>
                </c:pt>
                <c:pt idx="136">
                  <c:v>43952</c:v>
                </c:pt>
                <c:pt idx="137">
                  <c:v>43983</c:v>
                </c:pt>
                <c:pt idx="138">
                  <c:v>44013</c:v>
                </c:pt>
                <c:pt idx="139">
                  <c:v>44044</c:v>
                </c:pt>
                <c:pt idx="140">
                  <c:v>44075</c:v>
                </c:pt>
                <c:pt idx="141">
                  <c:v>44105</c:v>
                </c:pt>
                <c:pt idx="142">
                  <c:v>44136</c:v>
                </c:pt>
                <c:pt idx="143">
                  <c:v>44166</c:v>
                </c:pt>
                <c:pt idx="144">
                  <c:v>44197</c:v>
                </c:pt>
                <c:pt idx="145">
                  <c:v>44228</c:v>
                </c:pt>
                <c:pt idx="146">
                  <c:v>44256</c:v>
                </c:pt>
                <c:pt idx="147">
                  <c:v>44287</c:v>
                </c:pt>
                <c:pt idx="148">
                  <c:v>44317</c:v>
                </c:pt>
                <c:pt idx="149">
                  <c:v>44348</c:v>
                </c:pt>
                <c:pt idx="150">
                  <c:v>44378</c:v>
                </c:pt>
                <c:pt idx="151">
                  <c:v>44409</c:v>
                </c:pt>
                <c:pt idx="152">
                  <c:v>44440</c:v>
                </c:pt>
                <c:pt idx="153">
                  <c:v>44470</c:v>
                </c:pt>
                <c:pt idx="154">
                  <c:v>44501</c:v>
                </c:pt>
                <c:pt idx="155">
                  <c:v>44531</c:v>
                </c:pt>
                <c:pt idx="156">
                  <c:v>44562</c:v>
                </c:pt>
                <c:pt idx="157">
                  <c:v>44593</c:v>
                </c:pt>
                <c:pt idx="158">
                  <c:v>44621</c:v>
                </c:pt>
                <c:pt idx="159">
                  <c:v>44652</c:v>
                </c:pt>
                <c:pt idx="160">
                  <c:v>44682</c:v>
                </c:pt>
                <c:pt idx="161">
                  <c:v>44713</c:v>
                </c:pt>
                <c:pt idx="162">
                  <c:v>44743</c:v>
                </c:pt>
                <c:pt idx="163">
                  <c:v>44774</c:v>
                </c:pt>
                <c:pt idx="164">
                  <c:v>44805</c:v>
                </c:pt>
                <c:pt idx="165">
                  <c:v>44835</c:v>
                </c:pt>
              </c:numCache>
            </c:numRef>
          </c:cat>
          <c:val>
            <c:numRef>
              <c:f>Sheet1!$D$2:$D$167</c:f>
              <c:numCache>
                <c:formatCode>General</c:formatCode>
                <c:ptCount val="166"/>
                <c:pt idx="0">
                  <c:v>63.780000000000008</c:v>
                </c:pt>
                <c:pt idx="1">
                  <c:v>61.519999999999996</c:v>
                </c:pt>
                <c:pt idx="2">
                  <c:v>58.199999999999989</c:v>
                </c:pt>
                <c:pt idx="3">
                  <c:v>56.09</c:v>
                </c:pt>
                <c:pt idx="4">
                  <c:v>60.82</c:v>
                </c:pt>
                <c:pt idx="5">
                  <c:v>64.069999999999993</c:v>
                </c:pt>
                <c:pt idx="6">
                  <c:v>63.589999999999996</c:v>
                </c:pt>
                <c:pt idx="7">
                  <c:v>63.82</c:v>
                </c:pt>
                <c:pt idx="8">
                  <c:v>66.55</c:v>
                </c:pt>
                <c:pt idx="9">
                  <c:v>66.95</c:v>
                </c:pt>
                <c:pt idx="10">
                  <c:v>65.13000000000001</c:v>
                </c:pt>
                <c:pt idx="11">
                  <c:v>63.859999999999992</c:v>
                </c:pt>
                <c:pt idx="12">
                  <c:v>62.32</c:v>
                </c:pt>
                <c:pt idx="13">
                  <c:v>60.720000000000006</c:v>
                </c:pt>
                <c:pt idx="14">
                  <c:v>63.95</c:v>
                </c:pt>
                <c:pt idx="15">
                  <c:v>65.05</c:v>
                </c:pt>
                <c:pt idx="16">
                  <c:v>67.05</c:v>
                </c:pt>
                <c:pt idx="17">
                  <c:v>69.39</c:v>
                </c:pt>
                <c:pt idx="18">
                  <c:v>66.040000000000006</c:v>
                </c:pt>
                <c:pt idx="19">
                  <c:v>65.06</c:v>
                </c:pt>
                <c:pt idx="20">
                  <c:v>67.36999999999999</c:v>
                </c:pt>
                <c:pt idx="21">
                  <c:v>66.89</c:v>
                </c:pt>
                <c:pt idx="22">
                  <c:v>66.45</c:v>
                </c:pt>
                <c:pt idx="23">
                  <c:v>62.819999999999993</c:v>
                </c:pt>
                <c:pt idx="24">
                  <c:v>60.39</c:v>
                </c:pt>
                <c:pt idx="25">
                  <c:v>60.28</c:v>
                </c:pt>
                <c:pt idx="26">
                  <c:v>59.82</c:v>
                </c:pt>
                <c:pt idx="27">
                  <c:v>60.59</c:v>
                </c:pt>
                <c:pt idx="28">
                  <c:v>60.279999999999994</c:v>
                </c:pt>
                <c:pt idx="29">
                  <c:v>62.039999999999992</c:v>
                </c:pt>
                <c:pt idx="30">
                  <c:v>61.050000000000011</c:v>
                </c:pt>
                <c:pt idx="31">
                  <c:v>59.990000000000009</c:v>
                </c:pt>
                <c:pt idx="32">
                  <c:v>57.889999999999993</c:v>
                </c:pt>
                <c:pt idx="33">
                  <c:v>54.43</c:v>
                </c:pt>
                <c:pt idx="34">
                  <c:v>53.879999999999995</c:v>
                </c:pt>
                <c:pt idx="35">
                  <c:v>55.470000000000013</c:v>
                </c:pt>
                <c:pt idx="36">
                  <c:v>52.760000000000005</c:v>
                </c:pt>
                <c:pt idx="37">
                  <c:v>49.760000000000012</c:v>
                </c:pt>
                <c:pt idx="38">
                  <c:v>52.399999999999991</c:v>
                </c:pt>
                <c:pt idx="39">
                  <c:v>52.36</c:v>
                </c:pt>
                <c:pt idx="40">
                  <c:v>53.230000000000011</c:v>
                </c:pt>
                <c:pt idx="41">
                  <c:v>50.36</c:v>
                </c:pt>
                <c:pt idx="42">
                  <c:v>48.06</c:v>
                </c:pt>
                <c:pt idx="43">
                  <c:v>47.300000000000004</c:v>
                </c:pt>
                <c:pt idx="44">
                  <c:v>47.109999999999985</c:v>
                </c:pt>
                <c:pt idx="45">
                  <c:v>46.089999999999996</c:v>
                </c:pt>
                <c:pt idx="46">
                  <c:v>44.589999999999996</c:v>
                </c:pt>
                <c:pt idx="47">
                  <c:v>43.539999999999992</c:v>
                </c:pt>
                <c:pt idx="48">
                  <c:v>37.28</c:v>
                </c:pt>
                <c:pt idx="49">
                  <c:v>35.889999999999993</c:v>
                </c:pt>
                <c:pt idx="50">
                  <c:v>35.63000000000001</c:v>
                </c:pt>
                <c:pt idx="51">
                  <c:v>35.210000000000008</c:v>
                </c:pt>
                <c:pt idx="52">
                  <c:v>35.860000000000007</c:v>
                </c:pt>
                <c:pt idx="53">
                  <c:v>36.970000000000013</c:v>
                </c:pt>
                <c:pt idx="54">
                  <c:v>36.870000000000012</c:v>
                </c:pt>
                <c:pt idx="55">
                  <c:v>37.010000000000005</c:v>
                </c:pt>
                <c:pt idx="56">
                  <c:v>37.459999999999994</c:v>
                </c:pt>
                <c:pt idx="57">
                  <c:v>40.06</c:v>
                </c:pt>
                <c:pt idx="58">
                  <c:v>36.74</c:v>
                </c:pt>
                <c:pt idx="59">
                  <c:v>35.190000000000012</c:v>
                </c:pt>
                <c:pt idx="60">
                  <c:v>31.839999999999996</c:v>
                </c:pt>
                <c:pt idx="61">
                  <c:v>29.57</c:v>
                </c:pt>
                <c:pt idx="62">
                  <c:v>28.15</c:v>
                </c:pt>
                <c:pt idx="63">
                  <c:v>26.81</c:v>
                </c:pt>
                <c:pt idx="64">
                  <c:v>24.530000000000005</c:v>
                </c:pt>
                <c:pt idx="65">
                  <c:v>22.730000000000004</c:v>
                </c:pt>
                <c:pt idx="66">
                  <c:v>21.599999999999998</c:v>
                </c:pt>
                <c:pt idx="67">
                  <c:v>21.540000000000003</c:v>
                </c:pt>
                <c:pt idx="68">
                  <c:v>19.580000000000002</c:v>
                </c:pt>
                <c:pt idx="69">
                  <c:v>16.61</c:v>
                </c:pt>
                <c:pt idx="70">
                  <c:v>17.09</c:v>
                </c:pt>
                <c:pt idx="71">
                  <c:v>17.359999999999996</c:v>
                </c:pt>
                <c:pt idx="72">
                  <c:v>17.470000000000002</c:v>
                </c:pt>
                <c:pt idx="73">
                  <c:v>16.04</c:v>
                </c:pt>
                <c:pt idx="74">
                  <c:v>15.419999999999998</c:v>
                </c:pt>
                <c:pt idx="75">
                  <c:v>15.779999999999994</c:v>
                </c:pt>
                <c:pt idx="76">
                  <c:v>15.779999999999996</c:v>
                </c:pt>
                <c:pt idx="77">
                  <c:v>16.030000000000005</c:v>
                </c:pt>
                <c:pt idx="78">
                  <c:v>15.499999999999998</c:v>
                </c:pt>
                <c:pt idx="79">
                  <c:v>15.44</c:v>
                </c:pt>
                <c:pt idx="80">
                  <c:v>15.109999999999998</c:v>
                </c:pt>
                <c:pt idx="81">
                  <c:v>15.159999999999998</c:v>
                </c:pt>
                <c:pt idx="82">
                  <c:v>14.969999999999997</c:v>
                </c:pt>
                <c:pt idx="83">
                  <c:v>14.89</c:v>
                </c:pt>
                <c:pt idx="84">
                  <c:v>14.139999999999997</c:v>
                </c:pt>
                <c:pt idx="85">
                  <c:v>14.159999999999997</c:v>
                </c:pt>
                <c:pt idx="86">
                  <c:v>13.139999999999997</c:v>
                </c:pt>
                <c:pt idx="87">
                  <c:v>12.909999999999997</c:v>
                </c:pt>
                <c:pt idx="88">
                  <c:v>12.529999999999996</c:v>
                </c:pt>
                <c:pt idx="89">
                  <c:v>11.279999999999998</c:v>
                </c:pt>
                <c:pt idx="90">
                  <c:v>11.339999999999998</c:v>
                </c:pt>
                <c:pt idx="91">
                  <c:v>11.419999999999998</c:v>
                </c:pt>
                <c:pt idx="92">
                  <c:v>10.949999999999998</c:v>
                </c:pt>
                <c:pt idx="93">
                  <c:v>10.030000000000001</c:v>
                </c:pt>
                <c:pt idx="94">
                  <c:v>9.1399999999999988</c:v>
                </c:pt>
                <c:pt idx="95">
                  <c:v>9.1499999999999986</c:v>
                </c:pt>
                <c:pt idx="96">
                  <c:v>8.7099999999999991</c:v>
                </c:pt>
                <c:pt idx="97">
                  <c:v>8.5699999999999985</c:v>
                </c:pt>
                <c:pt idx="98">
                  <c:v>8.86</c:v>
                </c:pt>
                <c:pt idx="99">
                  <c:v>8.2799999999999994</c:v>
                </c:pt>
                <c:pt idx="100">
                  <c:v>7.9799999999999978</c:v>
                </c:pt>
                <c:pt idx="101">
                  <c:v>7.7499999999999973</c:v>
                </c:pt>
                <c:pt idx="102">
                  <c:v>7.8099999999999978</c:v>
                </c:pt>
                <c:pt idx="103">
                  <c:v>6.9299999999999988</c:v>
                </c:pt>
                <c:pt idx="104">
                  <c:v>7.0899999999999972</c:v>
                </c:pt>
                <c:pt idx="105">
                  <c:v>6.9399999999999995</c:v>
                </c:pt>
                <c:pt idx="106">
                  <c:v>6.5299999999999994</c:v>
                </c:pt>
                <c:pt idx="107">
                  <c:v>6.5499999999999989</c:v>
                </c:pt>
                <c:pt idx="108">
                  <c:v>5.97</c:v>
                </c:pt>
                <c:pt idx="109">
                  <c:v>5.0599999999999987</c:v>
                </c:pt>
                <c:pt idx="110">
                  <c:v>4.95</c:v>
                </c:pt>
                <c:pt idx="111">
                  <c:v>5.1099999999999985</c:v>
                </c:pt>
                <c:pt idx="112">
                  <c:v>4.5099999999999989</c:v>
                </c:pt>
                <c:pt idx="113">
                  <c:v>4.089999999999999</c:v>
                </c:pt>
                <c:pt idx="114">
                  <c:v>3.26</c:v>
                </c:pt>
                <c:pt idx="115">
                  <c:v>2.73</c:v>
                </c:pt>
                <c:pt idx="116">
                  <c:v>2.73</c:v>
                </c:pt>
                <c:pt idx="117">
                  <c:v>2.9699999999999998</c:v>
                </c:pt>
                <c:pt idx="118">
                  <c:v>3.2099999999999995</c:v>
                </c:pt>
                <c:pt idx="119">
                  <c:v>2.8499999999999992</c:v>
                </c:pt>
                <c:pt idx="120">
                  <c:v>2.6999999999999997</c:v>
                </c:pt>
                <c:pt idx="121">
                  <c:v>2.5699999999999994</c:v>
                </c:pt>
                <c:pt idx="122">
                  <c:v>2.25</c:v>
                </c:pt>
                <c:pt idx="123">
                  <c:v>2.0099999999999998</c:v>
                </c:pt>
                <c:pt idx="124">
                  <c:v>1.9900000000000002</c:v>
                </c:pt>
                <c:pt idx="125">
                  <c:v>1.9200000000000002</c:v>
                </c:pt>
                <c:pt idx="126">
                  <c:v>1.9000000000000001</c:v>
                </c:pt>
                <c:pt idx="127">
                  <c:v>1.59</c:v>
                </c:pt>
                <c:pt idx="128">
                  <c:v>1.2600000000000002</c:v>
                </c:pt>
                <c:pt idx="129">
                  <c:v>1.21</c:v>
                </c:pt>
                <c:pt idx="130">
                  <c:v>1.26</c:v>
                </c:pt>
                <c:pt idx="131">
                  <c:v>1.08</c:v>
                </c:pt>
                <c:pt idx="132">
                  <c:v>0.92000000000000015</c:v>
                </c:pt>
                <c:pt idx="133">
                  <c:v>0.81</c:v>
                </c:pt>
                <c:pt idx="134">
                  <c:v>0.68</c:v>
                </c:pt>
                <c:pt idx="135">
                  <c:v>0.54</c:v>
                </c:pt>
                <c:pt idx="136">
                  <c:v>0.65000000000000013</c:v>
                </c:pt>
                <c:pt idx="137">
                  <c:v>0.58000000000000007</c:v>
                </c:pt>
                <c:pt idx="138">
                  <c:v>0.57000000000000006</c:v>
                </c:pt>
                <c:pt idx="139">
                  <c:v>0.59000000000000008</c:v>
                </c:pt>
                <c:pt idx="140">
                  <c:v>0.58000000000000007</c:v>
                </c:pt>
                <c:pt idx="141">
                  <c:v>0.54</c:v>
                </c:pt>
                <c:pt idx="142">
                  <c:v>0.63000000000000012</c:v>
                </c:pt>
                <c:pt idx="143">
                  <c:v>0.6100000000000001</c:v>
                </c:pt>
                <c:pt idx="144">
                  <c:v>0.6100000000000001</c:v>
                </c:pt>
                <c:pt idx="145">
                  <c:v>0.77000000000000013</c:v>
                </c:pt>
                <c:pt idx="146">
                  <c:v>0.76000000000000012</c:v>
                </c:pt>
                <c:pt idx="147">
                  <c:v>0.80000000000000016</c:v>
                </c:pt>
                <c:pt idx="148">
                  <c:v>0.81000000000000016</c:v>
                </c:pt>
                <c:pt idx="149">
                  <c:v>0.84000000000000008</c:v>
                </c:pt>
                <c:pt idx="150">
                  <c:v>0.8600000000000001</c:v>
                </c:pt>
                <c:pt idx="151">
                  <c:v>0.84000000000000008</c:v>
                </c:pt>
                <c:pt idx="152">
                  <c:v>0.80000000000000016</c:v>
                </c:pt>
                <c:pt idx="153">
                  <c:v>0.68</c:v>
                </c:pt>
                <c:pt idx="154">
                  <c:v>0.71000000000000008</c:v>
                </c:pt>
                <c:pt idx="155">
                  <c:v>0.7400000000000001</c:v>
                </c:pt>
                <c:pt idx="156">
                  <c:v>0.76000000000000012</c:v>
                </c:pt>
                <c:pt idx="157">
                  <c:v>0.75000000000000011</c:v>
                </c:pt>
                <c:pt idx="158">
                  <c:v>0.71000000000000008</c:v>
                </c:pt>
                <c:pt idx="159">
                  <c:v>0.72000000000000008</c:v>
                </c:pt>
                <c:pt idx="160">
                  <c:v>0.69000000000000006</c:v>
                </c:pt>
                <c:pt idx="161">
                  <c:v>0.65</c:v>
                </c:pt>
                <c:pt idx="162">
                  <c:v>0.64000000000000012</c:v>
                </c:pt>
                <c:pt idx="163">
                  <c:v>0.64</c:v>
                </c:pt>
                <c:pt idx="164">
                  <c:v>0.65000000000000013</c:v>
                </c:pt>
                <c:pt idx="165">
                  <c:v>0.60000000000000009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14C-6F9A-40CD-9CFF-9D4464A9806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791546543"/>
        <c:axId val="1791557775"/>
      </c:lineChart>
      <c:dateAx>
        <c:axId val="1791546543"/>
        <c:scaling>
          <c:orientation val="minMax"/>
        </c:scaling>
        <c:delete val="0"/>
        <c:axPos val="b"/>
        <c:numFmt formatCode="m/d/yy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1791557775"/>
        <c:crosses val="autoZero"/>
        <c:auto val="1"/>
        <c:lblOffset val="100"/>
        <c:baseTimeUnit val="months"/>
      </c:dateAx>
      <c:valAx>
        <c:axId val="1791557775"/>
        <c:scaling>
          <c:orientation val="minMax"/>
          <c:max val="9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&quot;%&quot;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179154654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cs-CZ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cs-CZ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acrossLinear" id="2">
  <a:schemeClr val="accent1"/>
  <a:schemeClr val="accent2"/>
  <a:schemeClr val="accent3"/>
  <a:schemeClr val="accent4"/>
  <a:schemeClr val="accent5"/>
  <a:schemeClr val="accent6"/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ata4.xml.rels><?xml version="1.0" encoding="UTF-8" standalone="yes"?>
<Relationships xmlns="http://schemas.openxmlformats.org/package/2006/relationships"><Relationship Id="rId2" Type="http://schemas.openxmlformats.org/officeDocument/2006/relationships/hyperlink" Target="https://cs.wikipedia.org/wiki/Android_(opera%C4%8Dn%C3%AD_syst%C3%A9m)" TargetMode="External"/><Relationship Id="rId1" Type="http://schemas.openxmlformats.org/officeDocument/2006/relationships/hyperlink" Target="https://gs.statcounter.com/os-market-share/mobile/worldwide/" TargetMode="External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rawing4.xml.rels><?xml version="1.0" encoding="UTF-8" standalone="yes"?>
<Relationships xmlns="http://schemas.openxmlformats.org/package/2006/relationships"><Relationship Id="rId2" Type="http://schemas.openxmlformats.org/officeDocument/2006/relationships/hyperlink" Target="https://cs.wikipedia.org/wiki/Android_(opera%C4%8Dn%C3%AD_syst%C3%A9m)" TargetMode="External"/><Relationship Id="rId1" Type="http://schemas.openxmlformats.org/officeDocument/2006/relationships/hyperlink" Target="https://gs.statcounter.com/os-market-share/mobile/worldwide/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304A4EC-90F6-42D0-842D-98096670544F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58FD8A2B-7246-4CD2-B61A-51974B98CA2C}">
      <dgm:prSet/>
      <dgm:spPr/>
      <dgm:t>
        <a:bodyPr/>
        <a:lstStyle/>
        <a:p>
          <a:pPr>
            <a:defRPr cap="all"/>
          </a:pPr>
          <a:r>
            <a:rPr lang="cs-CZ"/>
            <a:t>Běh na mobilních zařízeních</a:t>
          </a:r>
          <a:endParaRPr lang="en-US"/>
        </a:p>
      </dgm:t>
    </dgm:pt>
    <dgm:pt modelId="{DBF6BF1E-7EFD-4463-859E-C376FBF03FBD}" type="parTrans" cxnId="{FA6C41E9-26DB-4227-B976-A0529CCC5C4C}">
      <dgm:prSet/>
      <dgm:spPr/>
      <dgm:t>
        <a:bodyPr/>
        <a:lstStyle/>
        <a:p>
          <a:endParaRPr lang="en-US"/>
        </a:p>
      </dgm:t>
    </dgm:pt>
    <dgm:pt modelId="{2C84A1AD-DE9A-456D-9619-CB4F2D4F13CE}" type="sibTrans" cxnId="{FA6C41E9-26DB-4227-B976-A0529CCC5C4C}">
      <dgm:prSet/>
      <dgm:spPr/>
      <dgm:t>
        <a:bodyPr/>
        <a:lstStyle/>
        <a:p>
          <a:endParaRPr lang="en-US"/>
        </a:p>
      </dgm:t>
    </dgm:pt>
    <dgm:pt modelId="{20BA1319-34E8-4EE3-A112-F09BF42CFD32}">
      <dgm:prSet/>
      <dgm:spPr/>
      <dgm:t>
        <a:bodyPr/>
        <a:lstStyle/>
        <a:p>
          <a:pPr>
            <a:defRPr cap="all"/>
          </a:pPr>
          <a:r>
            <a:rPr lang="cs-CZ"/>
            <a:t>Podpora různých platform, čipových sad a dalších komponentů</a:t>
          </a:r>
          <a:endParaRPr lang="en-US"/>
        </a:p>
      </dgm:t>
    </dgm:pt>
    <dgm:pt modelId="{CBDDD754-F295-4C4C-8EA7-42947034F3B0}" type="parTrans" cxnId="{189E0D51-E261-4901-8479-E49E3A1559F8}">
      <dgm:prSet/>
      <dgm:spPr/>
      <dgm:t>
        <a:bodyPr/>
        <a:lstStyle/>
        <a:p>
          <a:endParaRPr lang="en-US"/>
        </a:p>
      </dgm:t>
    </dgm:pt>
    <dgm:pt modelId="{52E5C6A9-D72A-4892-808F-231301688758}" type="sibTrans" cxnId="{189E0D51-E261-4901-8479-E49E3A1559F8}">
      <dgm:prSet/>
      <dgm:spPr/>
      <dgm:t>
        <a:bodyPr/>
        <a:lstStyle/>
        <a:p>
          <a:endParaRPr lang="en-US"/>
        </a:p>
      </dgm:t>
    </dgm:pt>
    <dgm:pt modelId="{E89B41CB-D61F-4D54-AC72-B0CC2ED24C4F}">
      <dgm:prSet/>
      <dgm:spPr/>
      <dgm:t>
        <a:bodyPr/>
        <a:lstStyle/>
        <a:p>
          <a:pPr>
            <a:defRPr cap="all"/>
          </a:pPr>
          <a:r>
            <a:rPr lang="cs-CZ"/>
            <a:t>Open source</a:t>
          </a:r>
          <a:endParaRPr lang="en-US"/>
        </a:p>
      </dgm:t>
    </dgm:pt>
    <dgm:pt modelId="{697E5C9B-5681-4E24-9231-235C7BF07197}" type="parTrans" cxnId="{312F6C97-68CB-4EE7-916E-78F377DFDCE4}">
      <dgm:prSet/>
      <dgm:spPr/>
      <dgm:t>
        <a:bodyPr/>
        <a:lstStyle/>
        <a:p>
          <a:endParaRPr lang="en-US"/>
        </a:p>
      </dgm:t>
    </dgm:pt>
    <dgm:pt modelId="{B100F43D-5F37-40EC-80D9-4E92D03F3B92}" type="sibTrans" cxnId="{312F6C97-68CB-4EE7-916E-78F377DFDCE4}">
      <dgm:prSet/>
      <dgm:spPr/>
      <dgm:t>
        <a:bodyPr/>
        <a:lstStyle/>
        <a:p>
          <a:endParaRPr lang="en-US"/>
        </a:p>
      </dgm:t>
    </dgm:pt>
    <dgm:pt modelId="{771FBF34-E700-4134-9B40-32FF5316104F}">
      <dgm:prSet/>
      <dgm:spPr/>
      <dgm:t>
        <a:bodyPr/>
        <a:lstStyle/>
        <a:p>
          <a:pPr>
            <a:defRPr cap="all"/>
          </a:pPr>
          <a:r>
            <a:rPr lang="cs-CZ"/>
            <a:t>Vyvíjí ho Open Handset Alliance (sdružení výrobců mobilních zařízení)</a:t>
          </a:r>
          <a:endParaRPr lang="en-US"/>
        </a:p>
      </dgm:t>
    </dgm:pt>
    <dgm:pt modelId="{69BDEBB8-C4FA-406A-A940-70ACE03954C3}" type="parTrans" cxnId="{E8586E19-352E-48D2-9E90-9E6D32035ABE}">
      <dgm:prSet/>
      <dgm:spPr/>
      <dgm:t>
        <a:bodyPr/>
        <a:lstStyle/>
        <a:p>
          <a:endParaRPr lang="en-US"/>
        </a:p>
      </dgm:t>
    </dgm:pt>
    <dgm:pt modelId="{CFC09B60-4BC8-4A0D-9EEA-9CBCD6680A4C}" type="sibTrans" cxnId="{E8586E19-352E-48D2-9E90-9E6D32035ABE}">
      <dgm:prSet/>
      <dgm:spPr/>
      <dgm:t>
        <a:bodyPr/>
        <a:lstStyle/>
        <a:p>
          <a:endParaRPr lang="en-US"/>
        </a:p>
      </dgm:t>
    </dgm:pt>
    <dgm:pt modelId="{667A75D8-6EC8-4B19-B5E0-4AA5ADF0241A}" type="pres">
      <dgm:prSet presAssocID="{D304A4EC-90F6-42D0-842D-98096670544F}" presName="root" presStyleCnt="0">
        <dgm:presLayoutVars>
          <dgm:dir/>
          <dgm:resizeHandles val="exact"/>
        </dgm:presLayoutVars>
      </dgm:prSet>
      <dgm:spPr/>
    </dgm:pt>
    <dgm:pt modelId="{F69DD0B4-179A-47AB-9E27-1D4A319E45A3}" type="pres">
      <dgm:prSet presAssocID="{58FD8A2B-7246-4CD2-B61A-51974B98CA2C}" presName="compNode" presStyleCnt="0"/>
      <dgm:spPr/>
    </dgm:pt>
    <dgm:pt modelId="{877E44BD-ACA7-4537-9D36-27095E4BB820}" type="pres">
      <dgm:prSet presAssocID="{58FD8A2B-7246-4CD2-B61A-51974B98CA2C}" presName="iconBgRect" presStyleLbl="bgShp" presStyleIdx="0" presStyleCnt="4"/>
      <dgm:spPr/>
    </dgm:pt>
    <dgm:pt modelId="{A08EE068-B19A-4912-9D74-29F36FC5E1C9}" type="pres">
      <dgm:prSet presAssocID="{58FD8A2B-7246-4CD2-B61A-51974B98CA2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un"/>
        </a:ext>
      </dgm:extLst>
    </dgm:pt>
    <dgm:pt modelId="{95F1B98B-DB77-4746-A553-9B09DAE62424}" type="pres">
      <dgm:prSet presAssocID="{58FD8A2B-7246-4CD2-B61A-51974B98CA2C}" presName="spaceRect" presStyleCnt="0"/>
      <dgm:spPr/>
    </dgm:pt>
    <dgm:pt modelId="{278C0169-A5E8-4AC2-A08C-FDB42B5085F2}" type="pres">
      <dgm:prSet presAssocID="{58FD8A2B-7246-4CD2-B61A-51974B98CA2C}" presName="textRect" presStyleLbl="revTx" presStyleIdx="0" presStyleCnt="4">
        <dgm:presLayoutVars>
          <dgm:chMax val="1"/>
          <dgm:chPref val="1"/>
        </dgm:presLayoutVars>
      </dgm:prSet>
      <dgm:spPr/>
    </dgm:pt>
    <dgm:pt modelId="{CA59A474-2E13-4B0F-8E72-9073DBF734B3}" type="pres">
      <dgm:prSet presAssocID="{2C84A1AD-DE9A-456D-9619-CB4F2D4F13CE}" presName="sibTrans" presStyleCnt="0"/>
      <dgm:spPr/>
    </dgm:pt>
    <dgm:pt modelId="{C9A849F6-2D35-48C0-9224-FAEFE2CBE33D}" type="pres">
      <dgm:prSet presAssocID="{20BA1319-34E8-4EE3-A112-F09BF42CFD32}" presName="compNode" presStyleCnt="0"/>
      <dgm:spPr/>
    </dgm:pt>
    <dgm:pt modelId="{77072D1A-0A78-45C5-A0D2-74F7782640D0}" type="pres">
      <dgm:prSet presAssocID="{20BA1319-34E8-4EE3-A112-F09BF42CFD32}" presName="iconBgRect" presStyleLbl="bgShp" presStyleIdx="1" presStyleCnt="4"/>
      <dgm:spPr/>
    </dgm:pt>
    <dgm:pt modelId="{2CF768F6-2C8F-4A97-9400-90DD3CC8E195}" type="pres">
      <dgm:prSet presAssocID="{20BA1319-34E8-4EE3-A112-F09BF42CFD32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dical"/>
        </a:ext>
      </dgm:extLst>
    </dgm:pt>
    <dgm:pt modelId="{D2B92393-80D0-459C-A4DF-263FBF036934}" type="pres">
      <dgm:prSet presAssocID="{20BA1319-34E8-4EE3-A112-F09BF42CFD32}" presName="spaceRect" presStyleCnt="0"/>
      <dgm:spPr/>
    </dgm:pt>
    <dgm:pt modelId="{12FE733F-12DA-4EEC-9FF0-250471D266D2}" type="pres">
      <dgm:prSet presAssocID="{20BA1319-34E8-4EE3-A112-F09BF42CFD32}" presName="textRect" presStyleLbl="revTx" presStyleIdx="1" presStyleCnt="4">
        <dgm:presLayoutVars>
          <dgm:chMax val="1"/>
          <dgm:chPref val="1"/>
        </dgm:presLayoutVars>
      </dgm:prSet>
      <dgm:spPr/>
    </dgm:pt>
    <dgm:pt modelId="{EAF12BD9-191F-4B24-8B80-1BBEBBFB1B3F}" type="pres">
      <dgm:prSet presAssocID="{52E5C6A9-D72A-4892-808F-231301688758}" presName="sibTrans" presStyleCnt="0"/>
      <dgm:spPr/>
    </dgm:pt>
    <dgm:pt modelId="{92CCAE4A-F8FF-41C2-A3D9-413346363F26}" type="pres">
      <dgm:prSet presAssocID="{E89B41CB-D61F-4D54-AC72-B0CC2ED24C4F}" presName="compNode" presStyleCnt="0"/>
      <dgm:spPr/>
    </dgm:pt>
    <dgm:pt modelId="{DB217990-6575-4F87-8DB9-290AF8A0A883}" type="pres">
      <dgm:prSet presAssocID="{E89B41CB-D61F-4D54-AC72-B0CC2ED24C4F}" presName="iconBgRect" presStyleLbl="bgShp" presStyleIdx="2" presStyleCnt="4"/>
      <dgm:spPr/>
    </dgm:pt>
    <dgm:pt modelId="{A4414AAE-E3D2-40A3-89B7-7936DF435672}" type="pres">
      <dgm:prSet presAssocID="{E89B41CB-D61F-4D54-AC72-B0CC2ED24C4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509973E9-C2A4-445B-8D5D-BE1B1A182C9C}" type="pres">
      <dgm:prSet presAssocID="{E89B41CB-D61F-4D54-AC72-B0CC2ED24C4F}" presName="spaceRect" presStyleCnt="0"/>
      <dgm:spPr/>
    </dgm:pt>
    <dgm:pt modelId="{E2EEBC62-A777-4523-83FE-FFC4832ACE83}" type="pres">
      <dgm:prSet presAssocID="{E89B41CB-D61F-4D54-AC72-B0CC2ED24C4F}" presName="textRect" presStyleLbl="revTx" presStyleIdx="2" presStyleCnt="4">
        <dgm:presLayoutVars>
          <dgm:chMax val="1"/>
          <dgm:chPref val="1"/>
        </dgm:presLayoutVars>
      </dgm:prSet>
      <dgm:spPr/>
    </dgm:pt>
    <dgm:pt modelId="{01C97CEB-D401-414B-AC02-7843D0433B3A}" type="pres">
      <dgm:prSet presAssocID="{B100F43D-5F37-40EC-80D9-4E92D03F3B92}" presName="sibTrans" presStyleCnt="0"/>
      <dgm:spPr/>
    </dgm:pt>
    <dgm:pt modelId="{EB80069E-0EA0-4C8A-9F3D-85DB66045DE6}" type="pres">
      <dgm:prSet presAssocID="{771FBF34-E700-4134-9B40-32FF5316104F}" presName="compNode" presStyleCnt="0"/>
      <dgm:spPr/>
    </dgm:pt>
    <dgm:pt modelId="{58342D2B-AE1F-4630-84B2-B6BEA35DBDC4}" type="pres">
      <dgm:prSet presAssocID="{771FBF34-E700-4134-9B40-32FF5316104F}" presName="iconBgRect" presStyleLbl="bgShp" presStyleIdx="3" presStyleCnt="4"/>
      <dgm:spPr/>
    </dgm:pt>
    <dgm:pt modelId="{4BEBD405-52C1-4DEA-B73E-0244C1B8C658}" type="pres">
      <dgm:prSet presAssocID="{771FBF34-E700-4134-9B40-32FF5316104F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398AEE03-FA07-4E39-AF6F-C4D28F14A08D}" type="pres">
      <dgm:prSet presAssocID="{771FBF34-E700-4134-9B40-32FF5316104F}" presName="spaceRect" presStyleCnt="0"/>
      <dgm:spPr/>
    </dgm:pt>
    <dgm:pt modelId="{56D9F821-6971-45BB-A360-8CC9C35A84A2}" type="pres">
      <dgm:prSet presAssocID="{771FBF34-E700-4134-9B40-32FF5316104F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C905C402-5017-4F93-90AA-E3A44EC13BEF}" type="presOf" srcId="{D304A4EC-90F6-42D0-842D-98096670544F}" destId="{667A75D8-6EC8-4B19-B5E0-4AA5ADF0241A}" srcOrd="0" destOrd="0" presId="urn:microsoft.com/office/officeart/2018/5/layout/IconCircleLabelList"/>
    <dgm:cxn modelId="{E8586E19-352E-48D2-9E90-9E6D32035ABE}" srcId="{D304A4EC-90F6-42D0-842D-98096670544F}" destId="{771FBF34-E700-4134-9B40-32FF5316104F}" srcOrd="3" destOrd="0" parTransId="{69BDEBB8-C4FA-406A-A940-70ACE03954C3}" sibTransId="{CFC09B60-4BC8-4A0D-9EEA-9CBCD6680A4C}"/>
    <dgm:cxn modelId="{BABE1D1C-4796-4B54-A560-E755497A1B50}" type="presOf" srcId="{58FD8A2B-7246-4CD2-B61A-51974B98CA2C}" destId="{278C0169-A5E8-4AC2-A08C-FDB42B5085F2}" srcOrd="0" destOrd="0" presId="urn:microsoft.com/office/officeart/2018/5/layout/IconCircleLabelList"/>
    <dgm:cxn modelId="{60DC565B-09A2-4F72-A048-EC24D59C7D7F}" type="presOf" srcId="{E89B41CB-D61F-4D54-AC72-B0CC2ED24C4F}" destId="{E2EEBC62-A777-4523-83FE-FFC4832ACE83}" srcOrd="0" destOrd="0" presId="urn:microsoft.com/office/officeart/2018/5/layout/IconCircleLabelList"/>
    <dgm:cxn modelId="{189E0D51-E261-4901-8479-E49E3A1559F8}" srcId="{D304A4EC-90F6-42D0-842D-98096670544F}" destId="{20BA1319-34E8-4EE3-A112-F09BF42CFD32}" srcOrd="1" destOrd="0" parTransId="{CBDDD754-F295-4C4C-8EA7-42947034F3B0}" sibTransId="{52E5C6A9-D72A-4892-808F-231301688758}"/>
    <dgm:cxn modelId="{A867657E-48BE-41E9-AF48-F40E7BF7189C}" type="presOf" srcId="{771FBF34-E700-4134-9B40-32FF5316104F}" destId="{56D9F821-6971-45BB-A360-8CC9C35A84A2}" srcOrd="0" destOrd="0" presId="urn:microsoft.com/office/officeart/2018/5/layout/IconCircleLabelList"/>
    <dgm:cxn modelId="{312F6C97-68CB-4EE7-916E-78F377DFDCE4}" srcId="{D304A4EC-90F6-42D0-842D-98096670544F}" destId="{E89B41CB-D61F-4D54-AC72-B0CC2ED24C4F}" srcOrd="2" destOrd="0" parTransId="{697E5C9B-5681-4E24-9231-235C7BF07197}" sibTransId="{B100F43D-5F37-40EC-80D9-4E92D03F3B92}"/>
    <dgm:cxn modelId="{FA6C41E9-26DB-4227-B976-A0529CCC5C4C}" srcId="{D304A4EC-90F6-42D0-842D-98096670544F}" destId="{58FD8A2B-7246-4CD2-B61A-51974B98CA2C}" srcOrd="0" destOrd="0" parTransId="{DBF6BF1E-7EFD-4463-859E-C376FBF03FBD}" sibTransId="{2C84A1AD-DE9A-456D-9619-CB4F2D4F13CE}"/>
    <dgm:cxn modelId="{63B918F5-F71B-4B05-945D-56C66374295A}" type="presOf" srcId="{20BA1319-34E8-4EE3-A112-F09BF42CFD32}" destId="{12FE733F-12DA-4EEC-9FF0-250471D266D2}" srcOrd="0" destOrd="0" presId="urn:microsoft.com/office/officeart/2018/5/layout/IconCircleLabelList"/>
    <dgm:cxn modelId="{49F48680-5B54-4F58-A0FA-59F56F4829B8}" type="presParOf" srcId="{667A75D8-6EC8-4B19-B5E0-4AA5ADF0241A}" destId="{F69DD0B4-179A-47AB-9E27-1D4A319E45A3}" srcOrd="0" destOrd="0" presId="urn:microsoft.com/office/officeart/2018/5/layout/IconCircleLabelList"/>
    <dgm:cxn modelId="{E1667217-D158-4FEF-B921-1D8A9A8F5F61}" type="presParOf" srcId="{F69DD0B4-179A-47AB-9E27-1D4A319E45A3}" destId="{877E44BD-ACA7-4537-9D36-27095E4BB820}" srcOrd="0" destOrd="0" presId="urn:microsoft.com/office/officeart/2018/5/layout/IconCircleLabelList"/>
    <dgm:cxn modelId="{656985E1-6E24-4E2C-8653-27335AFF6B0B}" type="presParOf" srcId="{F69DD0B4-179A-47AB-9E27-1D4A319E45A3}" destId="{A08EE068-B19A-4912-9D74-29F36FC5E1C9}" srcOrd="1" destOrd="0" presId="urn:microsoft.com/office/officeart/2018/5/layout/IconCircleLabelList"/>
    <dgm:cxn modelId="{834CF06F-B265-44F8-A76A-578115084E8D}" type="presParOf" srcId="{F69DD0B4-179A-47AB-9E27-1D4A319E45A3}" destId="{95F1B98B-DB77-4746-A553-9B09DAE62424}" srcOrd="2" destOrd="0" presId="urn:microsoft.com/office/officeart/2018/5/layout/IconCircleLabelList"/>
    <dgm:cxn modelId="{DADF25AB-B514-4E62-B56A-A7F59A9F803A}" type="presParOf" srcId="{F69DD0B4-179A-47AB-9E27-1D4A319E45A3}" destId="{278C0169-A5E8-4AC2-A08C-FDB42B5085F2}" srcOrd="3" destOrd="0" presId="urn:microsoft.com/office/officeart/2018/5/layout/IconCircleLabelList"/>
    <dgm:cxn modelId="{AD13FE70-75B8-4B3B-9DCD-A8CA7A448038}" type="presParOf" srcId="{667A75D8-6EC8-4B19-B5E0-4AA5ADF0241A}" destId="{CA59A474-2E13-4B0F-8E72-9073DBF734B3}" srcOrd="1" destOrd="0" presId="urn:microsoft.com/office/officeart/2018/5/layout/IconCircleLabelList"/>
    <dgm:cxn modelId="{5FD48680-704A-4763-8C3B-A1D39FC9F32F}" type="presParOf" srcId="{667A75D8-6EC8-4B19-B5E0-4AA5ADF0241A}" destId="{C9A849F6-2D35-48C0-9224-FAEFE2CBE33D}" srcOrd="2" destOrd="0" presId="urn:microsoft.com/office/officeart/2018/5/layout/IconCircleLabelList"/>
    <dgm:cxn modelId="{298BFF6C-F0F0-40CC-9C36-A1410C860A8B}" type="presParOf" srcId="{C9A849F6-2D35-48C0-9224-FAEFE2CBE33D}" destId="{77072D1A-0A78-45C5-A0D2-74F7782640D0}" srcOrd="0" destOrd="0" presId="urn:microsoft.com/office/officeart/2018/5/layout/IconCircleLabelList"/>
    <dgm:cxn modelId="{3F748E55-EDE5-43AB-9452-0B4343DAD34B}" type="presParOf" srcId="{C9A849F6-2D35-48C0-9224-FAEFE2CBE33D}" destId="{2CF768F6-2C8F-4A97-9400-90DD3CC8E195}" srcOrd="1" destOrd="0" presId="urn:microsoft.com/office/officeart/2018/5/layout/IconCircleLabelList"/>
    <dgm:cxn modelId="{CB3F13B6-EE55-40DB-96FB-454E053E8C6C}" type="presParOf" srcId="{C9A849F6-2D35-48C0-9224-FAEFE2CBE33D}" destId="{D2B92393-80D0-459C-A4DF-263FBF036934}" srcOrd="2" destOrd="0" presId="urn:microsoft.com/office/officeart/2018/5/layout/IconCircleLabelList"/>
    <dgm:cxn modelId="{CBE88DEC-6B09-4768-92B4-F52470430ECE}" type="presParOf" srcId="{C9A849F6-2D35-48C0-9224-FAEFE2CBE33D}" destId="{12FE733F-12DA-4EEC-9FF0-250471D266D2}" srcOrd="3" destOrd="0" presId="urn:microsoft.com/office/officeart/2018/5/layout/IconCircleLabelList"/>
    <dgm:cxn modelId="{F79BA675-619B-4981-9CEC-DF9A6D368057}" type="presParOf" srcId="{667A75D8-6EC8-4B19-B5E0-4AA5ADF0241A}" destId="{EAF12BD9-191F-4B24-8B80-1BBEBBFB1B3F}" srcOrd="3" destOrd="0" presId="urn:microsoft.com/office/officeart/2018/5/layout/IconCircleLabelList"/>
    <dgm:cxn modelId="{AFF42538-39FE-488E-8B05-E707F5B9C88B}" type="presParOf" srcId="{667A75D8-6EC8-4B19-B5E0-4AA5ADF0241A}" destId="{92CCAE4A-F8FF-41C2-A3D9-413346363F26}" srcOrd="4" destOrd="0" presId="urn:microsoft.com/office/officeart/2018/5/layout/IconCircleLabelList"/>
    <dgm:cxn modelId="{9218BD3D-9ECB-4A31-972A-205F7E640360}" type="presParOf" srcId="{92CCAE4A-F8FF-41C2-A3D9-413346363F26}" destId="{DB217990-6575-4F87-8DB9-290AF8A0A883}" srcOrd="0" destOrd="0" presId="urn:microsoft.com/office/officeart/2018/5/layout/IconCircleLabelList"/>
    <dgm:cxn modelId="{83A86E08-AF62-43B3-84D1-92A166173D8C}" type="presParOf" srcId="{92CCAE4A-F8FF-41C2-A3D9-413346363F26}" destId="{A4414AAE-E3D2-40A3-89B7-7936DF435672}" srcOrd="1" destOrd="0" presId="urn:microsoft.com/office/officeart/2018/5/layout/IconCircleLabelList"/>
    <dgm:cxn modelId="{32D48711-31B3-401D-8F6F-72D43D7B0619}" type="presParOf" srcId="{92CCAE4A-F8FF-41C2-A3D9-413346363F26}" destId="{509973E9-C2A4-445B-8D5D-BE1B1A182C9C}" srcOrd="2" destOrd="0" presId="urn:microsoft.com/office/officeart/2018/5/layout/IconCircleLabelList"/>
    <dgm:cxn modelId="{749BF280-2AF8-4E13-824C-EBE267E4EDB6}" type="presParOf" srcId="{92CCAE4A-F8FF-41C2-A3D9-413346363F26}" destId="{E2EEBC62-A777-4523-83FE-FFC4832ACE83}" srcOrd="3" destOrd="0" presId="urn:microsoft.com/office/officeart/2018/5/layout/IconCircleLabelList"/>
    <dgm:cxn modelId="{7B724C8F-D759-47C7-8811-49686CC63C50}" type="presParOf" srcId="{667A75D8-6EC8-4B19-B5E0-4AA5ADF0241A}" destId="{01C97CEB-D401-414B-AC02-7843D0433B3A}" srcOrd="5" destOrd="0" presId="urn:microsoft.com/office/officeart/2018/5/layout/IconCircleLabelList"/>
    <dgm:cxn modelId="{DEACBA60-00F9-4145-A993-21020D72C1DF}" type="presParOf" srcId="{667A75D8-6EC8-4B19-B5E0-4AA5ADF0241A}" destId="{EB80069E-0EA0-4C8A-9F3D-85DB66045DE6}" srcOrd="6" destOrd="0" presId="urn:microsoft.com/office/officeart/2018/5/layout/IconCircleLabelList"/>
    <dgm:cxn modelId="{3B70ED6E-DE8A-4687-A0C0-0F8EC190AB9C}" type="presParOf" srcId="{EB80069E-0EA0-4C8A-9F3D-85DB66045DE6}" destId="{58342D2B-AE1F-4630-84B2-B6BEA35DBDC4}" srcOrd="0" destOrd="0" presId="urn:microsoft.com/office/officeart/2018/5/layout/IconCircleLabelList"/>
    <dgm:cxn modelId="{E4C978A5-EEC7-47FA-8AAB-774ECD062E81}" type="presParOf" srcId="{EB80069E-0EA0-4C8A-9F3D-85DB66045DE6}" destId="{4BEBD405-52C1-4DEA-B73E-0244C1B8C658}" srcOrd="1" destOrd="0" presId="urn:microsoft.com/office/officeart/2018/5/layout/IconCircleLabelList"/>
    <dgm:cxn modelId="{A88A9724-6025-411E-8C03-CFC529688305}" type="presParOf" srcId="{EB80069E-0EA0-4C8A-9F3D-85DB66045DE6}" destId="{398AEE03-FA07-4E39-AF6F-C4D28F14A08D}" srcOrd="2" destOrd="0" presId="urn:microsoft.com/office/officeart/2018/5/layout/IconCircleLabelList"/>
    <dgm:cxn modelId="{6D9583A6-A994-416B-A8C0-26294ECF7C03}" type="presParOf" srcId="{EB80069E-0EA0-4C8A-9F3D-85DB66045DE6}" destId="{56D9F821-6971-45BB-A360-8CC9C35A84A2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C1273BA-48EA-4C1F-B3D5-B60B1B7805A2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C98EEEE-C5C1-411E-8261-FD795B2A263C}">
      <dgm:prSet/>
      <dgm:spPr/>
      <dgm:t>
        <a:bodyPr/>
        <a:lstStyle/>
        <a:p>
          <a:pPr>
            <a:defRPr b="1"/>
          </a:pPr>
          <a:r>
            <a:rPr lang="cs-CZ"/>
            <a:t>Operační systém (jádro)</a:t>
          </a:r>
          <a:endParaRPr lang="en-US"/>
        </a:p>
      </dgm:t>
    </dgm:pt>
    <dgm:pt modelId="{F5FD3ABC-5506-48B5-A791-74261C98AE47}" type="parTrans" cxnId="{01305EEB-E19A-45C4-A758-325EAF94D00D}">
      <dgm:prSet/>
      <dgm:spPr/>
      <dgm:t>
        <a:bodyPr/>
        <a:lstStyle/>
        <a:p>
          <a:endParaRPr lang="en-US"/>
        </a:p>
      </dgm:t>
    </dgm:pt>
    <dgm:pt modelId="{831E1822-F51E-4384-AFBC-E853543319AA}" type="sibTrans" cxnId="{01305EEB-E19A-45C4-A758-325EAF94D00D}">
      <dgm:prSet/>
      <dgm:spPr/>
      <dgm:t>
        <a:bodyPr/>
        <a:lstStyle/>
        <a:p>
          <a:endParaRPr lang="en-US"/>
        </a:p>
      </dgm:t>
    </dgm:pt>
    <dgm:pt modelId="{884589EA-29A9-4279-A29B-2874DCB0C3C9}">
      <dgm:prSet/>
      <dgm:spPr/>
      <dgm:t>
        <a:bodyPr/>
        <a:lstStyle/>
        <a:p>
          <a:r>
            <a:rPr lang="cs-CZ"/>
            <a:t>Založen na GNU/Linux</a:t>
          </a:r>
          <a:endParaRPr lang="en-US"/>
        </a:p>
      </dgm:t>
    </dgm:pt>
    <dgm:pt modelId="{7E3EBE14-E7DE-4907-895B-DBBE5440A37C}" type="parTrans" cxnId="{FFC6553D-0E86-486F-8455-E3EF2ED827D6}">
      <dgm:prSet/>
      <dgm:spPr/>
      <dgm:t>
        <a:bodyPr/>
        <a:lstStyle/>
        <a:p>
          <a:endParaRPr lang="en-US"/>
        </a:p>
      </dgm:t>
    </dgm:pt>
    <dgm:pt modelId="{4652A60F-6824-407B-8562-C835365C30CF}" type="sibTrans" cxnId="{FFC6553D-0E86-486F-8455-E3EF2ED827D6}">
      <dgm:prSet/>
      <dgm:spPr/>
      <dgm:t>
        <a:bodyPr/>
        <a:lstStyle/>
        <a:p>
          <a:endParaRPr lang="en-US"/>
        </a:p>
      </dgm:t>
    </dgm:pt>
    <dgm:pt modelId="{139A4704-4468-40C4-8292-A48C6CFDC010}">
      <dgm:prSet/>
      <dgm:spPr/>
      <dgm:t>
        <a:bodyPr/>
        <a:lstStyle/>
        <a:p>
          <a:pPr>
            <a:defRPr b="1"/>
          </a:pPr>
          <a:r>
            <a:rPr lang="cs-CZ"/>
            <a:t>Podpůrné knihovny (Google Play Services)</a:t>
          </a:r>
          <a:endParaRPr lang="en-US"/>
        </a:p>
      </dgm:t>
    </dgm:pt>
    <dgm:pt modelId="{28759B38-3EC7-4044-A555-CEE131FB6BC4}" type="parTrans" cxnId="{FE1B933F-E1F7-4E8D-BC47-797E9525EB36}">
      <dgm:prSet/>
      <dgm:spPr/>
      <dgm:t>
        <a:bodyPr/>
        <a:lstStyle/>
        <a:p>
          <a:endParaRPr lang="en-US"/>
        </a:p>
      </dgm:t>
    </dgm:pt>
    <dgm:pt modelId="{C7C60C8E-FA33-4D3E-80DA-4F13270D7DCE}" type="sibTrans" cxnId="{FE1B933F-E1F7-4E8D-BC47-797E9525EB36}">
      <dgm:prSet/>
      <dgm:spPr/>
      <dgm:t>
        <a:bodyPr/>
        <a:lstStyle/>
        <a:p>
          <a:endParaRPr lang="en-US"/>
        </a:p>
      </dgm:t>
    </dgm:pt>
    <dgm:pt modelId="{96AB6923-EC26-4FC5-9ED3-EA78311383E4}">
      <dgm:prSet/>
      <dgm:spPr/>
      <dgm:t>
        <a:bodyPr/>
        <a:lstStyle/>
        <a:p>
          <a:pPr>
            <a:defRPr b="1"/>
          </a:pPr>
          <a:r>
            <a:rPr lang="cs-CZ"/>
            <a:t>Grafické prostředí (launcher)</a:t>
          </a:r>
          <a:endParaRPr lang="en-US"/>
        </a:p>
      </dgm:t>
    </dgm:pt>
    <dgm:pt modelId="{A7260929-9E9E-4C55-8749-AE31D76B576A}" type="parTrans" cxnId="{85B670C9-7370-446A-98A9-4852B6B84B3B}">
      <dgm:prSet/>
      <dgm:spPr/>
      <dgm:t>
        <a:bodyPr/>
        <a:lstStyle/>
        <a:p>
          <a:endParaRPr lang="en-US"/>
        </a:p>
      </dgm:t>
    </dgm:pt>
    <dgm:pt modelId="{374494E1-02AD-40E5-BDB7-7AE24B00443E}" type="sibTrans" cxnId="{85B670C9-7370-446A-98A9-4852B6B84B3B}">
      <dgm:prSet/>
      <dgm:spPr/>
      <dgm:t>
        <a:bodyPr/>
        <a:lstStyle/>
        <a:p>
          <a:endParaRPr lang="en-US"/>
        </a:p>
      </dgm:t>
    </dgm:pt>
    <dgm:pt modelId="{22DCA4A1-450F-404A-AC85-0C254600AF3B}">
      <dgm:prSet/>
      <dgm:spPr/>
      <dgm:t>
        <a:bodyPr/>
        <a:lstStyle/>
        <a:p>
          <a:r>
            <a:rPr lang="cs-CZ"/>
            <a:t>Vyvíjí výrobce zařízení</a:t>
          </a:r>
          <a:endParaRPr lang="en-US"/>
        </a:p>
      </dgm:t>
    </dgm:pt>
    <dgm:pt modelId="{4FEC365F-8C55-4DFE-B8A1-479E6EBAF584}" type="parTrans" cxnId="{8B928914-3031-4381-AE21-92EDC5064710}">
      <dgm:prSet/>
      <dgm:spPr/>
      <dgm:t>
        <a:bodyPr/>
        <a:lstStyle/>
        <a:p>
          <a:endParaRPr lang="en-US"/>
        </a:p>
      </dgm:t>
    </dgm:pt>
    <dgm:pt modelId="{AA952651-AA80-49F6-B5FA-16ADE49E7B4A}" type="sibTrans" cxnId="{8B928914-3031-4381-AE21-92EDC5064710}">
      <dgm:prSet/>
      <dgm:spPr/>
      <dgm:t>
        <a:bodyPr/>
        <a:lstStyle/>
        <a:p>
          <a:endParaRPr lang="en-US"/>
        </a:p>
      </dgm:t>
    </dgm:pt>
    <dgm:pt modelId="{37CB54BA-BD5F-4E20-AC6E-23CE1BD6E16F}">
      <dgm:prSet/>
      <dgm:spPr/>
      <dgm:t>
        <a:bodyPr/>
        <a:lstStyle/>
        <a:p>
          <a:pPr>
            <a:defRPr b="1"/>
          </a:pPr>
          <a:r>
            <a:rPr lang="cs-CZ"/>
            <a:t>Aplikace</a:t>
          </a:r>
          <a:endParaRPr lang="en-US"/>
        </a:p>
      </dgm:t>
    </dgm:pt>
    <dgm:pt modelId="{E10C636C-105B-49E7-9A13-A6B7A915C395}" type="parTrans" cxnId="{E826D8E5-8568-42FD-8E1B-2DE2E437D609}">
      <dgm:prSet/>
      <dgm:spPr/>
      <dgm:t>
        <a:bodyPr/>
        <a:lstStyle/>
        <a:p>
          <a:endParaRPr lang="en-US"/>
        </a:p>
      </dgm:t>
    </dgm:pt>
    <dgm:pt modelId="{41D12974-903C-4B23-B3DA-050E47785110}" type="sibTrans" cxnId="{E826D8E5-8568-42FD-8E1B-2DE2E437D609}">
      <dgm:prSet/>
      <dgm:spPr/>
      <dgm:t>
        <a:bodyPr/>
        <a:lstStyle/>
        <a:p>
          <a:endParaRPr lang="en-US"/>
        </a:p>
      </dgm:t>
    </dgm:pt>
    <dgm:pt modelId="{8927CA5A-1DB0-445A-BDD4-7D36854B782C}" type="pres">
      <dgm:prSet presAssocID="{5C1273BA-48EA-4C1F-B3D5-B60B1B7805A2}" presName="root" presStyleCnt="0">
        <dgm:presLayoutVars>
          <dgm:dir/>
          <dgm:resizeHandles val="exact"/>
        </dgm:presLayoutVars>
      </dgm:prSet>
      <dgm:spPr/>
    </dgm:pt>
    <dgm:pt modelId="{A02E0037-2817-419F-871E-B7957493AFCF}" type="pres">
      <dgm:prSet presAssocID="{AC98EEEE-C5C1-411E-8261-FD795B2A263C}" presName="compNode" presStyleCnt="0"/>
      <dgm:spPr/>
    </dgm:pt>
    <dgm:pt modelId="{AC4B7D80-4ABD-4D67-8C17-1638B6771492}" type="pres">
      <dgm:prSet presAssocID="{AC98EEEE-C5C1-411E-8261-FD795B2A263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6459A333-262B-4ADC-818E-3CB3370D0D64}" type="pres">
      <dgm:prSet presAssocID="{AC98EEEE-C5C1-411E-8261-FD795B2A263C}" presName="iconSpace" presStyleCnt="0"/>
      <dgm:spPr/>
    </dgm:pt>
    <dgm:pt modelId="{2C39CF5C-7E72-4640-8EF8-A54AA6952116}" type="pres">
      <dgm:prSet presAssocID="{AC98EEEE-C5C1-411E-8261-FD795B2A263C}" presName="parTx" presStyleLbl="revTx" presStyleIdx="0" presStyleCnt="8">
        <dgm:presLayoutVars>
          <dgm:chMax val="0"/>
          <dgm:chPref val="0"/>
        </dgm:presLayoutVars>
      </dgm:prSet>
      <dgm:spPr/>
    </dgm:pt>
    <dgm:pt modelId="{6C17C608-6DFD-4C3C-83AC-D94F3DC12EC0}" type="pres">
      <dgm:prSet presAssocID="{AC98EEEE-C5C1-411E-8261-FD795B2A263C}" presName="txSpace" presStyleCnt="0"/>
      <dgm:spPr/>
    </dgm:pt>
    <dgm:pt modelId="{3B57837F-CA80-4FC0-A810-A01A0A26BD18}" type="pres">
      <dgm:prSet presAssocID="{AC98EEEE-C5C1-411E-8261-FD795B2A263C}" presName="desTx" presStyleLbl="revTx" presStyleIdx="1" presStyleCnt="8">
        <dgm:presLayoutVars/>
      </dgm:prSet>
      <dgm:spPr/>
    </dgm:pt>
    <dgm:pt modelId="{ED7A8281-0589-44DC-A6D4-8D91AAAEF9D8}" type="pres">
      <dgm:prSet presAssocID="{831E1822-F51E-4384-AFBC-E853543319AA}" presName="sibTrans" presStyleCnt="0"/>
      <dgm:spPr/>
    </dgm:pt>
    <dgm:pt modelId="{82B83E55-CCAF-4A43-B6B8-0AC01CAD0790}" type="pres">
      <dgm:prSet presAssocID="{139A4704-4468-40C4-8292-A48C6CFDC010}" presName="compNode" presStyleCnt="0"/>
      <dgm:spPr/>
    </dgm:pt>
    <dgm:pt modelId="{5C794D6E-037F-4847-B6F3-E510D7619114}" type="pres">
      <dgm:prSet presAssocID="{139A4704-4468-40C4-8292-A48C6CFDC010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 on Shelf"/>
        </a:ext>
      </dgm:extLst>
    </dgm:pt>
    <dgm:pt modelId="{9F990457-8CA0-47EA-8B01-99D4792FBD14}" type="pres">
      <dgm:prSet presAssocID="{139A4704-4468-40C4-8292-A48C6CFDC010}" presName="iconSpace" presStyleCnt="0"/>
      <dgm:spPr/>
    </dgm:pt>
    <dgm:pt modelId="{16D761E6-AEBA-4377-AD56-939BBC52675B}" type="pres">
      <dgm:prSet presAssocID="{139A4704-4468-40C4-8292-A48C6CFDC010}" presName="parTx" presStyleLbl="revTx" presStyleIdx="2" presStyleCnt="8">
        <dgm:presLayoutVars>
          <dgm:chMax val="0"/>
          <dgm:chPref val="0"/>
        </dgm:presLayoutVars>
      </dgm:prSet>
      <dgm:spPr/>
    </dgm:pt>
    <dgm:pt modelId="{E637C9E8-6FEB-4EFC-85F5-B721CC7E495A}" type="pres">
      <dgm:prSet presAssocID="{139A4704-4468-40C4-8292-A48C6CFDC010}" presName="txSpace" presStyleCnt="0"/>
      <dgm:spPr/>
    </dgm:pt>
    <dgm:pt modelId="{2AD07FD3-083F-4419-94A5-3DB26C1756B2}" type="pres">
      <dgm:prSet presAssocID="{139A4704-4468-40C4-8292-A48C6CFDC010}" presName="desTx" presStyleLbl="revTx" presStyleIdx="3" presStyleCnt="8">
        <dgm:presLayoutVars/>
      </dgm:prSet>
      <dgm:spPr/>
    </dgm:pt>
    <dgm:pt modelId="{0135384F-C5CA-421E-BB12-7198D15AD1DD}" type="pres">
      <dgm:prSet presAssocID="{C7C60C8E-FA33-4D3E-80DA-4F13270D7DCE}" presName="sibTrans" presStyleCnt="0"/>
      <dgm:spPr/>
    </dgm:pt>
    <dgm:pt modelId="{55360656-D566-4568-80C6-0ACC438B0813}" type="pres">
      <dgm:prSet presAssocID="{96AB6923-EC26-4FC5-9ED3-EA78311383E4}" presName="compNode" presStyleCnt="0"/>
      <dgm:spPr/>
    </dgm:pt>
    <dgm:pt modelId="{645C7729-B35B-4852-85D6-C75A5F1B0BA3}" type="pres">
      <dgm:prSet presAssocID="{96AB6923-EC26-4FC5-9ED3-EA78311383E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3D0F5DF4-BE56-4B82-850D-2CD2B0203E3D}" type="pres">
      <dgm:prSet presAssocID="{96AB6923-EC26-4FC5-9ED3-EA78311383E4}" presName="iconSpace" presStyleCnt="0"/>
      <dgm:spPr/>
    </dgm:pt>
    <dgm:pt modelId="{6894B251-C5C4-43FA-8B02-8880B1E1F9D3}" type="pres">
      <dgm:prSet presAssocID="{96AB6923-EC26-4FC5-9ED3-EA78311383E4}" presName="parTx" presStyleLbl="revTx" presStyleIdx="4" presStyleCnt="8">
        <dgm:presLayoutVars>
          <dgm:chMax val="0"/>
          <dgm:chPref val="0"/>
        </dgm:presLayoutVars>
      </dgm:prSet>
      <dgm:spPr/>
    </dgm:pt>
    <dgm:pt modelId="{0ABF4EDE-F783-4303-9397-E273F0DB6E20}" type="pres">
      <dgm:prSet presAssocID="{96AB6923-EC26-4FC5-9ED3-EA78311383E4}" presName="txSpace" presStyleCnt="0"/>
      <dgm:spPr/>
    </dgm:pt>
    <dgm:pt modelId="{EB45DF82-A408-46D6-ADA0-26A72F8098A7}" type="pres">
      <dgm:prSet presAssocID="{96AB6923-EC26-4FC5-9ED3-EA78311383E4}" presName="desTx" presStyleLbl="revTx" presStyleIdx="5" presStyleCnt="8">
        <dgm:presLayoutVars/>
      </dgm:prSet>
      <dgm:spPr/>
    </dgm:pt>
    <dgm:pt modelId="{A3858ACF-F479-4770-845F-B809A85FDDCB}" type="pres">
      <dgm:prSet presAssocID="{374494E1-02AD-40E5-BDB7-7AE24B00443E}" presName="sibTrans" presStyleCnt="0"/>
      <dgm:spPr/>
    </dgm:pt>
    <dgm:pt modelId="{7F781F7C-4D17-4800-94B8-5915C14D6CDE}" type="pres">
      <dgm:prSet presAssocID="{37CB54BA-BD5F-4E20-AC6E-23CE1BD6E16F}" presName="compNode" presStyleCnt="0"/>
      <dgm:spPr/>
    </dgm:pt>
    <dgm:pt modelId="{AF5B13EE-36D5-422F-A101-221256D92913}" type="pres">
      <dgm:prSet presAssocID="{37CB54BA-BD5F-4E20-AC6E-23CE1BD6E16F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50C87A1A-0181-41A8-962A-9661A8556BAB}" type="pres">
      <dgm:prSet presAssocID="{37CB54BA-BD5F-4E20-AC6E-23CE1BD6E16F}" presName="iconSpace" presStyleCnt="0"/>
      <dgm:spPr/>
    </dgm:pt>
    <dgm:pt modelId="{1FB56C72-2E45-4979-9712-F882A1010792}" type="pres">
      <dgm:prSet presAssocID="{37CB54BA-BD5F-4E20-AC6E-23CE1BD6E16F}" presName="parTx" presStyleLbl="revTx" presStyleIdx="6" presStyleCnt="8">
        <dgm:presLayoutVars>
          <dgm:chMax val="0"/>
          <dgm:chPref val="0"/>
        </dgm:presLayoutVars>
      </dgm:prSet>
      <dgm:spPr/>
    </dgm:pt>
    <dgm:pt modelId="{5059CB6E-E830-4A4F-86A4-9CF407BA9EB8}" type="pres">
      <dgm:prSet presAssocID="{37CB54BA-BD5F-4E20-AC6E-23CE1BD6E16F}" presName="txSpace" presStyleCnt="0"/>
      <dgm:spPr/>
    </dgm:pt>
    <dgm:pt modelId="{E6F8A216-06F2-4FCE-82E5-441FCEA5E604}" type="pres">
      <dgm:prSet presAssocID="{37CB54BA-BD5F-4E20-AC6E-23CE1BD6E16F}" presName="desTx" presStyleLbl="revTx" presStyleIdx="7" presStyleCnt="8">
        <dgm:presLayoutVars/>
      </dgm:prSet>
      <dgm:spPr/>
    </dgm:pt>
  </dgm:ptLst>
  <dgm:cxnLst>
    <dgm:cxn modelId="{3F28F207-BA80-490B-A5B4-D2D676187EA7}" type="presOf" srcId="{AC98EEEE-C5C1-411E-8261-FD795B2A263C}" destId="{2C39CF5C-7E72-4640-8EF8-A54AA6952116}" srcOrd="0" destOrd="0" presId="urn:microsoft.com/office/officeart/2018/5/layout/CenteredIconLabelDescriptionList"/>
    <dgm:cxn modelId="{8B928914-3031-4381-AE21-92EDC5064710}" srcId="{96AB6923-EC26-4FC5-9ED3-EA78311383E4}" destId="{22DCA4A1-450F-404A-AC85-0C254600AF3B}" srcOrd="0" destOrd="0" parTransId="{4FEC365F-8C55-4DFE-B8A1-479E6EBAF584}" sibTransId="{AA952651-AA80-49F6-B5FA-16ADE49E7B4A}"/>
    <dgm:cxn modelId="{FFC6553D-0E86-486F-8455-E3EF2ED827D6}" srcId="{AC98EEEE-C5C1-411E-8261-FD795B2A263C}" destId="{884589EA-29A9-4279-A29B-2874DCB0C3C9}" srcOrd="0" destOrd="0" parTransId="{7E3EBE14-E7DE-4907-895B-DBBE5440A37C}" sibTransId="{4652A60F-6824-407B-8562-C835365C30CF}"/>
    <dgm:cxn modelId="{FE1B933F-E1F7-4E8D-BC47-797E9525EB36}" srcId="{5C1273BA-48EA-4C1F-B3D5-B60B1B7805A2}" destId="{139A4704-4468-40C4-8292-A48C6CFDC010}" srcOrd="1" destOrd="0" parTransId="{28759B38-3EC7-4044-A555-CEE131FB6BC4}" sibTransId="{C7C60C8E-FA33-4D3E-80DA-4F13270D7DCE}"/>
    <dgm:cxn modelId="{2A64C576-DD3E-45E3-AEA6-BE44A0D2BB4A}" type="presOf" srcId="{96AB6923-EC26-4FC5-9ED3-EA78311383E4}" destId="{6894B251-C5C4-43FA-8B02-8880B1E1F9D3}" srcOrd="0" destOrd="0" presId="urn:microsoft.com/office/officeart/2018/5/layout/CenteredIconLabelDescriptionList"/>
    <dgm:cxn modelId="{B986D07A-60FB-4E20-9DED-C78BE8ABE84E}" type="presOf" srcId="{37CB54BA-BD5F-4E20-AC6E-23CE1BD6E16F}" destId="{1FB56C72-2E45-4979-9712-F882A1010792}" srcOrd="0" destOrd="0" presId="urn:microsoft.com/office/officeart/2018/5/layout/CenteredIconLabelDescriptionList"/>
    <dgm:cxn modelId="{7DCB9B93-5943-4DDD-B3DF-22FD5CF63655}" type="presOf" srcId="{139A4704-4468-40C4-8292-A48C6CFDC010}" destId="{16D761E6-AEBA-4377-AD56-939BBC52675B}" srcOrd="0" destOrd="0" presId="urn:microsoft.com/office/officeart/2018/5/layout/CenteredIconLabelDescriptionList"/>
    <dgm:cxn modelId="{85B670C9-7370-446A-98A9-4852B6B84B3B}" srcId="{5C1273BA-48EA-4C1F-B3D5-B60B1B7805A2}" destId="{96AB6923-EC26-4FC5-9ED3-EA78311383E4}" srcOrd="2" destOrd="0" parTransId="{A7260929-9E9E-4C55-8749-AE31D76B576A}" sibTransId="{374494E1-02AD-40E5-BDB7-7AE24B00443E}"/>
    <dgm:cxn modelId="{33CDD4CF-1F58-43B8-A998-DF02CA13D91F}" type="presOf" srcId="{5C1273BA-48EA-4C1F-B3D5-B60B1B7805A2}" destId="{8927CA5A-1DB0-445A-BDD4-7D36854B782C}" srcOrd="0" destOrd="0" presId="urn:microsoft.com/office/officeart/2018/5/layout/CenteredIconLabelDescriptionList"/>
    <dgm:cxn modelId="{BFC3AFDE-4701-43FB-92A7-AE92750594C5}" type="presOf" srcId="{22DCA4A1-450F-404A-AC85-0C254600AF3B}" destId="{EB45DF82-A408-46D6-ADA0-26A72F8098A7}" srcOrd="0" destOrd="0" presId="urn:microsoft.com/office/officeart/2018/5/layout/CenteredIconLabelDescriptionList"/>
    <dgm:cxn modelId="{E826D8E5-8568-42FD-8E1B-2DE2E437D609}" srcId="{5C1273BA-48EA-4C1F-B3D5-B60B1B7805A2}" destId="{37CB54BA-BD5F-4E20-AC6E-23CE1BD6E16F}" srcOrd="3" destOrd="0" parTransId="{E10C636C-105B-49E7-9A13-A6B7A915C395}" sibTransId="{41D12974-903C-4B23-B3DA-050E47785110}"/>
    <dgm:cxn modelId="{01305EEB-E19A-45C4-A758-325EAF94D00D}" srcId="{5C1273BA-48EA-4C1F-B3D5-B60B1B7805A2}" destId="{AC98EEEE-C5C1-411E-8261-FD795B2A263C}" srcOrd="0" destOrd="0" parTransId="{F5FD3ABC-5506-48B5-A791-74261C98AE47}" sibTransId="{831E1822-F51E-4384-AFBC-E853543319AA}"/>
    <dgm:cxn modelId="{19265AF4-C7E7-4FF9-B310-56BC82467B81}" type="presOf" srcId="{884589EA-29A9-4279-A29B-2874DCB0C3C9}" destId="{3B57837F-CA80-4FC0-A810-A01A0A26BD18}" srcOrd="0" destOrd="0" presId="urn:microsoft.com/office/officeart/2018/5/layout/CenteredIconLabelDescriptionList"/>
    <dgm:cxn modelId="{73E7A7FE-6C2C-4406-98B5-71C24080F8CB}" type="presParOf" srcId="{8927CA5A-1DB0-445A-BDD4-7D36854B782C}" destId="{A02E0037-2817-419F-871E-B7957493AFCF}" srcOrd="0" destOrd="0" presId="urn:microsoft.com/office/officeart/2018/5/layout/CenteredIconLabelDescriptionList"/>
    <dgm:cxn modelId="{81C1E2C4-6232-46B1-9898-79758C649DB4}" type="presParOf" srcId="{A02E0037-2817-419F-871E-B7957493AFCF}" destId="{AC4B7D80-4ABD-4D67-8C17-1638B6771492}" srcOrd="0" destOrd="0" presId="urn:microsoft.com/office/officeart/2018/5/layout/CenteredIconLabelDescriptionList"/>
    <dgm:cxn modelId="{CD1D3CDE-DBDD-4850-8CB0-66F007A2CCAF}" type="presParOf" srcId="{A02E0037-2817-419F-871E-B7957493AFCF}" destId="{6459A333-262B-4ADC-818E-3CB3370D0D64}" srcOrd="1" destOrd="0" presId="urn:microsoft.com/office/officeart/2018/5/layout/CenteredIconLabelDescriptionList"/>
    <dgm:cxn modelId="{FB6007B9-3263-4953-9F81-455A400B56FA}" type="presParOf" srcId="{A02E0037-2817-419F-871E-B7957493AFCF}" destId="{2C39CF5C-7E72-4640-8EF8-A54AA6952116}" srcOrd="2" destOrd="0" presId="urn:microsoft.com/office/officeart/2018/5/layout/CenteredIconLabelDescriptionList"/>
    <dgm:cxn modelId="{9FDDF726-C2F0-4792-95E4-A259AEEC3FA6}" type="presParOf" srcId="{A02E0037-2817-419F-871E-B7957493AFCF}" destId="{6C17C608-6DFD-4C3C-83AC-D94F3DC12EC0}" srcOrd="3" destOrd="0" presId="urn:microsoft.com/office/officeart/2018/5/layout/CenteredIconLabelDescriptionList"/>
    <dgm:cxn modelId="{C1D9882B-ECBA-417F-9258-D3A75B0E6393}" type="presParOf" srcId="{A02E0037-2817-419F-871E-B7957493AFCF}" destId="{3B57837F-CA80-4FC0-A810-A01A0A26BD18}" srcOrd="4" destOrd="0" presId="urn:microsoft.com/office/officeart/2018/5/layout/CenteredIconLabelDescriptionList"/>
    <dgm:cxn modelId="{D26C0659-29D7-4805-9D02-0B5D54C983B0}" type="presParOf" srcId="{8927CA5A-1DB0-445A-BDD4-7D36854B782C}" destId="{ED7A8281-0589-44DC-A6D4-8D91AAAEF9D8}" srcOrd="1" destOrd="0" presId="urn:microsoft.com/office/officeart/2018/5/layout/CenteredIconLabelDescriptionList"/>
    <dgm:cxn modelId="{8EDD7B37-60E3-451C-BA3E-1C2F60E5BBE2}" type="presParOf" srcId="{8927CA5A-1DB0-445A-BDD4-7D36854B782C}" destId="{82B83E55-CCAF-4A43-B6B8-0AC01CAD0790}" srcOrd="2" destOrd="0" presId="urn:microsoft.com/office/officeart/2018/5/layout/CenteredIconLabelDescriptionList"/>
    <dgm:cxn modelId="{811B3A61-515E-49D9-9F23-AFCD531227D0}" type="presParOf" srcId="{82B83E55-CCAF-4A43-B6B8-0AC01CAD0790}" destId="{5C794D6E-037F-4847-B6F3-E510D7619114}" srcOrd="0" destOrd="0" presId="urn:microsoft.com/office/officeart/2018/5/layout/CenteredIconLabelDescriptionList"/>
    <dgm:cxn modelId="{04C7C2D1-3781-4E7C-8655-D42301552186}" type="presParOf" srcId="{82B83E55-CCAF-4A43-B6B8-0AC01CAD0790}" destId="{9F990457-8CA0-47EA-8B01-99D4792FBD14}" srcOrd="1" destOrd="0" presId="urn:microsoft.com/office/officeart/2018/5/layout/CenteredIconLabelDescriptionList"/>
    <dgm:cxn modelId="{34D72D0E-E46D-4F90-BC91-273E61D7CE28}" type="presParOf" srcId="{82B83E55-CCAF-4A43-B6B8-0AC01CAD0790}" destId="{16D761E6-AEBA-4377-AD56-939BBC52675B}" srcOrd="2" destOrd="0" presId="urn:microsoft.com/office/officeart/2018/5/layout/CenteredIconLabelDescriptionList"/>
    <dgm:cxn modelId="{87546FCD-8B0B-4C73-A9B2-23314D085D59}" type="presParOf" srcId="{82B83E55-CCAF-4A43-B6B8-0AC01CAD0790}" destId="{E637C9E8-6FEB-4EFC-85F5-B721CC7E495A}" srcOrd="3" destOrd="0" presId="urn:microsoft.com/office/officeart/2018/5/layout/CenteredIconLabelDescriptionList"/>
    <dgm:cxn modelId="{8363512C-2182-43F2-9699-76BC1696FA31}" type="presParOf" srcId="{82B83E55-CCAF-4A43-B6B8-0AC01CAD0790}" destId="{2AD07FD3-083F-4419-94A5-3DB26C1756B2}" srcOrd="4" destOrd="0" presId="urn:microsoft.com/office/officeart/2018/5/layout/CenteredIconLabelDescriptionList"/>
    <dgm:cxn modelId="{D14A3958-356E-4372-8BA9-F3664A0D8A1E}" type="presParOf" srcId="{8927CA5A-1DB0-445A-BDD4-7D36854B782C}" destId="{0135384F-C5CA-421E-BB12-7198D15AD1DD}" srcOrd="3" destOrd="0" presId="urn:microsoft.com/office/officeart/2018/5/layout/CenteredIconLabelDescriptionList"/>
    <dgm:cxn modelId="{2F27963E-FEAA-42D4-B89B-FA35E7B686BD}" type="presParOf" srcId="{8927CA5A-1DB0-445A-BDD4-7D36854B782C}" destId="{55360656-D566-4568-80C6-0ACC438B0813}" srcOrd="4" destOrd="0" presId="urn:microsoft.com/office/officeart/2018/5/layout/CenteredIconLabelDescriptionList"/>
    <dgm:cxn modelId="{CE349515-513B-4890-8378-28DB2F4233CB}" type="presParOf" srcId="{55360656-D566-4568-80C6-0ACC438B0813}" destId="{645C7729-B35B-4852-85D6-C75A5F1B0BA3}" srcOrd="0" destOrd="0" presId="urn:microsoft.com/office/officeart/2018/5/layout/CenteredIconLabelDescriptionList"/>
    <dgm:cxn modelId="{669EBC45-96B3-44B6-B005-C8F5C5F600D7}" type="presParOf" srcId="{55360656-D566-4568-80C6-0ACC438B0813}" destId="{3D0F5DF4-BE56-4B82-850D-2CD2B0203E3D}" srcOrd="1" destOrd="0" presId="urn:microsoft.com/office/officeart/2018/5/layout/CenteredIconLabelDescriptionList"/>
    <dgm:cxn modelId="{7D5A73F6-CF55-4E98-A593-BBDBF5AD17FA}" type="presParOf" srcId="{55360656-D566-4568-80C6-0ACC438B0813}" destId="{6894B251-C5C4-43FA-8B02-8880B1E1F9D3}" srcOrd="2" destOrd="0" presId="urn:microsoft.com/office/officeart/2018/5/layout/CenteredIconLabelDescriptionList"/>
    <dgm:cxn modelId="{17A852FD-80EE-487F-9594-56D0BB25BB00}" type="presParOf" srcId="{55360656-D566-4568-80C6-0ACC438B0813}" destId="{0ABF4EDE-F783-4303-9397-E273F0DB6E20}" srcOrd="3" destOrd="0" presId="urn:microsoft.com/office/officeart/2018/5/layout/CenteredIconLabelDescriptionList"/>
    <dgm:cxn modelId="{DC5CCF6C-7A16-4037-8C91-9088AF1EB5D5}" type="presParOf" srcId="{55360656-D566-4568-80C6-0ACC438B0813}" destId="{EB45DF82-A408-46D6-ADA0-26A72F8098A7}" srcOrd="4" destOrd="0" presId="urn:microsoft.com/office/officeart/2018/5/layout/CenteredIconLabelDescriptionList"/>
    <dgm:cxn modelId="{58BF7F91-F5C5-4016-8E52-879EA7848934}" type="presParOf" srcId="{8927CA5A-1DB0-445A-BDD4-7D36854B782C}" destId="{A3858ACF-F479-4770-845F-B809A85FDDCB}" srcOrd="5" destOrd="0" presId="urn:microsoft.com/office/officeart/2018/5/layout/CenteredIconLabelDescriptionList"/>
    <dgm:cxn modelId="{445629EB-018F-40A3-B5B7-F1B0D0C1887C}" type="presParOf" srcId="{8927CA5A-1DB0-445A-BDD4-7D36854B782C}" destId="{7F781F7C-4D17-4800-94B8-5915C14D6CDE}" srcOrd="6" destOrd="0" presId="urn:microsoft.com/office/officeart/2018/5/layout/CenteredIconLabelDescriptionList"/>
    <dgm:cxn modelId="{5485318B-4A76-413D-9940-E177B70EAAB4}" type="presParOf" srcId="{7F781F7C-4D17-4800-94B8-5915C14D6CDE}" destId="{AF5B13EE-36D5-422F-A101-221256D92913}" srcOrd="0" destOrd="0" presId="urn:microsoft.com/office/officeart/2018/5/layout/CenteredIconLabelDescriptionList"/>
    <dgm:cxn modelId="{83FFAE48-F2B1-4CDD-97A1-AA8900CBB5EE}" type="presParOf" srcId="{7F781F7C-4D17-4800-94B8-5915C14D6CDE}" destId="{50C87A1A-0181-41A8-962A-9661A8556BAB}" srcOrd="1" destOrd="0" presId="urn:microsoft.com/office/officeart/2018/5/layout/CenteredIconLabelDescriptionList"/>
    <dgm:cxn modelId="{DE7ECFAA-DF45-4478-B19C-9D35803A87FA}" type="presParOf" srcId="{7F781F7C-4D17-4800-94B8-5915C14D6CDE}" destId="{1FB56C72-2E45-4979-9712-F882A1010792}" srcOrd="2" destOrd="0" presId="urn:microsoft.com/office/officeart/2018/5/layout/CenteredIconLabelDescriptionList"/>
    <dgm:cxn modelId="{92397EB9-100F-42A7-8406-773AF215ED9C}" type="presParOf" srcId="{7F781F7C-4D17-4800-94B8-5915C14D6CDE}" destId="{5059CB6E-E830-4A4F-86A4-9CF407BA9EB8}" srcOrd="3" destOrd="0" presId="urn:microsoft.com/office/officeart/2018/5/layout/CenteredIconLabelDescriptionList"/>
    <dgm:cxn modelId="{33729FEF-B9FA-4C0B-A9EA-08C582582B89}" type="presParOf" srcId="{7F781F7C-4D17-4800-94B8-5915C14D6CDE}" destId="{E6F8A216-06F2-4FCE-82E5-441FCEA5E604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B3EAA17-65C6-4C1F-971C-E39D54BEDA73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68683ADC-AD5E-4B74-BE75-1DD2414A58AD}">
      <dgm:prSet/>
      <dgm:spPr/>
      <dgm:t>
        <a:bodyPr/>
        <a:lstStyle/>
        <a:p>
          <a:r>
            <a:rPr lang="cs-CZ" dirty="0"/>
            <a:t>Jádro</a:t>
          </a:r>
          <a:endParaRPr lang="en-US" dirty="0"/>
        </a:p>
      </dgm:t>
    </dgm:pt>
    <dgm:pt modelId="{A04C54CD-0D03-48E0-9548-053306C01D03}" type="parTrans" cxnId="{4148DD3D-09FC-4446-9E08-2218C048505B}">
      <dgm:prSet/>
      <dgm:spPr/>
      <dgm:t>
        <a:bodyPr/>
        <a:lstStyle/>
        <a:p>
          <a:endParaRPr lang="en-US"/>
        </a:p>
      </dgm:t>
    </dgm:pt>
    <dgm:pt modelId="{A6C2C523-8789-41E8-9BCD-E895CF23404A}" type="sibTrans" cxnId="{4148DD3D-09FC-4446-9E08-2218C048505B}">
      <dgm:prSet/>
      <dgm:spPr/>
      <dgm:t>
        <a:bodyPr/>
        <a:lstStyle/>
        <a:p>
          <a:endParaRPr lang="en-US"/>
        </a:p>
      </dgm:t>
    </dgm:pt>
    <dgm:pt modelId="{A862E3C3-788D-4FE4-86D1-69F8D5E61083}">
      <dgm:prSet/>
      <dgm:spPr/>
      <dgm:t>
        <a:bodyPr/>
        <a:lstStyle/>
        <a:p>
          <a:r>
            <a:rPr lang="cs-CZ" dirty="0"/>
            <a:t>Knihovny</a:t>
          </a:r>
          <a:endParaRPr lang="en-US" dirty="0"/>
        </a:p>
      </dgm:t>
    </dgm:pt>
    <dgm:pt modelId="{8AE94A6F-A21F-41A7-8117-BA8CDD3DB751}" type="parTrans" cxnId="{C8C79FC6-D79B-40B2-B494-1B0E3C160B20}">
      <dgm:prSet/>
      <dgm:spPr/>
      <dgm:t>
        <a:bodyPr/>
        <a:lstStyle/>
        <a:p>
          <a:endParaRPr lang="en-US"/>
        </a:p>
      </dgm:t>
    </dgm:pt>
    <dgm:pt modelId="{EF9CE324-E493-451C-BEBC-8E2DE39A7DBF}" type="sibTrans" cxnId="{C8C79FC6-D79B-40B2-B494-1B0E3C160B20}">
      <dgm:prSet/>
      <dgm:spPr/>
      <dgm:t>
        <a:bodyPr/>
        <a:lstStyle/>
        <a:p>
          <a:endParaRPr lang="en-US"/>
        </a:p>
      </dgm:t>
    </dgm:pt>
    <dgm:pt modelId="{B8B3A814-6707-47BF-A8AA-15BA94635F51}">
      <dgm:prSet/>
      <dgm:spPr/>
      <dgm:t>
        <a:bodyPr/>
        <a:lstStyle/>
        <a:p>
          <a:r>
            <a:rPr lang="cs-CZ" dirty="0"/>
            <a:t>Android Runtime</a:t>
          </a:r>
          <a:endParaRPr lang="en-US" dirty="0"/>
        </a:p>
      </dgm:t>
    </dgm:pt>
    <dgm:pt modelId="{5DE38227-6887-4BA7-9C26-357DFC8BE516}" type="parTrans" cxnId="{03E764F2-57CC-487D-9CD6-6B622A7F46C1}">
      <dgm:prSet/>
      <dgm:spPr/>
      <dgm:t>
        <a:bodyPr/>
        <a:lstStyle/>
        <a:p>
          <a:endParaRPr lang="en-US"/>
        </a:p>
      </dgm:t>
    </dgm:pt>
    <dgm:pt modelId="{8DB5EBC9-12FE-46A0-8B85-E03CC7891D0A}" type="sibTrans" cxnId="{03E764F2-57CC-487D-9CD6-6B622A7F46C1}">
      <dgm:prSet/>
      <dgm:spPr/>
      <dgm:t>
        <a:bodyPr/>
        <a:lstStyle/>
        <a:p>
          <a:endParaRPr lang="en-US"/>
        </a:p>
      </dgm:t>
    </dgm:pt>
    <dgm:pt modelId="{67DFD092-48F7-4A5B-B8A7-A8E25B0244F9}">
      <dgm:prSet/>
      <dgm:spPr/>
      <dgm:t>
        <a:bodyPr/>
        <a:lstStyle/>
        <a:p>
          <a:r>
            <a:rPr lang="cs-CZ" dirty="0" err="1"/>
            <a:t>Application</a:t>
          </a:r>
          <a:r>
            <a:rPr lang="cs-CZ" dirty="0"/>
            <a:t> framework</a:t>
          </a:r>
          <a:endParaRPr lang="en-US" dirty="0"/>
        </a:p>
      </dgm:t>
    </dgm:pt>
    <dgm:pt modelId="{90BAFD7D-A454-425D-B563-5DB81D152447}" type="parTrans" cxnId="{E7592287-106A-4207-8AC1-09D4221799EF}">
      <dgm:prSet/>
      <dgm:spPr/>
      <dgm:t>
        <a:bodyPr/>
        <a:lstStyle/>
        <a:p>
          <a:endParaRPr lang="en-US"/>
        </a:p>
      </dgm:t>
    </dgm:pt>
    <dgm:pt modelId="{BA122A60-7E04-44F9-9EB3-91BC31E590E5}" type="sibTrans" cxnId="{E7592287-106A-4207-8AC1-09D4221799EF}">
      <dgm:prSet/>
      <dgm:spPr/>
      <dgm:t>
        <a:bodyPr/>
        <a:lstStyle/>
        <a:p>
          <a:endParaRPr lang="en-US"/>
        </a:p>
      </dgm:t>
    </dgm:pt>
    <dgm:pt modelId="{DB9CD041-A1C5-472F-88D0-93DD1DD2336E}">
      <dgm:prSet/>
      <dgm:spPr/>
      <dgm:t>
        <a:bodyPr/>
        <a:lstStyle/>
        <a:p>
          <a:r>
            <a:rPr lang="cs-CZ" dirty="0"/>
            <a:t>Aplikace</a:t>
          </a:r>
          <a:endParaRPr lang="en-US" dirty="0"/>
        </a:p>
      </dgm:t>
    </dgm:pt>
    <dgm:pt modelId="{6D06DE59-7369-42E9-AA69-973BB4196621}" type="parTrans" cxnId="{A841F412-90BF-4934-9AED-2BBEE0DFA90F}">
      <dgm:prSet/>
      <dgm:spPr/>
      <dgm:t>
        <a:bodyPr/>
        <a:lstStyle/>
        <a:p>
          <a:endParaRPr lang="en-US"/>
        </a:p>
      </dgm:t>
    </dgm:pt>
    <dgm:pt modelId="{782CAF9D-875E-4BAE-90E8-44837D548AA8}" type="sibTrans" cxnId="{A841F412-90BF-4934-9AED-2BBEE0DFA90F}">
      <dgm:prSet/>
      <dgm:spPr/>
      <dgm:t>
        <a:bodyPr/>
        <a:lstStyle/>
        <a:p>
          <a:endParaRPr lang="en-US"/>
        </a:p>
      </dgm:t>
    </dgm:pt>
    <dgm:pt modelId="{50A9715C-86DE-4C71-AA83-A689E243ED44}" type="pres">
      <dgm:prSet presAssocID="{5B3EAA17-65C6-4C1F-971C-E39D54BEDA73}" presName="linear" presStyleCnt="0">
        <dgm:presLayoutVars>
          <dgm:dir/>
          <dgm:animLvl val="lvl"/>
          <dgm:resizeHandles val="exact"/>
        </dgm:presLayoutVars>
      </dgm:prSet>
      <dgm:spPr/>
    </dgm:pt>
    <dgm:pt modelId="{43B7A6D2-24E7-45D8-B68A-B49D05328DA6}" type="pres">
      <dgm:prSet presAssocID="{DB9CD041-A1C5-472F-88D0-93DD1DD2336E}" presName="parentLin" presStyleCnt="0"/>
      <dgm:spPr/>
    </dgm:pt>
    <dgm:pt modelId="{247E7DC3-5DD1-47A4-A44B-805DC26F181B}" type="pres">
      <dgm:prSet presAssocID="{DB9CD041-A1C5-472F-88D0-93DD1DD2336E}" presName="parentLeftMargin" presStyleLbl="node1" presStyleIdx="0" presStyleCnt="5"/>
      <dgm:spPr/>
    </dgm:pt>
    <dgm:pt modelId="{BFD0004C-90D5-4E4D-A0E8-7F659EF470F4}" type="pres">
      <dgm:prSet presAssocID="{DB9CD041-A1C5-472F-88D0-93DD1DD2336E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B6A3F7B8-E7B9-46BB-B57D-9B68F75D896B}" type="pres">
      <dgm:prSet presAssocID="{DB9CD041-A1C5-472F-88D0-93DD1DD2336E}" presName="negativeSpace" presStyleCnt="0"/>
      <dgm:spPr/>
    </dgm:pt>
    <dgm:pt modelId="{CF310642-3AA6-4509-8FCB-089958DC0BCE}" type="pres">
      <dgm:prSet presAssocID="{DB9CD041-A1C5-472F-88D0-93DD1DD2336E}" presName="childText" presStyleLbl="conFgAcc1" presStyleIdx="0" presStyleCnt="5">
        <dgm:presLayoutVars>
          <dgm:bulletEnabled val="1"/>
        </dgm:presLayoutVars>
      </dgm:prSet>
      <dgm:spPr/>
    </dgm:pt>
    <dgm:pt modelId="{594DCC6D-7D11-49B3-81BC-A7604B85534A}" type="pres">
      <dgm:prSet presAssocID="{782CAF9D-875E-4BAE-90E8-44837D548AA8}" presName="spaceBetweenRectangles" presStyleCnt="0"/>
      <dgm:spPr/>
    </dgm:pt>
    <dgm:pt modelId="{CBEE3655-B46B-41A4-8F9E-6AAF7A751DBB}" type="pres">
      <dgm:prSet presAssocID="{67DFD092-48F7-4A5B-B8A7-A8E25B0244F9}" presName="parentLin" presStyleCnt="0"/>
      <dgm:spPr/>
    </dgm:pt>
    <dgm:pt modelId="{19842256-BB02-4A45-A22C-7235C591AC00}" type="pres">
      <dgm:prSet presAssocID="{67DFD092-48F7-4A5B-B8A7-A8E25B0244F9}" presName="parentLeftMargin" presStyleLbl="node1" presStyleIdx="0" presStyleCnt="5"/>
      <dgm:spPr/>
    </dgm:pt>
    <dgm:pt modelId="{B5343EF5-6CB3-4A1A-BA68-EC92EA310520}" type="pres">
      <dgm:prSet presAssocID="{67DFD092-48F7-4A5B-B8A7-A8E25B0244F9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880ABF33-2D32-40C5-9994-EC866162F31E}" type="pres">
      <dgm:prSet presAssocID="{67DFD092-48F7-4A5B-B8A7-A8E25B0244F9}" presName="negativeSpace" presStyleCnt="0"/>
      <dgm:spPr/>
    </dgm:pt>
    <dgm:pt modelId="{24402559-089D-4A6C-82DB-30D5032E4EB0}" type="pres">
      <dgm:prSet presAssocID="{67DFD092-48F7-4A5B-B8A7-A8E25B0244F9}" presName="childText" presStyleLbl="conFgAcc1" presStyleIdx="1" presStyleCnt="5">
        <dgm:presLayoutVars>
          <dgm:bulletEnabled val="1"/>
        </dgm:presLayoutVars>
      </dgm:prSet>
      <dgm:spPr/>
    </dgm:pt>
    <dgm:pt modelId="{F2DFDE3E-1B25-4BE9-A8F8-B90998CCCD9B}" type="pres">
      <dgm:prSet presAssocID="{BA122A60-7E04-44F9-9EB3-91BC31E590E5}" presName="spaceBetweenRectangles" presStyleCnt="0"/>
      <dgm:spPr/>
    </dgm:pt>
    <dgm:pt modelId="{24C1C061-51CC-44CA-8AD5-F5D5F2856148}" type="pres">
      <dgm:prSet presAssocID="{B8B3A814-6707-47BF-A8AA-15BA94635F51}" presName="parentLin" presStyleCnt="0"/>
      <dgm:spPr/>
    </dgm:pt>
    <dgm:pt modelId="{AA8B1288-D0F4-40C2-B0FD-0E77230CE0B5}" type="pres">
      <dgm:prSet presAssocID="{B8B3A814-6707-47BF-A8AA-15BA94635F51}" presName="parentLeftMargin" presStyleLbl="node1" presStyleIdx="1" presStyleCnt="5"/>
      <dgm:spPr/>
    </dgm:pt>
    <dgm:pt modelId="{F5B71485-E4FD-48C0-8735-1EBBBC750B52}" type="pres">
      <dgm:prSet presAssocID="{B8B3A814-6707-47BF-A8AA-15BA94635F51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A59B1FC8-5B00-4BE3-A0B4-0319B77B04DF}" type="pres">
      <dgm:prSet presAssocID="{B8B3A814-6707-47BF-A8AA-15BA94635F51}" presName="negativeSpace" presStyleCnt="0"/>
      <dgm:spPr/>
    </dgm:pt>
    <dgm:pt modelId="{C09B97B4-4268-4C6D-AAEB-532EDCFA9205}" type="pres">
      <dgm:prSet presAssocID="{B8B3A814-6707-47BF-A8AA-15BA94635F51}" presName="childText" presStyleLbl="conFgAcc1" presStyleIdx="2" presStyleCnt="5">
        <dgm:presLayoutVars>
          <dgm:bulletEnabled val="1"/>
        </dgm:presLayoutVars>
      </dgm:prSet>
      <dgm:spPr/>
    </dgm:pt>
    <dgm:pt modelId="{192550EB-2576-46BB-9EDA-B6E06C8E7768}" type="pres">
      <dgm:prSet presAssocID="{8DB5EBC9-12FE-46A0-8B85-E03CC7891D0A}" presName="spaceBetweenRectangles" presStyleCnt="0"/>
      <dgm:spPr/>
    </dgm:pt>
    <dgm:pt modelId="{BEE950C0-4926-4F33-A5DC-47C632EC5843}" type="pres">
      <dgm:prSet presAssocID="{A862E3C3-788D-4FE4-86D1-69F8D5E61083}" presName="parentLin" presStyleCnt="0"/>
      <dgm:spPr/>
    </dgm:pt>
    <dgm:pt modelId="{68376D43-BB9B-4490-88D3-E5133759C3E7}" type="pres">
      <dgm:prSet presAssocID="{A862E3C3-788D-4FE4-86D1-69F8D5E61083}" presName="parentLeftMargin" presStyleLbl="node1" presStyleIdx="2" presStyleCnt="5"/>
      <dgm:spPr/>
    </dgm:pt>
    <dgm:pt modelId="{544E7A3B-F3E2-4182-B800-D492672F5B4E}" type="pres">
      <dgm:prSet presAssocID="{A862E3C3-788D-4FE4-86D1-69F8D5E61083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F24CE556-7542-468D-876D-6DDB6CA8CFF4}" type="pres">
      <dgm:prSet presAssocID="{A862E3C3-788D-4FE4-86D1-69F8D5E61083}" presName="negativeSpace" presStyleCnt="0"/>
      <dgm:spPr/>
    </dgm:pt>
    <dgm:pt modelId="{ECF2E4EB-49D0-4FBB-9606-B22E8B6A7671}" type="pres">
      <dgm:prSet presAssocID="{A862E3C3-788D-4FE4-86D1-69F8D5E61083}" presName="childText" presStyleLbl="conFgAcc1" presStyleIdx="3" presStyleCnt="5">
        <dgm:presLayoutVars>
          <dgm:bulletEnabled val="1"/>
        </dgm:presLayoutVars>
      </dgm:prSet>
      <dgm:spPr/>
    </dgm:pt>
    <dgm:pt modelId="{50119F16-8772-4171-A3FE-EBC300EE8A85}" type="pres">
      <dgm:prSet presAssocID="{EF9CE324-E493-451C-BEBC-8E2DE39A7DBF}" presName="spaceBetweenRectangles" presStyleCnt="0"/>
      <dgm:spPr/>
    </dgm:pt>
    <dgm:pt modelId="{645D9841-2366-4B31-87C5-6EEE995B050E}" type="pres">
      <dgm:prSet presAssocID="{68683ADC-AD5E-4B74-BE75-1DD2414A58AD}" presName="parentLin" presStyleCnt="0"/>
      <dgm:spPr/>
    </dgm:pt>
    <dgm:pt modelId="{B172F3ED-359A-457A-9F65-503A1BE69F41}" type="pres">
      <dgm:prSet presAssocID="{68683ADC-AD5E-4B74-BE75-1DD2414A58AD}" presName="parentLeftMargin" presStyleLbl="node1" presStyleIdx="3" presStyleCnt="5"/>
      <dgm:spPr/>
    </dgm:pt>
    <dgm:pt modelId="{64D54254-872A-4ACF-8568-3238A64276A0}" type="pres">
      <dgm:prSet presAssocID="{68683ADC-AD5E-4B74-BE75-1DD2414A58AD}" presName="parentText" presStyleLbl="node1" presStyleIdx="4" presStyleCnt="5">
        <dgm:presLayoutVars>
          <dgm:chMax val="0"/>
          <dgm:bulletEnabled val="1"/>
        </dgm:presLayoutVars>
      </dgm:prSet>
      <dgm:spPr/>
    </dgm:pt>
    <dgm:pt modelId="{052BB83A-DE95-4CF7-9A7D-541027409CC9}" type="pres">
      <dgm:prSet presAssocID="{68683ADC-AD5E-4B74-BE75-1DD2414A58AD}" presName="negativeSpace" presStyleCnt="0"/>
      <dgm:spPr/>
    </dgm:pt>
    <dgm:pt modelId="{DA0CEF5E-F051-4453-AF72-F3C900C83039}" type="pres">
      <dgm:prSet presAssocID="{68683ADC-AD5E-4B74-BE75-1DD2414A58AD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CAAA5108-B49F-4B6F-B435-7252AB4EE5F6}" type="presOf" srcId="{68683ADC-AD5E-4B74-BE75-1DD2414A58AD}" destId="{64D54254-872A-4ACF-8568-3238A64276A0}" srcOrd="1" destOrd="0" presId="urn:microsoft.com/office/officeart/2005/8/layout/list1"/>
    <dgm:cxn modelId="{A841F412-90BF-4934-9AED-2BBEE0DFA90F}" srcId="{5B3EAA17-65C6-4C1F-971C-E39D54BEDA73}" destId="{DB9CD041-A1C5-472F-88D0-93DD1DD2336E}" srcOrd="0" destOrd="0" parTransId="{6D06DE59-7369-42E9-AA69-973BB4196621}" sibTransId="{782CAF9D-875E-4BAE-90E8-44837D548AA8}"/>
    <dgm:cxn modelId="{4148DD3D-09FC-4446-9E08-2218C048505B}" srcId="{5B3EAA17-65C6-4C1F-971C-E39D54BEDA73}" destId="{68683ADC-AD5E-4B74-BE75-1DD2414A58AD}" srcOrd="4" destOrd="0" parTransId="{A04C54CD-0D03-48E0-9548-053306C01D03}" sibTransId="{A6C2C523-8789-41E8-9BCD-E895CF23404A}"/>
    <dgm:cxn modelId="{98D63066-15F8-4D2C-A1D5-DE0872461835}" type="presOf" srcId="{B8B3A814-6707-47BF-A8AA-15BA94635F51}" destId="{AA8B1288-D0F4-40C2-B0FD-0E77230CE0B5}" srcOrd="0" destOrd="0" presId="urn:microsoft.com/office/officeart/2005/8/layout/list1"/>
    <dgm:cxn modelId="{4B40F846-23DB-4318-98BA-3060AED67731}" type="presOf" srcId="{B8B3A814-6707-47BF-A8AA-15BA94635F51}" destId="{F5B71485-E4FD-48C0-8735-1EBBBC750B52}" srcOrd="1" destOrd="0" presId="urn:microsoft.com/office/officeart/2005/8/layout/list1"/>
    <dgm:cxn modelId="{C664A648-9021-4288-9E00-0E85117D12A4}" type="presOf" srcId="{A862E3C3-788D-4FE4-86D1-69F8D5E61083}" destId="{544E7A3B-F3E2-4182-B800-D492672F5B4E}" srcOrd="1" destOrd="0" presId="urn:microsoft.com/office/officeart/2005/8/layout/list1"/>
    <dgm:cxn modelId="{BD30E46D-8285-43A2-AB54-E3B22CB8208E}" type="presOf" srcId="{67DFD092-48F7-4A5B-B8A7-A8E25B0244F9}" destId="{19842256-BB02-4A45-A22C-7235C591AC00}" srcOrd="0" destOrd="0" presId="urn:microsoft.com/office/officeart/2005/8/layout/list1"/>
    <dgm:cxn modelId="{8B195670-7A2B-4A2D-9F89-80242323F385}" type="presOf" srcId="{67DFD092-48F7-4A5B-B8A7-A8E25B0244F9}" destId="{B5343EF5-6CB3-4A1A-BA68-EC92EA310520}" srcOrd="1" destOrd="0" presId="urn:microsoft.com/office/officeart/2005/8/layout/list1"/>
    <dgm:cxn modelId="{BAC1E87D-D63E-4A11-811B-0B76C60C56EF}" type="presOf" srcId="{5B3EAA17-65C6-4C1F-971C-E39D54BEDA73}" destId="{50A9715C-86DE-4C71-AA83-A689E243ED44}" srcOrd="0" destOrd="0" presId="urn:microsoft.com/office/officeart/2005/8/layout/list1"/>
    <dgm:cxn modelId="{E7592287-106A-4207-8AC1-09D4221799EF}" srcId="{5B3EAA17-65C6-4C1F-971C-E39D54BEDA73}" destId="{67DFD092-48F7-4A5B-B8A7-A8E25B0244F9}" srcOrd="1" destOrd="0" parTransId="{90BAFD7D-A454-425D-B563-5DB81D152447}" sibTransId="{BA122A60-7E04-44F9-9EB3-91BC31E590E5}"/>
    <dgm:cxn modelId="{75F17BB5-2E33-4593-B309-7E3EF007BC6A}" type="presOf" srcId="{A862E3C3-788D-4FE4-86D1-69F8D5E61083}" destId="{68376D43-BB9B-4490-88D3-E5133759C3E7}" srcOrd="0" destOrd="0" presId="urn:microsoft.com/office/officeart/2005/8/layout/list1"/>
    <dgm:cxn modelId="{C8C79FC6-D79B-40B2-B494-1B0E3C160B20}" srcId="{5B3EAA17-65C6-4C1F-971C-E39D54BEDA73}" destId="{A862E3C3-788D-4FE4-86D1-69F8D5E61083}" srcOrd="3" destOrd="0" parTransId="{8AE94A6F-A21F-41A7-8117-BA8CDD3DB751}" sibTransId="{EF9CE324-E493-451C-BEBC-8E2DE39A7DBF}"/>
    <dgm:cxn modelId="{4265D0D0-303A-4DC8-9F1C-B05DEF879C65}" type="presOf" srcId="{68683ADC-AD5E-4B74-BE75-1DD2414A58AD}" destId="{B172F3ED-359A-457A-9F65-503A1BE69F41}" srcOrd="0" destOrd="0" presId="urn:microsoft.com/office/officeart/2005/8/layout/list1"/>
    <dgm:cxn modelId="{D4011DE9-8FBB-46F5-8E56-BFCABF270F6E}" type="presOf" srcId="{DB9CD041-A1C5-472F-88D0-93DD1DD2336E}" destId="{247E7DC3-5DD1-47A4-A44B-805DC26F181B}" srcOrd="0" destOrd="0" presId="urn:microsoft.com/office/officeart/2005/8/layout/list1"/>
    <dgm:cxn modelId="{3B70DBEB-FE07-47FB-B160-1A047952A476}" type="presOf" srcId="{DB9CD041-A1C5-472F-88D0-93DD1DD2336E}" destId="{BFD0004C-90D5-4E4D-A0E8-7F659EF470F4}" srcOrd="1" destOrd="0" presId="urn:microsoft.com/office/officeart/2005/8/layout/list1"/>
    <dgm:cxn modelId="{03E764F2-57CC-487D-9CD6-6B622A7F46C1}" srcId="{5B3EAA17-65C6-4C1F-971C-E39D54BEDA73}" destId="{B8B3A814-6707-47BF-A8AA-15BA94635F51}" srcOrd="2" destOrd="0" parTransId="{5DE38227-6887-4BA7-9C26-357DFC8BE516}" sibTransId="{8DB5EBC9-12FE-46A0-8B85-E03CC7891D0A}"/>
    <dgm:cxn modelId="{B73AA7A3-FEF5-4DFA-B4DD-7BFD44D9B247}" type="presParOf" srcId="{50A9715C-86DE-4C71-AA83-A689E243ED44}" destId="{43B7A6D2-24E7-45D8-B68A-B49D05328DA6}" srcOrd="0" destOrd="0" presId="urn:microsoft.com/office/officeart/2005/8/layout/list1"/>
    <dgm:cxn modelId="{0E165FF2-D72E-4FB2-99AC-66A3D983AC7E}" type="presParOf" srcId="{43B7A6D2-24E7-45D8-B68A-B49D05328DA6}" destId="{247E7DC3-5DD1-47A4-A44B-805DC26F181B}" srcOrd="0" destOrd="0" presId="urn:microsoft.com/office/officeart/2005/8/layout/list1"/>
    <dgm:cxn modelId="{6031B437-5D3C-40BC-A341-3B55DB11CE57}" type="presParOf" srcId="{43B7A6D2-24E7-45D8-B68A-B49D05328DA6}" destId="{BFD0004C-90D5-4E4D-A0E8-7F659EF470F4}" srcOrd="1" destOrd="0" presId="urn:microsoft.com/office/officeart/2005/8/layout/list1"/>
    <dgm:cxn modelId="{77D580F9-1C4C-4A1E-96C4-71C00ED625A0}" type="presParOf" srcId="{50A9715C-86DE-4C71-AA83-A689E243ED44}" destId="{B6A3F7B8-E7B9-46BB-B57D-9B68F75D896B}" srcOrd="1" destOrd="0" presId="urn:microsoft.com/office/officeart/2005/8/layout/list1"/>
    <dgm:cxn modelId="{B7972C23-CB86-491D-BF25-E3DF9BA0ACD4}" type="presParOf" srcId="{50A9715C-86DE-4C71-AA83-A689E243ED44}" destId="{CF310642-3AA6-4509-8FCB-089958DC0BCE}" srcOrd="2" destOrd="0" presId="urn:microsoft.com/office/officeart/2005/8/layout/list1"/>
    <dgm:cxn modelId="{B77F2380-0A5B-4D09-A7AE-1F85E0922A20}" type="presParOf" srcId="{50A9715C-86DE-4C71-AA83-A689E243ED44}" destId="{594DCC6D-7D11-49B3-81BC-A7604B85534A}" srcOrd="3" destOrd="0" presId="urn:microsoft.com/office/officeart/2005/8/layout/list1"/>
    <dgm:cxn modelId="{0B826BC1-D0B9-4FC4-BAB8-22255C82E40C}" type="presParOf" srcId="{50A9715C-86DE-4C71-AA83-A689E243ED44}" destId="{CBEE3655-B46B-41A4-8F9E-6AAF7A751DBB}" srcOrd="4" destOrd="0" presId="urn:microsoft.com/office/officeart/2005/8/layout/list1"/>
    <dgm:cxn modelId="{3A8A46FC-C283-41D8-9B9C-8C570090BFF5}" type="presParOf" srcId="{CBEE3655-B46B-41A4-8F9E-6AAF7A751DBB}" destId="{19842256-BB02-4A45-A22C-7235C591AC00}" srcOrd="0" destOrd="0" presId="urn:microsoft.com/office/officeart/2005/8/layout/list1"/>
    <dgm:cxn modelId="{7675407B-447D-479C-A728-8365BE735296}" type="presParOf" srcId="{CBEE3655-B46B-41A4-8F9E-6AAF7A751DBB}" destId="{B5343EF5-6CB3-4A1A-BA68-EC92EA310520}" srcOrd="1" destOrd="0" presId="urn:microsoft.com/office/officeart/2005/8/layout/list1"/>
    <dgm:cxn modelId="{62C059E2-1C06-4709-BBE8-78736B7424BB}" type="presParOf" srcId="{50A9715C-86DE-4C71-AA83-A689E243ED44}" destId="{880ABF33-2D32-40C5-9994-EC866162F31E}" srcOrd="5" destOrd="0" presId="urn:microsoft.com/office/officeart/2005/8/layout/list1"/>
    <dgm:cxn modelId="{7533A389-6805-44BA-8E1D-6DDFD81B8AF3}" type="presParOf" srcId="{50A9715C-86DE-4C71-AA83-A689E243ED44}" destId="{24402559-089D-4A6C-82DB-30D5032E4EB0}" srcOrd="6" destOrd="0" presId="urn:microsoft.com/office/officeart/2005/8/layout/list1"/>
    <dgm:cxn modelId="{CB5C6E2E-1389-4FDA-867C-E2C6171E324F}" type="presParOf" srcId="{50A9715C-86DE-4C71-AA83-A689E243ED44}" destId="{F2DFDE3E-1B25-4BE9-A8F8-B90998CCCD9B}" srcOrd="7" destOrd="0" presId="urn:microsoft.com/office/officeart/2005/8/layout/list1"/>
    <dgm:cxn modelId="{3014B177-9274-4716-9665-B77F5C1DDD17}" type="presParOf" srcId="{50A9715C-86DE-4C71-AA83-A689E243ED44}" destId="{24C1C061-51CC-44CA-8AD5-F5D5F2856148}" srcOrd="8" destOrd="0" presId="urn:microsoft.com/office/officeart/2005/8/layout/list1"/>
    <dgm:cxn modelId="{8594FEC3-EBD9-4331-ADF1-5DE9F178EEFF}" type="presParOf" srcId="{24C1C061-51CC-44CA-8AD5-F5D5F2856148}" destId="{AA8B1288-D0F4-40C2-B0FD-0E77230CE0B5}" srcOrd="0" destOrd="0" presId="urn:microsoft.com/office/officeart/2005/8/layout/list1"/>
    <dgm:cxn modelId="{86A208DB-FDB8-4F32-9F63-CCA1012360AE}" type="presParOf" srcId="{24C1C061-51CC-44CA-8AD5-F5D5F2856148}" destId="{F5B71485-E4FD-48C0-8735-1EBBBC750B52}" srcOrd="1" destOrd="0" presId="urn:microsoft.com/office/officeart/2005/8/layout/list1"/>
    <dgm:cxn modelId="{451662BA-26C2-4D73-A9E1-9BE1E2C49231}" type="presParOf" srcId="{50A9715C-86DE-4C71-AA83-A689E243ED44}" destId="{A59B1FC8-5B00-4BE3-A0B4-0319B77B04DF}" srcOrd="9" destOrd="0" presId="urn:microsoft.com/office/officeart/2005/8/layout/list1"/>
    <dgm:cxn modelId="{6886E396-A701-4460-A559-7E0A54B68EDF}" type="presParOf" srcId="{50A9715C-86DE-4C71-AA83-A689E243ED44}" destId="{C09B97B4-4268-4C6D-AAEB-532EDCFA9205}" srcOrd="10" destOrd="0" presId="urn:microsoft.com/office/officeart/2005/8/layout/list1"/>
    <dgm:cxn modelId="{1EF7ED6B-7B96-4805-8D6D-CAA7BDFFB8F6}" type="presParOf" srcId="{50A9715C-86DE-4C71-AA83-A689E243ED44}" destId="{192550EB-2576-46BB-9EDA-B6E06C8E7768}" srcOrd="11" destOrd="0" presId="urn:microsoft.com/office/officeart/2005/8/layout/list1"/>
    <dgm:cxn modelId="{87F20B5E-34A0-41A7-AB38-2F3954CCD315}" type="presParOf" srcId="{50A9715C-86DE-4C71-AA83-A689E243ED44}" destId="{BEE950C0-4926-4F33-A5DC-47C632EC5843}" srcOrd="12" destOrd="0" presId="urn:microsoft.com/office/officeart/2005/8/layout/list1"/>
    <dgm:cxn modelId="{86B08E76-D5B7-41A7-812B-41E7B7753F72}" type="presParOf" srcId="{BEE950C0-4926-4F33-A5DC-47C632EC5843}" destId="{68376D43-BB9B-4490-88D3-E5133759C3E7}" srcOrd="0" destOrd="0" presId="urn:microsoft.com/office/officeart/2005/8/layout/list1"/>
    <dgm:cxn modelId="{4CD4B148-A650-45C9-BED9-23BC012235D4}" type="presParOf" srcId="{BEE950C0-4926-4F33-A5DC-47C632EC5843}" destId="{544E7A3B-F3E2-4182-B800-D492672F5B4E}" srcOrd="1" destOrd="0" presId="urn:microsoft.com/office/officeart/2005/8/layout/list1"/>
    <dgm:cxn modelId="{29CB1A62-8857-4CEE-AB35-19E66D7177C8}" type="presParOf" srcId="{50A9715C-86DE-4C71-AA83-A689E243ED44}" destId="{F24CE556-7542-468D-876D-6DDB6CA8CFF4}" srcOrd="13" destOrd="0" presId="urn:microsoft.com/office/officeart/2005/8/layout/list1"/>
    <dgm:cxn modelId="{D138D3FF-8B56-4DC0-A5EB-260C371C8D51}" type="presParOf" srcId="{50A9715C-86DE-4C71-AA83-A689E243ED44}" destId="{ECF2E4EB-49D0-4FBB-9606-B22E8B6A7671}" srcOrd="14" destOrd="0" presId="urn:microsoft.com/office/officeart/2005/8/layout/list1"/>
    <dgm:cxn modelId="{46BFEAD0-A5BE-4396-9641-FE6E69C347D4}" type="presParOf" srcId="{50A9715C-86DE-4C71-AA83-A689E243ED44}" destId="{50119F16-8772-4171-A3FE-EBC300EE8A85}" srcOrd="15" destOrd="0" presId="urn:microsoft.com/office/officeart/2005/8/layout/list1"/>
    <dgm:cxn modelId="{E2A33B23-3FCD-4DFC-8497-DCD5735A9C24}" type="presParOf" srcId="{50A9715C-86DE-4C71-AA83-A689E243ED44}" destId="{645D9841-2366-4B31-87C5-6EEE995B050E}" srcOrd="16" destOrd="0" presId="urn:microsoft.com/office/officeart/2005/8/layout/list1"/>
    <dgm:cxn modelId="{8660D811-8CA8-4BB2-AE89-BD8E3CF88F6B}" type="presParOf" srcId="{645D9841-2366-4B31-87C5-6EEE995B050E}" destId="{B172F3ED-359A-457A-9F65-503A1BE69F41}" srcOrd="0" destOrd="0" presId="urn:microsoft.com/office/officeart/2005/8/layout/list1"/>
    <dgm:cxn modelId="{FF6E4164-81F8-4810-A34D-601A4454B614}" type="presParOf" srcId="{645D9841-2366-4B31-87C5-6EEE995B050E}" destId="{64D54254-872A-4ACF-8568-3238A64276A0}" srcOrd="1" destOrd="0" presId="urn:microsoft.com/office/officeart/2005/8/layout/list1"/>
    <dgm:cxn modelId="{D4098582-5567-4C0E-8BA6-5910047641BB}" type="presParOf" srcId="{50A9715C-86DE-4C71-AA83-A689E243ED44}" destId="{052BB83A-DE95-4CF7-9A7D-541027409CC9}" srcOrd="17" destOrd="0" presId="urn:microsoft.com/office/officeart/2005/8/layout/list1"/>
    <dgm:cxn modelId="{FAB86E41-1780-4626-A435-7578727676A4}" type="presParOf" srcId="{50A9715C-86DE-4C71-AA83-A689E243ED44}" destId="{DA0CEF5E-F051-4453-AF72-F3C900C83039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FEFD558-E6C3-42BC-87CE-54AC6169C4AC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AF451DC-E2B5-4B16-8F79-B9062471E7DC}">
      <dgm:prSet/>
      <dgm:spPr/>
      <dgm:t>
        <a:bodyPr/>
        <a:lstStyle/>
        <a:p>
          <a:r>
            <a:rPr lang="en-US" b="0" i="0"/>
            <a:t>Mobile Operating System Market Share Worldwide. </a:t>
          </a:r>
          <a:r>
            <a:rPr lang="en-US" b="0" i="1"/>
            <a:t>Statcounter</a:t>
          </a:r>
          <a:r>
            <a:rPr lang="en-US" b="0" i="0"/>
            <a:t> [online]. [cit. 2022-11-20]. Dostupné z: </a:t>
          </a:r>
          <a:r>
            <a:rPr lang="en-US" b="0" i="0">
              <a:hlinkClick xmlns:r="http://schemas.openxmlformats.org/officeDocument/2006/relationships" r:id="rId1"/>
            </a:rPr>
            <a:t>https://gs.statcounter.com/os-market-share/mobile/worldwide/#monthly-200901-202210</a:t>
          </a:r>
          <a:endParaRPr lang="en-US"/>
        </a:p>
      </dgm:t>
    </dgm:pt>
    <dgm:pt modelId="{CD0A2F5E-CFB0-4858-9F21-D5D69458725C}" type="parTrans" cxnId="{4EB57D22-E568-4A83-B21D-485C00004E10}">
      <dgm:prSet/>
      <dgm:spPr/>
      <dgm:t>
        <a:bodyPr/>
        <a:lstStyle/>
        <a:p>
          <a:endParaRPr lang="en-US"/>
        </a:p>
      </dgm:t>
    </dgm:pt>
    <dgm:pt modelId="{933D1FB0-AFDA-4D17-ACA3-3088A12249C3}" type="sibTrans" cxnId="{4EB57D22-E568-4A83-B21D-485C00004E10}">
      <dgm:prSet/>
      <dgm:spPr/>
      <dgm:t>
        <a:bodyPr/>
        <a:lstStyle/>
        <a:p>
          <a:endParaRPr lang="en-US"/>
        </a:p>
      </dgm:t>
    </dgm:pt>
    <dgm:pt modelId="{2F6552E7-C760-4189-B3CB-F109B9B619D1}">
      <dgm:prSet/>
      <dgm:spPr/>
      <dgm:t>
        <a:bodyPr/>
        <a:lstStyle/>
        <a:p>
          <a:r>
            <a:rPr lang="en-US" b="0" i="0"/>
            <a:t>Android. In: </a:t>
          </a:r>
          <a:r>
            <a:rPr lang="en-US" b="0" i="1"/>
            <a:t>Wikipedia: the free encyclopedia</a:t>
          </a:r>
          <a:r>
            <a:rPr lang="en-US" b="0" i="0"/>
            <a:t> [online]. San Francisco (CA): Wikimedia Foundation, 2001- [cit. 2022-11-20]. Dostupné z: </a:t>
          </a:r>
          <a:r>
            <a:rPr lang="en-US" b="0" i="0">
              <a:hlinkClick xmlns:r="http://schemas.openxmlformats.org/officeDocument/2006/relationships" r:id="rId2"/>
            </a:rPr>
            <a:t>https://cs.wikipedia.org/wiki/Android_(opera%C4%8Dn%C3%AD_syst%C3%A9m)</a:t>
          </a:r>
          <a:endParaRPr lang="en-US"/>
        </a:p>
      </dgm:t>
    </dgm:pt>
    <dgm:pt modelId="{20D308C7-2FCD-4A61-B984-6A973A78183E}" type="parTrans" cxnId="{F41A9082-D2C8-4918-A98E-3D72A9E0064B}">
      <dgm:prSet/>
      <dgm:spPr/>
      <dgm:t>
        <a:bodyPr/>
        <a:lstStyle/>
        <a:p>
          <a:endParaRPr lang="en-US"/>
        </a:p>
      </dgm:t>
    </dgm:pt>
    <dgm:pt modelId="{D843DB9C-8030-4739-A485-69EBCA0CF90D}" type="sibTrans" cxnId="{F41A9082-D2C8-4918-A98E-3D72A9E0064B}">
      <dgm:prSet/>
      <dgm:spPr/>
      <dgm:t>
        <a:bodyPr/>
        <a:lstStyle/>
        <a:p>
          <a:endParaRPr lang="en-US"/>
        </a:p>
      </dgm:t>
    </dgm:pt>
    <dgm:pt modelId="{C8D1D19B-FF62-47A1-8A0B-C2559E293C2E}" type="pres">
      <dgm:prSet presAssocID="{EFEFD558-E6C3-42BC-87CE-54AC6169C4AC}" presName="vert0" presStyleCnt="0">
        <dgm:presLayoutVars>
          <dgm:dir/>
          <dgm:animOne val="branch"/>
          <dgm:animLvl val="lvl"/>
        </dgm:presLayoutVars>
      </dgm:prSet>
      <dgm:spPr/>
    </dgm:pt>
    <dgm:pt modelId="{FE8A0884-03A2-47E2-AA3D-6C678338DFCA}" type="pres">
      <dgm:prSet presAssocID="{7AF451DC-E2B5-4B16-8F79-B9062471E7DC}" presName="thickLine" presStyleLbl="alignNode1" presStyleIdx="0" presStyleCnt="2"/>
      <dgm:spPr/>
    </dgm:pt>
    <dgm:pt modelId="{7155708C-3859-4BF2-ABC9-D023F3D9D6B8}" type="pres">
      <dgm:prSet presAssocID="{7AF451DC-E2B5-4B16-8F79-B9062471E7DC}" presName="horz1" presStyleCnt="0"/>
      <dgm:spPr/>
    </dgm:pt>
    <dgm:pt modelId="{2A09E621-82D3-4A78-8545-C96465C524F3}" type="pres">
      <dgm:prSet presAssocID="{7AF451DC-E2B5-4B16-8F79-B9062471E7DC}" presName="tx1" presStyleLbl="revTx" presStyleIdx="0" presStyleCnt="2"/>
      <dgm:spPr/>
    </dgm:pt>
    <dgm:pt modelId="{49DF3B98-6B44-45EA-BF86-DE5C55DAA89A}" type="pres">
      <dgm:prSet presAssocID="{7AF451DC-E2B5-4B16-8F79-B9062471E7DC}" presName="vert1" presStyleCnt="0"/>
      <dgm:spPr/>
    </dgm:pt>
    <dgm:pt modelId="{E0FE3C47-7BE5-4BA6-A4C7-C5798FC99E35}" type="pres">
      <dgm:prSet presAssocID="{2F6552E7-C760-4189-B3CB-F109B9B619D1}" presName="thickLine" presStyleLbl="alignNode1" presStyleIdx="1" presStyleCnt="2"/>
      <dgm:spPr/>
    </dgm:pt>
    <dgm:pt modelId="{E15454D8-7F52-4984-98AE-C0DBD6B1603D}" type="pres">
      <dgm:prSet presAssocID="{2F6552E7-C760-4189-B3CB-F109B9B619D1}" presName="horz1" presStyleCnt="0"/>
      <dgm:spPr/>
    </dgm:pt>
    <dgm:pt modelId="{5132415F-5103-4455-BC18-C353BCBCA34F}" type="pres">
      <dgm:prSet presAssocID="{2F6552E7-C760-4189-B3CB-F109B9B619D1}" presName="tx1" presStyleLbl="revTx" presStyleIdx="1" presStyleCnt="2"/>
      <dgm:spPr/>
    </dgm:pt>
    <dgm:pt modelId="{57107CB1-D96B-4D83-8B7B-471156B26F4B}" type="pres">
      <dgm:prSet presAssocID="{2F6552E7-C760-4189-B3CB-F109B9B619D1}" presName="vert1" presStyleCnt="0"/>
      <dgm:spPr/>
    </dgm:pt>
  </dgm:ptLst>
  <dgm:cxnLst>
    <dgm:cxn modelId="{4EB57D22-E568-4A83-B21D-485C00004E10}" srcId="{EFEFD558-E6C3-42BC-87CE-54AC6169C4AC}" destId="{7AF451DC-E2B5-4B16-8F79-B9062471E7DC}" srcOrd="0" destOrd="0" parTransId="{CD0A2F5E-CFB0-4858-9F21-D5D69458725C}" sibTransId="{933D1FB0-AFDA-4D17-ACA3-3088A12249C3}"/>
    <dgm:cxn modelId="{6F57AE4D-DDE1-4EED-9398-055FAAE3A5D7}" type="presOf" srcId="{2F6552E7-C760-4189-B3CB-F109B9B619D1}" destId="{5132415F-5103-4455-BC18-C353BCBCA34F}" srcOrd="0" destOrd="0" presId="urn:microsoft.com/office/officeart/2008/layout/LinedList"/>
    <dgm:cxn modelId="{F41A9082-D2C8-4918-A98E-3D72A9E0064B}" srcId="{EFEFD558-E6C3-42BC-87CE-54AC6169C4AC}" destId="{2F6552E7-C760-4189-B3CB-F109B9B619D1}" srcOrd="1" destOrd="0" parTransId="{20D308C7-2FCD-4A61-B984-6A973A78183E}" sibTransId="{D843DB9C-8030-4739-A485-69EBCA0CF90D}"/>
    <dgm:cxn modelId="{541A41C4-26E0-4D03-AC3A-B25F1397AB4F}" type="presOf" srcId="{EFEFD558-E6C3-42BC-87CE-54AC6169C4AC}" destId="{C8D1D19B-FF62-47A1-8A0B-C2559E293C2E}" srcOrd="0" destOrd="0" presId="urn:microsoft.com/office/officeart/2008/layout/LinedList"/>
    <dgm:cxn modelId="{B52215F1-A980-40BE-8620-28492C5DDB1C}" type="presOf" srcId="{7AF451DC-E2B5-4B16-8F79-B9062471E7DC}" destId="{2A09E621-82D3-4A78-8545-C96465C524F3}" srcOrd="0" destOrd="0" presId="urn:microsoft.com/office/officeart/2008/layout/LinedList"/>
    <dgm:cxn modelId="{90970527-06BF-46D6-A8EC-8C6F62C35F53}" type="presParOf" srcId="{C8D1D19B-FF62-47A1-8A0B-C2559E293C2E}" destId="{FE8A0884-03A2-47E2-AA3D-6C678338DFCA}" srcOrd="0" destOrd="0" presId="urn:microsoft.com/office/officeart/2008/layout/LinedList"/>
    <dgm:cxn modelId="{6DC8472B-6417-483F-8DA8-ACF7718179CE}" type="presParOf" srcId="{C8D1D19B-FF62-47A1-8A0B-C2559E293C2E}" destId="{7155708C-3859-4BF2-ABC9-D023F3D9D6B8}" srcOrd="1" destOrd="0" presId="urn:microsoft.com/office/officeart/2008/layout/LinedList"/>
    <dgm:cxn modelId="{CC77536F-5050-4FE9-AD02-1B3F71A065E6}" type="presParOf" srcId="{7155708C-3859-4BF2-ABC9-D023F3D9D6B8}" destId="{2A09E621-82D3-4A78-8545-C96465C524F3}" srcOrd="0" destOrd="0" presId="urn:microsoft.com/office/officeart/2008/layout/LinedList"/>
    <dgm:cxn modelId="{70BF6A12-0D75-424E-BEAF-1DC5BD8384D4}" type="presParOf" srcId="{7155708C-3859-4BF2-ABC9-D023F3D9D6B8}" destId="{49DF3B98-6B44-45EA-BF86-DE5C55DAA89A}" srcOrd="1" destOrd="0" presId="urn:microsoft.com/office/officeart/2008/layout/LinedList"/>
    <dgm:cxn modelId="{2378A054-B3EA-450B-91A8-0D6338160375}" type="presParOf" srcId="{C8D1D19B-FF62-47A1-8A0B-C2559E293C2E}" destId="{E0FE3C47-7BE5-4BA6-A4C7-C5798FC99E35}" srcOrd="2" destOrd="0" presId="urn:microsoft.com/office/officeart/2008/layout/LinedList"/>
    <dgm:cxn modelId="{20B3EA6F-340E-429C-9C49-D8A1E24D32EF}" type="presParOf" srcId="{C8D1D19B-FF62-47A1-8A0B-C2559E293C2E}" destId="{E15454D8-7F52-4984-98AE-C0DBD6B1603D}" srcOrd="3" destOrd="0" presId="urn:microsoft.com/office/officeart/2008/layout/LinedList"/>
    <dgm:cxn modelId="{34F92AB5-4E7C-4796-B1A3-2E633F2AE0E5}" type="presParOf" srcId="{E15454D8-7F52-4984-98AE-C0DBD6B1603D}" destId="{5132415F-5103-4455-BC18-C353BCBCA34F}" srcOrd="0" destOrd="0" presId="urn:microsoft.com/office/officeart/2008/layout/LinedList"/>
    <dgm:cxn modelId="{580E0A2E-46F7-45F1-98AC-E72F393BED48}" type="presParOf" srcId="{E15454D8-7F52-4984-98AE-C0DBD6B1603D}" destId="{57107CB1-D96B-4D83-8B7B-471156B26F4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7E44BD-ACA7-4537-9D36-27095E4BB820}">
      <dsp:nvSpPr>
        <dsp:cNvPr id="0" name=""/>
        <dsp:cNvSpPr/>
      </dsp:nvSpPr>
      <dsp:spPr>
        <a:xfrm>
          <a:off x="562927" y="788206"/>
          <a:ext cx="1445998" cy="1445998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8EE068-B19A-4912-9D74-29F36FC5E1C9}">
      <dsp:nvSpPr>
        <dsp:cNvPr id="0" name=""/>
        <dsp:cNvSpPr/>
      </dsp:nvSpPr>
      <dsp:spPr>
        <a:xfrm>
          <a:off x="871091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8C0169-A5E8-4AC2-A08C-FDB42B5085F2}">
      <dsp:nvSpPr>
        <dsp:cNvPr id="0" name=""/>
        <dsp:cNvSpPr/>
      </dsp:nvSpPr>
      <dsp:spPr>
        <a:xfrm>
          <a:off x="100682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cs-CZ" sz="1400" kern="1200"/>
            <a:t>Běh na mobilních zařízeních</a:t>
          </a:r>
          <a:endParaRPr lang="en-US" sz="1400" kern="1200"/>
        </a:p>
      </dsp:txBody>
      <dsp:txXfrm>
        <a:off x="100682" y="2684598"/>
        <a:ext cx="2370489" cy="720000"/>
      </dsp:txXfrm>
    </dsp:sp>
    <dsp:sp modelId="{77072D1A-0A78-45C5-A0D2-74F7782640D0}">
      <dsp:nvSpPr>
        <dsp:cNvPr id="0" name=""/>
        <dsp:cNvSpPr/>
      </dsp:nvSpPr>
      <dsp:spPr>
        <a:xfrm>
          <a:off x="3348252" y="788206"/>
          <a:ext cx="1445998" cy="1445998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F768F6-2C8F-4A97-9400-90DD3CC8E195}">
      <dsp:nvSpPr>
        <dsp:cNvPr id="0" name=""/>
        <dsp:cNvSpPr/>
      </dsp:nvSpPr>
      <dsp:spPr>
        <a:xfrm>
          <a:off x="3656416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FE733F-12DA-4EEC-9FF0-250471D266D2}">
      <dsp:nvSpPr>
        <dsp:cNvPr id="0" name=""/>
        <dsp:cNvSpPr/>
      </dsp:nvSpPr>
      <dsp:spPr>
        <a:xfrm>
          <a:off x="2886007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cs-CZ" sz="1400" kern="1200"/>
            <a:t>Podpora různých platform, čipových sad a dalších komponentů</a:t>
          </a:r>
          <a:endParaRPr lang="en-US" sz="1400" kern="1200"/>
        </a:p>
      </dsp:txBody>
      <dsp:txXfrm>
        <a:off x="2886007" y="2684598"/>
        <a:ext cx="2370489" cy="720000"/>
      </dsp:txXfrm>
    </dsp:sp>
    <dsp:sp modelId="{DB217990-6575-4F87-8DB9-290AF8A0A883}">
      <dsp:nvSpPr>
        <dsp:cNvPr id="0" name=""/>
        <dsp:cNvSpPr/>
      </dsp:nvSpPr>
      <dsp:spPr>
        <a:xfrm>
          <a:off x="6133577" y="788206"/>
          <a:ext cx="1445998" cy="1445998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414AAE-E3D2-40A3-89B7-7936DF435672}">
      <dsp:nvSpPr>
        <dsp:cNvPr id="0" name=""/>
        <dsp:cNvSpPr/>
      </dsp:nvSpPr>
      <dsp:spPr>
        <a:xfrm>
          <a:off x="6441741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EEBC62-A777-4523-83FE-FFC4832ACE83}">
      <dsp:nvSpPr>
        <dsp:cNvPr id="0" name=""/>
        <dsp:cNvSpPr/>
      </dsp:nvSpPr>
      <dsp:spPr>
        <a:xfrm>
          <a:off x="5671332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cs-CZ" sz="1400" kern="1200"/>
            <a:t>Open source</a:t>
          </a:r>
          <a:endParaRPr lang="en-US" sz="1400" kern="1200"/>
        </a:p>
      </dsp:txBody>
      <dsp:txXfrm>
        <a:off x="5671332" y="2684598"/>
        <a:ext cx="2370489" cy="720000"/>
      </dsp:txXfrm>
    </dsp:sp>
    <dsp:sp modelId="{58342D2B-AE1F-4630-84B2-B6BEA35DBDC4}">
      <dsp:nvSpPr>
        <dsp:cNvPr id="0" name=""/>
        <dsp:cNvSpPr/>
      </dsp:nvSpPr>
      <dsp:spPr>
        <a:xfrm>
          <a:off x="8918902" y="788206"/>
          <a:ext cx="1445998" cy="1445998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EBD405-52C1-4DEA-B73E-0244C1B8C658}">
      <dsp:nvSpPr>
        <dsp:cNvPr id="0" name=""/>
        <dsp:cNvSpPr/>
      </dsp:nvSpPr>
      <dsp:spPr>
        <a:xfrm>
          <a:off x="9227066" y="1096370"/>
          <a:ext cx="829671" cy="82967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D9F821-6971-45BB-A360-8CC9C35A84A2}">
      <dsp:nvSpPr>
        <dsp:cNvPr id="0" name=""/>
        <dsp:cNvSpPr/>
      </dsp:nvSpPr>
      <dsp:spPr>
        <a:xfrm>
          <a:off x="8456657" y="2684598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cs-CZ" sz="1400" kern="1200"/>
            <a:t>Vyvíjí ho Open Handset Alliance (sdružení výrobců mobilních zařízení)</a:t>
          </a:r>
          <a:endParaRPr lang="en-US" sz="1400" kern="1200"/>
        </a:p>
      </dsp:txBody>
      <dsp:txXfrm>
        <a:off x="8456657" y="2684598"/>
        <a:ext cx="2370489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4B7D80-4ABD-4D67-8C17-1638B6771492}">
      <dsp:nvSpPr>
        <dsp:cNvPr id="0" name=""/>
        <dsp:cNvSpPr/>
      </dsp:nvSpPr>
      <dsp:spPr>
        <a:xfrm>
          <a:off x="762194" y="1196617"/>
          <a:ext cx="812109" cy="81210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39CF5C-7E72-4640-8EF8-A54AA6952116}">
      <dsp:nvSpPr>
        <dsp:cNvPr id="0" name=""/>
        <dsp:cNvSpPr/>
      </dsp:nvSpPr>
      <dsp:spPr>
        <a:xfrm>
          <a:off x="8092" y="2092925"/>
          <a:ext cx="2320312" cy="3915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cs-CZ" sz="1400" kern="1200"/>
            <a:t>Operační systém (jádro)</a:t>
          </a:r>
          <a:endParaRPr lang="en-US" sz="1400" kern="1200"/>
        </a:p>
      </dsp:txBody>
      <dsp:txXfrm>
        <a:off x="8092" y="2092925"/>
        <a:ext cx="2320312" cy="391552"/>
      </dsp:txXfrm>
    </dsp:sp>
    <dsp:sp modelId="{3B57837F-CA80-4FC0-A810-A01A0A26BD18}">
      <dsp:nvSpPr>
        <dsp:cNvPr id="0" name=""/>
        <dsp:cNvSpPr/>
      </dsp:nvSpPr>
      <dsp:spPr>
        <a:xfrm>
          <a:off x="8092" y="2523640"/>
          <a:ext cx="2320312" cy="6310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100" kern="1200"/>
            <a:t>Založen na GNU/Linux</a:t>
          </a:r>
          <a:endParaRPr lang="en-US" sz="1100" kern="1200"/>
        </a:p>
      </dsp:txBody>
      <dsp:txXfrm>
        <a:off x="8092" y="2523640"/>
        <a:ext cx="2320312" cy="631079"/>
      </dsp:txXfrm>
    </dsp:sp>
    <dsp:sp modelId="{5C794D6E-037F-4847-B6F3-E510D7619114}">
      <dsp:nvSpPr>
        <dsp:cNvPr id="0" name=""/>
        <dsp:cNvSpPr/>
      </dsp:nvSpPr>
      <dsp:spPr>
        <a:xfrm>
          <a:off x="3488561" y="1196617"/>
          <a:ext cx="812109" cy="81210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D761E6-AEBA-4377-AD56-939BBC52675B}">
      <dsp:nvSpPr>
        <dsp:cNvPr id="0" name=""/>
        <dsp:cNvSpPr/>
      </dsp:nvSpPr>
      <dsp:spPr>
        <a:xfrm>
          <a:off x="2734460" y="2092925"/>
          <a:ext cx="2320312" cy="3915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cs-CZ" sz="1400" kern="1200"/>
            <a:t>Podpůrné knihovny (Google Play Services)</a:t>
          </a:r>
          <a:endParaRPr lang="en-US" sz="1400" kern="1200"/>
        </a:p>
      </dsp:txBody>
      <dsp:txXfrm>
        <a:off x="2734460" y="2092925"/>
        <a:ext cx="2320312" cy="391552"/>
      </dsp:txXfrm>
    </dsp:sp>
    <dsp:sp modelId="{2AD07FD3-083F-4419-94A5-3DB26C1756B2}">
      <dsp:nvSpPr>
        <dsp:cNvPr id="0" name=""/>
        <dsp:cNvSpPr/>
      </dsp:nvSpPr>
      <dsp:spPr>
        <a:xfrm>
          <a:off x="2734460" y="2523640"/>
          <a:ext cx="2320312" cy="6310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45C7729-B35B-4852-85D6-C75A5F1B0BA3}">
      <dsp:nvSpPr>
        <dsp:cNvPr id="0" name=""/>
        <dsp:cNvSpPr/>
      </dsp:nvSpPr>
      <dsp:spPr>
        <a:xfrm>
          <a:off x="6214928" y="1196617"/>
          <a:ext cx="812109" cy="81210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94B251-C5C4-43FA-8B02-8880B1E1F9D3}">
      <dsp:nvSpPr>
        <dsp:cNvPr id="0" name=""/>
        <dsp:cNvSpPr/>
      </dsp:nvSpPr>
      <dsp:spPr>
        <a:xfrm>
          <a:off x="5460827" y="2092925"/>
          <a:ext cx="2320312" cy="3915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cs-CZ" sz="1400" kern="1200"/>
            <a:t>Grafické prostředí (launcher)</a:t>
          </a:r>
          <a:endParaRPr lang="en-US" sz="1400" kern="1200"/>
        </a:p>
      </dsp:txBody>
      <dsp:txXfrm>
        <a:off x="5460827" y="2092925"/>
        <a:ext cx="2320312" cy="391552"/>
      </dsp:txXfrm>
    </dsp:sp>
    <dsp:sp modelId="{EB45DF82-A408-46D6-ADA0-26A72F8098A7}">
      <dsp:nvSpPr>
        <dsp:cNvPr id="0" name=""/>
        <dsp:cNvSpPr/>
      </dsp:nvSpPr>
      <dsp:spPr>
        <a:xfrm>
          <a:off x="5460827" y="2523640"/>
          <a:ext cx="2320312" cy="6310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1100" kern="1200"/>
            <a:t>Vyvíjí výrobce zařízení</a:t>
          </a:r>
          <a:endParaRPr lang="en-US" sz="1100" kern="1200"/>
        </a:p>
      </dsp:txBody>
      <dsp:txXfrm>
        <a:off x="5460827" y="2523640"/>
        <a:ext cx="2320312" cy="631079"/>
      </dsp:txXfrm>
    </dsp:sp>
    <dsp:sp modelId="{AF5B13EE-36D5-422F-A101-221256D92913}">
      <dsp:nvSpPr>
        <dsp:cNvPr id="0" name=""/>
        <dsp:cNvSpPr/>
      </dsp:nvSpPr>
      <dsp:spPr>
        <a:xfrm>
          <a:off x="8941296" y="1196617"/>
          <a:ext cx="812109" cy="81210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B56C72-2E45-4979-9712-F882A1010792}">
      <dsp:nvSpPr>
        <dsp:cNvPr id="0" name=""/>
        <dsp:cNvSpPr/>
      </dsp:nvSpPr>
      <dsp:spPr>
        <a:xfrm>
          <a:off x="8187194" y="2092925"/>
          <a:ext cx="2320312" cy="3915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cs-CZ" sz="1400" kern="1200"/>
            <a:t>Aplikace</a:t>
          </a:r>
          <a:endParaRPr lang="en-US" sz="1400" kern="1200"/>
        </a:p>
      </dsp:txBody>
      <dsp:txXfrm>
        <a:off x="8187194" y="2092925"/>
        <a:ext cx="2320312" cy="391552"/>
      </dsp:txXfrm>
    </dsp:sp>
    <dsp:sp modelId="{E6F8A216-06F2-4FCE-82E5-441FCEA5E604}">
      <dsp:nvSpPr>
        <dsp:cNvPr id="0" name=""/>
        <dsp:cNvSpPr/>
      </dsp:nvSpPr>
      <dsp:spPr>
        <a:xfrm>
          <a:off x="8187194" y="2523640"/>
          <a:ext cx="2320312" cy="63107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310642-3AA6-4509-8FCB-089958DC0BCE}">
      <dsp:nvSpPr>
        <dsp:cNvPr id="0" name=""/>
        <dsp:cNvSpPr/>
      </dsp:nvSpPr>
      <dsp:spPr>
        <a:xfrm>
          <a:off x="0" y="449784"/>
          <a:ext cx="6263640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D0004C-90D5-4E4D-A0E8-7F659EF470F4}">
      <dsp:nvSpPr>
        <dsp:cNvPr id="0" name=""/>
        <dsp:cNvSpPr/>
      </dsp:nvSpPr>
      <dsp:spPr>
        <a:xfrm>
          <a:off x="313182" y="95544"/>
          <a:ext cx="4384548" cy="7084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725" tIns="0" rIns="165725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400" kern="1200" dirty="0"/>
            <a:t>Aplikace</a:t>
          </a:r>
          <a:endParaRPr lang="en-US" sz="2400" kern="1200" dirty="0"/>
        </a:p>
      </dsp:txBody>
      <dsp:txXfrm>
        <a:off x="347767" y="130129"/>
        <a:ext cx="4315378" cy="639310"/>
      </dsp:txXfrm>
    </dsp:sp>
    <dsp:sp modelId="{24402559-089D-4A6C-82DB-30D5032E4EB0}">
      <dsp:nvSpPr>
        <dsp:cNvPr id="0" name=""/>
        <dsp:cNvSpPr/>
      </dsp:nvSpPr>
      <dsp:spPr>
        <a:xfrm>
          <a:off x="0" y="1538424"/>
          <a:ext cx="6263640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363841"/>
              <a:satOff val="-20982"/>
              <a:lumOff val="215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343EF5-6CB3-4A1A-BA68-EC92EA310520}">
      <dsp:nvSpPr>
        <dsp:cNvPr id="0" name=""/>
        <dsp:cNvSpPr/>
      </dsp:nvSpPr>
      <dsp:spPr>
        <a:xfrm>
          <a:off x="313182" y="1184184"/>
          <a:ext cx="4384548" cy="708480"/>
        </a:xfrm>
        <a:prstGeom prst="roundRect">
          <a:avLst/>
        </a:prstGeom>
        <a:solidFill>
          <a:schemeClr val="accent2">
            <a:hueOff val="-363841"/>
            <a:satOff val="-20982"/>
            <a:lumOff val="215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725" tIns="0" rIns="165725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400" kern="1200" dirty="0" err="1"/>
            <a:t>Application</a:t>
          </a:r>
          <a:r>
            <a:rPr lang="cs-CZ" sz="2400" kern="1200" dirty="0"/>
            <a:t> framework</a:t>
          </a:r>
          <a:endParaRPr lang="en-US" sz="2400" kern="1200" dirty="0"/>
        </a:p>
      </dsp:txBody>
      <dsp:txXfrm>
        <a:off x="347767" y="1218769"/>
        <a:ext cx="4315378" cy="639310"/>
      </dsp:txXfrm>
    </dsp:sp>
    <dsp:sp modelId="{C09B97B4-4268-4C6D-AAEB-532EDCFA9205}">
      <dsp:nvSpPr>
        <dsp:cNvPr id="0" name=""/>
        <dsp:cNvSpPr/>
      </dsp:nvSpPr>
      <dsp:spPr>
        <a:xfrm>
          <a:off x="0" y="2627064"/>
          <a:ext cx="6263640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727682"/>
              <a:satOff val="-41964"/>
              <a:lumOff val="431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B71485-E4FD-48C0-8735-1EBBBC750B52}">
      <dsp:nvSpPr>
        <dsp:cNvPr id="0" name=""/>
        <dsp:cNvSpPr/>
      </dsp:nvSpPr>
      <dsp:spPr>
        <a:xfrm>
          <a:off x="313182" y="2272824"/>
          <a:ext cx="4384548" cy="708480"/>
        </a:xfrm>
        <a:prstGeom prst="roundRect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725" tIns="0" rIns="165725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400" kern="1200" dirty="0"/>
            <a:t>Android Runtime</a:t>
          </a:r>
          <a:endParaRPr lang="en-US" sz="2400" kern="1200" dirty="0"/>
        </a:p>
      </dsp:txBody>
      <dsp:txXfrm>
        <a:off x="347767" y="2307409"/>
        <a:ext cx="4315378" cy="639310"/>
      </dsp:txXfrm>
    </dsp:sp>
    <dsp:sp modelId="{ECF2E4EB-49D0-4FBB-9606-B22E8B6A7671}">
      <dsp:nvSpPr>
        <dsp:cNvPr id="0" name=""/>
        <dsp:cNvSpPr/>
      </dsp:nvSpPr>
      <dsp:spPr>
        <a:xfrm>
          <a:off x="0" y="3715703"/>
          <a:ext cx="6263640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1091522"/>
              <a:satOff val="-62946"/>
              <a:lumOff val="647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44E7A3B-F3E2-4182-B800-D492672F5B4E}">
      <dsp:nvSpPr>
        <dsp:cNvPr id="0" name=""/>
        <dsp:cNvSpPr/>
      </dsp:nvSpPr>
      <dsp:spPr>
        <a:xfrm>
          <a:off x="313182" y="3361464"/>
          <a:ext cx="4384548" cy="708480"/>
        </a:xfrm>
        <a:prstGeom prst="roundRect">
          <a:avLst/>
        </a:prstGeom>
        <a:solidFill>
          <a:schemeClr val="accent2">
            <a:hueOff val="-1091522"/>
            <a:satOff val="-62946"/>
            <a:lumOff val="647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725" tIns="0" rIns="165725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400" kern="1200" dirty="0"/>
            <a:t>Knihovny</a:t>
          </a:r>
          <a:endParaRPr lang="en-US" sz="2400" kern="1200" dirty="0"/>
        </a:p>
      </dsp:txBody>
      <dsp:txXfrm>
        <a:off x="347767" y="3396049"/>
        <a:ext cx="4315378" cy="639310"/>
      </dsp:txXfrm>
    </dsp:sp>
    <dsp:sp modelId="{DA0CEF5E-F051-4453-AF72-F3C900C83039}">
      <dsp:nvSpPr>
        <dsp:cNvPr id="0" name=""/>
        <dsp:cNvSpPr/>
      </dsp:nvSpPr>
      <dsp:spPr>
        <a:xfrm>
          <a:off x="0" y="4804343"/>
          <a:ext cx="6263640" cy="604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D54254-872A-4ACF-8568-3238A64276A0}">
      <dsp:nvSpPr>
        <dsp:cNvPr id="0" name=""/>
        <dsp:cNvSpPr/>
      </dsp:nvSpPr>
      <dsp:spPr>
        <a:xfrm>
          <a:off x="313182" y="4450103"/>
          <a:ext cx="4384548" cy="708480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725" tIns="0" rIns="165725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400" kern="1200" dirty="0"/>
            <a:t>Jádro</a:t>
          </a:r>
          <a:endParaRPr lang="en-US" sz="2400" kern="1200" dirty="0"/>
        </a:p>
      </dsp:txBody>
      <dsp:txXfrm>
        <a:off x="347767" y="4484688"/>
        <a:ext cx="4315378" cy="63931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8A0884-03A2-47E2-AA3D-6C678338DFCA}">
      <dsp:nvSpPr>
        <dsp:cNvPr id="0" name=""/>
        <dsp:cNvSpPr/>
      </dsp:nvSpPr>
      <dsp:spPr>
        <a:xfrm>
          <a:off x="0" y="0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09E621-82D3-4A78-8545-C96465C524F3}">
      <dsp:nvSpPr>
        <dsp:cNvPr id="0" name=""/>
        <dsp:cNvSpPr/>
      </dsp:nvSpPr>
      <dsp:spPr>
        <a:xfrm>
          <a:off x="0" y="0"/>
          <a:ext cx="10515600" cy="2175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/>
            <a:t>Mobile Operating System Market Share Worldwide. </a:t>
          </a:r>
          <a:r>
            <a:rPr lang="en-US" sz="2400" b="0" i="1" kern="1200"/>
            <a:t>Statcounter</a:t>
          </a:r>
          <a:r>
            <a:rPr lang="en-US" sz="2400" b="0" i="0" kern="1200"/>
            <a:t> [online]. [cit. 2022-11-20]. Dostupné z: </a:t>
          </a:r>
          <a:r>
            <a:rPr lang="en-US" sz="2400" b="0" i="0" kern="1200">
              <a:hlinkClick xmlns:r="http://schemas.openxmlformats.org/officeDocument/2006/relationships" r:id="rId1"/>
            </a:rPr>
            <a:t>https://gs.statcounter.com/os-market-share/mobile/worldwide/#monthly-200901-202210</a:t>
          </a:r>
          <a:endParaRPr lang="en-US" sz="2400" kern="1200"/>
        </a:p>
      </dsp:txBody>
      <dsp:txXfrm>
        <a:off x="0" y="0"/>
        <a:ext cx="10515600" cy="2175669"/>
      </dsp:txXfrm>
    </dsp:sp>
    <dsp:sp modelId="{E0FE3C47-7BE5-4BA6-A4C7-C5798FC99E35}">
      <dsp:nvSpPr>
        <dsp:cNvPr id="0" name=""/>
        <dsp:cNvSpPr/>
      </dsp:nvSpPr>
      <dsp:spPr>
        <a:xfrm>
          <a:off x="0" y="2175669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32415F-5103-4455-BC18-C353BCBCA34F}">
      <dsp:nvSpPr>
        <dsp:cNvPr id="0" name=""/>
        <dsp:cNvSpPr/>
      </dsp:nvSpPr>
      <dsp:spPr>
        <a:xfrm>
          <a:off x="0" y="2175669"/>
          <a:ext cx="10515600" cy="21756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i="0" kern="1200"/>
            <a:t>Android. In: </a:t>
          </a:r>
          <a:r>
            <a:rPr lang="en-US" sz="2400" b="0" i="1" kern="1200"/>
            <a:t>Wikipedia: the free encyclopedia</a:t>
          </a:r>
          <a:r>
            <a:rPr lang="en-US" sz="2400" b="0" i="0" kern="1200"/>
            <a:t> [online]. San Francisco (CA): Wikimedia Foundation, 2001- [cit. 2022-11-20]. Dostupné z: </a:t>
          </a:r>
          <a:r>
            <a:rPr lang="en-US" sz="2400" b="0" i="0" kern="1200">
              <a:hlinkClick xmlns:r="http://schemas.openxmlformats.org/officeDocument/2006/relationships" r:id="rId2"/>
            </a:rPr>
            <a:t>https://cs.wikipedia.org/wiki/Android_(opera%C4%8Dn%C3%AD_syst%C3%A9m)</a:t>
          </a:r>
          <a:endParaRPr lang="en-US" sz="2400" kern="1200"/>
        </a:p>
      </dsp:txBody>
      <dsp:txXfrm>
        <a:off x="0" y="2175669"/>
        <a:ext cx="10515600" cy="217566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32091-F43F-3EE9-65DB-896C4AEDBC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3DDDFA-57EF-8482-9B56-82CC60E216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cs-C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86A385-A482-C1C0-F828-0D47C52F5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D9020-6B94-47C9-AE71-23EF66CE5BB9}" type="datetimeFigureOut">
              <a:rPr lang="cs-CZ" smtClean="0"/>
              <a:t>20.11.2022</a:t>
            </a:fld>
            <a:endParaRPr lang="cs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0C0F3E-56B9-DFD5-1952-FA5796B52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8AA72D-7CDF-5E9A-FEF1-AFB084EAB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CA62F-371C-43CD-832D-EFFC750F53D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56867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C78DA-616A-3D45-FF78-92CF80471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9D49A-155C-5366-3DAB-697F298765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FA3DFE-0FEB-6810-3DCA-AC64CB41D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D9020-6B94-47C9-AE71-23EF66CE5BB9}" type="datetimeFigureOut">
              <a:rPr lang="cs-CZ" smtClean="0"/>
              <a:t>20.11.2022</a:t>
            </a:fld>
            <a:endParaRPr lang="cs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B0C3CE-BC35-7681-1C67-3F3ED4C2D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46147F-9DB2-849E-0769-056120786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CA62F-371C-43CD-832D-EFFC750F53D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604859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17BE5-F635-C7C7-43A7-3A5F7BAD25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9D96B3-71B8-5CAD-E828-37AFCAD110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06B669-280B-ECC7-DEE5-C3587581F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D9020-6B94-47C9-AE71-23EF66CE5BB9}" type="datetimeFigureOut">
              <a:rPr lang="cs-CZ" smtClean="0"/>
              <a:t>20.11.2022</a:t>
            </a:fld>
            <a:endParaRPr lang="cs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2C3720-5904-F90F-72B4-1AF017B21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D435FF-2B6D-5D2F-D55A-81D545CFD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CA62F-371C-43CD-832D-EFFC750F53D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5142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E83EF-6437-BCCA-A23A-A368DE6DC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9A9B22-D799-42AD-07CA-940DDFD799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7B392A-CBAE-87F2-E92D-B056EC5A63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91F36A-7AE6-644D-3105-E07669A7B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D9020-6B94-47C9-AE71-23EF66CE5BB9}" type="datetimeFigureOut">
              <a:rPr lang="cs-CZ" smtClean="0"/>
              <a:t>20.11.2022</a:t>
            </a:fld>
            <a:endParaRPr lang="cs-C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D28024-0849-BE49-12D0-896BB2C77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D2DFC7-54C4-0032-D825-27CCCE66A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CA62F-371C-43CD-832D-EFFC750F53D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887443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222C4-D2D4-3247-0C2E-40E586CA2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02E332-3AC3-61F5-DD33-362CEA31BD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1C4DB1-5AC6-E22D-837A-ED8880AE0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E3B973-042F-829A-C661-FEC5B91B96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F6F95A-B1DC-D69E-E7C6-81AC075074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46B772-F1DB-0D9C-7990-9E57FFF90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D9020-6B94-47C9-AE71-23EF66CE5BB9}" type="datetimeFigureOut">
              <a:rPr lang="cs-CZ" smtClean="0"/>
              <a:t>20.11.2022</a:t>
            </a:fld>
            <a:endParaRPr lang="cs-C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CBCB03-C221-0407-11C6-C3D57E2984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94943F-F801-2551-4C34-7A4F29BB7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CA62F-371C-43CD-832D-EFFC750F53D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9380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72A6F-A647-0550-40FE-596A1EA9B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711938-72E3-0B49-59A0-F28C2A928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D9020-6B94-47C9-AE71-23EF66CE5BB9}" type="datetimeFigureOut">
              <a:rPr lang="cs-CZ" smtClean="0"/>
              <a:t>20.11.2022</a:t>
            </a:fld>
            <a:endParaRPr lang="cs-C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670529-9ABA-D26C-A11D-E0FD50B6F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087091-F401-11EB-4C9D-2A154E87C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CA62F-371C-43CD-832D-EFFC750F53D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06234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3021A2-7DC4-BD45-BAF6-D4C8CE211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D9020-6B94-47C9-AE71-23EF66CE5BB9}" type="datetimeFigureOut">
              <a:rPr lang="cs-CZ" smtClean="0"/>
              <a:t>20.11.2022</a:t>
            </a:fld>
            <a:endParaRPr lang="cs-C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A7A08F-E8B0-9252-C97C-39D118400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48FDA7-380C-2FC4-378B-A32D344F5A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CA62F-371C-43CD-832D-EFFC750F53D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26211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75226-46BC-541B-2230-79B29CEB6C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D6862-00FB-C40B-6747-D34F36392C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43FD17-98B1-1362-172A-51AFA0F43F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539DFC-0C35-B582-52AF-F6E3A3170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D9020-6B94-47C9-AE71-23EF66CE5BB9}" type="datetimeFigureOut">
              <a:rPr lang="cs-CZ" smtClean="0"/>
              <a:t>20.11.2022</a:t>
            </a:fld>
            <a:endParaRPr lang="cs-C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8BC45D-6143-3B00-831B-6152E44A8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B6E68C-6CD3-8EEA-7887-F3D56FD13E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CA62F-371C-43CD-832D-EFFC750F53D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10163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A7B1A-75B1-E4F4-9806-7E00985FF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523B82-A40D-6878-AFEF-9604EEC0C6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8E876D-8A3F-742D-2CE2-06D844C53A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132586-AF23-515A-BA97-D68F08F6E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D9020-6B94-47C9-AE71-23EF66CE5BB9}" type="datetimeFigureOut">
              <a:rPr lang="cs-CZ" smtClean="0"/>
              <a:t>20.11.2022</a:t>
            </a:fld>
            <a:endParaRPr lang="cs-C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189055-ECE0-8B3D-2FF0-6D35D7F96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7B7F65-ED72-D879-48F3-9F0D17129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CA62F-371C-43CD-832D-EFFC750F53D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88780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6B837-2A72-BC8E-C761-4933BCBEF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C472AD-58FD-C10E-9E77-66E422AC35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8E6E4C-233C-BF4E-9969-9DC106BA96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D9020-6B94-47C9-AE71-23EF66CE5BB9}" type="datetimeFigureOut">
              <a:rPr lang="cs-CZ" smtClean="0"/>
              <a:t>20.11.2022</a:t>
            </a:fld>
            <a:endParaRPr lang="cs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C8108A-E038-F771-6BE0-7D4682E82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2D5830-313B-D5B9-0C6A-745FFD3A5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CA62F-371C-43CD-832D-EFFC750F53D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457363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02A344-4B33-0F41-2FCE-61CA8E7B91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2E0C42-79DB-44DB-B940-553CDB81F2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053546-2DE8-EBE6-1ED3-CC611C19E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D9020-6B94-47C9-AE71-23EF66CE5BB9}" type="datetimeFigureOut">
              <a:rPr lang="cs-CZ" smtClean="0"/>
              <a:t>20.11.2022</a:t>
            </a:fld>
            <a:endParaRPr lang="cs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D86275-FE34-EF34-DAFE-FBC56BD43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F8A7C6-BB63-E271-A169-5FCAC5A61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0CA62F-371C-43CD-832D-EFFC750F53D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20434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0D3929-C809-1A1B-F9CA-F28633DD5C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03D30E-BDEF-2594-96FC-AC6967ACC7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204C47-6571-5851-0068-92F838DF37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BD9020-6B94-47C9-AE71-23EF66CE5BB9}" type="datetimeFigureOut">
              <a:rPr lang="cs-CZ" smtClean="0"/>
              <a:t>20.11.2022</a:t>
            </a:fld>
            <a:endParaRPr lang="cs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71BEFC-E2CE-F251-2B5E-B9F17935B0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B1D478-B409-F4CB-8224-1581A26F80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0CA62F-371C-43CD-832D-EFFC750F53D3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21826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Logo, company name&#10;&#10;Description automatically generated">
            <a:extLst>
              <a:ext uri="{FF2B5EF4-FFF2-40B4-BE49-F238E27FC236}">
                <a16:creationId xmlns:a16="http://schemas.microsoft.com/office/drawing/2014/main" id="{4E72B12B-DA04-58B0-727F-1EEDD80137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2846" y="-159026"/>
            <a:ext cx="12303704" cy="719593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2B4DBB49-D347-0104-5E19-CFF023FC7B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049078"/>
            <a:ext cx="9144000" cy="686559"/>
          </a:xfrm>
        </p:spPr>
        <p:txBody>
          <a:bodyPr>
            <a:normAutofit/>
          </a:bodyPr>
          <a:lstStyle/>
          <a:p>
            <a:r>
              <a:rPr lang="cs-CZ" dirty="0">
                <a:solidFill>
                  <a:schemeClr val="bg1"/>
                </a:solidFill>
              </a:rPr>
              <a:t>Matyáš Tázlar, Erik </a:t>
            </a:r>
            <a:r>
              <a:rPr lang="cs-CZ" dirty="0" err="1">
                <a:solidFill>
                  <a:schemeClr val="bg1"/>
                </a:solidFill>
              </a:rPr>
              <a:t>Ungvári</a:t>
            </a:r>
            <a:r>
              <a:rPr lang="cs-CZ" dirty="0">
                <a:solidFill>
                  <a:schemeClr val="bg1"/>
                </a:solidFill>
              </a:rPr>
              <a:t>, Jenda </a:t>
            </a:r>
            <a:r>
              <a:rPr lang="cs-CZ" dirty="0" err="1">
                <a:solidFill>
                  <a:schemeClr val="bg1"/>
                </a:solidFill>
              </a:rPr>
              <a:t>Zadrobílek</a:t>
            </a:r>
            <a:endParaRPr lang="cs-CZ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24367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99EADB-3D5B-22FB-367C-DC646CD9D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cs-CZ" sz="4000">
                <a:solidFill>
                  <a:srgbClr val="FFFFFF"/>
                </a:solidFill>
              </a:rPr>
              <a:t>Charakteristika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C331EE9-492D-EEBB-5E35-BB1CFD6DF35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34074437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737832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0ED6931-963D-4DDD-8D55-B916DDB1CFF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</a:blip>
          <a:srcRect t="17582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BE9DFA4-BB75-68DB-8B18-B4B8AD784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cs-CZ">
                <a:solidFill>
                  <a:srgbClr val="FFFFFF"/>
                </a:solidFill>
              </a:rPr>
              <a:t>Složení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4E4BCC0-36C4-2449-C8C9-FC5238DD3A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5584139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8870025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5E6CFF1-2F42-4E10-9A97-F116F46F53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Mobilní zařízení s aplikacemi">
            <a:extLst>
              <a:ext uri="{FF2B5EF4-FFF2-40B4-BE49-F238E27FC236}">
                <a16:creationId xmlns:a16="http://schemas.microsoft.com/office/drawing/2014/main" id="{33BEC720-5801-27EA-83F0-30B37E05455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</a:blip>
          <a:srcRect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DA3C728-B736-EBEE-1903-525F2D597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1065862"/>
            <a:ext cx="3313164" cy="4726276"/>
          </a:xfrm>
        </p:spPr>
        <p:txBody>
          <a:bodyPr>
            <a:normAutofit/>
          </a:bodyPr>
          <a:lstStyle/>
          <a:p>
            <a:pPr algn="r"/>
            <a:r>
              <a:rPr lang="cs-CZ" sz="4000">
                <a:solidFill>
                  <a:srgbClr val="FFFFFF"/>
                </a:solidFill>
              </a:rPr>
              <a:t>Aktualizace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7182200-4859-4C8D-BCBB-55B245C28B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3372" y="2286000"/>
            <a:ext cx="0" cy="2286000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D26683-C7CF-B7A1-48FD-782EECD3EE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5379" y="1065862"/>
            <a:ext cx="5744685" cy="4726276"/>
          </a:xfrm>
        </p:spPr>
        <p:txBody>
          <a:bodyPr anchor="ctr">
            <a:normAutofit/>
          </a:bodyPr>
          <a:lstStyle/>
          <a:p>
            <a:r>
              <a:rPr lang="cs-CZ" sz="2000" dirty="0">
                <a:solidFill>
                  <a:srgbClr val="FFFFFF"/>
                </a:solidFill>
              </a:rPr>
              <a:t>OS a </a:t>
            </a:r>
            <a:r>
              <a:rPr lang="cs-CZ" sz="2000" dirty="0" err="1">
                <a:solidFill>
                  <a:srgbClr val="FFFFFF"/>
                </a:solidFill>
              </a:rPr>
              <a:t>launcher</a:t>
            </a:r>
            <a:r>
              <a:rPr lang="cs-CZ" sz="2000" dirty="0">
                <a:solidFill>
                  <a:srgbClr val="FFFFFF"/>
                </a:solidFill>
              </a:rPr>
              <a:t> – od Androidu 8.0 aktualizace vede Google</a:t>
            </a:r>
          </a:p>
          <a:p>
            <a:pPr lvl="1"/>
            <a:r>
              <a:rPr lang="cs-CZ" sz="2000" dirty="0">
                <a:solidFill>
                  <a:srgbClr val="FFFFFF"/>
                </a:solidFill>
              </a:rPr>
              <a:t>Bezpečnostní aktualizace vydává každý měsíc</a:t>
            </a:r>
          </a:p>
          <a:p>
            <a:r>
              <a:rPr lang="cs-CZ" sz="2000" dirty="0">
                <a:solidFill>
                  <a:srgbClr val="FFFFFF"/>
                </a:solidFill>
              </a:rPr>
              <a:t>Aplikace – Google Play</a:t>
            </a:r>
          </a:p>
          <a:p>
            <a:r>
              <a:rPr lang="cs-CZ" sz="2000" dirty="0">
                <a:solidFill>
                  <a:srgbClr val="FFFFFF"/>
                </a:solidFill>
              </a:rPr>
              <a:t>Knihovny- od Androidu 4.4 aktualizace přes Google Play</a:t>
            </a:r>
          </a:p>
          <a:p>
            <a:pPr lvl="1"/>
            <a:r>
              <a:rPr lang="cs-CZ" sz="2000" dirty="0">
                <a:solidFill>
                  <a:srgbClr val="FFFFFF"/>
                </a:solidFill>
              </a:rPr>
              <a:t>Rozdíl od iOS</a:t>
            </a:r>
          </a:p>
        </p:txBody>
      </p:sp>
    </p:spTree>
    <p:extLst>
      <p:ext uri="{BB962C8B-B14F-4D97-AF65-F5344CB8AC3E}">
        <p14:creationId xmlns:p14="http://schemas.microsoft.com/office/powerpoint/2010/main" val="19026171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7">
            <a:extLst>
              <a:ext uri="{FF2B5EF4-FFF2-40B4-BE49-F238E27FC236}">
                <a16:creationId xmlns:a16="http://schemas.microsoft.com/office/drawing/2014/main" id="{AD72D4D1-076F-49D3-9889-EFC4F6D7CA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994121-F5A9-3E1E-7DDD-383FFEE5E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3877"/>
            <a:ext cx="3494362" cy="4930246"/>
          </a:xfrm>
        </p:spPr>
        <p:txBody>
          <a:bodyPr>
            <a:normAutofit/>
          </a:bodyPr>
          <a:lstStyle/>
          <a:p>
            <a:pPr algn="r"/>
            <a:r>
              <a:rPr lang="cs-CZ"/>
              <a:t>Verzování</a:t>
            </a:r>
          </a:p>
        </p:txBody>
      </p:sp>
      <p:cxnSp>
        <p:nvCxnSpPr>
          <p:cNvPr id="15" name="Straight Connector 9">
            <a:extLst>
              <a:ext uri="{FF2B5EF4-FFF2-40B4-BE49-F238E27FC236}">
                <a16:creationId xmlns:a16="http://schemas.microsoft.com/office/drawing/2014/main" id="{2D72A2C9-F3CA-4216-8BAD-FA4C970C3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2057400"/>
            <a:ext cx="0" cy="274320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EBDBEE-73B6-0E6C-20A5-E411BBD969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6031" y="963877"/>
            <a:ext cx="6377769" cy="4930246"/>
          </a:xfrm>
        </p:spPr>
        <p:txBody>
          <a:bodyPr anchor="ctr">
            <a:normAutofit/>
          </a:bodyPr>
          <a:lstStyle/>
          <a:p>
            <a:r>
              <a:rPr lang="cs-CZ" sz="2400"/>
              <a:t>Jednotlivé verze abecedně pojmenované podle sladkostí</a:t>
            </a:r>
          </a:p>
          <a:p>
            <a:r>
              <a:rPr lang="cs-CZ" sz="2400"/>
              <a:t>Příklad:</a:t>
            </a:r>
          </a:p>
          <a:p>
            <a:pPr lvl="1"/>
            <a:r>
              <a:rPr lang="cs-CZ"/>
              <a:t>Android 5.0 – Lollipop</a:t>
            </a:r>
          </a:p>
          <a:p>
            <a:pPr lvl="1"/>
            <a:r>
              <a:rPr lang="cs-CZ"/>
              <a:t>Android 6.0 – Marhsmallow</a:t>
            </a:r>
          </a:p>
          <a:p>
            <a:pPr lvl="1"/>
            <a:r>
              <a:rPr lang="cs-CZ"/>
              <a:t>Android 7.0 – Nougat</a:t>
            </a:r>
          </a:p>
          <a:p>
            <a:pPr lvl="1"/>
            <a:r>
              <a:rPr lang="cs-CZ"/>
              <a:t>Android 8.0 – Oreo</a:t>
            </a:r>
          </a:p>
          <a:p>
            <a:pPr lvl="1"/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1322271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991B3-CBDD-AFC5-EC06-5B8FD2618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41" y="620392"/>
            <a:ext cx="3808268" cy="5504688"/>
          </a:xfrm>
        </p:spPr>
        <p:txBody>
          <a:bodyPr>
            <a:normAutofit/>
          </a:bodyPr>
          <a:lstStyle/>
          <a:p>
            <a:r>
              <a:rPr lang="cs-CZ" sz="5600">
                <a:solidFill>
                  <a:schemeClr val="accent5"/>
                </a:solidFill>
              </a:rPr>
              <a:t>Architektura</a:t>
            </a:r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5C98ED53-C18C-26EE-E42D-D5AF33485A3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08831072"/>
              </p:ext>
            </p:extLst>
          </p:nvPr>
        </p:nvGraphicFramePr>
        <p:xfrm>
          <a:off x="5093208" y="620392"/>
          <a:ext cx="626364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909904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D72D4D1-076F-49D3-9889-EFC4F6D7CA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B1EB87-2B5D-0BEA-6299-83C1CF06D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3877"/>
            <a:ext cx="3494362" cy="4930246"/>
          </a:xfrm>
        </p:spPr>
        <p:txBody>
          <a:bodyPr>
            <a:normAutofit/>
          </a:bodyPr>
          <a:lstStyle/>
          <a:p>
            <a:pPr algn="r"/>
            <a:r>
              <a:rPr lang="cs-CZ"/>
              <a:t>Jádro</a:t>
            </a:r>
          </a:p>
        </p:txBody>
      </p:sp>
      <p:cxnSp>
        <p:nvCxnSpPr>
          <p:cNvPr id="19" name="Straight Connector 9">
            <a:extLst>
              <a:ext uri="{FF2B5EF4-FFF2-40B4-BE49-F238E27FC236}">
                <a16:creationId xmlns:a16="http://schemas.microsoft.com/office/drawing/2014/main" id="{2D72A2C9-F3CA-4216-8BAD-FA4C970C3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2057400"/>
            <a:ext cx="0" cy="274320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B8706-74A6-A64B-55DC-52DAB6C175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6031" y="963877"/>
            <a:ext cx="6377769" cy="4930246"/>
          </a:xfrm>
        </p:spPr>
        <p:txBody>
          <a:bodyPr anchor="ctr">
            <a:normAutofit/>
          </a:bodyPr>
          <a:lstStyle/>
          <a:p>
            <a:r>
              <a:rPr lang="cs-CZ" sz="2400"/>
              <a:t>Modifikovaný linux</a:t>
            </a:r>
          </a:p>
          <a:p>
            <a:r>
              <a:rPr lang="cs-CZ" sz="2400"/>
              <a:t>Snadné sestavení</a:t>
            </a:r>
          </a:p>
          <a:p>
            <a:r>
              <a:rPr lang="cs-CZ" sz="2400"/>
              <a:t>Využito:</a:t>
            </a:r>
          </a:p>
          <a:p>
            <a:pPr lvl="1"/>
            <a:r>
              <a:rPr lang="cs-CZ"/>
              <a:t>Správa </a:t>
            </a:r>
            <a:r>
              <a:rPr lang="cs-CZ" dirty="0"/>
              <a:t>paměti</a:t>
            </a:r>
          </a:p>
          <a:p>
            <a:pPr lvl="1"/>
            <a:r>
              <a:rPr lang="cs-CZ" dirty="0"/>
              <a:t>Správa sítí</a:t>
            </a:r>
          </a:p>
          <a:p>
            <a:pPr lvl="1"/>
            <a:r>
              <a:rPr lang="cs-CZ" dirty="0"/>
              <a:t>Ovladače</a:t>
            </a:r>
          </a:p>
          <a:p>
            <a:pPr lvl="1"/>
            <a:r>
              <a:rPr lang="cs-CZ" dirty="0"/>
              <a:t>Správa procesů</a:t>
            </a:r>
          </a:p>
        </p:txBody>
      </p:sp>
    </p:spTree>
    <p:extLst>
      <p:ext uri="{BB962C8B-B14F-4D97-AF65-F5344CB8AC3E}">
        <p14:creationId xmlns:p14="http://schemas.microsoft.com/office/powerpoint/2010/main" val="12643242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112AC23-F046-4DC5-9B92-07CA6CC7C5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75AAFE7-143D-45AC-B616-09521E0F55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A5DB72-E109-4D37-B6DD-C328D53970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C34EE77-74D1-42B4-801B-40B35A68C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2152B4E-1BCF-43D1-814C-F560CEB522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95486774-B7FC-480F-9AAF-9F55F4C436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A8FA6A4C-BA1F-4EF8-B3BD-F28CB66DE6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4BF89DB3-EA73-4FD0-AACB-5FE32C1499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CBAB203A-25C6-422F-9DB6-C69F0EE9F6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574730A1-7A3A-4ACF-965D-A6DCEC7DBE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EB2D1A1F-B200-4444-AE01-EFC97AF7B5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4" y="1042604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0E4CB9D-2256-4786-8DDF-ADFBF353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80841E3-DFCC-429A-B907-8B06EDB1E9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54698A1-0C53-4620-97E1-B4689288CF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DBDFF7F-BD40-4085-952D-F6EC5908D9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F29CA06-4FE5-44A6-8D40-A9C36449C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68E6F37-AE05-46BF-A77F-5505926E9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D6F5ECB-975C-4A38-BD48-A3C2B38E9E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8BF36011-C922-4FD6-B09D-781A87054B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1FD3DC2-6A33-4C9E-B0F5-5D6209717F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0E4F800E-82BC-4AEF-9F07-7F95C8B8C3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CF70E02-4126-1FD7-AB84-11EBB9B30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0936"/>
            <a:ext cx="4989918" cy="5478640"/>
          </a:xfrm>
          <a:noFill/>
        </p:spPr>
        <p:txBody>
          <a:bodyPr anchor="ctr">
            <a:normAutofit/>
          </a:bodyPr>
          <a:lstStyle/>
          <a:p>
            <a:r>
              <a:rPr lang="cs-CZ" sz="4800">
                <a:solidFill>
                  <a:schemeClr val="bg1"/>
                </a:solidFill>
              </a:rPr>
              <a:t>Knihovny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8D9C5DD-B8B3-46A0-8FBC-EE462F96C4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801066" y="497785"/>
            <a:ext cx="5678424" cy="5674840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20000"/>
                </a:schemeClr>
              </a:gs>
              <a:gs pos="100000">
                <a:schemeClr val="tx1"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B79415-2E89-6DDF-EF3E-CCB46FEB87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1946" y="630936"/>
            <a:ext cx="4982273" cy="5478672"/>
          </a:xfrm>
          <a:noFill/>
        </p:spPr>
        <p:txBody>
          <a:bodyPr anchor="ctr">
            <a:normAutofit/>
          </a:bodyPr>
          <a:lstStyle/>
          <a:p>
            <a:r>
              <a:rPr lang="cs-CZ" sz="1800">
                <a:solidFill>
                  <a:schemeClr val="bg1"/>
                </a:solidFill>
              </a:rPr>
              <a:t>Napsány v C nebo C++</a:t>
            </a:r>
          </a:p>
          <a:p>
            <a:r>
              <a:rPr lang="cs-CZ" sz="1800">
                <a:solidFill>
                  <a:schemeClr val="bg1"/>
                </a:solidFill>
              </a:rPr>
              <a:t>Příklady:</a:t>
            </a:r>
          </a:p>
          <a:p>
            <a:pPr lvl="1"/>
            <a:r>
              <a:rPr lang="cs-CZ" sz="1800">
                <a:solidFill>
                  <a:schemeClr val="bg1"/>
                </a:solidFill>
              </a:rPr>
              <a:t>Media Libraries</a:t>
            </a:r>
          </a:p>
          <a:p>
            <a:pPr lvl="1"/>
            <a:r>
              <a:rPr lang="cs-CZ" sz="1800">
                <a:solidFill>
                  <a:schemeClr val="bg1"/>
                </a:solidFill>
              </a:rPr>
              <a:t>LibWebCore</a:t>
            </a:r>
          </a:p>
          <a:p>
            <a:pPr lvl="1"/>
            <a:r>
              <a:rPr lang="cs-CZ" sz="1800">
                <a:solidFill>
                  <a:schemeClr val="bg1"/>
                </a:solidFill>
              </a:rPr>
              <a:t>SQLite</a:t>
            </a:r>
          </a:p>
          <a:p>
            <a:pPr lvl="1"/>
            <a:r>
              <a:rPr lang="cs-CZ" sz="1800">
                <a:solidFill>
                  <a:schemeClr val="bg1"/>
                </a:solidFill>
              </a:rPr>
              <a:t>OpenSSL</a:t>
            </a:r>
          </a:p>
          <a:p>
            <a:pPr lvl="1"/>
            <a:r>
              <a:rPr lang="cs-CZ" sz="1800">
                <a:solidFill>
                  <a:schemeClr val="bg1"/>
                </a:solidFill>
              </a:rPr>
              <a:t>OpenGL ES</a:t>
            </a:r>
          </a:p>
        </p:txBody>
      </p:sp>
    </p:spTree>
    <p:extLst>
      <p:ext uri="{BB962C8B-B14F-4D97-AF65-F5344CB8AC3E}">
        <p14:creationId xmlns:p14="http://schemas.microsoft.com/office/powerpoint/2010/main" val="4821246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D72D4D1-076F-49D3-9889-EFC4F6D7CA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87D666-7337-2B08-7DEC-C55C297B3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3877"/>
            <a:ext cx="3494362" cy="4930246"/>
          </a:xfrm>
        </p:spPr>
        <p:txBody>
          <a:bodyPr>
            <a:normAutofit/>
          </a:bodyPr>
          <a:lstStyle/>
          <a:p>
            <a:pPr algn="r"/>
            <a:r>
              <a:rPr lang="cs-CZ"/>
              <a:t>Android Runtime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D72A2C9-F3CA-4216-8BAD-FA4C970C3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2057400"/>
            <a:ext cx="0" cy="274320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270ADD-0D82-E7B3-B6CE-4D0C79401B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6031" y="963877"/>
            <a:ext cx="6377769" cy="4930246"/>
          </a:xfrm>
        </p:spPr>
        <p:txBody>
          <a:bodyPr anchor="ctr">
            <a:normAutofit/>
          </a:bodyPr>
          <a:lstStyle/>
          <a:p>
            <a:r>
              <a:rPr lang="cs-CZ" sz="2400"/>
              <a:t>Instalace a běh aplikací</a:t>
            </a:r>
          </a:p>
          <a:p>
            <a:r>
              <a:rPr lang="cs-CZ" sz="2400"/>
              <a:t>Aplikační virtuální stroj Dalvik</a:t>
            </a:r>
          </a:p>
          <a:p>
            <a:pPr lvl="1"/>
            <a:r>
              <a:rPr lang="cs-CZ" dirty="0"/>
              <a:t>Každá aplikace svůj vlastní proces</a:t>
            </a:r>
          </a:p>
          <a:p>
            <a:pPr lvl="1"/>
            <a:r>
              <a:rPr lang="cs-CZ" dirty="0"/>
              <a:t>Aplikace napsaná v Javě </a:t>
            </a:r>
            <a:r>
              <a:rPr lang="cs-CZ" dirty="0">
                <a:sym typeface="Wingdings" panose="05000000000000000000" pitchFamily="2" charset="2"/>
              </a:rPr>
              <a:t> Java byte kód  Byte kód </a:t>
            </a:r>
            <a:r>
              <a:rPr lang="cs-CZ">
                <a:sym typeface="Wingdings" panose="05000000000000000000" pitchFamily="2" charset="2"/>
              </a:rPr>
              <a:t>Dalvik</a:t>
            </a:r>
            <a:r>
              <a:rPr lang="cs-CZ" dirty="0">
                <a:sym typeface="Wingdings" panose="05000000000000000000" pitchFamily="2" charset="2"/>
              </a:rPr>
              <a:t>  Nativní kód</a:t>
            </a:r>
          </a:p>
          <a:p>
            <a:pPr lvl="1"/>
            <a:r>
              <a:rPr lang="cs-CZ" dirty="0">
                <a:sym typeface="Wingdings" panose="05000000000000000000" pitchFamily="2" charset="2"/>
              </a:rPr>
              <a:t>Od Androidu 4.4 – </a:t>
            </a:r>
            <a:r>
              <a:rPr lang="cs-CZ">
                <a:sym typeface="Wingdings" panose="05000000000000000000" pitchFamily="2" charset="2"/>
              </a:rPr>
              <a:t>Ahead</a:t>
            </a:r>
            <a:r>
              <a:rPr lang="cs-CZ" dirty="0">
                <a:sym typeface="Wingdings" panose="05000000000000000000" pitchFamily="2" charset="2"/>
              </a:rPr>
              <a:t> </a:t>
            </a:r>
            <a:r>
              <a:rPr lang="cs-CZ">
                <a:sym typeface="Wingdings" panose="05000000000000000000" pitchFamily="2" charset="2"/>
              </a:rPr>
              <a:t>of</a:t>
            </a:r>
            <a:r>
              <a:rPr lang="cs-CZ" dirty="0">
                <a:sym typeface="Wingdings" panose="05000000000000000000" pitchFamily="2" charset="2"/>
              </a:rPr>
              <a:t> Time </a:t>
            </a:r>
            <a:r>
              <a:rPr lang="cs-CZ">
                <a:sym typeface="Wingdings" panose="05000000000000000000" pitchFamily="2" charset="2"/>
              </a:rPr>
              <a:t>Compilation</a:t>
            </a:r>
            <a:r>
              <a:rPr lang="cs-CZ" dirty="0">
                <a:sym typeface="Wingdings" panose="05000000000000000000" pitchFamily="2" charset="2"/>
              </a:rPr>
              <a:t> – Optimalizace při instalaci</a:t>
            </a:r>
          </a:p>
          <a:p>
            <a:pPr lvl="1"/>
            <a:r>
              <a:rPr lang="cs-CZ" dirty="0">
                <a:sym typeface="Wingdings" panose="05000000000000000000" pitchFamily="2" charset="2"/>
              </a:rPr>
              <a:t>Od Androidu 6.0 – Skupiny práv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2442056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5E6CFF1-2F42-4E10-9A97-F116F46F53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bstraktní pozadí">
            <a:extLst>
              <a:ext uri="{FF2B5EF4-FFF2-40B4-BE49-F238E27FC236}">
                <a16:creationId xmlns:a16="http://schemas.microsoft.com/office/drawing/2014/main" id="{BD458187-E3AE-F615-584E-535E03219EF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5000"/>
          </a:blip>
          <a:srcRect t="3566" b="2684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D917C85-14C2-C4CA-4DF5-595F58322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1065862"/>
            <a:ext cx="3313164" cy="4726276"/>
          </a:xfrm>
        </p:spPr>
        <p:txBody>
          <a:bodyPr>
            <a:normAutofit/>
          </a:bodyPr>
          <a:lstStyle/>
          <a:p>
            <a:pPr algn="r"/>
            <a:r>
              <a:rPr lang="cs-CZ" sz="4000">
                <a:solidFill>
                  <a:srgbClr val="FFFFFF"/>
                </a:solidFill>
              </a:rPr>
              <a:t>Application Framework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7182200-4859-4C8D-BCBB-55B245C28B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3372" y="2286000"/>
            <a:ext cx="0" cy="2286000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7DC703-8591-D33F-9533-58DF356722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5379" y="1065862"/>
            <a:ext cx="5744685" cy="4726276"/>
          </a:xfrm>
        </p:spPr>
        <p:txBody>
          <a:bodyPr anchor="ctr">
            <a:normAutofit/>
          </a:bodyPr>
          <a:lstStyle/>
          <a:p>
            <a:r>
              <a:rPr lang="cs-CZ" sz="2000">
                <a:solidFill>
                  <a:srgbClr val="FFFFFF"/>
                </a:solidFill>
              </a:rPr>
              <a:t>Přístup k službám v aplikacích</a:t>
            </a:r>
          </a:p>
          <a:p>
            <a:r>
              <a:rPr lang="cs-CZ" sz="2000">
                <a:solidFill>
                  <a:srgbClr val="FFFFFF"/>
                </a:solidFill>
              </a:rPr>
              <a:t>Služby:</a:t>
            </a:r>
          </a:p>
          <a:p>
            <a:pPr lvl="1"/>
            <a:r>
              <a:rPr lang="cs-CZ" sz="2000">
                <a:solidFill>
                  <a:srgbClr val="FFFFFF"/>
                </a:solidFill>
              </a:rPr>
              <a:t>Prvky View – uživatelské rozhraní</a:t>
            </a:r>
          </a:p>
          <a:p>
            <a:pPr lvl="1"/>
            <a:r>
              <a:rPr lang="cs-CZ" sz="2000">
                <a:solidFill>
                  <a:srgbClr val="FFFFFF"/>
                </a:solidFill>
              </a:rPr>
              <a:t>Content providers – přístup k obsahu jiných aplikací</a:t>
            </a:r>
          </a:p>
          <a:p>
            <a:pPr lvl="1"/>
            <a:r>
              <a:rPr lang="cs-CZ" sz="2000">
                <a:solidFill>
                  <a:srgbClr val="FFFFFF"/>
                </a:solidFill>
              </a:rPr>
              <a:t>Notification manager – upozornění ve stavovém řádku</a:t>
            </a:r>
          </a:p>
          <a:p>
            <a:pPr lvl="1"/>
            <a:r>
              <a:rPr lang="cs-CZ" sz="2000">
                <a:solidFill>
                  <a:srgbClr val="FFFFFF"/>
                </a:solidFill>
              </a:rPr>
              <a:t>Activity manager – řídí životní cyklus aplikací</a:t>
            </a:r>
          </a:p>
        </p:txBody>
      </p:sp>
    </p:spTree>
    <p:extLst>
      <p:ext uri="{BB962C8B-B14F-4D97-AF65-F5344CB8AC3E}">
        <p14:creationId xmlns:p14="http://schemas.microsoft.com/office/powerpoint/2010/main" val="10733382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AD72D4D1-076F-49D3-9889-EFC4F6D7CA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BD26C7-D01A-C78C-6084-153EEBA113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63877"/>
            <a:ext cx="3494362" cy="4930246"/>
          </a:xfrm>
        </p:spPr>
        <p:txBody>
          <a:bodyPr>
            <a:normAutofit/>
          </a:bodyPr>
          <a:lstStyle/>
          <a:p>
            <a:pPr algn="r"/>
            <a:r>
              <a:rPr lang="cs-CZ"/>
              <a:t>Aplikace</a:t>
            </a:r>
          </a:p>
        </p:txBody>
      </p:sp>
      <p:cxnSp>
        <p:nvCxnSpPr>
          <p:cNvPr id="33" name="Straight Connector 28">
            <a:extLst>
              <a:ext uri="{FF2B5EF4-FFF2-40B4-BE49-F238E27FC236}">
                <a16:creationId xmlns:a16="http://schemas.microsoft.com/office/drawing/2014/main" id="{2D72A2C9-F3CA-4216-8BAD-FA4C970C3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2057400"/>
            <a:ext cx="0" cy="274320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F4B1E043-094D-77EA-E956-2D2691CA0A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6031" y="963877"/>
            <a:ext cx="6377769" cy="4930246"/>
          </a:xfrm>
        </p:spPr>
        <p:txBody>
          <a:bodyPr anchor="ctr">
            <a:normAutofit/>
          </a:bodyPr>
          <a:lstStyle/>
          <a:p>
            <a:r>
              <a:rPr lang="cs-CZ" sz="2400"/>
              <a:t>Předinstalované, stažené z Google Play nebo vlastně vytvořené</a:t>
            </a:r>
          </a:p>
          <a:p>
            <a:r>
              <a:rPr lang="cs-CZ" sz="2400"/>
              <a:t>Příklady:</a:t>
            </a:r>
          </a:p>
          <a:p>
            <a:pPr lvl="1"/>
            <a:r>
              <a:rPr lang="cs-CZ"/>
              <a:t>E-Mail klient</a:t>
            </a:r>
          </a:p>
          <a:p>
            <a:pPr lvl="1"/>
            <a:r>
              <a:rPr lang="cs-CZ"/>
              <a:t>SMS program</a:t>
            </a:r>
          </a:p>
          <a:p>
            <a:pPr lvl="1"/>
            <a:r>
              <a:rPr lang="cs-CZ"/>
              <a:t>Kalendář</a:t>
            </a:r>
          </a:p>
          <a:p>
            <a:pPr lvl="1"/>
            <a:r>
              <a:rPr lang="cs-CZ"/>
              <a:t>Kontakty</a:t>
            </a:r>
          </a:p>
          <a:p>
            <a:pPr lvl="1"/>
            <a:r>
              <a:rPr lang="cs-CZ"/>
              <a:t>Mapy</a:t>
            </a:r>
          </a:p>
          <a:p>
            <a:pPr lvl="1"/>
            <a:r>
              <a:rPr lang="cs-CZ"/>
              <a:t>Prohlížeč</a:t>
            </a:r>
          </a:p>
        </p:txBody>
      </p:sp>
    </p:spTree>
    <p:extLst>
      <p:ext uri="{BB962C8B-B14F-4D97-AF65-F5344CB8AC3E}">
        <p14:creationId xmlns:p14="http://schemas.microsoft.com/office/powerpoint/2010/main" val="38443040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7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5478D3-690F-8AB0-FD43-0AD7F48B5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141" y="1450655"/>
            <a:ext cx="3932030" cy="3956690"/>
          </a:xfrm>
        </p:spPr>
        <p:txBody>
          <a:bodyPr anchor="ctr">
            <a:normAutofit/>
          </a:bodyPr>
          <a:lstStyle/>
          <a:p>
            <a:r>
              <a:rPr lang="cs-CZ" sz="8000">
                <a:solidFill>
                  <a:schemeClr val="bg1"/>
                </a:solidFill>
              </a:rPr>
              <a:t>Vývoj aplikací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7633D1-6EE6-4118-B9F0-B363477BE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1450655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AD7FFC6-42A9-49CB-B5E9-B3F6B038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5408571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BDB65-40B6-B4A9-5747-786B50C291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108061"/>
            <a:ext cx="5008901" cy="4571972"/>
          </a:xfrm>
        </p:spPr>
        <p:txBody>
          <a:bodyPr anchor="ctr">
            <a:normAutofit/>
          </a:bodyPr>
          <a:lstStyle/>
          <a:p>
            <a:r>
              <a:rPr lang="cs-CZ" sz="2000">
                <a:solidFill>
                  <a:schemeClr val="bg1"/>
                </a:solidFill>
              </a:rPr>
              <a:t>Jazyk Java</a:t>
            </a:r>
          </a:p>
          <a:p>
            <a:r>
              <a:rPr lang="cs-CZ" sz="2000">
                <a:solidFill>
                  <a:schemeClr val="bg1"/>
                </a:solidFill>
              </a:rPr>
              <a:t>Android Software Developtment Kit (SDK)</a:t>
            </a:r>
          </a:p>
          <a:p>
            <a:r>
              <a:rPr lang="cs-CZ" sz="2000">
                <a:solidFill>
                  <a:schemeClr val="bg1"/>
                </a:solidFill>
              </a:rPr>
              <a:t>Druhy:</a:t>
            </a:r>
          </a:p>
          <a:p>
            <a:pPr lvl="1"/>
            <a:r>
              <a:rPr lang="cs-CZ" sz="2000">
                <a:solidFill>
                  <a:schemeClr val="bg1"/>
                </a:solidFill>
              </a:rPr>
              <a:t>Základní</a:t>
            </a:r>
          </a:p>
          <a:p>
            <a:pPr lvl="1"/>
            <a:r>
              <a:rPr lang="cs-CZ" sz="2000">
                <a:solidFill>
                  <a:schemeClr val="bg1"/>
                </a:solidFill>
              </a:rPr>
              <a:t>Doporučená</a:t>
            </a:r>
          </a:p>
          <a:p>
            <a:pPr lvl="1"/>
            <a:r>
              <a:rPr lang="cs-CZ" sz="2000">
                <a:solidFill>
                  <a:schemeClr val="bg1"/>
                </a:solidFill>
              </a:rPr>
              <a:t>Plná</a:t>
            </a:r>
          </a:p>
        </p:txBody>
      </p:sp>
    </p:spTree>
    <p:extLst>
      <p:ext uri="{BB962C8B-B14F-4D97-AF65-F5344CB8AC3E}">
        <p14:creationId xmlns:p14="http://schemas.microsoft.com/office/powerpoint/2010/main" val="8547138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4D1AF2-FD61-FA4A-99EF-01389EFD0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9925"/>
            <a:ext cx="4508946" cy="1325563"/>
          </a:xfrm>
        </p:spPr>
        <p:txBody>
          <a:bodyPr anchor="b">
            <a:normAutofit/>
          </a:bodyPr>
          <a:lstStyle/>
          <a:p>
            <a:pPr algn="r"/>
            <a:r>
              <a:rPr lang="cs-CZ">
                <a:solidFill>
                  <a:schemeClr val="bg1"/>
                </a:solidFill>
              </a:rPr>
              <a:t>Základní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A9718-81CB-6118-E1EC-02F355069E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2667" y="2398957"/>
            <a:ext cx="9406666" cy="3526144"/>
          </a:xfrm>
        </p:spPr>
        <p:txBody>
          <a:bodyPr>
            <a:normAutofit/>
          </a:bodyPr>
          <a:lstStyle/>
          <a:p>
            <a:r>
              <a:rPr lang="cs-CZ" sz="2000">
                <a:solidFill>
                  <a:schemeClr val="bg1"/>
                </a:solidFill>
              </a:rPr>
              <a:t>SDK Tools – Nástroje pro debugging, testování, správa AVD, Android emulátor, analýza grafického layoutu</a:t>
            </a:r>
          </a:p>
          <a:p>
            <a:r>
              <a:rPr lang="cs-CZ" sz="2000">
                <a:solidFill>
                  <a:schemeClr val="bg1"/>
                </a:solidFill>
              </a:rPr>
              <a:t>SKD Platform-tool – Další důležité nástroje např. ADB</a:t>
            </a:r>
          </a:p>
          <a:p>
            <a:r>
              <a:rPr lang="cs-CZ" sz="2000">
                <a:solidFill>
                  <a:schemeClr val="bg1"/>
                </a:solidFill>
              </a:rPr>
              <a:t>Android SDK platforms – Každá platforma se skládá z knihoven, systémového obrazu a dalších zdrojů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7131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955570-4543-FA96-8369-7E43AAC5E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9925"/>
            <a:ext cx="4508946" cy="1325563"/>
          </a:xfrm>
        </p:spPr>
        <p:txBody>
          <a:bodyPr anchor="b">
            <a:normAutofit/>
          </a:bodyPr>
          <a:lstStyle/>
          <a:p>
            <a:pPr algn="r"/>
            <a:r>
              <a:rPr lang="cs-CZ">
                <a:solidFill>
                  <a:schemeClr val="bg1"/>
                </a:solidFill>
              </a:rPr>
              <a:t>Doporučená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94E895-556C-3D55-174C-261FEDF376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2667" y="2398957"/>
            <a:ext cx="9406666" cy="3526144"/>
          </a:xfrm>
        </p:spPr>
        <p:txBody>
          <a:bodyPr>
            <a:normAutofit/>
          </a:bodyPr>
          <a:lstStyle/>
          <a:p>
            <a:r>
              <a:rPr lang="cs-CZ" sz="2000">
                <a:solidFill>
                  <a:schemeClr val="bg1"/>
                </a:solidFill>
              </a:rPr>
              <a:t>USB Driver – Pouze při ladění a testování aplikace na zařízení, pouze na Windows</a:t>
            </a:r>
          </a:p>
          <a:p>
            <a:r>
              <a:rPr lang="cs-CZ" sz="2000">
                <a:solidFill>
                  <a:schemeClr val="bg1"/>
                </a:solidFill>
              </a:rPr>
              <a:t>Příklady kódů – Ukázkové kódy aktuální pro každou platformu</a:t>
            </a:r>
          </a:p>
          <a:p>
            <a:r>
              <a:rPr lang="cs-CZ" sz="2000">
                <a:solidFill>
                  <a:schemeClr val="bg1"/>
                </a:solidFill>
              </a:rPr>
              <a:t>Dokumentace – Lokální kopie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7064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C7721D-B70E-67A2-7427-EB6EFC0D8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9925"/>
            <a:ext cx="4508946" cy="1325563"/>
          </a:xfrm>
        </p:spPr>
        <p:txBody>
          <a:bodyPr anchor="b">
            <a:normAutofit/>
          </a:bodyPr>
          <a:lstStyle/>
          <a:p>
            <a:pPr algn="r"/>
            <a:r>
              <a:rPr lang="cs-CZ">
                <a:solidFill>
                  <a:schemeClr val="bg1"/>
                </a:solidFill>
              </a:rPr>
              <a:t>Plná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BDB3B0-9727-5F25-D11E-A65B16E894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2667" y="2398957"/>
            <a:ext cx="9406666" cy="3526144"/>
          </a:xfrm>
        </p:spPr>
        <p:txBody>
          <a:bodyPr>
            <a:normAutofit/>
          </a:bodyPr>
          <a:lstStyle/>
          <a:p>
            <a:r>
              <a:rPr lang="cs-CZ" sz="2000">
                <a:solidFill>
                  <a:schemeClr val="bg1"/>
                </a:solidFill>
              </a:rPr>
              <a:t>Google API – Knihovny pro rozhraní Google</a:t>
            </a:r>
          </a:p>
          <a:p>
            <a:r>
              <a:rPr lang="cs-CZ" sz="2000">
                <a:solidFill>
                  <a:schemeClr val="bg1"/>
                </a:solidFill>
              </a:rPr>
              <a:t>Ostatní SDK platformy – např. Marketing Licensing package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5562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3B0DF90E-6BAD-4E82-8FDF-717C9A3573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 13">
            <a:extLst>
              <a:ext uri="{FF2B5EF4-FFF2-40B4-BE49-F238E27FC236}">
                <a16:creationId xmlns:a16="http://schemas.microsoft.com/office/drawing/2014/main" id="{13DCC859-0434-4BB8-B6C5-09C88AE698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 11">
            <a:extLst>
              <a:ext uri="{FF2B5EF4-FFF2-40B4-BE49-F238E27FC236}">
                <a16:creationId xmlns:a16="http://schemas.microsoft.com/office/drawing/2014/main" id="{08E7ACFB-B791-4C23-8B17-013FEDC09A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D107AB-2E97-823F-6768-7AC1CDD83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002" y="365125"/>
            <a:ext cx="10520702" cy="1325563"/>
          </a:xfrm>
        </p:spPr>
        <p:txBody>
          <a:bodyPr>
            <a:normAutofit/>
          </a:bodyPr>
          <a:lstStyle/>
          <a:p>
            <a:r>
              <a:rPr lang="cs-CZ" dirty="0"/>
              <a:t>Popularita</a:t>
            </a:r>
          </a:p>
        </p:txBody>
      </p:sp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24E19B1D-DCE1-9780-3389-94AD0A11FC6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06671632"/>
              </p:ext>
            </p:extLst>
          </p:nvPr>
        </p:nvGraphicFramePr>
        <p:xfrm>
          <a:off x="838200" y="2022475"/>
          <a:ext cx="10515600" cy="41544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8587190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B8FBC-467F-661D-A2AB-D78AEB5D8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Zdroje</a:t>
            </a:r>
            <a:endParaRPr lang="cs-CZ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A163469-7E1E-1080-B876-438EA84E972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36405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314</TotalTime>
  <Words>457</Words>
  <Application>Microsoft Office PowerPoint</Application>
  <PresentationFormat>Widescreen</PresentationFormat>
  <Paragraphs>93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PowerPoint Presentation</vt:lpstr>
      <vt:lpstr>Charakteristika</vt:lpstr>
      <vt:lpstr>Složení</vt:lpstr>
      <vt:lpstr>Aktualizace</vt:lpstr>
      <vt:lpstr>Verzování</vt:lpstr>
      <vt:lpstr>Architektura</vt:lpstr>
      <vt:lpstr>Jádro</vt:lpstr>
      <vt:lpstr>Knihovny</vt:lpstr>
      <vt:lpstr>Android Runtime</vt:lpstr>
      <vt:lpstr>Application Framework</vt:lpstr>
      <vt:lpstr>Aplikace</vt:lpstr>
      <vt:lpstr>Vývoj aplikací</vt:lpstr>
      <vt:lpstr>Základní</vt:lpstr>
      <vt:lpstr>Doporučená</vt:lpstr>
      <vt:lpstr>Plná</vt:lpstr>
      <vt:lpstr>Popularita</vt:lpstr>
      <vt:lpstr>Zdroje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Android</dc:title>
  <dc:creator>Matyáš TÁZLAR</dc:creator>
  <cp:lastModifiedBy>Matyáš TÁZLAR</cp:lastModifiedBy>
  <cp:revision>5</cp:revision>
  <dcterms:created xsi:type="dcterms:W3CDTF">2022-11-19T18:19:03Z</dcterms:created>
  <dcterms:modified xsi:type="dcterms:W3CDTF">2022-11-20T18:52:19Z</dcterms:modified>
</cp:coreProperties>
</file>