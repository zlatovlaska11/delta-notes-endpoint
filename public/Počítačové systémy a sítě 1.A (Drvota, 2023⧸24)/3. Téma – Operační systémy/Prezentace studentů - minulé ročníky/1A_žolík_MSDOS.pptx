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6" r:id="rId6"/>
    <p:sldId id="261" r:id="rId7"/>
    <p:sldId id="258" r:id="rId8"/>
    <p:sldId id="262" r:id="rId9"/>
    <p:sldId id="263" r:id="rId10"/>
    <p:sldId id="264" r:id="rId11"/>
    <p:sldId id="267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93CBD8-131B-4FF5-BF5E-48F610874861}" v="80" dt="2022-11-20T13:40:5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dula.prudilova@outlook.cz" userId="98d752f643dc8dd6" providerId="LiveId" clId="{21DA9D41-69FA-47E7-9232-AC2435AD98FC}"/>
    <pc:docChg chg="modSld">
      <pc:chgData name="vendula.prudilova@outlook.cz" userId="98d752f643dc8dd6" providerId="LiveId" clId="{21DA9D41-69FA-47E7-9232-AC2435AD98FC}" dt="2022-11-20T19:03:19.677" v="3" actId="20577"/>
      <pc:docMkLst>
        <pc:docMk/>
      </pc:docMkLst>
      <pc:sldChg chg="modSp mod">
        <pc:chgData name="vendula.prudilova@outlook.cz" userId="98d752f643dc8dd6" providerId="LiveId" clId="{21DA9D41-69FA-47E7-9232-AC2435AD98FC}" dt="2022-11-20T19:03:19.677" v="3" actId="20577"/>
        <pc:sldMkLst>
          <pc:docMk/>
          <pc:sldMk cId="879541272" sldId="266"/>
        </pc:sldMkLst>
        <pc:spChg chg="mod">
          <ac:chgData name="vendula.prudilova@outlook.cz" userId="98d752f643dc8dd6" providerId="LiveId" clId="{21DA9D41-69FA-47E7-9232-AC2435AD98FC}" dt="2022-11-20T19:03:19.677" v="3" actId="20577"/>
          <ac:spMkLst>
            <pc:docMk/>
            <pc:sldMk cId="879541272" sldId="266"/>
            <ac:spMk id="7" creationId="{0B9A745D-C34D-7DAE-DBF5-490A5D3FA007}"/>
          </ac:spMkLst>
        </pc:spChg>
      </pc:sldChg>
    </pc:docChg>
  </pc:docChgLst>
  <pc:docChgLst>
    <pc:chgData name="vendula.prudilova@outlook.cz" userId="98d752f643dc8dd6" providerId="LiveId" clId="{3C93CBD8-131B-4FF5-BF5E-48F610874861}"/>
    <pc:docChg chg="undo custSel addSld modSld sldOrd">
      <pc:chgData name="vendula.prudilova@outlook.cz" userId="98d752f643dc8dd6" providerId="LiveId" clId="{3C93CBD8-131B-4FF5-BF5E-48F610874861}" dt="2022-11-20T13:41:49.630" v="1763" actId="20577"/>
      <pc:docMkLst>
        <pc:docMk/>
      </pc:docMkLst>
      <pc:sldChg chg="addSp modSp mod">
        <pc:chgData name="vendula.prudilova@outlook.cz" userId="98d752f643dc8dd6" providerId="LiveId" clId="{3C93CBD8-131B-4FF5-BF5E-48F610874861}" dt="2022-11-16T10:04:00.969" v="771" actId="1076"/>
        <pc:sldMkLst>
          <pc:docMk/>
          <pc:sldMk cId="2717694232" sldId="257"/>
        </pc:sldMkLst>
        <pc:spChg chg="mod">
          <ac:chgData name="vendula.prudilova@outlook.cz" userId="98d752f643dc8dd6" providerId="LiveId" clId="{3C93CBD8-131B-4FF5-BF5E-48F610874861}" dt="2022-11-16T10:01:12.371" v="726" actId="20577"/>
          <ac:spMkLst>
            <pc:docMk/>
            <pc:sldMk cId="2717694232" sldId="257"/>
            <ac:spMk id="3" creationId="{EC261A35-E25F-7D9D-D2CA-A6D7F4FDDEB8}"/>
          </ac:spMkLst>
        </pc:spChg>
        <pc:spChg chg="add mod">
          <ac:chgData name="vendula.prudilova@outlook.cz" userId="98d752f643dc8dd6" providerId="LiveId" clId="{3C93CBD8-131B-4FF5-BF5E-48F610874861}" dt="2022-11-16T10:04:00.969" v="771" actId="1076"/>
          <ac:spMkLst>
            <pc:docMk/>
            <pc:sldMk cId="2717694232" sldId="257"/>
            <ac:spMk id="5" creationId="{576DE1A7-3D69-6E74-099E-D487CBE346D4}"/>
          </ac:spMkLst>
        </pc:spChg>
        <pc:picChg chg="add mod">
          <ac:chgData name="vendula.prudilova@outlook.cz" userId="98d752f643dc8dd6" providerId="LiveId" clId="{3C93CBD8-131B-4FF5-BF5E-48F610874861}" dt="2022-11-16T10:03:32.483" v="736" actId="1582"/>
          <ac:picMkLst>
            <pc:docMk/>
            <pc:sldMk cId="2717694232" sldId="257"/>
            <ac:picMk id="2050" creationId="{75DE971D-85D0-AE5D-4FCA-A6AB8D89E6B3}"/>
          </ac:picMkLst>
        </pc:picChg>
      </pc:sldChg>
      <pc:sldChg chg="addSp delSp modSp mod ord setBg">
        <pc:chgData name="vendula.prudilova@outlook.cz" userId="98d752f643dc8dd6" providerId="LiveId" clId="{3C93CBD8-131B-4FF5-BF5E-48F610874861}" dt="2022-11-16T10:19:17.339" v="954" actId="207"/>
        <pc:sldMkLst>
          <pc:docMk/>
          <pc:sldMk cId="169286249" sldId="258"/>
        </pc:sldMkLst>
        <pc:spChg chg="mod">
          <ac:chgData name="vendula.prudilova@outlook.cz" userId="98d752f643dc8dd6" providerId="LiveId" clId="{3C93CBD8-131B-4FF5-BF5E-48F610874861}" dt="2022-11-16T10:18:56.612" v="951" actId="26606"/>
          <ac:spMkLst>
            <pc:docMk/>
            <pc:sldMk cId="169286249" sldId="258"/>
            <ac:spMk id="2" creationId="{9F2B3E01-1C84-42BA-2644-A92C20556B18}"/>
          </ac:spMkLst>
        </pc:spChg>
        <pc:spChg chg="add del mod">
          <ac:chgData name="vendula.prudilova@outlook.cz" userId="98d752f643dc8dd6" providerId="LiveId" clId="{3C93CBD8-131B-4FF5-BF5E-48F610874861}" dt="2022-11-16T10:18:56.612" v="951" actId="26606"/>
          <ac:spMkLst>
            <pc:docMk/>
            <pc:sldMk cId="169286249" sldId="258"/>
            <ac:spMk id="3" creationId="{C256B90D-AE1F-BAF5-98CD-640CB3A57104}"/>
          </ac:spMkLst>
        </pc:spChg>
        <pc:spChg chg="add del">
          <ac:chgData name="vendula.prudilova@outlook.cz" userId="98d752f643dc8dd6" providerId="LiveId" clId="{3C93CBD8-131B-4FF5-BF5E-48F610874861}" dt="2022-11-16T10:18:56.584" v="950" actId="26606"/>
          <ac:spMkLst>
            <pc:docMk/>
            <pc:sldMk cId="169286249" sldId="258"/>
            <ac:spMk id="9" creationId="{1E1665A6-74DB-4F44-A6EF-F01205E8718B}"/>
          </ac:spMkLst>
        </pc:spChg>
        <pc:spChg chg="add del">
          <ac:chgData name="vendula.prudilova@outlook.cz" userId="98d752f643dc8dd6" providerId="LiveId" clId="{3C93CBD8-131B-4FF5-BF5E-48F610874861}" dt="2022-11-16T10:18:39.652" v="944" actId="26606"/>
          <ac:spMkLst>
            <pc:docMk/>
            <pc:sldMk cId="169286249" sldId="258"/>
            <ac:spMk id="10" creationId="{9A204626-2220-4678-A939-FD94EA7B5362}"/>
          </ac:spMkLst>
        </pc:spChg>
        <pc:spChg chg="add del">
          <ac:chgData name="vendula.prudilova@outlook.cz" userId="98d752f643dc8dd6" providerId="LiveId" clId="{3C93CBD8-131B-4FF5-BF5E-48F610874861}" dt="2022-11-16T10:18:39.652" v="944" actId="26606"/>
          <ac:spMkLst>
            <pc:docMk/>
            <pc:sldMk cId="169286249" sldId="258"/>
            <ac:spMk id="12" creationId="{EB97D8A6-1C5A-42B6-AE78-F3D0F9BDF024}"/>
          </ac:spMkLst>
        </pc:spChg>
        <pc:graphicFrameChg chg="add del">
          <ac:chgData name="vendula.prudilova@outlook.cz" userId="98d752f643dc8dd6" providerId="LiveId" clId="{3C93CBD8-131B-4FF5-BF5E-48F610874861}" dt="2022-11-16T10:18:26.660" v="942" actId="26606"/>
          <ac:graphicFrameMkLst>
            <pc:docMk/>
            <pc:sldMk cId="169286249" sldId="258"/>
            <ac:graphicFrameMk id="5" creationId="{D50BB678-112B-60F2-6928-4BA34BE037C4}"/>
          </ac:graphicFrameMkLst>
        </pc:graphicFrameChg>
        <pc:graphicFrameChg chg="add del">
          <ac:chgData name="vendula.prudilova@outlook.cz" userId="98d752f643dc8dd6" providerId="LiveId" clId="{3C93CBD8-131B-4FF5-BF5E-48F610874861}" dt="2022-11-16T10:18:52.052" v="946" actId="26606"/>
          <ac:graphicFrameMkLst>
            <pc:docMk/>
            <pc:sldMk cId="169286249" sldId="258"/>
            <ac:graphicFrameMk id="6" creationId="{379EF1B0-C80B-B5BA-985E-BB0E65FCA4AE}"/>
          </ac:graphicFrameMkLst>
        </pc:graphicFrameChg>
        <pc:graphicFrameChg chg="add del">
          <ac:chgData name="vendula.prudilova@outlook.cz" userId="98d752f643dc8dd6" providerId="LiveId" clId="{3C93CBD8-131B-4FF5-BF5E-48F610874861}" dt="2022-11-16T10:18:53.726" v="948" actId="26606"/>
          <ac:graphicFrameMkLst>
            <pc:docMk/>
            <pc:sldMk cId="169286249" sldId="258"/>
            <ac:graphicFrameMk id="8" creationId="{03342E82-D53F-5601-A768-7DADDD84A071}"/>
          </ac:graphicFrameMkLst>
        </pc:graphicFrameChg>
        <pc:graphicFrameChg chg="add del">
          <ac:chgData name="vendula.prudilova@outlook.cz" userId="98d752f643dc8dd6" providerId="LiveId" clId="{3C93CBD8-131B-4FF5-BF5E-48F610874861}" dt="2022-11-16T10:18:56.584" v="950" actId="26606"/>
          <ac:graphicFrameMkLst>
            <pc:docMk/>
            <pc:sldMk cId="169286249" sldId="258"/>
            <ac:graphicFrameMk id="11" creationId="{9D7D2D62-217C-921E-6392-4A2D00D91147}"/>
          </ac:graphicFrameMkLst>
        </pc:graphicFrameChg>
        <pc:graphicFrameChg chg="add modGraphic">
          <ac:chgData name="vendula.prudilova@outlook.cz" userId="98d752f643dc8dd6" providerId="LiveId" clId="{3C93CBD8-131B-4FF5-BF5E-48F610874861}" dt="2022-11-16T10:19:17.339" v="954" actId="207"/>
          <ac:graphicFrameMkLst>
            <pc:docMk/>
            <pc:sldMk cId="169286249" sldId="258"/>
            <ac:graphicFrameMk id="13" creationId="{7356E456-8964-FC99-8AFF-CF9179654E02}"/>
          </ac:graphicFrameMkLst>
        </pc:graphicFrameChg>
        <pc:picChg chg="add del">
          <ac:chgData name="vendula.prudilova@outlook.cz" userId="98d752f643dc8dd6" providerId="LiveId" clId="{3C93CBD8-131B-4FF5-BF5E-48F610874861}" dt="2022-11-16T10:18:39.652" v="944" actId="26606"/>
          <ac:picMkLst>
            <pc:docMk/>
            <pc:sldMk cId="169286249" sldId="258"/>
            <ac:picMk id="7" creationId="{070E92EA-1142-51A9-2A55-03424EA8C85E}"/>
          </ac:picMkLst>
        </pc:picChg>
      </pc:sldChg>
      <pc:sldChg chg="addSp delSp modSp mod ord setBg">
        <pc:chgData name="vendula.prudilova@outlook.cz" userId="98d752f643dc8dd6" providerId="LiveId" clId="{3C93CBD8-131B-4FF5-BF5E-48F610874861}" dt="2022-11-16T10:17:22.058" v="934" actId="207"/>
        <pc:sldMkLst>
          <pc:docMk/>
          <pc:sldMk cId="3640939280" sldId="259"/>
        </pc:sldMkLst>
        <pc:spChg chg="mod">
          <ac:chgData name="vendula.prudilova@outlook.cz" userId="98d752f643dc8dd6" providerId="LiveId" clId="{3C93CBD8-131B-4FF5-BF5E-48F610874861}" dt="2022-11-16T10:17:10.111" v="932" actId="26606"/>
          <ac:spMkLst>
            <pc:docMk/>
            <pc:sldMk cId="3640939280" sldId="259"/>
            <ac:spMk id="2" creationId="{5AA114D4-3E86-9A84-4575-FF0F2046B276}"/>
          </ac:spMkLst>
        </pc:spChg>
        <pc:spChg chg="del">
          <ac:chgData name="vendula.prudilova@outlook.cz" userId="98d752f643dc8dd6" providerId="LiveId" clId="{3C93CBD8-131B-4FF5-BF5E-48F610874861}" dt="2022-11-16T10:17:10.111" v="932" actId="26606"/>
          <ac:spMkLst>
            <pc:docMk/>
            <pc:sldMk cId="3640939280" sldId="259"/>
            <ac:spMk id="3" creationId="{18446004-A951-EF06-9F67-DEC75F28D9F2}"/>
          </ac:spMkLst>
        </pc:spChg>
        <pc:spChg chg="add">
          <ac:chgData name="vendula.prudilova@outlook.cz" userId="98d752f643dc8dd6" providerId="LiveId" clId="{3C93CBD8-131B-4FF5-BF5E-48F610874861}" dt="2022-11-16T10:17:10.111" v="932" actId="26606"/>
          <ac:spMkLst>
            <pc:docMk/>
            <pc:sldMk cId="3640939280" sldId="259"/>
            <ac:spMk id="9" creationId="{62DAC179-C790-4427-B1A0-AF7E55B8E6FA}"/>
          </ac:spMkLst>
        </pc:spChg>
        <pc:spChg chg="add">
          <ac:chgData name="vendula.prudilova@outlook.cz" userId="98d752f643dc8dd6" providerId="LiveId" clId="{3C93CBD8-131B-4FF5-BF5E-48F610874861}" dt="2022-11-16T10:17:10.111" v="932" actId="26606"/>
          <ac:spMkLst>
            <pc:docMk/>
            <pc:sldMk cId="3640939280" sldId="259"/>
            <ac:spMk id="11" creationId="{EA392D87-3787-45D6-976E-B85674C09048}"/>
          </ac:spMkLst>
        </pc:spChg>
        <pc:spChg chg="add">
          <ac:chgData name="vendula.prudilova@outlook.cz" userId="98d752f643dc8dd6" providerId="LiveId" clId="{3C93CBD8-131B-4FF5-BF5E-48F610874861}" dt="2022-11-16T10:17:10.111" v="932" actId="26606"/>
          <ac:spMkLst>
            <pc:docMk/>
            <pc:sldMk cId="3640939280" sldId="259"/>
            <ac:spMk id="13" creationId="{DEFE8E04-DEE3-49FD-89A2-285FAD1CB6E0}"/>
          </ac:spMkLst>
        </pc:spChg>
        <pc:graphicFrameChg chg="add modGraphic">
          <ac:chgData name="vendula.prudilova@outlook.cz" userId="98d752f643dc8dd6" providerId="LiveId" clId="{3C93CBD8-131B-4FF5-BF5E-48F610874861}" dt="2022-11-16T10:17:22.058" v="934" actId="207"/>
          <ac:graphicFrameMkLst>
            <pc:docMk/>
            <pc:sldMk cId="3640939280" sldId="259"/>
            <ac:graphicFrameMk id="5" creationId="{345AA916-A23D-7EA2-E10A-4F3EED8998BD}"/>
          </ac:graphicFrameMkLst>
        </pc:graphicFrameChg>
      </pc:sldChg>
      <pc:sldChg chg="addSp delSp modSp mod ord">
        <pc:chgData name="vendula.prudilova@outlook.cz" userId="98d752f643dc8dd6" providerId="LiveId" clId="{3C93CBD8-131B-4FF5-BF5E-48F610874861}" dt="2022-11-16T10:16:50.270" v="931" actId="14100"/>
        <pc:sldMkLst>
          <pc:docMk/>
          <pc:sldMk cId="3468321592" sldId="260"/>
        </pc:sldMkLst>
        <pc:spChg chg="add del">
          <ac:chgData name="vendula.prudilova@outlook.cz" userId="98d752f643dc8dd6" providerId="LiveId" clId="{3C93CBD8-131B-4FF5-BF5E-48F610874861}" dt="2022-11-16T10:16:10.226" v="919" actId="26606"/>
          <ac:spMkLst>
            <pc:docMk/>
            <pc:sldMk cId="3468321592" sldId="260"/>
            <ac:spMk id="3" creationId="{C94B7A3D-2137-B0C9-E73D-97D0173D4486}"/>
          </ac:spMkLst>
        </pc:spChg>
        <pc:graphicFrameChg chg="add del">
          <ac:chgData name="vendula.prudilova@outlook.cz" userId="98d752f643dc8dd6" providerId="LiveId" clId="{3C93CBD8-131B-4FF5-BF5E-48F610874861}" dt="2022-11-16T09:36:41.380" v="1" actId="26606"/>
          <ac:graphicFrameMkLst>
            <pc:docMk/>
            <pc:sldMk cId="3468321592" sldId="260"/>
            <ac:graphicFrameMk id="7" creationId="{D969C109-5C67-BC05-73C9-6A5B5FE77B6B}"/>
          </ac:graphicFrameMkLst>
        </pc:graphicFrameChg>
        <pc:graphicFrameChg chg="add mod modGraphic">
          <ac:chgData name="vendula.prudilova@outlook.cz" userId="98d752f643dc8dd6" providerId="LiveId" clId="{3C93CBD8-131B-4FF5-BF5E-48F610874861}" dt="2022-11-16T10:16:50.270" v="931" actId="14100"/>
          <ac:graphicFrameMkLst>
            <pc:docMk/>
            <pc:sldMk cId="3468321592" sldId="260"/>
            <ac:graphicFrameMk id="8" creationId="{922537E9-C671-6D9D-BC13-31EA6E0F5A11}"/>
          </ac:graphicFrameMkLst>
        </pc:graphicFrameChg>
        <pc:graphicFrameChg chg="add del">
          <ac:chgData name="vendula.prudilova@outlook.cz" userId="98d752f643dc8dd6" providerId="LiveId" clId="{3C93CBD8-131B-4FF5-BF5E-48F610874861}" dt="2022-11-16T09:36:47.122" v="3" actId="26606"/>
          <ac:graphicFrameMkLst>
            <pc:docMk/>
            <pc:sldMk cId="3468321592" sldId="260"/>
            <ac:graphicFrameMk id="9" creationId="{6C09FC08-AC60-25B4-19AF-48059298CA7D}"/>
          </ac:graphicFrameMkLst>
        </pc:graphicFrameChg>
      </pc:sldChg>
      <pc:sldChg chg="addSp delSp modSp new mod setBg">
        <pc:chgData name="vendula.prudilova@outlook.cz" userId="98d752f643dc8dd6" providerId="LiveId" clId="{3C93CBD8-131B-4FF5-BF5E-48F610874861}" dt="2022-11-16T10:05:50.232" v="811" actId="1076"/>
        <pc:sldMkLst>
          <pc:docMk/>
          <pc:sldMk cId="3661775423" sldId="261"/>
        </pc:sldMkLst>
        <pc:spChg chg="mod">
          <ac:chgData name="vendula.prudilova@outlook.cz" userId="98d752f643dc8dd6" providerId="LiveId" clId="{3C93CBD8-131B-4FF5-BF5E-48F610874861}" dt="2022-11-16T10:05:13.993" v="792" actId="403"/>
          <ac:spMkLst>
            <pc:docMk/>
            <pc:sldMk cId="3661775423" sldId="261"/>
            <ac:spMk id="2" creationId="{CDF7A777-A12F-1E49-6FD6-5075BA74A9C6}"/>
          </ac:spMkLst>
        </pc:spChg>
        <pc:spChg chg="mod ord">
          <ac:chgData name="vendula.prudilova@outlook.cz" userId="98d752f643dc8dd6" providerId="LiveId" clId="{3C93CBD8-131B-4FF5-BF5E-48F610874861}" dt="2022-11-16T10:05:11.394" v="791" actId="14100"/>
          <ac:spMkLst>
            <pc:docMk/>
            <pc:sldMk cId="3661775423" sldId="261"/>
            <ac:spMk id="3" creationId="{88BE6204-8412-C83C-EE49-254125942F54}"/>
          </ac:spMkLst>
        </pc:spChg>
        <pc:spChg chg="add mod">
          <ac:chgData name="vendula.prudilova@outlook.cz" userId="98d752f643dc8dd6" providerId="LiveId" clId="{3C93CBD8-131B-4FF5-BF5E-48F610874861}" dt="2022-11-16T10:05:50.232" v="811" actId="1076"/>
          <ac:spMkLst>
            <pc:docMk/>
            <pc:sldMk cId="3661775423" sldId="261"/>
            <ac:spMk id="4" creationId="{A9743C03-11C2-1DCE-1125-FC45E7EC668F}"/>
          </ac:spMkLst>
        </pc:spChg>
        <pc:spChg chg="add">
          <ac:chgData name="vendula.prudilova@outlook.cz" userId="98d752f643dc8dd6" providerId="LiveId" clId="{3C93CBD8-131B-4FF5-BF5E-48F610874861}" dt="2022-11-16T10:04:57.222" v="786" actId="26606"/>
          <ac:spMkLst>
            <pc:docMk/>
            <pc:sldMk cId="3661775423" sldId="261"/>
            <ac:spMk id="3076" creationId="{A67E2D8A-19BE-48A0-889C-CCAC02348C99}"/>
          </ac:spMkLst>
        </pc:spChg>
        <pc:spChg chg="add del">
          <ac:chgData name="vendula.prudilova@outlook.cz" userId="98d752f643dc8dd6" providerId="LiveId" clId="{3C93CBD8-131B-4FF5-BF5E-48F610874861}" dt="2022-11-16T10:04:52.747" v="777" actId="26606"/>
          <ac:spMkLst>
            <pc:docMk/>
            <pc:sldMk cId="3661775423" sldId="261"/>
            <ac:spMk id="3079" creationId="{1D868099-6145-4BC0-A5EA-74BEF1776BA9}"/>
          </ac:spMkLst>
        </pc:spChg>
        <pc:spChg chg="add del">
          <ac:chgData name="vendula.prudilova@outlook.cz" userId="98d752f643dc8dd6" providerId="LiveId" clId="{3C93CBD8-131B-4FF5-BF5E-48F610874861}" dt="2022-11-16T10:04:52.747" v="777" actId="26606"/>
          <ac:spMkLst>
            <pc:docMk/>
            <pc:sldMk cId="3661775423" sldId="261"/>
            <ac:spMk id="3081" creationId="{CC1026F7-DECB-49B4-A565-518BBA445471}"/>
          </ac:spMkLst>
        </pc:spChg>
        <pc:spChg chg="add del">
          <ac:chgData name="vendula.prudilova@outlook.cz" userId="98d752f643dc8dd6" providerId="LiveId" clId="{3C93CBD8-131B-4FF5-BF5E-48F610874861}" dt="2022-11-16T10:04:53.276" v="779" actId="26606"/>
          <ac:spMkLst>
            <pc:docMk/>
            <pc:sldMk cId="3661775423" sldId="261"/>
            <ac:spMk id="3083" creationId="{A67E2D8A-19BE-48A0-889C-CCAC02348C99}"/>
          </ac:spMkLst>
        </pc:spChg>
        <pc:spChg chg="add del">
          <ac:chgData name="vendula.prudilova@outlook.cz" userId="98d752f643dc8dd6" providerId="LiveId" clId="{3C93CBD8-131B-4FF5-BF5E-48F610874861}" dt="2022-11-16T10:04:54.128" v="781" actId="26606"/>
          <ac:spMkLst>
            <pc:docMk/>
            <pc:sldMk cId="3661775423" sldId="261"/>
            <ac:spMk id="3085" creationId="{961D8973-EAA9-459A-AF59-BBB4233D6C78}"/>
          </ac:spMkLst>
        </pc:spChg>
        <pc:spChg chg="add del">
          <ac:chgData name="vendula.prudilova@outlook.cz" userId="98d752f643dc8dd6" providerId="LiveId" clId="{3C93CBD8-131B-4FF5-BF5E-48F610874861}" dt="2022-11-16T10:04:54.128" v="781" actId="26606"/>
          <ac:spMkLst>
            <pc:docMk/>
            <pc:sldMk cId="3661775423" sldId="261"/>
            <ac:spMk id="3086" creationId="{FBEA8A33-C0D0-416D-8359-724B8828C7C3}"/>
          </ac:spMkLst>
        </pc:spChg>
        <pc:spChg chg="add del">
          <ac:chgData name="vendula.prudilova@outlook.cz" userId="98d752f643dc8dd6" providerId="LiveId" clId="{3C93CBD8-131B-4FF5-BF5E-48F610874861}" dt="2022-11-16T10:04:56.312" v="783" actId="26606"/>
          <ac:spMkLst>
            <pc:docMk/>
            <pc:sldMk cId="3661775423" sldId="261"/>
            <ac:spMk id="3088" creationId="{A67E2D8A-19BE-48A0-889C-CCAC02348C99}"/>
          </ac:spMkLst>
        </pc:spChg>
        <pc:picChg chg="add mod">
          <ac:chgData name="vendula.prudilova@outlook.cz" userId="98d752f643dc8dd6" providerId="LiveId" clId="{3C93CBD8-131B-4FF5-BF5E-48F610874861}" dt="2022-11-16T10:05:03.242" v="788" actId="1076"/>
          <ac:picMkLst>
            <pc:docMk/>
            <pc:sldMk cId="3661775423" sldId="261"/>
            <ac:picMk id="3074" creationId="{740887E9-11DD-44AF-980C-525B03798E10}"/>
          </ac:picMkLst>
        </pc:picChg>
      </pc:sldChg>
      <pc:sldChg chg="addSp delSp modSp new mod setBg">
        <pc:chgData name="vendula.prudilova@outlook.cz" userId="98d752f643dc8dd6" providerId="LiveId" clId="{3C93CBD8-131B-4FF5-BF5E-48F610874861}" dt="2022-11-16T10:08:43.785" v="877" actId="207"/>
        <pc:sldMkLst>
          <pc:docMk/>
          <pc:sldMk cId="2542338551" sldId="262"/>
        </pc:sldMkLst>
        <pc:spChg chg="mod">
          <ac:chgData name="vendula.prudilova@outlook.cz" userId="98d752f643dc8dd6" providerId="LiveId" clId="{3C93CBD8-131B-4FF5-BF5E-48F610874861}" dt="2022-11-16T10:07:05.417" v="813" actId="26606"/>
          <ac:spMkLst>
            <pc:docMk/>
            <pc:sldMk cId="2542338551" sldId="262"/>
            <ac:spMk id="2" creationId="{FE33521F-F210-3D12-5501-8BAF7C19E882}"/>
          </ac:spMkLst>
        </pc:spChg>
        <pc:spChg chg="add del mod">
          <ac:chgData name="vendula.prudilova@outlook.cz" userId="98d752f643dc8dd6" providerId="LiveId" clId="{3C93CBD8-131B-4FF5-BF5E-48F610874861}" dt="2022-11-16T10:07:17.908" v="821" actId="27636"/>
          <ac:spMkLst>
            <pc:docMk/>
            <pc:sldMk cId="2542338551" sldId="262"/>
            <ac:spMk id="3" creationId="{7018C91B-A520-BE65-BD20-9B5C1C7CBCD0}"/>
          </ac:spMkLst>
        </pc:spChg>
        <pc:spChg chg="add del">
          <ac:chgData name="vendula.prudilova@outlook.cz" userId="98d752f643dc8dd6" providerId="LiveId" clId="{3C93CBD8-131B-4FF5-BF5E-48F610874861}" dt="2022-11-16T09:46:25.797" v="226"/>
          <ac:spMkLst>
            <pc:docMk/>
            <pc:sldMk cId="2542338551" sldId="262"/>
            <ac:spMk id="4" creationId="{1DFB1A70-B873-ABF3-954B-77618124940C}"/>
          </ac:spMkLst>
        </pc:spChg>
        <pc:spChg chg="add del mod">
          <ac:chgData name="vendula.prudilova@outlook.cz" userId="98d752f643dc8dd6" providerId="LiveId" clId="{3C93CBD8-131B-4FF5-BF5E-48F610874861}" dt="2022-11-16T09:46:23.870" v="225" actId="478"/>
          <ac:spMkLst>
            <pc:docMk/>
            <pc:sldMk cId="2542338551" sldId="262"/>
            <ac:spMk id="5" creationId="{124C0A7B-8BEE-B2C6-1B04-10B95527A55F}"/>
          </ac:spMkLst>
        </pc:spChg>
        <pc:spChg chg="add del mod">
          <ac:chgData name="vendula.prudilova@outlook.cz" userId="98d752f643dc8dd6" providerId="LiveId" clId="{3C93CBD8-131B-4FF5-BF5E-48F610874861}" dt="2022-11-16T09:46:23.507" v="224"/>
          <ac:spMkLst>
            <pc:docMk/>
            <pc:sldMk cId="2542338551" sldId="262"/>
            <ac:spMk id="6" creationId="{4B20DA9C-D78D-1C35-7557-9F2934C615C0}"/>
          </ac:spMkLst>
        </pc:spChg>
        <pc:spChg chg="add mod">
          <ac:chgData name="vendula.prudilova@outlook.cz" userId="98d752f643dc8dd6" providerId="LiveId" clId="{3C93CBD8-131B-4FF5-BF5E-48F610874861}" dt="2022-11-16T10:08:43.785" v="877" actId="207"/>
          <ac:spMkLst>
            <pc:docMk/>
            <pc:sldMk cId="2542338551" sldId="262"/>
            <ac:spMk id="7" creationId="{E058FD7F-F0E1-0DD6-7031-C8AE0BE6B255}"/>
          </ac:spMkLst>
        </pc:spChg>
        <pc:spChg chg="add">
          <ac:chgData name="vendula.prudilova@outlook.cz" userId="98d752f643dc8dd6" providerId="LiveId" clId="{3C93CBD8-131B-4FF5-BF5E-48F610874861}" dt="2022-11-16T10:07:05.417" v="813" actId="26606"/>
          <ac:spMkLst>
            <pc:docMk/>
            <pc:sldMk cId="2542338551" sldId="262"/>
            <ac:spMk id="1033" creationId="{B9F89C22-0475-4427-B7C8-0269AD40E3EC}"/>
          </ac:spMkLst>
        </pc:spChg>
        <pc:picChg chg="add mod">
          <ac:chgData name="vendula.prudilova@outlook.cz" userId="98d752f643dc8dd6" providerId="LiveId" clId="{3C93CBD8-131B-4FF5-BF5E-48F610874861}" dt="2022-11-16T10:07:40.848" v="826" actId="208"/>
          <ac:picMkLst>
            <pc:docMk/>
            <pc:sldMk cId="2542338551" sldId="262"/>
            <ac:picMk id="1028" creationId="{FB7EF599-2D91-91A0-29D0-4AE610932CAD}"/>
          </ac:picMkLst>
        </pc:picChg>
      </pc:sldChg>
      <pc:sldChg chg="addSp modSp new mod">
        <pc:chgData name="vendula.prudilova@outlook.cz" userId="98d752f643dc8dd6" providerId="LiveId" clId="{3C93CBD8-131B-4FF5-BF5E-48F610874861}" dt="2022-11-16T10:13:22.612" v="913" actId="1582"/>
        <pc:sldMkLst>
          <pc:docMk/>
          <pc:sldMk cId="79101521" sldId="263"/>
        </pc:sldMkLst>
        <pc:spChg chg="mod">
          <ac:chgData name="vendula.prudilova@outlook.cz" userId="98d752f643dc8dd6" providerId="LiveId" clId="{3C93CBD8-131B-4FF5-BF5E-48F610874861}" dt="2022-11-16T09:54:56.786" v="538" actId="113"/>
          <ac:spMkLst>
            <pc:docMk/>
            <pc:sldMk cId="79101521" sldId="263"/>
            <ac:spMk id="2" creationId="{D7A7CF7F-6B3E-F8B1-D392-D89E90B38EB7}"/>
          </ac:spMkLst>
        </pc:spChg>
        <pc:spChg chg="mod">
          <ac:chgData name="vendula.prudilova@outlook.cz" userId="98d752f643dc8dd6" providerId="LiveId" clId="{3C93CBD8-131B-4FF5-BF5E-48F610874861}" dt="2022-11-16T09:59:23.253" v="711" actId="20577"/>
          <ac:spMkLst>
            <pc:docMk/>
            <pc:sldMk cId="79101521" sldId="263"/>
            <ac:spMk id="3" creationId="{7B8E13E1-DC22-55CA-658C-C71BF4BEF957}"/>
          </ac:spMkLst>
        </pc:spChg>
        <pc:spChg chg="add mod">
          <ac:chgData name="vendula.prudilova@outlook.cz" userId="98d752f643dc8dd6" providerId="LiveId" clId="{3C93CBD8-131B-4FF5-BF5E-48F610874861}" dt="2022-11-16T10:12:54.966" v="911" actId="1076"/>
          <ac:spMkLst>
            <pc:docMk/>
            <pc:sldMk cId="79101521" sldId="263"/>
            <ac:spMk id="4" creationId="{0B85B615-EACB-8F33-7E5E-B81D9DF35078}"/>
          </ac:spMkLst>
        </pc:spChg>
        <pc:picChg chg="add mod">
          <ac:chgData name="vendula.prudilova@outlook.cz" userId="98d752f643dc8dd6" providerId="LiveId" clId="{3C93CBD8-131B-4FF5-BF5E-48F610874861}" dt="2022-11-16T10:13:22.612" v="913" actId="1582"/>
          <ac:picMkLst>
            <pc:docMk/>
            <pc:sldMk cId="79101521" sldId="263"/>
            <ac:picMk id="4098" creationId="{0AAC3414-6C1E-A8B4-188C-0DAE6CBA7614}"/>
          </ac:picMkLst>
        </pc:picChg>
      </pc:sldChg>
      <pc:sldChg chg="modSp new mod ord">
        <pc:chgData name="vendula.prudilova@outlook.cz" userId="98d752f643dc8dd6" providerId="LiveId" clId="{3C93CBD8-131B-4FF5-BF5E-48F610874861}" dt="2022-11-20T12:38:47.288" v="1099"/>
        <pc:sldMkLst>
          <pc:docMk/>
          <pc:sldMk cId="1667308593" sldId="264"/>
        </pc:sldMkLst>
        <pc:spChg chg="mod">
          <ac:chgData name="vendula.prudilova@outlook.cz" userId="98d752f643dc8dd6" providerId="LiveId" clId="{3C93CBD8-131B-4FF5-BF5E-48F610874861}" dt="2022-11-16T09:53:05.612" v="462" actId="113"/>
          <ac:spMkLst>
            <pc:docMk/>
            <pc:sldMk cId="1667308593" sldId="264"/>
            <ac:spMk id="2" creationId="{37FF0E80-2839-F20E-04BE-A06C01D50FDF}"/>
          </ac:spMkLst>
        </pc:spChg>
        <pc:spChg chg="mod">
          <ac:chgData name="vendula.prudilova@outlook.cz" userId="98d752f643dc8dd6" providerId="LiveId" clId="{3C93CBD8-131B-4FF5-BF5E-48F610874861}" dt="2022-11-16T09:53:18.207" v="470" actId="403"/>
          <ac:spMkLst>
            <pc:docMk/>
            <pc:sldMk cId="1667308593" sldId="264"/>
            <ac:spMk id="3" creationId="{6652D697-CFA6-BABD-6775-9BE8F8258D3B}"/>
          </ac:spMkLst>
        </pc:spChg>
        <pc:spChg chg="mod">
          <ac:chgData name="vendula.prudilova@outlook.cz" userId="98d752f643dc8dd6" providerId="LiveId" clId="{3C93CBD8-131B-4FF5-BF5E-48F610874861}" dt="2022-11-16T09:53:14.796" v="468" actId="403"/>
          <ac:spMkLst>
            <pc:docMk/>
            <pc:sldMk cId="1667308593" sldId="264"/>
            <ac:spMk id="4" creationId="{BD591794-17B9-86BE-475A-54491957FA15}"/>
          </ac:spMkLst>
        </pc:spChg>
        <pc:spChg chg="mod">
          <ac:chgData name="vendula.prudilova@outlook.cz" userId="98d752f643dc8dd6" providerId="LiveId" clId="{3C93CBD8-131B-4FF5-BF5E-48F610874861}" dt="2022-11-16T09:53:24.561" v="474" actId="403"/>
          <ac:spMkLst>
            <pc:docMk/>
            <pc:sldMk cId="1667308593" sldId="264"/>
            <ac:spMk id="5" creationId="{64E50E85-0F0B-9C66-566F-D7E1E362737A}"/>
          </ac:spMkLst>
        </pc:spChg>
        <pc:spChg chg="mod">
          <ac:chgData name="vendula.prudilova@outlook.cz" userId="98d752f643dc8dd6" providerId="LiveId" clId="{3C93CBD8-131B-4FF5-BF5E-48F610874861}" dt="2022-11-16T09:53:21.483" v="472" actId="403"/>
          <ac:spMkLst>
            <pc:docMk/>
            <pc:sldMk cId="1667308593" sldId="264"/>
            <ac:spMk id="6" creationId="{28646EFB-2065-5088-0E24-FBA061A0DEA5}"/>
          </ac:spMkLst>
        </pc:spChg>
      </pc:sldChg>
      <pc:sldChg chg="modSp new mod">
        <pc:chgData name="vendula.prudilova@outlook.cz" userId="98d752f643dc8dd6" providerId="LiveId" clId="{3C93CBD8-131B-4FF5-BF5E-48F610874861}" dt="2022-11-20T13:29:02.267" v="1718" actId="20577"/>
        <pc:sldMkLst>
          <pc:docMk/>
          <pc:sldMk cId="2605353111" sldId="265"/>
        </pc:sldMkLst>
        <pc:spChg chg="mod">
          <ac:chgData name="vendula.prudilova@outlook.cz" userId="98d752f643dc8dd6" providerId="LiveId" clId="{3C93CBD8-131B-4FF5-BF5E-48F610874861}" dt="2022-11-16T10:18:02.515" v="940" actId="20577"/>
          <ac:spMkLst>
            <pc:docMk/>
            <pc:sldMk cId="2605353111" sldId="265"/>
            <ac:spMk id="2" creationId="{DFD9FAE0-9BCC-A794-1DF1-1C88207482F2}"/>
          </ac:spMkLst>
        </pc:spChg>
        <pc:spChg chg="mod">
          <ac:chgData name="vendula.prudilova@outlook.cz" userId="98d752f643dc8dd6" providerId="LiveId" clId="{3C93CBD8-131B-4FF5-BF5E-48F610874861}" dt="2022-11-20T13:29:02.267" v="1718" actId="20577"/>
          <ac:spMkLst>
            <pc:docMk/>
            <pc:sldMk cId="2605353111" sldId="265"/>
            <ac:spMk id="3" creationId="{ACE44A4B-269E-A15A-8758-9AB1822E6CA7}"/>
          </ac:spMkLst>
        </pc:spChg>
      </pc:sldChg>
      <pc:sldChg chg="addSp delSp modSp new mod ord">
        <pc:chgData name="vendula.prudilova@outlook.cz" userId="98d752f643dc8dd6" providerId="LiveId" clId="{3C93CBD8-131B-4FF5-BF5E-48F610874861}" dt="2022-11-20T13:16:34.437" v="1584" actId="20577"/>
        <pc:sldMkLst>
          <pc:docMk/>
          <pc:sldMk cId="879541272" sldId="266"/>
        </pc:sldMkLst>
        <pc:spChg chg="mod">
          <ac:chgData name="vendula.prudilova@outlook.cz" userId="98d752f643dc8dd6" providerId="LiveId" clId="{3C93CBD8-131B-4FF5-BF5E-48F610874861}" dt="2022-11-20T12:36:50.691" v="1097" actId="113"/>
          <ac:spMkLst>
            <pc:docMk/>
            <pc:sldMk cId="879541272" sldId="266"/>
            <ac:spMk id="2" creationId="{48D28115-D2E3-8B82-DDF3-7F099CA2EAB5}"/>
          </ac:spMkLst>
        </pc:spChg>
        <pc:spChg chg="del mod">
          <ac:chgData name="vendula.prudilova@outlook.cz" userId="98d752f643dc8dd6" providerId="LiveId" clId="{3C93CBD8-131B-4FF5-BF5E-48F610874861}" dt="2022-11-20T13:02:25.535" v="1464" actId="478"/>
          <ac:spMkLst>
            <pc:docMk/>
            <pc:sldMk cId="879541272" sldId="266"/>
            <ac:spMk id="3" creationId="{5A9D6546-FF60-2136-A349-1B0CF71BB05E}"/>
          </ac:spMkLst>
        </pc:spChg>
        <pc:spChg chg="add del mod">
          <ac:chgData name="vendula.prudilova@outlook.cz" userId="98d752f643dc8dd6" providerId="LiveId" clId="{3C93CBD8-131B-4FF5-BF5E-48F610874861}" dt="2022-11-20T13:15:17.640" v="1555" actId="1076"/>
          <ac:spMkLst>
            <pc:docMk/>
            <pc:sldMk cId="879541272" sldId="266"/>
            <ac:spMk id="4" creationId="{60E9BBAC-5D8E-205D-5C5D-FA5192C3641E}"/>
          </ac:spMkLst>
        </pc:spChg>
        <pc:spChg chg="add del">
          <ac:chgData name="vendula.prudilova@outlook.cz" userId="98d752f643dc8dd6" providerId="LiveId" clId="{3C93CBD8-131B-4FF5-BF5E-48F610874861}" dt="2022-11-20T12:35:06.170" v="1058"/>
          <ac:spMkLst>
            <pc:docMk/>
            <pc:sldMk cId="879541272" sldId="266"/>
            <ac:spMk id="5" creationId="{09D84223-9315-79E4-8727-E9170D3E957E}"/>
          </ac:spMkLst>
        </pc:spChg>
        <pc:spChg chg="add del">
          <ac:chgData name="vendula.prudilova@outlook.cz" userId="98d752f643dc8dd6" providerId="LiveId" clId="{3C93CBD8-131B-4FF5-BF5E-48F610874861}" dt="2022-11-20T13:02:25.535" v="1464" actId="478"/>
          <ac:spMkLst>
            <pc:docMk/>
            <pc:sldMk cId="879541272" sldId="266"/>
            <ac:spMk id="6" creationId="{34A68066-7BFE-C83F-0619-8D5DAC7A95C6}"/>
          </ac:spMkLst>
        </pc:spChg>
        <pc:spChg chg="add mod">
          <ac:chgData name="vendula.prudilova@outlook.cz" userId="98d752f643dc8dd6" providerId="LiveId" clId="{3C93CBD8-131B-4FF5-BF5E-48F610874861}" dt="2022-11-20T13:16:34.437" v="1584" actId="20577"/>
          <ac:spMkLst>
            <pc:docMk/>
            <pc:sldMk cId="879541272" sldId="266"/>
            <ac:spMk id="7" creationId="{0B9A745D-C34D-7DAE-DBF5-490A5D3FA007}"/>
          </ac:spMkLst>
        </pc:spChg>
      </pc:sldChg>
      <pc:sldChg chg="addSp delSp modSp new mod setBg">
        <pc:chgData name="vendula.prudilova@outlook.cz" userId="98d752f643dc8dd6" providerId="LiveId" clId="{3C93CBD8-131B-4FF5-BF5E-48F610874861}" dt="2022-11-20T12:51:31.725" v="1462" actId="20577"/>
        <pc:sldMkLst>
          <pc:docMk/>
          <pc:sldMk cId="2587549429" sldId="267"/>
        </pc:sldMkLst>
        <pc:spChg chg="mod">
          <ac:chgData name="vendula.prudilova@outlook.cz" userId="98d752f643dc8dd6" providerId="LiveId" clId="{3C93CBD8-131B-4FF5-BF5E-48F610874861}" dt="2022-11-20T12:47:59.093" v="1452" actId="26606"/>
          <ac:spMkLst>
            <pc:docMk/>
            <pc:sldMk cId="2587549429" sldId="267"/>
            <ac:spMk id="2" creationId="{D827CB4D-1C5D-BE95-FFCF-4D9F88A29766}"/>
          </ac:spMkLst>
        </pc:spChg>
        <pc:spChg chg="add del mod">
          <ac:chgData name="vendula.prudilova@outlook.cz" userId="98d752f643dc8dd6" providerId="LiveId" clId="{3C93CBD8-131B-4FF5-BF5E-48F610874861}" dt="2022-11-20T12:47:59.093" v="1452" actId="26606"/>
          <ac:spMkLst>
            <pc:docMk/>
            <pc:sldMk cId="2587549429" sldId="267"/>
            <ac:spMk id="3" creationId="{C89761FC-6BCC-31C7-8BD4-03E2C42CFF3F}"/>
          </ac:spMkLst>
        </pc:spChg>
        <pc:spChg chg="add">
          <ac:chgData name="vendula.prudilova@outlook.cz" userId="98d752f643dc8dd6" providerId="LiveId" clId="{3C93CBD8-131B-4FF5-BF5E-48F610874861}" dt="2022-11-20T12:47:59.093" v="1452" actId="26606"/>
          <ac:spMkLst>
            <pc:docMk/>
            <pc:sldMk cId="2587549429" sldId="267"/>
            <ac:spMk id="7" creationId="{30BC9609-A8AF-411F-A9E0-C3B93C8945CA}"/>
          </ac:spMkLst>
        </pc:spChg>
        <pc:spChg chg="add del">
          <ac:chgData name="vendula.prudilova@outlook.cz" userId="98d752f643dc8dd6" providerId="LiveId" clId="{3C93CBD8-131B-4FF5-BF5E-48F610874861}" dt="2022-11-20T12:47:55.643" v="1451" actId="26606"/>
          <ac:spMkLst>
            <pc:docMk/>
            <pc:sldMk cId="2587549429" sldId="267"/>
            <ac:spMk id="8" creationId="{30BC9609-A8AF-411F-A9E0-C3B93C8945CA}"/>
          </ac:spMkLst>
        </pc:spChg>
        <pc:spChg chg="add del">
          <ac:chgData name="vendula.prudilova@outlook.cz" userId="98d752f643dc8dd6" providerId="LiveId" clId="{3C93CBD8-131B-4FF5-BF5E-48F610874861}" dt="2022-11-20T12:47:35.457" v="1447" actId="26606"/>
          <ac:spMkLst>
            <pc:docMk/>
            <pc:sldMk cId="2587549429" sldId="267"/>
            <ac:spMk id="9" creationId="{30BC9609-A8AF-411F-A9E0-C3B93C8945CA}"/>
          </ac:spMkLst>
        </pc:spChg>
        <pc:graphicFrameChg chg="add del">
          <ac:chgData name="vendula.prudilova@outlook.cz" userId="98d752f643dc8dd6" providerId="LiveId" clId="{3C93CBD8-131B-4FF5-BF5E-48F610874861}" dt="2022-11-20T12:47:35.457" v="1447" actId="26606"/>
          <ac:graphicFrameMkLst>
            <pc:docMk/>
            <pc:sldMk cId="2587549429" sldId="267"/>
            <ac:graphicFrameMk id="5" creationId="{378467D6-DDA2-CC0A-7C39-31A6B3BB99DF}"/>
          </ac:graphicFrameMkLst>
        </pc:graphicFrameChg>
        <pc:graphicFrameChg chg="add del">
          <ac:chgData name="vendula.prudilova@outlook.cz" userId="98d752f643dc8dd6" providerId="LiveId" clId="{3C93CBD8-131B-4FF5-BF5E-48F610874861}" dt="2022-11-20T12:47:49.431" v="1449" actId="26606"/>
          <ac:graphicFrameMkLst>
            <pc:docMk/>
            <pc:sldMk cId="2587549429" sldId="267"/>
            <ac:graphicFrameMk id="6" creationId="{1A6D8BE9-57A4-F512-DC48-226865654A83}"/>
          </ac:graphicFrameMkLst>
        </pc:graphicFrameChg>
        <pc:graphicFrameChg chg="add del">
          <ac:chgData name="vendula.prudilova@outlook.cz" userId="98d752f643dc8dd6" providerId="LiveId" clId="{3C93CBD8-131B-4FF5-BF5E-48F610874861}" dt="2022-11-20T12:47:55.643" v="1451" actId="26606"/>
          <ac:graphicFrameMkLst>
            <pc:docMk/>
            <pc:sldMk cId="2587549429" sldId="267"/>
            <ac:graphicFrameMk id="10" creationId="{378467D6-DDA2-CC0A-7C39-31A6B3BB99DF}"/>
          </ac:graphicFrameMkLst>
        </pc:graphicFrameChg>
        <pc:graphicFrameChg chg="add mod">
          <ac:chgData name="vendula.prudilova@outlook.cz" userId="98d752f643dc8dd6" providerId="LiveId" clId="{3C93CBD8-131B-4FF5-BF5E-48F610874861}" dt="2022-11-20T12:51:31.725" v="1462" actId="20577"/>
          <ac:graphicFrameMkLst>
            <pc:docMk/>
            <pc:sldMk cId="2587549429" sldId="267"/>
            <ac:graphicFrameMk id="11" creationId="{378467D6-DDA2-CC0A-7C39-31A6B3BB99DF}"/>
          </ac:graphicFrameMkLst>
        </pc:graphicFrameChg>
      </pc:sldChg>
      <pc:sldChg chg="modSp new mod">
        <pc:chgData name="vendula.prudilova@outlook.cz" userId="98d752f643dc8dd6" providerId="LiveId" clId="{3C93CBD8-131B-4FF5-BF5E-48F610874861}" dt="2022-11-20T13:41:49.630" v="1763" actId="20577"/>
        <pc:sldMkLst>
          <pc:docMk/>
          <pc:sldMk cId="544891422" sldId="268"/>
        </pc:sldMkLst>
        <pc:spChg chg="mod">
          <ac:chgData name="vendula.prudilova@outlook.cz" userId="98d752f643dc8dd6" providerId="LiveId" clId="{3C93CBD8-131B-4FF5-BF5E-48F610874861}" dt="2022-11-20T13:29:41.313" v="1734" actId="14100"/>
          <ac:spMkLst>
            <pc:docMk/>
            <pc:sldMk cId="544891422" sldId="268"/>
            <ac:spMk id="2" creationId="{3308E11B-FA19-73C0-C97B-DF877EB05288}"/>
          </ac:spMkLst>
        </pc:spChg>
        <pc:spChg chg="mod">
          <ac:chgData name="vendula.prudilova@outlook.cz" userId="98d752f643dc8dd6" providerId="LiveId" clId="{3C93CBD8-131B-4FF5-BF5E-48F610874861}" dt="2022-11-20T13:41:49.630" v="1763" actId="20577"/>
          <ac:spMkLst>
            <pc:docMk/>
            <pc:sldMk cId="544891422" sldId="268"/>
            <ac:spMk id="3" creationId="{52182861-C620-0375-4E13-7C44BD504BB3}"/>
          </ac:spMkLst>
        </pc:sp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F89E3D-6BEA-49A0-813E-5F45CAC4FD11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15EDAAF-BC02-4104-AAB1-6E835853DBAE}">
      <dgm:prSet/>
      <dgm:spPr/>
      <dgm:t>
        <a:bodyPr/>
        <a:lstStyle/>
        <a:p>
          <a:r>
            <a:rPr lang="cs-CZ" b="1" u="sng" baseline="0" dirty="0"/>
            <a:t>Minimální požadavky pro instalaci MS DOS:</a:t>
          </a:r>
          <a:endParaRPr lang="en-US" dirty="0"/>
        </a:p>
      </dgm:t>
    </dgm:pt>
    <dgm:pt modelId="{18DBAA4D-EF96-4970-91C0-57FEAA81AB4A}" type="parTrans" cxnId="{4ECE5CE5-440D-48F8-8A89-AA9D20555D3F}">
      <dgm:prSet/>
      <dgm:spPr/>
      <dgm:t>
        <a:bodyPr/>
        <a:lstStyle/>
        <a:p>
          <a:endParaRPr lang="en-US"/>
        </a:p>
      </dgm:t>
    </dgm:pt>
    <dgm:pt modelId="{031E4D4E-4105-4495-B152-125BB56AB994}" type="sibTrans" cxnId="{4ECE5CE5-440D-48F8-8A89-AA9D20555D3F}">
      <dgm:prSet/>
      <dgm:spPr/>
      <dgm:t>
        <a:bodyPr/>
        <a:lstStyle/>
        <a:p>
          <a:endParaRPr lang="en-US"/>
        </a:p>
      </dgm:t>
    </dgm:pt>
    <dgm:pt modelId="{3DC9397E-16A3-40C4-A44C-BD518AFD75FA}">
      <dgm:prSet/>
      <dgm:spPr/>
      <dgm:t>
        <a:bodyPr/>
        <a:lstStyle/>
        <a:p>
          <a:r>
            <a:rPr lang="cs-CZ" baseline="0"/>
            <a:t>CPU musí být kompatibilní s AT s procesorem 386 (nebo vyšším).</a:t>
          </a:r>
          <a:endParaRPr lang="en-US"/>
        </a:p>
      </dgm:t>
    </dgm:pt>
    <dgm:pt modelId="{5199C4FF-0498-49D6-84BD-6D3AAB4649B7}" type="parTrans" cxnId="{690E3CE8-F9DD-4DB4-AF7C-F6F608C6BA2E}">
      <dgm:prSet/>
      <dgm:spPr/>
      <dgm:t>
        <a:bodyPr/>
        <a:lstStyle/>
        <a:p>
          <a:endParaRPr lang="en-US"/>
        </a:p>
      </dgm:t>
    </dgm:pt>
    <dgm:pt modelId="{28D096C9-F354-4760-BD3E-27C52F209DAE}" type="sibTrans" cxnId="{690E3CE8-F9DD-4DB4-AF7C-F6F608C6BA2E}">
      <dgm:prSet/>
      <dgm:spPr/>
      <dgm:t>
        <a:bodyPr/>
        <a:lstStyle/>
        <a:p>
          <a:endParaRPr lang="en-US"/>
        </a:p>
      </dgm:t>
    </dgm:pt>
    <dgm:pt modelId="{DEFA876D-17B7-4A8F-99D9-4C6D49A0F7DE}">
      <dgm:prSet/>
      <dgm:spPr/>
      <dgm:t>
        <a:bodyPr/>
        <a:lstStyle/>
        <a:p>
          <a:r>
            <a:rPr lang="cs-CZ" baseline="0"/>
            <a:t>4 MB RAM</a:t>
          </a:r>
          <a:endParaRPr lang="en-US"/>
        </a:p>
      </dgm:t>
    </dgm:pt>
    <dgm:pt modelId="{98A0EFAF-2906-4837-99D8-D64B8681B5BB}" type="parTrans" cxnId="{12108768-23BA-4F17-8B65-8BE611492DD7}">
      <dgm:prSet/>
      <dgm:spPr/>
      <dgm:t>
        <a:bodyPr/>
        <a:lstStyle/>
        <a:p>
          <a:endParaRPr lang="en-US"/>
        </a:p>
      </dgm:t>
    </dgm:pt>
    <dgm:pt modelId="{071DF299-0703-45D1-869D-8011C31E2122}" type="sibTrans" cxnId="{12108768-23BA-4F17-8B65-8BE611492DD7}">
      <dgm:prSet/>
      <dgm:spPr/>
      <dgm:t>
        <a:bodyPr/>
        <a:lstStyle/>
        <a:p>
          <a:endParaRPr lang="en-US"/>
        </a:p>
      </dgm:t>
    </dgm:pt>
    <dgm:pt modelId="{B4583AE7-AC5A-4A3E-AE2F-70ED1189E795}">
      <dgm:prSet/>
      <dgm:spPr/>
      <dgm:t>
        <a:bodyPr/>
        <a:lstStyle/>
        <a:p>
          <a:r>
            <a:rPr lang="cs-CZ" baseline="0"/>
            <a:t>1,44 Mb disketová jednotka nebo jednotka CD-ROM.</a:t>
          </a:r>
          <a:endParaRPr lang="en-US"/>
        </a:p>
      </dgm:t>
    </dgm:pt>
    <dgm:pt modelId="{E885F86F-1F83-4677-8BC1-9D8F5C2FF4ED}" type="parTrans" cxnId="{449AF9A3-E7DA-45D0-BE61-78331D3BF8DB}">
      <dgm:prSet/>
      <dgm:spPr/>
      <dgm:t>
        <a:bodyPr/>
        <a:lstStyle/>
        <a:p>
          <a:endParaRPr lang="en-US"/>
        </a:p>
      </dgm:t>
    </dgm:pt>
    <dgm:pt modelId="{13FE09C4-E28E-4915-B5F9-43024F825940}" type="sibTrans" cxnId="{449AF9A3-E7DA-45D0-BE61-78331D3BF8DB}">
      <dgm:prSet/>
      <dgm:spPr/>
      <dgm:t>
        <a:bodyPr/>
        <a:lstStyle/>
        <a:p>
          <a:endParaRPr lang="en-US"/>
        </a:p>
      </dgm:t>
    </dgm:pt>
    <dgm:pt modelId="{7D24FCF8-E101-4C79-B2D9-2E062C89690B}">
      <dgm:prSet/>
      <dgm:spPr/>
      <dgm:t>
        <a:bodyPr/>
        <a:lstStyle/>
        <a:p>
          <a:r>
            <a:rPr lang="cs-CZ" baseline="0"/>
            <a:t>Rozlišení obrazovky EGA 640x480 (nebo lepší).</a:t>
          </a:r>
          <a:endParaRPr lang="en-US"/>
        </a:p>
      </dgm:t>
    </dgm:pt>
    <dgm:pt modelId="{61C6469D-A6EF-498E-AB9F-A472111078DE}" type="parTrans" cxnId="{D6225D59-09FB-4B63-976F-024247AD9FF5}">
      <dgm:prSet/>
      <dgm:spPr/>
      <dgm:t>
        <a:bodyPr/>
        <a:lstStyle/>
        <a:p>
          <a:endParaRPr lang="en-US"/>
        </a:p>
      </dgm:t>
    </dgm:pt>
    <dgm:pt modelId="{8A7180D8-E96E-45BC-ADB4-63C0CD41A9F3}" type="sibTrans" cxnId="{D6225D59-09FB-4B63-976F-024247AD9FF5}">
      <dgm:prSet/>
      <dgm:spPr/>
      <dgm:t>
        <a:bodyPr/>
        <a:lstStyle/>
        <a:p>
          <a:endParaRPr lang="en-US"/>
        </a:p>
      </dgm:t>
    </dgm:pt>
    <dgm:pt modelId="{08EAA899-AB2B-4AA6-AF0C-F718127ED674}" type="pres">
      <dgm:prSet presAssocID="{C9F89E3D-6BEA-49A0-813E-5F45CAC4FD11}" presName="linear" presStyleCnt="0">
        <dgm:presLayoutVars>
          <dgm:dir/>
          <dgm:animLvl val="lvl"/>
          <dgm:resizeHandles val="exact"/>
        </dgm:presLayoutVars>
      </dgm:prSet>
      <dgm:spPr/>
    </dgm:pt>
    <dgm:pt modelId="{127FBCD1-1F68-4823-A538-ADBEA3352DC9}" type="pres">
      <dgm:prSet presAssocID="{415EDAAF-BC02-4104-AAB1-6E835853DBAE}" presName="parentLin" presStyleCnt="0"/>
      <dgm:spPr/>
    </dgm:pt>
    <dgm:pt modelId="{60F1F1B3-9426-4BB8-AC47-D959C7CD2A00}" type="pres">
      <dgm:prSet presAssocID="{415EDAAF-BC02-4104-AAB1-6E835853DBAE}" presName="parentLeftMargin" presStyleLbl="node1" presStyleIdx="0" presStyleCnt="1"/>
      <dgm:spPr/>
    </dgm:pt>
    <dgm:pt modelId="{D5C4A68B-9646-4F46-85B4-AD7E9190D6B7}" type="pres">
      <dgm:prSet presAssocID="{415EDAAF-BC02-4104-AAB1-6E835853DBAE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15FF0A0-7972-4F76-8B1E-05E32698EC0F}" type="pres">
      <dgm:prSet presAssocID="{415EDAAF-BC02-4104-AAB1-6E835853DBAE}" presName="negativeSpace" presStyleCnt="0"/>
      <dgm:spPr/>
    </dgm:pt>
    <dgm:pt modelId="{C010FEAE-86A1-4FBD-AB78-16533BD06E25}" type="pres">
      <dgm:prSet presAssocID="{415EDAAF-BC02-4104-AAB1-6E835853DBAE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1BDC7647-D4AC-4550-A779-AF7263E5E3F1}" type="presOf" srcId="{3DC9397E-16A3-40C4-A44C-BD518AFD75FA}" destId="{C010FEAE-86A1-4FBD-AB78-16533BD06E25}" srcOrd="0" destOrd="0" presId="urn:microsoft.com/office/officeart/2005/8/layout/list1"/>
    <dgm:cxn modelId="{12108768-23BA-4F17-8B65-8BE611492DD7}" srcId="{415EDAAF-BC02-4104-AAB1-6E835853DBAE}" destId="{DEFA876D-17B7-4A8F-99D9-4C6D49A0F7DE}" srcOrd="1" destOrd="0" parTransId="{98A0EFAF-2906-4837-99D8-D64B8681B5BB}" sibTransId="{071DF299-0703-45D1-869D-8011C31E2122}"/>
    <dgm:cxn modelId="{D6225D59-09FB-4B63-976F-024247AD9FF5}" srcId="{415EDAAF-BC02-4104-AAB1-6E835853DBAE}" destId="{7D24FCF8-E101-4C79-B2D9-2E062C89690B}" srcOrd="3" destOrd="0" parTransId="{61C6469D-A6EF-498E-AB9F-A472111078DE}" sibTransId="{8A7180D8-E96E-45BC-ADB4-63C0CD41A9F3}"/>
    <dgm:cxn modelId="{35DE3280-4507-4C4C-A0BB-A126770697ED}" type="presOf" srcId="{415EDAAF-BC02-4104-AAB1-6E835853DBAE}" destId="{60F1F1B3-9426-4BB8-AC47-D959C7CD2A00}" srcOrd="0" destOrd="0" presId="urn:microsoft.com/office/officeart/2005/8/layout/list1"/>
    <dgm:cxn modelId="{1C87AE88-FEC4-42C7-8294-03B62634A930}" type="presOf" srcId="{C9F89E3D-6BEA-49A0-813E-5F45CAC4FD11}" destId="{08EAA899-AB2B-4AA6-AF0C-F718127ED674}" srcOrd="0" destOrd="0" presId="urn:microsoft.com/office/officeart/2005/8/layout/list1"/>
    <dgm:cxn modelId="{9FBEAF91-8468-4AA6-8F3B-765DEA0E2C2D}" type="presOf" srcId="{B4583AE7-AC5A-4A3E-AE2F-70ED1189E795}" destId="{C010FEAE-86A1-4FBD-AB78-16533BD06E25}" srcOrd="0" destOrd="2" presId="urn:microsoft.com/office/officeart/2005/8/layout/list1"/>
    <dgm:cxn modelId="{A51C469E-AB9F-4A2E-87F2-1E157B6CC4F6}" type="presOf" srcId="{7D24FCF8-E101-4C79-B2D9-2E062C89690B}" destId="{C010FEAE-86A1-4FBD-AB78-16533BD06E25}" srcOrd="0" destOrd="3" presId="urn:microsoft.com/office/officeart/2005/8/layout/list1"/>
    <dgm:cxn modelId="{449AF9A3-E7DA-45D0-BE61-78331D3BF8DB}" srcId="{415EDAAF-BC02-4104-AAB1-6E835853DBAE}" destId="{B4583AE7-AC5A-4A3E-AE2F-70ED1189E795}" srcOrd="2" destOrd="0" parTransId="{E885F86F-1F83-4677-8BC1-9D8F5C2FF4ED}" sibTransId="{13FE09C4-E28E-4915-B5F9-43024F825940}"/>
    <dgm:cxn modelId="{D8DBFAA7-B32D-4CA1-8EF1-694F0040819D}" type="presOf" srcId="{DEFA876D-17B7-4A8F-99D9-4C6D49A0F7DE}" destId="{C010FEAE-86A1-4FBD-AB78-16533BD06E25}" srcOrd="0" destOrd="1" presId="urn:microsoft.com/office/officeart/2005/8/layout/list1"/>
    <dgm:cxn modelId="{4ECE5CE5-440D-48F8-8A89-AA9D20555D3F}" srcId="{C9F89E3D-6BEA-49A0-813E-5F45CAC4FD11}" destId="{415EDAAF-BC02-4104-AAB1-6E835853DBAE}" srcOrd="0" destOrd="0" parTransId="{18DBAA4D-EF96-4970-91C0-57FEAA81AB4A}" sibTransId="{031E4D4E-4105-4495-B152-125BB56AB994}"/>
    <dgm:cxn modelId="{690E3CE8-F9DD-4DB4-AF7C-F6F608C6BA2E}" srcId="{415EDAAF-BC02-4104-AAB1-6E835853DBAE}" destId="{3DC9397E-16A3-40C4-A44C-BD518AFD75FA}" srcOrd="0" destOrd="0" parTransId="{5199C4FF-0498-49D6-84BD-6D3AAB4649B7}" sibTransId="{28D096C9-F354-4760-BD3E-27C52F209DAE}"/>
    <dgm:cxn modelId="{6149E8EC-003B-40EA-8149-A8F7199C726B}" type="presOf" srcId="{415EDAAF-BC02-4104-AAB1-6E835853DBAE}" destId="{D5C4A68B-9646-4F46-85B4-AD7E9190D6B7}" srcOrd="1" destOrd="0" presId="urn:microsoft.com/office/officeart/2005/8/layout/list1"/>
    <dgm:cxn modelId="{E92BCA12-B7F2-4E59-AF06-BCA9333D4099}" type="presParOf" srcId="{08EAA899-AB2B-4AA6-AF0C-F718127ED674}" destId="{127FBCD1-1F68-4823-A538-ADBEA3352DC9}" srcOrd="0" destOrd="0" presId="urn:microsoft.com/office/officeart/2005/8/layout/list1"/>
    <dgm:cxn modelId="{17E576E3-F7B5-4BF1-A31D-661F5F1B2508}" type="presParOf" srcId="{127FBCD1-1F68-4823-A538-ADBEA3352DC9}" destId="{60F1F1B3-9426-4BB8-AC47-D959C7CD2A00}" srcOrd="0" destOrd="0" presId="urn:microsoft.com/office/officeart/2005/8/layout/list1"/>
    <dgm:cxn modelId="{DC8C26BE-ACCE-49A0-8E0D-2EC9EC54C57D}" type="presParOf" srcId="{127FBCD1-1F68-4823-A538-ADBEA3352DC9}" destId="{D5C4A68B-9646-4F46-85B4-AD7E9190D6B7}" srcOrd="1" destOrd="0" presId="urn:microsoft.com/office/officeart/2005/8/layout/list1"/>
    <dgm:cxn modelId="{AEBD34E2-E7B4-4F11-B9A9-3B03E9E2E566}" type="presParOf" srcId="{08EAA899-AB2B-4AA6-AF0C-F718127ED674}" destId="{915FF0A0-7972-4F76-8B1E-05E32698EC0F}" srcOrd="1" destOrd="0" presId="urn:microsoft.com/office/officeart/2005/8/layout/list1"/>
    <dgm:cxn modelId="{728934D5-C519-41A4-8688-EC7E706BC45A}" type="presParOf" srcId="{08EAA899-AB2B-4AA6-AF0C-F718127ED674}" destId="{C010FEAE-86A1-4FBD-AB78-16533BD06E25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19AB66-2475-4B7C-AD9E-5A32E4A0FC3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23DE909-BF99-40EA-AD26-4B2743D29052}">
      <dgm:prSet custT="1"/>
      <dgm:spPr/>
      <dgm:t>
        <a:bodyPr/>
        <a:lstStyle/>
        <a:p>
          <a:r>
            <a:rPr lang="cs-CZ" sz="2000" b="1" u="sng" baseline="0" dirty="0"/>
            <a:t>FAT (</a:t>
          </a:r>
          <a:r>
            <a:rPr lang="cs-CZ" sz="2000" b="1" u="sng" baseline="0" dirty="0" err="1"/>
            <a:t>File</a:t>
          </a:r>
          <a:r>
            <a:rPr lang="cs-CZ" sz="2000" b="1" u="sng" baseline="0" dirty="0"/>
            <a:t> </a:t>
          </a:r>
          <a:r>
            <a:rPr lang="cs-CZ" sz="2000" b="1" u="sng" baseline="0" dirty="0" err="1"/>
            <a:t>System</a:t>
          </a:r>
          <a:r>
            <a:rPr lang="cs-CZ" sz="2000" b="1" u="sng" baseline="0" dirty="0"/>
            <a:t> Table)</a:t>
          </a:r>
          <a:endParaRPr lang="en-US" sz="2000" dirty="0"/>
        </a:p>
      </dgm:t>
    </dgm:pt>
    <dgm:pt modelId="{0B21292D-9FA2-405A-8935-58206740587E}" type="parTrans" cxnId="{FCD772C2-FF30-4A79-B311-C17E074BB6BF}">
      <dgm:prSet/>
      <dgm:spPr/>
      <dgm:t>
        <a:bodyPr/>
        <a:lstStyle/>
        <a:p>
          <a:endParaRPr lang="en-US"/>
        </a:p>
      </dgm:t>
    </dgm:pt>
    <dgm:pt modelId="{2C02CDC2-8CBB-43C0-8907-41B1A16187CD}" type="sibTrans" cxnId="{FCD772C2-FF30-4A79-B311-C17E074BB6BF}">
      <dgm:prSet/>
      <dgm:spPr/>
      <dgm:t>
        <a:bodyPr/>
        <a:lstStyle/>
        <a:p>
          <a:endParaRPr lang="en-US"/>
        </a:p>
      </dgm:t>
    </dgm:pt>
    <dgm:pt modelId="{89F8EDCB-4B4D-4515-BD98-3C46D71FCE8F}">
      <dgm:prSet custT="1"/>
      <dgm:spPr/>
      <dgm:t>
        <a:bodyPr/>
        <a:lstStyle/>
        <a:p>
          <a:r>
            <a:rPr lang="cs-CZ" sz="2000" baseline="0" dirty="0"/>
            <a:t>FAT 32 - limit oddílu disku 32GB (velikost souboru max. 4GB)</a:t>
          </a:r>
          <a:endParaRPr lang="en-US" sz="2000" dirty="0"/>
        </a:p>
      </dgm:t>
    </dgm:pt>
    <dgm:pt modelId="{934F49A2-0219-4EBB-B66B-601067837AC9}" type="parTrans" cxnId="{5E5B2209-9BB7-43F6-9AF9-7BF2C72F9FDC}">
      <dgm:prSet/>
      <dgm:spPr/>
      <dgm:t>
        <a:bodyPr/>
        <a:lstStyle/>
        <a:p>
          <a:endParaRPr lang="en-US"/>
        </a:p>
      </dgm:t>
    </dgm:pt>
    <dgm:pt modelId="{836C6543-B6B2-48C6-BEF4-EB7D6979B64E}" type="sibTrans" cxnId="{5E5B2209-9BB7-43F6-9AF9-7BF2C72F9FDC}">
      <dgm:prSet/>
      <dgm:spPr/>
      <dgm:t>
        <a:bodyPr/>
        <a:lstStyle/>
        <a:p>
          <a:endParaRPr lang="en-US"/>
        </a:p>
      </dgm:t>
    </dgm:pt>
    <dgm:pt modelId="{667E312B-EA07-4F95-99E1-FEFD4B7E1992}">
      <dgm:prSet custT="1"/>
      <dgm:spPr/>
      <dgm:t>
        <a:bodyPr/>
        <a:lstStyle/>
        <a:p>
          <a:r>
            <a:rPr lang="cs-CZ" sz="2000" baseline="0" dirty="0"/>
            <a:t>FAT 16 – limit oddílu disku 2GB</a:t>
          </a:r>
          <a:endParaRPr lang="en-US" sz="2000" dirty="0"/>
        </a:p>
      </dgm:t>
    </dgm:pt>
    <dgm:pt modelId="{E90DA078-343C-4817-B785-E24A740066B0}" type="parTrans" cxnId="{A6EAC297-25A5-44DE-9B5C-269C49C1C29C}">
      <dgm:prSet/>
      <dgm:spPr/>
      <dgm:t>
        <a:bodyPr/>
        <a:lstStyle/>
        <a:p>
          <a:endParaRPr lang="en-US"/>
        </a:p>
      </dgm:t>
    </dgm:pt>
    <dgm:pt modelId="{D816E6ED-16E2-4BC9-A256-ACABF2A4F066}" type="sibTrans" cxnId="{A6EAC297-25A5-44DE-9B5C-269C49C1C29C}">
      <dgm:prSet/>
      <dgm:spPr/>
      <dgm:t>
        <a:bodyPr/>
        <a:lstStyle/>
        <a:p>
          <a:endParaRPr lang="en-US"/>
        </a:p>
      </dgm:t>
    </dgm:pt>
    <dgm:pt modelId="{0C42EB99-F1B4-4E9E-B301-17810FA359C7}">
      <dgm:prSet custT="1"/>
      <dgm:spPr/>
      <dgm:t>
        <a:bodyPr/>
        <a:lstStyle/>
        <a:p>
          <a:r>
            <a:rPr lang="cs-CZ" sz="2000" baseline="0" dirty="0"/>
            <a:t>FAT 12</a:t>
          </a:r>
          <a:endParaRPr lang="en-US" sz="2000" dirty="0"/>
        </a:p>
      </dgm:t>
    </dgm:pt>
    <dgm:pt modelId="{77F406A9-3234-450A-BE8F-086AA123AE3F}" type="parTrans" cxnId="{E0DA1ABF-93A1-4185-9891-9A4321F4B444}">
      <dgm:prSet/>
      <dgm:spPr/>
      <dgm:t>
        <a:bodyPr/>
        <a:lstStyle/>
        <a:p>
          <a:endParaRPr lang="en-US"/>
        </a:p>
      </dgm:t>
    </dgm:pt>
    <dgm:pt modelId="{704340CA-717A-4704-B9CA-FB0924840EAB}" type="sibTrans" cxnId="{E0DA1ABF-93A1-4185-9891-9A4321F4B444}">
      <dgm:prSet/>
      <dgm:spPr/>
      <dgm:t>
        <a:bodyPr/>
        <a:lstStyle/>
        <a:p>
          <a:endParaRPr lang="en-US"/>
        </a:p>
      </dgm:t>
    </dgm:pt>
    <dgm:pt modelId="{E91FA9E8-FD6A-4F6C-B1EB-057626964F2E}" type="pres">
      <dgm:prSet presAssocID="{F419AB66-2475-4B7C-AD9E-5A32E4A0FC3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5892066-F778-4754-8EB7-17462AAE7414}" type="pres">
      <dgm:prSet presAssocID="{823DE909-BF99-40EA-AD26-4B2743D29052}" presName="hierRoot1" presStyleCnt="0"/>
      <dgm:spPr/>
    </dgm:pt>
    <dgm:pt modelId="{8262DCBA-1185-4893-BDE7-99B047803B3F}" type="pres">
      <dgm:prSet presAssocID="{823DE909-BF99-40EA-AD26-4B2743D29052}" presName="composite" presStyleCnt="0"/>
      <dgm:spPr/>
    </dgm:pt>
    <dgm:pt modelId="{70A1BC12-9773-4414-B72D-EC73DFA8669D}" type="pres">
      <dgm:prSet presAssocID="{823DE909-BF99-40EA-AD26-4B2743D29052}" presName="background" presStyleLbl="node0" presStyleIdx="0" presStyleCnt="1"/>
      <dgm:spPr/>
    </dgm:pt>
    <dgm:pt modelId="{BC3157D7-1395-4FBE-A578-589A3384FCC2}" type="pres">
      <dgm:prSet presAssocID="{823DE909-BF99-40EA-AD26-4B2743D29052}" presName="text" presStyleLbl="fgAcc0" presStyleIdx="0" presStyleCnt="1">
        <dgm:presLayoutVars>
          <dgm:chPref val="3"/>
        </dgm:presLayoutVars>
      </dgm:prSet>
      <dgm:spPr/>
    </dgm:pt>
    <dgm:pt modelId="{4470FFBB-107F-41D0-90B8-AC13FB162F26}" type="pres">
      <dgm:prSet presAssocID="{823DE909-BF99-40EA-AD26-4B2743D29052}" presName="hierChild2" presStyleCnt="0"/>
      <dgm:spPr/>
    </dgm:pt>
    <dgm:pt modelId="{53D84D20-EFD1-4070-A394-F4B39DC461D3}" type="pres">
      <dgm:prSet presAssocID="{934F49A2-0219-4EBB-B66B-601067837AC9}" presName="Name10" presStyleLbl="parChTrans1D2" presStyleIdx="0" presStyleCnt="3"/>
      <dgm:spPr/>
    </dgm:pt>
    <dgm:pt modelId="{3DB5FBC8-EBD8-4DC7-A9B5-51CF342D0B8F}" type="pres">
      <dgm:prSet presAssocID="{89F8EDCB-4B4D-4515-BD98-3C46D71FCE8F}" presName="hierRoot2" presStyleCnt="0"/>
      <dgm:spPr/>
    </dgm:pt>
    <dgm:pt modelId="{1AF070CB-A0E0-4FA1-8882-142EA728F8C3}" type="pres">
      <dgm:prSet presAssocID="{89F8EDCB-4B4D-4515-BD98-3C46D71FCE8F}" presName="composite2" presStyleCnt="0"/>
      <dgm:spPr/>
    </dgm:pt>
    <dgm:pt modelId="{5403C09D-A690-415E-BF92-CED323AE71A6}" type="pres">
      <dgm:prSet presAssocID="{89F8EDCB-4B4D-4515-BD98-3C46D71FCE8F}" presName="background2" presStyleLbl="node2" presStyleIdx="0" presStyleCnt="3"/>
      <dgm:spPr/>
    </dgm:pt>
    <dgm:pt modelId="{A459C833-E104-435C-BDBC-E067774A5566}" type="pres">
      <dgm:prSet presAssocID="{89F8EDCB-4B4D-4515-BD98-3C46D71FCE8F}" presName="text2" presStyleLbl="fgAcc2" presStyleIdx="0" presStyleCnt="3">
        <dgm:presLayoutVars>
          <dgm:chPref val="3"/>
        </dgm:presLayoutVars>
      </dgm:prSet>
      <dgm:spPr/>
    </dgm:pt>
    <dgm:pt modelId="{837CB99E-703F-4A0F-948A-845B0504D450}" type="pres">
      <dgm:prSet presAssocID="{89F8EDCB-4B4D-4515-BD98-3C46D71FCE8F}" presName="hierChild3" presStyleCnt="0"/>
      <dgm:spPr/>
    </dgm:pt>
    <dgm:pt modelId="{F2FD269C-BC4F-48C2-8EA6-B3B6ED1580EE}" type="pres">
      <dgm:prSet presAssocID="{E90DA078-343C-4817-B785-E24A740066B0}" presName="Name10" presStyleLbl="parChTrans1D2" presStyleIdx="1" presStyleCnt="3"/>
      <dgm:spPr/>
    </dgm:pt>
    <dgm:pt modelId="{010A1E00-55AF-4637-B8A5-AFD10D0F8F34}" type="pres">
      <dgm:prSet presAssocID="{667E312B-EA07-4F95-99E1-FEFD4B7E1992}" presName="hierRoot2" presStyleCnt="0"/>
      <dgm:spPr/>
    </dgm:pt>
    <dgm:pt modelId="{4F01F716-BA9C-4780-9F8B-8284A4530C6A}" type="pres">
      <dgm:prSet presAssocID="{667E312B-EA07-4F95-99E1-FEFD4B7E1992}" presName="composite2" presStyleCnt="0"/>
      <dgm:spPr/>
    </dgm:pt>
    <dgm:pt modelId="{1EC8F2C3-BF6F-4F78-8D31-125F49CEB639}" type="pres">
      <dgm:prSet presAssocID="{667E312B-EA07-4F95-99E1-FEFD4B7E1992}" presName="background2" presStyleLbl="node2" presStyleIdx="1" presStyleCnt="3"/>
      <dgm:spPr/>
    </dgm:pt>
    <dgm:pt modelId="{C5199C02-95EB-4273-BB4F-FD816870EC3D}" type="pres">
      <dgm:prSet presAssocID="{667E312B-EA07-4F95-99E1-FEFD4B7E1992}" presName="text2" presStyleLbl="fgAcc2" presStyleIdx="1" presStyleCnt="3">
        <dgm:presLayoutVars>
          <dgm:chPref val="3"/>
        </dgm:presLayoutVars>
      </dgm:prSet>
      <dgm:spPr/>
    </dgm:pt>
    <dgm:pt modelId="{7BD41120-9702-45A1-9D18-BE46A8D3458C}" type="pres">
      <dgm:prSet presAssocID="{667E312B-EA07-4F95-99E1-FEFD4B7E1992}" presName="hierChild3" presStyleCnt="0"/>
      <dgm:spPr/>
    </dgm:pt>
    <dgm:pt modelId="{4E87F123-DC1E-4B42-9CC8-4224C39C3F8D}" type="pres">
      <dgm:prSet presAssocID="{77F406A9-3234-450A-BE8F-086AA123AE3F}" presName="Name10" presStyleLbl="parChTrans1D2" presStyleIdx="2" presStyleCnt="3"/>
      <dgm:spPr/>
    </dgm:pt>
    <dgm:pt modelId="{12B72D4D-4DBA-4358-8488-FFCA40357B59}" type="pres">
      <dgm:prSet presAssocID="{0C42EB99-F1B4-4E9E-B301-17810FA359C7}" presName="hierRoot2" presStyleCnt="0"/>
      <dgm:spPr/>
    </dgm:pt>
    <dgm:pt modelId="{72A13D79-37C5-4AA9-B43B-57E0612EC7D8}" type="pres">
      <dgm:prSet presAssocID="{0C42EB99-F1B4-4E9E-B301-17810FA359C7}" presName="composite2" presStyleCnt="0"/>
      <dgm:spPr/>
    </dgm:pt>
    <dgm:pt modelId="{F78C5509-F8E8-498F-90DB-CFE6344AAD92}" type="pres">
      <dgm:prSet presAssocID="{0C42EB99-F1B4-4E9E-B301-17810FA359C7}" presName="background2" presStyleLbl="node2" presStyleIdx="2" presStyleCnt="3"/>
      <dgm:spPr/>
    </dgm:pt>
    <dgm:pt modelId="{7F595BA0-F9E0-4452-B25F-A70E779BC13C}" type="pres">
      <dgm:prSet presAssocID="{0C42EB99-F1B4-4E9E-B301-17810FA359C7}" presName="text2" presStyleLbl="fgAcc2" presStyleIdx="2" presStyleCnt="3">
        <dgm:presLayoutVars>
          <dgm:chPref val="3"/>
        </dgm:presLayoutVars>
      </dgm:prSet>
      <dgm:spPr/>
    </dgm:pt>
    <dgm:pt modelId="{9DAA0D9C-4997-4A80-9807-99A8F6C6C2B1}" type="pres">
      <dgm:prSet presAssocID="{0C42EB99-F1B4-4E9E-B301-17810FA359C7}" presName="hierChild3" presStyleCnt="0"/>
      <dgm:spPr/>
    </dgm:pt>
  </dgm:ptLst>
  <dgm:cxnLst>
    <dgm:cxn modelId="{63371701-3D9F-4ADC-A370-51A77C4E101E}" type="presOf" srcId="{934F49A2-0219-4EBB-B66B-601067837AC9}" destId="{53D84D20-EFD1-4070-A394-F4B39DC461D3}" srcOrd="0" destOrd="0" presId="urn:microsoft.com/office/officeart/2005/8/layout/hierarchy1"/>
    <dgm:cxn modelId="{5E5B2209-9BB7-43F6-9AF9-7BF2C72F9FDC}" srcId="{823DE909-BF99-40EA-AD26-4B2743D29052}" destId="{89F8EDCB-4B4D-4515-BD98-3C46D71FCE8F}" srcOrd="0" destOrd="0" parTransId="{934F49A2-0219-4EBB-B66B-601067837AC9}" sibTransId="{836C6543-B6B2-48C6-BEF4-EB7D6979B64E}"/>
    <dgm:cxn modelId="{3155062B-BC94-4FF8-8263-5C07925495C7}" type="presOf" srcId="{F419AB66-2475-4B7C-AD9E-5A32E4A0FC38}" destId="{E91FA9E8-FD6A-4F6C-B1EB-057626964F2E}" srcOrd="0" destOrd="0" presId="urn:microsoft.com/office/officeart/2005/8/layout/hierarchy1"/>
    <dgm:cxn modelId="{561D513F-167D-4233-8FD6-0ED64E98CE87}" type="presOf" srcId="{89F8EDCB-4B4D-4515-BD98-3C46D71FCE8F}" destId="{A459C833-E104-435C-BDBC-E067774A5566}" srcOrd="0" destOrd="0" presId="urn:microsoft.com/office/officeart/2005/8/layout/hierarchy1"/>
    <dgm:cxn modelId="{C253B53F-79C0-42AC-8463-40EA037F4428}" type="presOf" srcId="{E90DA078-343C-4817-B785-E24A740066B0}" destId="{F2FD269C-BC4F-48C2-8EA6-B3B6ED1580EE}" srcOrd="0" destOrd="0" presId="urn:microsoft.com/office/officeart/2005/8/layout/hierarchy1"/>
    <dgm:cxn modelId="{53F5C444-C762-40F6-AFE5-2DC297E84CF5}" type="presOf" srcId="{823DE909-BF99-40EA-AD26-4B2743D29052}" destId="{BC3157D7-1395-4FBE-A578-589A3384FCC2}" srcOrd="0" destOrd="0" presId="urn:microsoft.com/office/officeart/2005/8/layout/hierarchy1"/>
    <dgm:cxn modelId="{96892792-15A3-4686-AE1D-C253A6DBA1F5}" type="presOf" srcId="{667E312B-EA07-4F95-99E1-FEFD4B7E1992}" destId="{C5199C02-95EB-4273-BB4F-FD816870EC3D}" srcOrd="0" destOrd="0" presId="urn:microsoft.com/office/officeart/2005/8/layout/hierarchy1"/>
    <dgm:cxn modelId="{A6EAC297-25A5-44DE-9B5C-269C49C1C29C}" srcId="{823DE909-BF99-40EA-AD26-4B2743D29052}" destId="{667E312B-EA07-4F95-99E1-FEFD4B7E1992}" srcOrd="1" destOrd="0" parTransId="{E90DA078-343C-4817-B785-E24A740066B0}" sibTransId="{D816E6ED-16E2-4BC9-A256-ACABF2A4F066}"/>
    <dgm:cxn modelId="{E0DA1ABF-93A1-4185-9891-9A4321F4B444}" srcId="{823DE909-BF99-40EA-AD26-4B2743D29052}" destId="{0C42EB99-F1B4-4E9E-B301-17810FA359C7}" srcOrd="2" destOrd="0" parTransId="{77F406A9-3234-450A-BE8F-086AA123AE3F}" sibTransId="{704340CA-717A-4704-B9CA-FB0924840EAB}"/>
    <dgm:cxn modelId="{FCD772C2-FF30-4A79-B311-C17E074BB6BF}" srcId="{F419AB66-2475-4B7C-AD9E-5A32E4A0FC38}" destId="{823DE909-BF99-40EA-AD26-4B2743D29052}" srcOrd="0" destOrd="0" parTransId="{0B21292D-9FA2-405A-8935-58206740587E}" sibTransId="{2C02CDC2-8CBB-43C0-8907-41B1A16187CD}"/>
    <dgm:cxn modelId="{AD4289C3-5126-4751-AAEB-B8CD0A369C14}" type="presOf" srcId="{0C42EB99-F1B4-4E9E-B301-17810FA359C7}" destId="{7F595BA0-F9E0-4452-B25F-A70E779BC13C}" srcOrd="0" destOrd="0" presId="urn:microsoft.com/office/officeart/2005/8/layout/hierarchy1"/>
    <dgm:cxn modelId="{8B2777D5-6AC9-4FE2-9D60-8BF68D448C37}" type="presOf" srcId="{77F406A9-3234-450A-BE8F-086AA123AE3F}" destId="{4E87F123-DC1E-4B42-9CC8-4224C39C3F8D}" srcOrd="0" destOrd="0" presId="urn:microsoft.com/office/officeart/2005/8/layout/hierarchy1"/>
    <dgm:cxn modelId="{0FB9FF6C-866C-47E9-B136-14A33D55FCCC}" type="presParOf" srcId="{E91FA9E8-FD6A-4F6C-B1EB-057626964F2E}" destId="{05892066-F778-4754-8EB7-17462AAE7414}" srcOrd="0" destOrd="0" presId="urn:microsoft.com/office/officeart/2005/8/layout/hierarchy1"/>
    <dgm:cxn modelId="{45C5B293-4ED6-4997-BFBE-2965C5478057}" type="presParOf" srcId="{05892066-F778-4754-8EB7-17462AAE7414}" destId="{8262DCBA-1185-4893-BDE7-99B047803B3F}" srcOrd="0" destOrd="0" presId="urn:microsoft.com/office/officeart/2005/8/layout/hierarchy1"/>
    <dgm:cxn modelId="{1645241F-4FA9-462A-9B4A-A2AEC03B9794}" type="presParOf" srcId="{8262DCBA-1185-4893-BDE7-99B047803B3F}" destId="{70A1BC12-9773-4414-B72D-EC73DFA8669D}" srcOrd="0" destOrd="0" presId="urn:microsoft.com/office/officeart/2005/8/layout/hierarchy1"/>
    <dgm:cxn modelId="{0A2B0336-5353-4AE5-A66C-4EB071555C32}" type="presParOf" srcId="{8262DCBA-1185-4893-BDE7-99B047803B3F}" destId="{BC3157D7-1395-4FBE-A578-589A3384FCC2}" srcOrd="1" destOrd="0" presId="urn:microsoft.com/office/officeart/2005/8/layout/hierarchy1"/>
    <dgm:cxn modelId="{06E5BD89-3D60-4924-97FD-BBAD9A4E2BE4}" type="presParOf" srcId="{05892066-F778-4754-8EB7-17462AAE7414}" destId="{4470FFBB-107F-41D0-90B8-AC13FB162F26}" srcOrd="1" destOrd="0" presId="urn:microsoft.com/office/officeart/2005/8/layout/hierarchy1"/>
    <dgm:cxn modelId="{54491AF9-4024-41E5-B1E0-2112939EAEA1}" type="presParOf" srcId="{4470FFBB-107F-41D0-90B8-AC13FB162F26}" destId="{53D84D20-EFD1-4070-A394-F4B39DC461D3}" srcOrd="0" destOrd="0" presId="urn:microsoft.com/office/officeart/2005/8/layout/hierarchy1"/>
    <dgm:cxn modelId="{29F792FE-3FB4-41AD-A211-55297EBA7A0D}" type="presParOf" srcId="{4470FFBB-107F-41D0-90B8-AC13FB162F26}" destId="{3DB5FBC8-EBD8-4DC7-A9B5-51CF342D0B8F}" srcOrd="1" destOrd="0" presId="urn:microsoft.com/office/officeart/2005/8/layout/hierarchy1"/>
    <dgm:cxn modelId="{E376C002-8A08-4D52-8DD8-19C382C46A68}" type="presParOf" srcId="{3DB5FBC8-EBD8-4DC7-A9B5-51CF342D0B8F}" destId="{1AF070CB-A0E0-4FA1-8882-142EA728F8C3}" srcOrd="0" destOrd="0" presId="urn:microsoft.com/office/officeart/2005/8/layout/hierarchy1"/>
    <dgm:cxn modelId="{F762231D-B96A-411C-99C0-635E579EC746}" type="presParOf" srcId="{1AF070CB-A0E0-4FA1-8882-142EA728F8C3}" destId="{5403C09D-A690-415E-BF92-CED323AE71A6}" srcOrd="0" destOrd="0" presId="urn:microsoft.com/office/officeart/2005/8/layout/hierarchy1"/>
    <dgm:cxn modelId="{78180B1C-7160-4CAE-8D97-8F7F9097A340}" type="presParOf" srcId="{1AF070CB-A0E0-4FA1-8882-142EA728F8C3}" destId="{A459C833-E104-435C-BDBC-E067774A5566}" srcOrd="1" destOrd="0" presId="urn:microsoft.com/office/officeart/2005/8/layout/hierarchy1"/>
    <dgm:cxn modelId="{BBE5E30D-B8F7-4F15-A476-B4F7FD42E77E}" type="presParOf" srcId="{3DB5FBC8-EBD8-4DC7-A9B5-51CF342D0B8F}" destId="{837CB99E-703F-4A0F-948A-845B0504D450}" srcOrd="1" destOrd="0" presId="urn:microsoft.com/office/officeart/2005/8/layout/hierarchy1"/>
    <dgm:cxn modelId="{52454FCE-1AA3-4B15-855D-AB23DC791F8C}" type="presParOf" srcId="{4470FFBB-107F-41D0-90B8-AC13FB162F26}" destId="{F2FD269C-BC4F-48C2-8EA6-B3B6ED1580EE}" srcOrd="2" destOrd="0" presId="urn:microsoft.com/office/officeart/2005/8/layout/hierarchy1"/>
    <dgm:cxn modelId="{10DC0BBB-2165-422C-A15C-EF222E0EDE96}" type="presParOf" srcId="{4470FFBB-107F-41D0-90B8-AC13FB162F26}" destId="{010A1E00-55AF-4637-B8A5-AFD10D0F8F34}" srcOrd="3" destOrd="0" presId="urn:microsoft.com/office/officeart/2005/8/layout/hierarchy1"/>
    <dgm:cxn modelId="{5302FAB3-FF3D-480F-B69F-284B3A985C88}" type="presParOf" srcId="{010A1E00-55AF-4637-B8A5-AFD10D0F8F34}" destId="{4F01F716-BA9C-4780-9F8B-8284A4530C6A}" srcOrd="0" destOrd="0" presId="urn:microsoft.com/office/officeart/2005/8/layout/hierarchy1"/>
    <dgm:cxn modelId="{9A72D355-5E1A-46C9-88F3-41AFD17784D8}" type="presParOf" srcId="{4F01F716-BA9C-4780-9F8B-8284A4530C6A}" destId="{1EC8F2C3-BF6F-4F78-8D31-125F49CEB639}" srcOrd="0" destOrd="0" presId="urn:microsoft.com/office/officeart/2005/8/layout/hierarchy1"/>
    <dgm:cxn modelId="{47799365-71A7-4A77-8ACB-CC209DF29DC6}" type="presParOf" srcId="{4F01F716-BA9C-4780-9F8B-8284A4530C6A}" destId="{C5199C02-95EB-4273-BB4F-FD816870EC3D}" srcOrd="1" destOrd="0" presId="urn:microsoft.com/office/officeart/2005/8/layout/hierarchy1"/>
    <dgm:cxn modelId="{B4029D9B-DF0A-49A2-96AD-E0E2CAA45318}" type="presParOf" srcId="{010A1E00-55AF-4637-B8A5-AFD10D0F8F34}" destId="{7BD41120-9702-45A1-9D18-BE46A8D3458C}" srcOrd="1" destOrd="0" presId="urn:microsoft.com/office/officeart/2005/8/layout/hierarchy1"/>
    <dgm:cxn modelId="{08932452-1DAA-4454-86D9-5A2F5FB0F246}" type="presParOf" srcId="{4470FFBB-107F-41D0-90B8-AC13FB162F26}" destId="{4E87F123-DC1E-4B42-9CC8-4224C39C3F8D}" srcOrd="4" destOrd="0" presId="urn:microsoft.com/office/officeart/2005/8/layout/hierarchy1"/>
    <dgm:cxn modelId="{AE842F69-E7A6-4403-B9AE-722ED310003E}" type="presParOf" srcId="{4470FFBB-107F-41D0-90B8-AC13FB162F26}" destId="{12B72D4D-4DBA-4358-8488-FFCA40357B59}" srcOrd="5" destOrd="0" presId="urn:microsoft.com/office/officeart/2005/8/layout/hierarchy1"/>
    <dgm:cxn modelId="{316791AC-0700-4B36-96DD-F249B2CEC170}" type="presParOf" srcId="{12B72D4D-4DBA-4358-8488-FFCA40357B59}" destId="{72A13D79-37C5-4AA9-B43B-57E0612EC7D8}" srcOrd="0" destOrd="0" presId="urn:microsoft.com/office/officeart/2005/8/layout/hierarchy1"/>
    <dgm:cxn modelId="{AC6EF6EC-AEA0-4231-83D1-B6A3EB8812E5}" type="presParOf" srcId="{72A13D79-37C5-4AA9-B43B-57E0612EC7D8}" destId="{F78C5509-F8E8-498F-90DB-CFE6344AAD92}" srcOrd="0" destOrd="0" presId="urn:microsoft.com/office/officeart/2005/8/layout/hierarchy1"/>
    <dgm:cxn modelId="{38965586-E1B4-4FF3-955F-B49FCCAE3C9A}" type="presParOf" srcId="{72A13D79-37C5-4AA9-B43B-57E0612EC7D8}" destId="{7F595BA0-F9E0-4452-B25F-A70E779BC13C}" srcOrd="1" destOrd="0" presId="urn:microsoft.com/office/officeart/2005/8/layout/hierarchy1"/>
    <dgm:cxn modelId="{F6D14B0D-0AC4-49E2-B618-7582D451F3AD}" type="presParOf" srcId="{12B72D4D-4DBA-4358-8488-FFCA40357B59}" destId="{9DAA0D9C-4997-4A80-9807-99A8F6C6C2B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F5EF3C-F14A-4669-B53F-A95633DB160A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36AAB41-1A5D-4A5C-A6AE-31DBCBACC95D}">
      <dgm:prSet/>
      <dgm:spPr/>
      <dgm:t>
        <a:bodyPr/>
        <a:lstStyle/>
        <a:p>
          <a:r>
            <a:rPr lang="cs-CZ" dirty="0">
              <a:solidFill>
                <a:schemeClr val="tx1"/>
              </a:solidFill>
            </a:rPr>
            <a:t>MS DOS bohužel neobsahuje zatím žádné antivirové řešení.</a:t>
          </a:r>
          <a:endParaRPr lang="en-US" dirty="0">
            <a:solidFill>
              <a:schemeClr val="tx1"/>
            </a:solidFill>
          </a:endParaRPr>
        </a:p>
      </dgm:t>
    </dgm:pt>
    <dgm:pt modelId="{B25491A5-2385-4E0C-AD88-EB9C7025B3D1}" type="parTrans" cxnId="{E250A4FA-683E-4E33-B60D-1C2A4FCC81C4}">
      <dgm:prSet/>
      <dgm:spPr/>
      <dgm:t>
        <a:bodyPr/>
        <a:lstStyle/>
        <a:p>
          <a:endParaRPr lang="en-US"/>
        </a:p>
      </dgm:t>
    </dgm:pt>
    <dgm:pt modelId="{8A67DE3D-663C-4E3F-BBC0-99A288AAE67A}" type="sibTrans" cxnId="{E250A4FA-683E-4E33-B60D-1C2A4FCC81C4}">
      <dgm:prSet/>
      <dgm:spPr/>
      <dgm:t>
        <a:bodyPr/>
        <a:lstStyle/>
        <a:p>
          <a:endParaRPr lang="en-US"/>
        </a:p>
      </dgm:t>
    </dgm:pt>
    <dgm:pt modelId="{13D9F578-17C5-431A-A11D-E4386FCA522D}">
      <dgm:prSet/>
      <dgm:spPr/>
      <dgm:t>
        <a:bodyPr/>
        <a:lstStyle/>
        <a:p>
          <a:r>
            <a:rPr lang="cs-CZ" b="1" u="sng" dirty="0">
              <a:solidFill>
                <a:schemeClr val="tx1"/>
              </a:solidFill>
            </a:rPr>
            <a:t>Jak to můžeme vyřešit?</a:t>
          </a:r>
          <a:endParaRPr lang="en-US" dirty="0">
            <a:solidFill>
              <a:schemeClr val="tx1"/>
            </a:solidFill>
          </a:endParaRPr>
        </a:p>
      </dgm:t>
    </dgm:pt>
    <dgm:pt modelId="{8ED8CEC2-DC0D-428A-9ACE-02BB2433F9E2}" type="parTrans" cxnId="{15E1FA32-349F-4680-BFC5-9911C523B028}">
      <dgm:prSet/>
      <dgm:spPr/>
      <dgm:t>
        <a:bodyPr/>
        <a:lstStyle/>
        <a:p>
          <a:endParaRPr lang="en-US"/>
        </a:p>
      </dgm:t>
    </dgm:pt>
    <dgm:pt modelId="{6D07AC93-AAA9-4813-975C-147BB3065F14}" type="sibTrans" cxnId="{15E1FA32-349F-4680-BFC5-9911C523B028}">
      <dgm:prSet/>
      <dgm:spPr/>
      <dgm:t>
        <a:bodyPr/>
        <a:lstStyle/>
        <a:p>
          <a:endParaRPr lang="en-US"/>
        </a:p>
      </dgm:t>
    </dgm:pt>
    <dgm:pt modelId="{A86ABDA7-1F63-4607-A6B3-7B0018DCD3AB}">
      <dgm:prSet/>
      <dgm:spPr/>
      <dgm:t>
        <a:bodyPr/>
        <a:lstStyle/>
        <a:p>
          <a:r>
            <a:rPr lang="cs-CZ" dirty="0">
              <a:solidFill>
                <a:schemeClr val="tx1"/>
              </a:solidFill>
            </a:rPr>
            <a:t>Můžeme to vyřešit dodatečnou instalací antivirového programu. (Např. AVG)</a:t>
          </a:r>
          <a:endParaRPr lang="en-US" dirty="0">
            <a:solidFill>
              <a:schemeClr val="tx1"/>
            </a:solidFill>
          </a:endParaRPr>
        </a:p>
      </dgm:t>
    </dgm:pt>
    <dgm:pt modelId="{DBD4CB48-57D0-42D7-A5CD-9913D850FEB3}" type="parTrans" cxnId="{CD51A0B9-9D46-4836-AEB0-B8959DBCC6FA}">
      <dgm:prSet/>
      <dgm:spPr/>
      <dgm:t>
        <a:bodyPr/>
        <a:lstStyle/>
        <a:p>
          <a:endParaRPr lang="en-US"/>
        </a:p>
      </dgm:t>
    </dgm:pt>
    <dgm:pt modelId="{02A84150-4FE2-4AA4-B5B2-7A8307A896A2}" type="sibTrans" cxnId="{CD51A0B9-9D46-4836-AEB0-B8959DBCC6FA}">
      <dgm:prSet/>
      <dgm:spPr/>
      <dgm:t>
        <a:bodyPr/>
        <a:lstStyle/>
        <a:p>
          <a:endParaRPr lang="en-US"/>
        </a:p>
      </dgm:t>
    </dgm:pt>
    <dgm:pt modelId="{DC8258D5-0069-4DFC-8D2F-E0B15CD3ED3D}" type="pres">
      <dgm:prSet presAssocID="{ECF5EF3C-F14A-4669-B53F-A95633DB160A}" presName="outerComposite" presStyleCnt="0">
        <dgm:presLayoutVars>
          <dgm:chMax val="5"/>
          <dgm:dir/>
          <dgm:resizeHandles val="exact"/>
        </dgm:presLayoutVars>
      </dgm:prSet>
      <dgm:spPr/>
    </dgm:pt>
    <dgm:pt modelId="{58E626E7-1757-4665-9AC6-9B42BAA22A9A}" type="pres">
      <dgm:prSet presAssocID="{ECF5EF3C-F14A-4669-B53F-A95633DB160A}" presName="dummyMaxCanvas" presStyleCnt="0">
        <dgm:presLayoutVars/>
      </dgm:prSet>
      <dgm:spPr/>
    </dgm:pt>
    <dgm:pt modelId="{9A62B77D-9A27-4E5F-B2F0-C27D9C5597AC}" type="pres">
      <dgm:prSet presAssocID="{ECF5EF3C-F14A-4669-B53F-A95633DB160A}" presName="ThreeNodes_1" presStyleLbl="node1" presStyleIdx="0" presStyleCnt="3">
        <dgm:presLayoutVars>
          <dgm:bulletEnabled val="1"/>
        </dgm:presLayoutVars>
      </dgm:prSet>
      <dgm:spPr/>
    </dgm:pt>
    <dgm:pt modelId="{BE397755-CB53-4763-9D53-FFEEA7CE8B5D}" type="pres">
      <dgm:prSet presAssocID="{ECF5EF3C-F14A-4669-B53F-A95633DB160A}" presName="ThreeNodes_2" presStyleLbl="node1" presStyleIdx="1" presStyleCnt="3">
        <dgm:presLayoutVars>
          <dgm:bulletEnabled val="1"/>
        </dgm:presLayoutVars>
      </dgm:prSet>
      <dgm:spPr/>
    </dgm:pt>
    <dgm:pt modelId="{ACBBF233-1B26-4266-8030-1D2E5A714934}" type="pres">
      <dgm:prSet presAssocID="{ECF5EF3C-F14A-4669-B53F-A95633DB160A}" presName="ThreeNodes_3" presStyleLbl="node1" presStyleIdx="2" presStyleCnt="3">
        <dgm:presLayoutVars>
          <dgm:bulletEnabled val="1"/>
        </dgm:presLayoutVars>
      </dgm:prSet>
      <dgm:spPr/>
    </dgm:pt>
    <dgm:pt modelId="{68247300-0D7A-42FF-9B28-CE8DB150708D}" type="pres">
      <dgm:prSet presAssocID="{ECF5EF3C-F14A-4669-B53F-A95633DB160A}" presName="ThreeConn_1-2" presStyleLbl="fgAccFollowNode1" presStyleIdx="0" presStyleCnt="2">
        <dgm:presLayoutVars>
          <dgm:bulletEnabled val="1"/>
        </dgm:presLayoutVars>
      </dgm:prSet>
      <dgm:spPr/>
    </dgm:pt>
    <dgm:pt modelId="{E980254D-4C6F-44DB-8997-900D3E5B7FD7}" type="pres">
      <dgm:prSet presAssocID="{ECF5EF3C-F14A-4669-B53F-A95633DB160A}" presName="ThreeConn_2-3" presStyleLbl="fgAccFollowNode1" presStyleIdx="1" presStyleCnt="2">
        <dgm:presLayoutVars>
          <dgm:bulletEnabled val="1"/>
        </dgm:presLayoutVars>
      </dgm:prSet>
      <dgm:spPr/>
    </dgm:pt>
    <dgm:pt modelId="{39175B78-8949-4432-828D-2F37D8155135}" type="pres">
      <dgm:prSet presAssocID="{ECF5EF3C-F14A-4669-B53F-A95633DB160A}" presName="ThreeNodes_1_text" presStyleLbl="node1" presStyleIdx="2" presStyleCnt="3">
        <dgm:presLayoutVars>
          <dgm:bulletEnabled val="1"/>
        </dgm:presLayoutVars>
      </dgm:prSet>
      <dgm:spPr/>
    </dgm:pt>
    <dgm:pt modelId="{9E38029E-7401-4202-8F17-C533774CFB31}" type="pres">
      <dgm:prSet presAssocID="{ECF5EF3C-F14A-4669-B53F-A95633DB160A}" presName="ThreeNodes_2_text" presStyleLbl="node1" presStyleIdx="2" presStyleCnt="3">
        <dgm:presLayoutVars>
          <dgm:bulletEnabled val="1"/>
        </dgm:presLayoutVars>
      </dgm:prSet>
      <dgm:spPr/>
    </dgm:pt>
    <dgm:pt modelId="{2016E761-49A8-4718-8F1C-573D08545110}" type="pres">
      <dgm:prSet presAssocID="{ECF5EF3C-F14A-4669-B53F-A95633DB160A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2A9A715-E029-4D15-9B78-B77BBCF72A29}" type="presOf" srcId="{13D9F578-17C5-431A-A11D-E4386FCA522D}" destId="{9E38029E-7401-4202-8F17-C533774CFB31}" srcOrd="1" destOrd="0" presId="urn:microsoft.com/office/officeart/2005/8/layout/vProcess5"/>
    <dgm:cxn modelId="{4076E818-C4A8-4920-BC7C-A30BBAEA5D06}" type="presOf" srcId="{A86ABDA7-1F63-4607-A6B3-7B0018DCD3AB}" destId="{2016E761-49A8-4718-8F1C-573D08545110}" srcOrd="1" destOrd="0" presId="urn:microsoft.com/office/officeart/2005/8/layout/vProcess5"/>
    <dgm:cxn modelId="{15E1FA32-349F-4680-BFC5-9911C523B028}" srcId="{ECF5EF3C-F14A-4669-B53F-A95633DB160A}" destId="{13D9F578-17C5-431A-A11D-E4386FCA522D}" srcOrd="1" destOrd="0" parTransId="{8ED8CEC2-DC0D-428A-9ACE-02BB2433F9E2}" sibTransId="{6D07AC93-AAA9-4813-975C-147BB3065F14}"/>
    <dgm:cxn modelId="{7C2ECC33-7C87-4AA1-92AD-21B056C0DF53}" type="presOf" srcId="{636AAB41-1A5D-4A5C-A6AE-31DBCBACC95D}" destId="{39175B78-8949-4432-828D-2F37D8155135}" srcOrd="1" destOrd="0" presId="urn:microsoft.com/office/officeart/2005/8/layout/vProcess5"/>
    <dgm:cxn modelId="{84FD353B-0A8E-4377-9C39-D82982C86071}" type="presOf" srcId="{ECF5EF3C-F14A-4669-B53F-A95633DB160A}" destId="{DC8258D5-0069-4DFC-8D2F-E0B15CD3ED3D}" srcOrd="0" destOrd="0" presId="urn:microsoft.com/office/officeart/2005/8/layout/vProcess5"/>
    <dgm:cxn modelId="{F4CBC05D-7FB8-4AC8-BD0F-18B41D144D80}" type="presOf" srcId="{8A67DE3D-663C-4E3F-BBC0-99A288AAE67A}" destId="{68247300-0D7A-42FF-9B28-CE8DB150708D}" srcOrd="0" destOrd="0" presId="urn:microsoft.com/office/officeart/2005/8/layout/vProcess5"/>
    <dgm:cxn modelId="{DCD14579-E676-4A1E-8CD6-741E2509A995}" type="presOf" srcId="{636AAB41-1A5D-4A5C-A6AE-31DBCBACC95D}" destId="{9A62B77D-9A27-4E5F-B2F0-C27D9C5597AC}" srcOrd="0" destOrd="0" presId="urn:microsoft.com/office/officeart/2005/8/layout/vProcess5"/>
    <dgm:cxn modelId="{4CAE2384-133F-4883-9972-112D7F318785}" type="presOf" srcId="{A86ABDA7-1F63-4607-A6B3-7B0018DCD3AB}" destId="{ACBBF233-1B26-4266-8030-1D2E5A714934}" srcOrd="0" destOrd="0" presId="urn:microsoft.com/office/officeart/2005/8/layout/vProcess5"/>
    <dgm:cxn modelId="{0FE2B584-1AF9-4FEE-88CD-94CF6D7C00DF}" type="presOf" srcId="{6D07AC93-AAA9-4813-975C-147BB3065F14}" destId="{E980254D-4C6F-44DB-8997-900D3E5B7FD7}" srcOrd="0" destOrd="0" presId="urn:microsoft.com/office/officeart/2005/8/layout/vProcess5"/>
    <dgm:cxn modelId="{CD661092-B6FD-458B-9627-FC082B30D609}" type="presOf" srcId="{13D9F578-17C5-431A-A11D-E4386FCA522D}" destId="{BE397755-CB53-4763-9D53-FFEEA7CE8B5D}" srcOrd="0" destOrd="0" presId="urn:microsoft.com/office/officeart/2005/8/layout/vProcess5"/>
    <dgm:cxn modelId="{CD51A0B9-9D46-4836-AEB0-B8959DBCC6FA}" srcId="{ECF5EF3C-F14A-4669-B53F-A95633DB160A}" destId="{A86ABDA7-1F63-4607-A6B3-7B0018DCD3AB}" srcOrd="2" destOrd="0" parTransId="{DBD4CB48-57D0-42D7-A5CD-9913D850FEB3}" sibTransId="{02A84150-4FE2-4AA4-B5B2-7A8307A896A2}"/>
    <dgm:cxn modelId="{E250A4FA-683E-4E33-B60D-1C2A4FCC81C4}" srcId="{ECF5EF3C-F14A-4669-B53F-A95633DB160A}" destId="{636AAB41-1A5D-4A5C-A6AE-31DBCBACC95D}" srcOrd="0" destOrd="0" parTransId="{B25491A5-2385-4E0C-AD88-EB9C7025B3D1}" sibTransId="{8A67DE3D-663C-4E3F-BBC0-99A288AAE67A}"/>
    <dgm:cxn modelId="{92294597-3753-47F2-A8E3-3E0CF0A827DF}" type="presParOf" srcId="{DC8258D5-0069-4DFC-8D2F-E0B15CD3ED3D}" destId="{58E626E7-1757-4665-9AC6-9B42BAA22A9A}" srcOrd="0" destOrd="0" presId="urn:microsoft.com/office/officeart/2005/8/layout/vProcess5"/>
    <dgm:cxn modelId="{8FE39B46-3EAE-49EA-A64F-E7D96F901AFB}" type="presParOf" srcId="{DC8258D5-0069-4DFC-8D2F-E0B15CD3ED3D}" destId="{9A62B77D-9A27-4E5F-B2F0-C27D9C5597AC}" srcOrd="1" destOrd="0" presId="urn:microsoft.com/office/officeart/2005/8/layout/vProcess5"/>
    <dgm:cxn modelId="{683ACD7F-D120-4F8F-A1AD-FD52CACAA44B}" type="presParOf" srcId="{DC8258D5-0069-4DFC-8D2F-E0B15CD3ED3D}" destId="{BE397755-CB53-4763-9D53-FFEEA7CE8B5D}" srcOrd="2" destOrd="0" presId="urn:microsoft.com/office/officeart/2005/8/layout/vProcess5"/>
    <dgm:cxn modelId="{125BD353-99A1-4030-AE6C-9ABFD2FF58FB}" type="presParOf" srcId="{DC8258D5-0069-4DFC-8D2F-E0B15CD3ED3D}" destId="{ACBBF233-1B26-4266-8030-1D2E5A714934}" srcOrd="3" destOrd="0" presId="urn:microsoft.com/office/officeart/2005/8/layout/vProcess5"/>
    <dgm:cxn modelId="{E5492F2D-7DA4-43B1-B169-AAF0A8253046}" type="presParOf" srcId="{DC8258D5-0069-4DFC-8D2F-E0B15CD3ED3D}" destId="{68247300-0D7A-42FF-9B28-CE8DB150708D}" srcOrd="4" destOrd="0" presId="urn:microsoft.com/office/officeart/2005/8/layout/vProcess5"/>
    <dgm:cxn modelId="{C16FE365-5FA9-4D9A-BF1A-073D1DBC76BA}" type="presParOf" srcId="{DC8258D5-0069-4DFC-8D2F-E0B15CD3ED3D}" destId="{E980254D-4C6F-44DB-8997-900D3E5B7FD7}" srcOrd="5" destOrd="0" presId="urn:microsoft.com/office/officeart/2005/8/layout/vProcess5"/>
    <dgm:cxn modelId="{B940CB6D-1F69-41FB-B0B4-F908C78DED2C}" type="presParOf" srcId="{DC8258D5-0069-4DFC-8D2F-E0B15CD3ED3D}" destId="{39175B78-8949-4432-828D-2F37D8155135}" srcOrd="6" destOrd="0" presId="urn:microsoft.com/office/officeart/2005/8/layout/vProcess5"/>
    <dgm:cxn modelId="{68D17067-5D2B-44EE-B5F9-34CB5C6E64A2}" type="presParOf" srcId="{DC8258D5-0069-4DFC-8D2F-E0B15CD3ED3D}" destId="{9E38029E-7401-4202-8F17-C533774CFB31}" srcOrd="7" destOrd="0" presId="urn:microsoft.com/office/officeart/2005/8/layout/vProcess5"/>
    <dgm:cxn modelId="{CF607104-F36F-4238-A59E-96793B68301E}" type="presParOf" srcId="{DC8258D5-0069-4DFC-8D2F-E0B15CD3ED3D}" destId="{2016E761-49A8-4718-8F1C-573D08545110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2DAC5FA-EA30-4AFF-88A5-B988507942F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241F992-DDC7-4417-BD73-0DFCFB777F46}">
      <dgm:prSet/>
      <dgm:spPr/>
      <dgm:t>
        <a:bodyPr/>
        <a:lstStyle/>
        <a:p>
          <a:r>
            <a:rPr lang="cs-CZ"/>
            <a:t>Co si myslíte o operačním systému MS DOS obecně? </a:t>
          </a:r>
          <a:endParaRPr lang="en-US"/>
        </a:p>
      </dgm:t>
    </dgm:pt>
    <dgm:pt modelId="{AE84AEBE-1FEA-4671-8A19-3ECE47B06B1D}" type="parTrans" cxnId="{112B435D-DEF6-4440-8C85-346BDFE997FE}">
      <dgm:prSet/>
      <dgm:spPr/>
      <dgm:t>
        <a:bodyPr/>
        <a:lstStyle/>
        <a:p>
          <a:endParaRPr lang="en-US"/>
        </a:p>
      </dgm:t>
    </dgm:pt>
    <dgm:pt modelId="{07C94A1E-F078-4176-A722-E208744DEC33}" type="sibTrans" cxnId="{112B435D-DEF6-4440-8C85-346BDFE997FE}">
      <dgm:prSet/>
      <dgm:spPr/>
      <dgm:t>
        <a:bodyPr/>
        <a:lstStyle/>
        <a:p>
          <a:endParaRPr lang="en-US"/>
        </a:p>
      </dgm:t>
    </dgm:pt>
    <dgm:pt modelId="{15D0FD22-F7E9-439A-B298-F6E891914FB6}">
      <dgm:prSet/>
      <dgm:spPr/>
      <dgm:t>
        <a:bodyPr/>
        <a:lstStyle/>
        <a:p>
          <a:r>
            <a:rPr lang="cs-CZ"/>
            <a:t>Měl by MS DOS mít lepší bezpečnost?</a:t>
          </a:r>
          <a:endParaRPr lang="en-US"/>
        </a:p>
      </dgm:t>
    </dgm:pt>
    <dgm:pt modelId="{52EEC806-3E0D-41C1-983F-824631D01E88}" type="parTrans" cxnId="{639EECFF-170A-4CA2-ADE2-B33A2D20689B}">
      <dgm:prSet/>
      <dgm:spPr/>
      <dgm:t>
        <a:bodyPr/>
        <a:lstStyle/>
        <a:p>
          <a:endParaRPr lang="en-US"/>
        </a:p>
      </dgm:t>
    </dgm:pt>
    <dgm:pt modelId="{CBF6AAD2-E7B3-49BE-9FFC-0C8FD9911A55}" type="sibTrans" cxnId="{639EECFF-170A-4CA2-ADE2-B33A2D20689B}">
      <dgm:prSet/>
      <dgm:spPr/>
      <dgm:t>
        <a:bodyPr/>
        <a:lstStyle/>
        <a:p>
          <a:endParaRPr lang="en-US"/>
        </a:p>
      </dgm:t>
    </dgm:pt>
    <dgm:pt modelId="{2B9D4F63-77C0-4477-8E02-BF3CE84A936D}">
      <dgm:prSet/>
      <dgm:spPr/>
      <dgm:t>
        <a:bodyPr/>
        <a:lstStyle/>
        <a:p>
          <a:r>
            <a:rPr lang="cs-CZ" dirty="0"/>
            <a:t>Používali b</a:t>
          </a:r>
          <a:r>
            <a:rPr lang="en-GB" dirty="0"/>
            <a:t>y</a:t>
          </a:r>
          <a:r>
            <a:rPr lang="cs-CZ" dirty="0" err="1"/>
            <a:t>ste</a:t>
          </a:r>
          <a:r>
            <a:rPr lang="cs-CZ" dirty="0"/>
            <a:t> MS DOS, i když už existují více výkonnější operační systémy?</a:t>
          </a:r>
          <a:endParaRPr lang="en-US" dirty="0"/>
        </a:p>
      </dgm:t>
    </dgm:pt>
    <dgm:pt modelId="{115FB5A9-75AF-4435-B44B-4B12865D52EF}" type="parTrans" cxnId="{28CF14D8-46B3-455B-9A61-A50925C9CB32}">
      <dgm:prSet/>
      <dgm:spPr/>
      <dgm:t>
        <a:bodyPr/>
        <a:lstStyle/>
        <a:p>
          <a:endParaRPr lang="en-US"/>
        </a:p>
      </dgm:t>
    </dgm:pt>
    <dgm:pt modelId="{1A850988-3C87-4BC2-9FBF-B6FC58F1A5F0}" type="sibTrans" cxnId="{28CF14D8-46B3-455B-9A61-A50925C9CB32}">
      <dgm:prSet/>
      <dgm:spPr/>
      <dgm:t>
        <a:bodyPr/>
        <a:lstStyle/>
        <a:p>
          <a:endParaRPr lang="en-US"/>
        </a:p>
      </dgm:t>
    </dgm:pt>
    <dgm:pt modelId="{074FC91E-3EB6-4319-A545-CE76A8106C40}" type="pres">
      <dgm:prSet presAssocID="{92DAC5FA-EA30-4AFF-88A5-B988507942FB}" presName="root" presStyleCnt="0">
        <dgm:presLayoutVars>
          <dgm:dir/>
          <dgm:resizeHandles val="exact"/>
        </dgm:presLayoutVars>
      </dgm:prSet>
      <dgm:spPr/>
    </dgm:pt>
    <dgm:pt modelId="{9230A24B-F8A5-49CD-9308-DD61C7434322}" type="pres">
      <dgm:prSet presAssocID="{1241F992-DDC7-4417-BD73-0DFCFB777F46}" presName="compNode" presStyleCnt="0"/>
      <dgm:spPr/>
    </dgm:pt>
    <dgm:pt modelId="{D7A608C4-8189-487B-A016-069D55987B02}" type="pres">
      <dgm:prSet presAssocID="{1241F992-DDC7-4417-BD73-0DFCFB777F46}" presName="bgRect" presStyleLbl="bgShp" presStyleIdx="0" presStyleCnt="3"/>
      <dgm:spPr/>
    </dgm:pt>
    <dgm:pt modelId="{C233C53F-C2E2-4C9F-B2C8-3C096A857861}" type="pres">
      <dgm:prSet presAssocID="{1241F992-DDC7-4417-BD73-0DFCFB777F4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škrtnutí"/>
        </a:ext>
      </dgm:extLst>
    </dgm:pt>
    <dgm:pt modelId="{5CB4221F-B5A6-4634-B6A2-9F429C7B822D}" type="pres">
      <dgm:prSet presAssocID="{1241F992-DDC7-4417-BD73-0DFCFB777F46}" presName="spaceRect" presStyleCnt="0"/>
      <dgm:spPr/>
    </dgm:pt>
    <dgm:pt modelId="{AD8BCE60-021E-4FB8-BC51-4E571FCA63CF}" type="pres">
      <dgm:prSet presAssocID="{1241F992-DDC7-4417-BD73-0DFCFB777F46}" presName="parTx" presStyleLbl="revTx" presStyleIdx="0" presStyleCnt="3">
        <dgm:presLayoutVars>
          <dgm:chMax val="0"/>
          <dgm:chPref val="0"/>
        </dgm:presLayoutVars>
      </dgm:prSet>
      <dgm:spPr/>
    </dgm:pt>
    <dgm:pt modelId="{0A481C21-FB55-4595-A65C-1EBCFF57CBE2}" type="pres">
      <dgm:prSet presAssocID="{07C94A1E-F078-4176-A722-E208744DEC33}" presName="sibTrans" presStyleCnt="0"/>
      <dgm:spPr/>
    </dgm:pt>
    <dgm:pt modelId="{63E96E03-7DF1-4C6E-AE2E-884331BB222B}" type="pres">
      <dgm:prSet presAssocID="{15D0FD22-F7E9-439A-B298-F6E891914FB6}" presName="compNode" presStyleCnt="0"/>
      <dgm:spPr/>
    </dgm:pt>
    <dgm:pt modelId="{96524180-1861-4365-B83A-8CB0653781B8}" type="pres">
      <dgm:prSet presAssocID="{15D0FD22-F7E9-439A-B298-F6E891914FB6}" presName="bgRect" presStyleLbl="bgShp" presStyleIdx="1" presStyleCnt="3"/>
      <dgm:spPr/>
    </dgm:pt>
    <dgm:pt modelId="{98FA9AFA-637B-4557-B115-B48FFBD1263E}" type="pres">
      <dgm:prSet presAssocID="{15D0FD22-F7E9-439A-B298-F6E891914FB6}" presName="iconRect" presStyleLbl="node1" presStyleIdx="1" presStyleCnt="3"/>
      <dgm:spPr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nární se souvislou výplní"/>
        </a:ext>
      </dgm:extLst>
    </dgm:pt>
    <dgm:pt modelId="{0689D90F-F710-4579-8E69-4C9B03C56760}" type="pres">
      <dgm:prSet presAssocID="{15D0FD22-F7E9-439A-B298-F6E891914FB6}" presName="spaceRect" presStyleCnt="0"/>
      <dgm:spPr/>
    </dgm:pt>
    <dgm:pt modelId="{6CD0D9BC-F788-4A2B-9CE1-8F1DC53EA18B}" type="pres">
      <dgm:prSet presAssocID="{15D0FD22-F7E9-439A-B298-F6E891914FB6}" presName="parTx" presStyleLbl="revTx" presStyleIdx="1" presStyleCnt="3">
        <dgm:presLayoutVars>
          <dgm:chMax val="0"/>
          <dgm:chPref val="0"/>
        </dgm:presLayoutVars>
      </dgm:prSet>
      <dgm:spPr/>
    </dgm:pt>
    <dgm:pt modelId="{A962B294-D7EB-4AC9-91BF-28074F157215}" type="pres">
      <dgm:prSet presAssocID="{CBF6AAD2-E7B3-49BE-9FFC-0C8FD9911A55}" presName="sibTrans" presStyleCnt="0"/>
      <dgm:spPr/>
    </dgm:pt>
    <dgm:pt modelId="{709500E6-DC16-497A-AB65-A6E82624740E}" type="pres">
      <dgm:prSet presAssocID="{2B9D4F63-77C0-4477-8E02-BF3CE84A936D}" presName="compNode" presStyleCnt="0"/>
      <dgm:spPr/>
    </dgm:pt>
    <dgm:pt modelId="{EC33C36F-9908-4EF2-BB4A-389647B0B197}" type="pres">
      <dgm:prSet presAssocID="{2B9D4F63-77C0-4477-8E02-BF3CE84A936D}" presName="bgRect" presStyleLbl="bgShp" presStyleIdx="2" presStyleCnt="3"/>
      <dgm:spPr/>
    </dgm:pt>
    <dgm:pt modelId="{E8AC172B-2145-4210-ABA8-F012EA09DA55}" type="pres">
      <dgm:prSet presAssocID="{2B9D4F63-77C0-4477-8E02-BF3CE84A936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zubená kola"/>
        </a:ext>
      </dgm:extLst>
    </dgm:pt>
    <dgm:pt modelId="{C30E68D1-2790-49C5-AE8B-D04C78BFEF4B}" type="pres">
      <dgm:prSet presAssocID="{2B9D4F63-77C0-4477-8E02-BF3CE84A936D}" presName="spaceRect" presStyleCnt="0"/>
      <dgm:spPr/>
    </dgm:pt>
    <dgm:pt modelId="{1A497A9C-78E3-43E2-9CE7-FA618D6B1833}" type="pres">
      <dgm:prSet presAssocID="{2B9D4F63-77C0-4477-8E02-BF3CE84A936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4925805-90E1-4F2C-9ED6-D94AC6D5C1DD}" type="presOf" srcId="{92DAC5FA-EA30-4AFF-88A5-B988507942FB}" destId="{074FC91E-3EB6-4319-A545-CE76A8106C40}" srcOrd="0" destOrd="0" presId="urn:microsoft.com/office/officeart/2018/2/layout/IconVerticalSolidList"/>
    <dgm:cxn modelId="{BA66293C-820A-4A67-A0B7-235FBF6643BF}" type="presOf" srcId="{2B9D4F63-77C0-4477-8E02-BF3CE84A936D}" destId="{1A497A9C-78E3-43E2-9CE7-FA618D6B1833}" srcOrd="0" destOrd="0" presId="urn:microsoft.com/office/officeart/2018/2/layout/IconVerticalSolidList"/>
    <dgm:cxn modelId="{112B435D-DEF6-4440-8C85-346BDFE997FE}" srcId="{92DAC5FA-EA30-4AFF-88A5-B988507942FB}" destId="{1241F992-DDC7-4417-BD73-0DFCFB777F46}" srcOrd="0" destOrd="0" parTransId="{AE84AEBE-1FEA-4671-8A19-3ECE47B06B1D}" sibTransId="{07C94A1E-F078-4176-A722-E208744DEC33}"/>
    <dgm:cxn modelId="{C7752783-A744-41AF-9B56-5E0E9E735F41}" type="presOf" srcId="{1241F992-DDC7-4417-BD73-0DFCFB777F46}" destId="{AD8BCE60-021E-4FB8-BC51-4E571FCA63CF}" srcOrd="0" destOrd="0" presId="urn:microsoft.com/office/officeart/2018/2/layout/IconVerticalSolidList"/>
    <dgm:cxn modelId="{E5EEDFA5-24CD-4745-9EF4-6D207847F3FA}" type="presOf" srcId="{15D0FD22-F7E9-439A-B298-F6E891914FB6}" destId="{6CD0D9BC-F788-4A2B-9CE1-8F1DC53EA18B}" srcOrd="0" destOrd="0" presId="urn:microsoft.com/office/officeart/2018/2/layout/IconVerticalSolidList"/>
    <dgm:cxn modelId="{28CF14D8-46B3-455B-9A61-A50925C9CB32}" srcId="{92DAC5FA-EA30-4AFF-88A5-B988507942FB}" destId="{2B9D4F63-77C0-4477-8E02-BF3CE84A936D}" srcOrd="2" destOrd="0" parTransId="{115FB5A9-75AF-4435-B44B-4B12865D52EF}" sibTransId="{1A850988-3C87-4BC2-9FBF-B6FC58F1A5F0}"/>
    <dgm:cxn modelId="{639EECFF-170A-4CA2-ADE2-B33A2D20689B}" srcId="{92DAC5FA-EA30-4AFF-88A5-B988507942FB}" destId="{15D0FD22-F7E9-439A-B298-F6E891914FB6}" srcOrd="1" destOrd="0" parTransId="{52EEC806-3E0D-41C1-983F-824631D01E88}" sibTransId="{CBF6AAD2-E7B3-49BE-9FFC-0C8FD9911A55}"/>
    <dgm:cxn modelId="{C0FDFA41-7034-48D6-B1DE-432C07A45A46}" type="presParOf" srcId="{074FC91E-3EB6-4319-A545-CE76A8106C40}" destId="{9230A24B-F8A5-49CD-9308-DD61C7434322}" srcOrd="0" destOrd="0" presId="urn:microsoft.com/office/officeart/2018/2/layout/IconVerticalSolidList"/>
    <dgm:cxn modelId="{DCF91773-0B7C-4D87-BBED-9DE5D744CC4B}" type="presParOf" srcId="{9230A24B-F8A5-49CD-9308-DD61C7434322}" destId="{D7A608C4-8189-487B-A016-069D55987B02}" srcOrd="0" destOrd="0" presId="urn:microsoft.com/office/officeart/2018/2/layout/IconVerticalSolidList"/>
    <dgm:cxn modelId="{5403E2BE-0A13-4C63-AD7B-4705A9586E05}" type="presParOf" srcId="{9230A24B-F8A5-49CD-9308-DD61C7434322}" destId="{C233C53F-C2E2-4C9F-B2C8-3C096A857861}" srcOrd="1" destOrd="0" presId="urn:microsoft.com/office/officeart/2018/2/layout/IconVerticalSolidList"/>
    <dgm:cxn modelId="{368246C3-4908-4307-89DE-12B8E5758CCF}" type="presParOf" srcId="{9230A24B-F8A5-49CD-9308-DD61C7434322}" destId="{5CB4221F-B5A6-4634-B6A2-9F429C7B822D}" srcOrd="2" destOrd="0" presId="urn:microsoft.com/office/officeart/2018/2/layout/IconVerticalSolidList"/>
    <dgm:cxn modelId="{36D681B7-8521-4880-8A0D-14D74E485741}" type="presParOf" srcId="{9230A24B-F8A5-49CD-9308-DD61C7434322}" destId="{AD8BCE60-021E-4FB8-BC51-4E571FCA63CF}" srcOrd="3" destOrd="0" presId="urn:microsoft.com/office/officeart/2018/2/layout/IconVerticalSolidList"/>
    <dgm:cxn modelId="{3E5D255E-61FC-40B7-99E7-B01595DCD3AC}" type="presParOf" srcId="{074FC91E-3EB6-4319-A545-CE76A8106C40}" destId="{0A481C21-FB55-4595-A65C-1EBCFF57CBE2}" srcOrd="1" destOrd="0" presId="urn:microsoft.com/office/officeart/2018/2/layout/IconVerticalSolidList"/>
    <dgm:cxn modelId="{9C254DA2-0314-4349-8214-D980E404BDD4}" type="presParOf" srcId="{074FC91E-3EB6-4319-A545-CE76A8106C40}" destId="{63E96E03-7DF1-4C6E-AE2E-884331BB222B}" srcOrd="2" destOrd="0" presId="urn:microsoft.com/office/officeart/2018/2/layout/IconVerticalSolidList"/>
    <dgm:cxn modelId="{D6D838CB-9F1A-460B-8757-002AF2326852}" type="presParOf" srcId="{63E96E03-7DF1-4C6E-AE2E-884331BB222B}" destId="{96524180-1861-4365-B83A-8CB0653781B8}" srcOrd="0" destOrd="0" presId="urn:microsoft.com/office/officeart/2018/2/layout/IconVerticalSolidList"/>
    <dgm:cxn modelId="{7E5E0425-33B0-49C8-9515-A8BECB7998A2}" type="presParOf" srcId="{63E96E03-7DF1-4C6E-AE2E-884331BB222B}" destId="{98FA9AFA-637B-4557-B115-B48FFBD1263E}" srcOrd="1" destOrd="0" presId="urn:microsoft.com/office/officeart/2018/2/layout/IconVerticalSolidList"/>
    <dgm:cxn modelId="{62CD80DA-4CF3-4CA1-9A19-722C0B0011F0}" type="presParOf" srcId="{63E96E03-7DF1-4C6E-AE2E-884331BB222B}" destId="{0689D90F-F710-4579-8E69-4C9B03C56760}" srcOrd="2" destOrd="0" presId="urn:microsoft.com/office/officeart/2018/2/layout/IconVerticalSolidList"/>
    <dgm:cxn modelId="{07BEC769-D156-4CE6-99C9-F5247F621877}" type="presParOf" srcId="{63E96E03-7DF1-4C6E-AE2E-884331BB222B}" destId="{6CD0D9BC-F788-4A2B-9CE1-8F1DC53EA18B}" srcOrd="3" destOrd="0" presId="urn:microsoft.com/office/officeart/2018/2/layout/IconVerticalSolidList"/>
    <dgm:cxn modelId="{80E457FF-4727-4E5E-9C49-39E97A40B53F}" type="presParOf" srcId="{074FC91E-3EB6-4319-A545-CE76A8106C40}" destId="{A962B294-D7EB-4AC9-91BF-28074F157215}" srcOrd="3" destOrd="0" presId="urn:microsoft.com/office/officeart/2018/2/layout/IconVerticalSolidList"/>
    <dgm:cxn modelId="{706421C7-02F7-417F-AE87-3EE68468E871}" type="presParOf" srcId="{074FC91E-3EB6-4319-A545-CE76A8106C40}" destId="{709500E6-DC16-497A-AB65-A6E82624740E}" srcOrd="4" destOrd="0" presId="urn:microsoft.com/office/officeart/2018/2/layout/IconVerticalSolidList"/>
    <dgm:cxn modelId="{E1A6AA15-99AB-4FBC-B94A-172C6E1E2381}" type="presParOf" srcId="{709500E6-DC16-497A-AB65-A6E82624740E}" destId="{EC33C36F-9908-4EF2-BB4A-389647B0B197}" srcOrd="0" destOrd="0" presId="urn:microsoft.com/office/officeart/2018/2/layout/IconVerticalSolidList"/>
    <dgm:cxn modelId="{79AE23A0-159D-4858-BFFF-1CC5C30E993D}" type="presParOf" srcId="{709500E6-DC16-497A-AB65-A6E82624740E}" destId="{E8AC172B-2145-4210-ABA8-F012EA09DA55}" srcOrd="1" destOrd="0" presId="urn:microsoft.com/office/officeart/2018/2/layout/IconVerticalSolidList"/>
    <dgm:cxn modelId="{B408A5EC-6637-4FB7-9F67-A4AF2AB07001}" type="presParOf" srcId="{709500E6-DC16-497A-AB65-A6E82624740E}" destId="{C30E68D1-2790-49C5-AE8B-D04C78BFEF4B}" srcOrd="2" destOrd="0" presId="urn:microsoft.com/office/officeart/2018/2/layout/IconVerticalSolidList"/>
    <dgm:cxn modelId="{B32446CC-455C-4F55-969C-CFF4FFEAE887}" type="presParOf" srcId="{709500E6-DC16-497A-AB65-A6E82624740E}" destId="{1A497A9C-78E3-43E2-9CE7-FA618D6B18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10FEAE-86A1-4FBD-AB78-16533BD06E25}">
      <dsp:nvSpPr>
        <dsp:cNvPr id="0" name=""/>
        <dsp:cNvSpPr/>
      </dsp:nvSpPr>
      <dsp:spPr>
        <a:xfrm>
          <a:off x="0" y="605850"/>
          <a:ext cx="5959475" cy="483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521" tIns="666496" rIns="462521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3200" kern="1200" baseline="0"/>
            <a:t>CPU musí být kompatibilní s AT s procesorem 386 (nebo vyšším).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3200" kern="1200" baseline="0"/>
            <a:t>4 MB RAM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3200" kern="1200" baseline="0"/>
            <a:t>1,44 Mb disketová jednotka nebo jednotka CD-ROM.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3200" kern="1200" baseline="0"/>
            <a:t>Rozlišení obrazovky EGA 640x480 (nebo lepší).</a:t>
          </a:r>
          <a:endParaRPr lang="en-US" sz="3200" kern="1200"/>
        </a:p>
      </dsp:txBody>
      <dsp:txXfrm>
        <a:off x="0" y="605850"/>
        <a:ext cx="5959475" cy="4838400"/>
      </dsp:txXfrm>
    </dsp:sp>
    <dsp:sp modelId="{D5C4A68B-9646-4F46-85B4-AD7E9190D6B7}">
      <dsp:nvSpPr>
        <dsp:cNvPr id="0" name=""/>
        <dsp:cNvSpPr/>
      </dsp:nvSpPr>
      <dsp:spPr>
        <a:xfrm>
          <a:off x="297973" y="133530"/>
          <a:ext cx="4171632" cy="944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7678" tIns="0" rIns="157678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200" b="1" u="sng" kern="1200" baseline="0" dirty="0"/>
            <a:t>Minimální požadavky pro instalaci MS DOS:</a:t>
          </a:r>
          <a:endParaRPr lang="en-US" sz="3200" kern="1200" dirty="0"/>
        </a:p>
      </dsp:txBody>
      <dsp:txXfrm>
        <a:off x="344087" y="179644"/>
        <a:ext cx="4079404" cy="8524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7F123-DC1E-4B42-9CC8-4224C39C3F8D}">
      <dsp:nvSpPr>
        <dsp:cNvPr id="0" name=""/>
        <dsp:cNvSpPr/>
      </dsp:nvSpPr>
      <dsp:spPr>
        <a:xfrm>
          <a:off x="5246925" y="1351894"/>
          <a:ext cx="2599230" cy="6184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1488"/>
              </a:lnTo>
              <a:lnTo>
                <a:pt x="2599230" y="421488"/>
              </a:lnTo>
              <a:lnTo>
                <a:pt x="2599230" y="618498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FD269C-BC4F-48C2-8EA6-B3B6ED1580EE}">
      <dsp:nvSpPr>
        <dsp:cNvPr id="0" name=""/>
        <dsp:cNvSpPr/>
      </dsp:nvSpPr>
      <dsp:spPr>
        <a:xfrm>
          <a:off x="5201205" y="1351894"/>
          <a:ext cx="91440" cy="6184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18498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D84D20-EFD1-4070-A394-F4B39DC461D3}">
      <dsp:nvSpPr>
        <dsp:cNvPr id="0" name=""/>
        <dsp:cNvSpPr/>
      </dsp:nvSpPr>
      <dsp:spPr>
        <a:xfrm>
          <a:off x="2647694" y="1351894"/>
          <a:ext cx="2599230" cy="618498"/>
        </a:xfrm>
        <a:custGeom>
          <a:avLst/>
          <a:gdLst/>
          <a:ahLst/>
          <a:cxnLst/>
          <a:rect l="0" t="0" r="0" b="0"/>
          <a:pathLst>
            <a:path>
              <a:moveTo>
                <a:pt x="2599230" y="0"/>
              </a:moveTo>
              <a:lnTo>
                <a:pt x="2599230" y="421488"/>
              </a:lnTo>
              <a:lnTo>
                <a:pt x="0" y="421488"/>
              </a:lnTo>
              <a:lnTo>
                <a:pt x="0" y="618498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A1BC12-9773-4414-B72D-EC73DFA8669D}">
      <dsp:nvSpPr>
        <dsp:cNvPr id="0" name=""/>
        <dsp:cNvSpPr/>
      </dsp:nvSpPr>
      <dsp:spPr>
        <a:xfrm>
          <a:off x="4183603" y="1476"/>
          <a:ext cx="2126643" cy="13504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3157D7-1395-4FBE-A578-589A3384FCC2}">
      <dsp:nvSpPr>
        <dsp:cNvPr id="0" name=""/>
        <dsp:cNvSpPr/>
      </dsp:nvSpPr>
      <dsp:spPr>
        <a:xfrm>
          <a:off x="4419897" y="225955"/>
          <a:ext cx="2126643" cy="13504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u="sng" kern="1200" baseline="0" dirty="0"/>
            <a:t>FAT (</a:t>
          </a:r>
          <a:r>
            <a:rPr lang="cs-CZ" sz="2000" b="1" u="sng" kern="1200" baseline="0" dirty="0" err="1"/>
            <a:t>File</a:t>
          </a:r>
          <a:r>
            <a:rPr lang="cs-CZ" sz="2000" b="1" u="sng" kern="1200" baseline="0" dirty="0"/>
            <a:t> </a:t>
          </a:r>
          <a:r>
            <a:rPr lang="cs-CZ" sz="2000" b="1" u="sng" kern="1200" baseline="0" dirty="0" err="1"/>
            <a:t>System</a:t>
          </a:r>
          <a:r>
            <a:rPr lang="cs-CZ" sz="2000" b="1" u="sng" kern="1200" baseline="0" dirty="0"/>
            <a:t> Table)</a:t>
          </a:r>
          <a:endParaRPr lang="en-US" sz="2000" kern="1200" dirty="0"/>
        </a:p>
      </dsp:txBody>
      <dsp:txXfrm>
        <a:off x="4459449" y="265507"/>
        <a:ext cx="2047539" cy="1271314"/>
      </dsp:txXfrm>
    </dsp:sp>
    <dsp:sp modelId="{5403C09D-A690-415E-BF92-CED323AE71A6}">
      <dsp:nvSpPr>
        <dsp:cNvPr id="0" name=""/>
        <dsp:cNvSpPr/>
      </dsp:nvSpPr>
      <dsp:spPr>
        <a:xfrm>
          <a:off x="1584372" y="1970393"/>
          <a:ext cx="2126643" cy="13504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59C833-E104-435C-BDBC-E067774A5566}">
      <dsp:nvSpPr>
        <dsp:cNvPr id="0" name=""/>
        <dsp:cNvSpPr/>
      </dsp:nvSpPr>
      <dsp:spPr>
        <a:xfrm>
          <a:off x="1820666" y="2194872"/>
          <a:ext cx="2126643" cy="13504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 baseline="0" dirty="0"/>
            <a:t>FAT 32 - limit oddílu disku 32GB (velikost souboru max. 4GB)</a:t>
          </a:r>
          <a:endParaRPr lang="en-US" sz="2000" kern="1200" dirty="0"/>
        </a:p>
      </dsp:txBody>
      <dsp:txXfrm>
        <a:off x="1860218" y="2234424"/>
        <a:ext cx="2047539" cy="1271314"/>
      </dsp:txXfrm>
    </dsp:sp>
    <dsp:sp modelId="{1EC8F2C3-BF6F-4F78-8D31-125F49CEB639}">
      <dsp:nvSpPr>
        <dsp:cNvPr id="0" name=""/>
        <dsp:cNvSpPr/>
      </dsp:nvSpPr>
      <dsp:spPr>
        <a:xfrm>
          <a:off x="4183603" y="1970393"/>
          <a:ext cx="2126643" cy="13504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99C02-95EB-4273-BB4F-FD816870EC3D}">
      <dsp:nvSpPr>
        <dsp:cNvPr id="0" name=""/>
        <dsp:cNvSpPr/>
      </dsp:nvSpPr>
      <dsp:spPr>
        <a:xfrm>
          <a:off x="4419897" y="2194872"/>
          <a:ext cx="2126643" cy="13504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 baseline="0" dirty="0"/>
            <a:t>FAT 16 – limit oddílu disku 2GB</a:t>
          </a:r>
          <a:endParaRPr lang="en-US" sz="2000" kern="1200" dirty="0"/>
        </a:p>
      </dsp:txBody>
      <dsp:txXfrm>
        <a:off x="4459449" y="2234424"/>
        <a:ext cx="2047539" cy="1271314"/>
      </dsp:txXfrm>
    </dsp:sp>
    <dsp:sp modelId="{F78C5509-F8E8-498F-90DB-CFE6344AAD92}">
      <dsp:nvSpPr>
        <dsp:cNvPr id="0" name=""/>
        <dsp:cNvSpPr/>
      </dsp:nvSpPr>
      <dsp:spPr>
        <a:xfrm>
          <a:off x="6782834" y="1970393"/>
          <a:ext cx="2126643" cy="13504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595BA0-F9E0-4452-B25F-A70E779BC13C}">
      <dsp:nvSpPr>
        <dsp:cNvPr id="0" name=""/>
        <dsp:cNvSpPr/>
      </dsp:nvSpPr>
      <dsp:spPr>
        <a:xfrm>
          <a:off x="7019127" y="2194872"/>
          <a:ext cx="2126643" cy="13504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 baseline="0" dirty="0"/>
            <a:t>FAT 12</a:t>
          </a:r>
          <a:endParaRPr lang="en-US" sz="2000" kern="1200" dirty="0"/>
        </a:p>
      </dsp:txBody>
      <dsp:txXfrm>
        <a:off x="7058679" y="2234424"/>
        <a:ext cx="2047539" cy="12713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62B77D-9A27-4E5F-B2F0-C27D9C5597AC}">
      <dsp:nvSpPr>
        <dsp:cNvPr id="0" name=""/>
        <dsp:cNvSpPr/>
      </dsp:nvSpPr>
      <dsp:spPr>
        <a:xfrm>
          <a:off x="0" y="0"/>
          <a:ext cx="8161020" cy="10744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000" kern="1200" dirty="0">
              <a:solidFill>
                <a:schemeClr val="tx1"/>
              </a:solidFill>
            </a:rPr>
            <a:t>MS DOS bohužel neobsahuje zatím žádné antivirové řešení.</a:t>
          </a:r>
          <a:endParaRPr lang="en-US" sz="3000" kern="1200" dirty="0">
            <a:solidFill>
              <a:schemeClr val="tx1"/>
            </a:solidFill>
          </a:endParaRPr>
        </a:p>
      </dsp:txBody>
      <dsp:txXfrm>
        <a:off x="31469" y="31469"/>
        <a:ext cx="7001636" cy="1011482"/>
      </dsp:txXfrm>
    </dsp:sp>
    <dsp:sp modelId="{BE397755-CB53-4763-9D53-FFEEA7CE8B5D}">
      <dsp:nvSpPr>
        <dsp:cNvPr id="0" name=""/>
        <dsp:cNvSpPr/>
      </dsp:nvSpPr>
      <dsp:spPr>
        <a:xfrm>
          <a:off x="720089" y="1253489"/>
          <a:ext cx="8161020" cy="107442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000" b="1" u="sng" kern="1200" dirty="0">
              <a:solidFill>
                <a:schemeClr val="tx1"/>
              </a:solidFill>
            </a:rPr>
            <a:t>Jak to můžeme vyřešit?</a:t>
          </a:r>
          <a:endParaRPr lang="en-US" sz="3000" kern="1200" dirty="0">
            <a:solidFill>
              <a:schemeClr val="tx1"/>
            </a:solidFill>
          </a:endParaRPr>
        </a:p>
      </dsp:txBody>
      <dsp:txXfrm>
        <a:off x="751558" y="1284958"/>
        <a:ext cx="6679619" cy="1011482"/>
      </dsp:txXfrm>
    </dsp:sp>
    <dsp:sp modelId="{ACBBF233-1B26-4266-8030-1D2E5A714934}">
      <dsp:nvSpPr>
        <dsp:cNvPr id="0" name=""/>
        <dsp:cNvSpPr/>
      </dsp:nvSpPr>
      <dsp:spPr>
        <a:xfrm>
          <a:off x="1440179" y="2506979"/>
          <a:ext cx="8161020" cy="107442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000" kern="1200" dirty="0">
              <a:solidFill>
                <a:schemeClr val="tx1"/>
              </a:solidFill>
            </a:rPr>
            <a:t>Můžeme to vyřešit dodatečnou instalací antivirového programu. (Např. AVG)</a:t>
          </a:r>
          <a:endParaRPr lang="en-US" sz="3000" kern="1200" dirty="0">
            <a:solidFill>
              <a:schemeClr val="tx1"/>
            </a:solidFill>
          </a:endParaRPr>
        </a:p>
      </dsp:txBody>
      <dsp:txXfrm>
        <a:off x="1471648" y="2538448"/>
        <a:ext cx="6679619" cy="1011482"/>
      </dsp:txXfrm>
    </dsp:sp>
    <dsp:sp modelId="{68247300-0D7A-42FF-9B28-CE8DB150708D}">
      <dsp:nvSpPr>
        <dsp:cNvPr id="0" name=""/>
        <dsp:cNvSpPr/>
      </dsp:nvSpPr>
      <dsp:spPr>
        <a:xfrm>
          <a:off x="7462647" y="814768"/>
          <a:ext cx="698373" cy="69837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7619781" y="814768"/>
        <a:ext cx="384105" cy="525526"/>
      </dsp:txXfrm>
    </dsp:sp>
    <dsp:sp modelId="{E980254D-4C6F-44DB-8997-900D3E5B7FD7}">
      <dsp:nvSpPr>
        <dsp:cNvPr id="0" name=""/>
        <dsp:cNvSpPr/>
      </dsp:nvSpPr>
      <dsp:spPr>
        <a:xfrm>
          <a:off x="8182737" y="2061095"/>
          <a:ext cx="698373" cy="69837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339871" y="2061095"/>
        <a:ext cx="384105" cy="5255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608C4-8189-487B-A016-069D55987B02}">
      <dsp:nvSpPr>
        <dsp:cNvPr id="0" name=""/>
        <dsp:cNvSpPr/>
      </dsp:nvSpPr>
      <dsp:spPr>
        <a:xfrm>
          <a:off x="0" y="680"/>
          <a:ext cx="6506304" cy="159327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33C53F-C2E2-4C9F-B2C8-3C096A857861}">
      <dsp:nvSpPr>
        <dsp:cNvPr id="0" name=""/>
        <dsp:cNvSpPr/>
      </dsp:nvSpPr>
      <dsp:spPr>
        <a:xfrm>
          <a:off x="481967" y="359168"/>
          <a:ext cx="876303" cy="8763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8BCE60-021E-4FB8-BC51-4E571FCA63CF}">
      <dsp:nvSpPr>
        <dsp:cNvPr id="0" name=""/>
        <dsp:cNvSpPr/>
      </dsp:nvSpPr>
      <dsp:spPr>
        <a:xfrm>
          <a:off x="1840237" y="680"/>
          <a:ext cx="4666066" cy="1593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22" tIns="168622" rIns="168622" bIns="16862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Co si myslíte o operačním systému MS DOS obecně? </a:t>
          </a:r>
          <a:endParaRPr lang="en-US" sz="2500" kern="1200"/>
        </a:p>
      </dsp:txBody>
      <dsp:txXfrm>
        <a:off x="1840237" y="680"/>
        <a:ext cx="4666066" cy="1593279"/>
      </dsp:txXfrm>
    </dsp:sp>
    <dsp:sp modelId="{96524180-1861-4365-B83A-8CB0653781B8}">
      <dsp:nvSpPr>
        <dsp:cNvPr id="0" name=""/>
        <dsp:cNvSpPr/>
      </dsp:nvSpPr>
      <dsp:spPr>
        <a:xfrm>
          <a:off x="0" y="1992280"/>
          <a:ext cx="6506304" cy="159327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FA9AFA-637B-4557-B115-B48FFBD1263E}">
      <dsp:nvSpPr>
        <dsp:cNvPr id="0" name=""/>
        <dsp:cNvSpPr/>
      </dsp:nvSpPr>
      <dsp:spPr>
        <a:xfrm>
          <a:off x="481967" y="2350768"/>
          <a:ext cx="876303" cy="8763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D0D9BC-F788-4A2B-9CE1-8F1DC53EA18B}">
      <dsp:nvSpPr>
        <dsp:cNvPr id="0" name=""/>
        <dsp:cNvSpPr/>
      </dsp:nvSpPr>
      <dsp:spPr>
        <a:xfrm>
          <a:off x="1840237" y="1992280"/>
          <a:ext cx="4666066" cy="1593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22" tIns="168622" rIns="168622" bIns="16862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Měl by MS DOS mít lepší bezpečnost?</a:t>
          </a:r>
          <a:endParaRPr lang="en-US" sz="2500" kern="1200"/>
        </a:p>
      </dsp:txBody>
      <dsp:txXfrm>
        <a:off x="1840237" y="1992280"/>
        <a:ext cx="4666066" cy="1593279"/>
      </dsp:txXfrm>
    </dsp:sp>
    <dsp:sp modelId="{EC33C36F-9908-4EF2-BB4A-389647B0B197}">
      <dsp:nvSpPr>
        <dsp:cNvPr id="0" name=""/>
        <dsp:cNvSpPr/>
      </dsp:nvSpPr>
      <dsp:spPr>
        <a:xfrm>
          <a:off x="0" y="3983879"/>
          <a:ext cx="6506304" cy="159327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AC172B-2145-4210-ABA8-F012EA09DA55}">
      <dsp:nvSpPr>
        <dsp:cNvPr id="0" name=""/>
        <dsp:cNvSpPr/>
      </dsp:nvSpPr>
      <dsp:spPr>
        <a:xfrm>
          <a:off x="481967" y="4342367"/>
          <a:ext cx="876303" cy="8763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497A9C-78E3-43E2-9CE7-FA618D6B1833}">
      <dsp:nvSpPr>
        <dsp:cNvPr id="0" name=""/>
        <dsp:cNvSpPr/>
      </dsp:nvSpPr>
      <dsp:spPr>
        <a:xfrm>
          <a:off x="1840237" y="3983879"/>
          <a:ext cx="4666066" cy="1593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22" tIns="168622" rIns="168622" bIns="16862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 dirty="0"/>
            <a:t>Používali b</a:t>
          </a:r>
          <a:r>
            <a:rPr lang="en-GB" sz="2500" kern="1200" dirty="0"/>
            <a:t>y</a:t>
          </a:r>
          <a:r>
            <a:rPr lang="cs-CZ" sz="2500" kern="1200" dirty="0" err="1"/>
            <a:t>ste</a:t>
          </a:r>
          <a:r>
            <a:rPr lang="cs-CZ" sz="2500" kern="1200" dirty="0"/>
            <a:t> MS DOS, i když už existují více výkonnější operační systémy?</a:t>
          </a:r>
          <a:endParaRPr lang="en-US" sz="2500" kern="1200" dirty="0"/>
        </a:p>
      </dsp:txBody>
      <dsp:txXfrm>
        <a:off x="1840237" y="3983879"/>
        <a:ext cx="4666066" cy="1593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E0A168A-D1BE-4613-97FE-73F8A0D66EED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9E9BBCD-D25D-4FDC-88D6-EEB04105ED03}" type="slidenum">
              <a:rPr lang="cs-CZ" smtClean="0"/>
              <a:t>‹#›</a:t>
            </a:fld>
            <a:endParaRPr lang="cs-CZ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456101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A168A-D1BE-4613-97FE-73F8A0D66EED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BBCD-D25D-4FDC-88D6-EEB04105ED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16508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0A168A-D1BE-4613-97FE-73F8A0D66EED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9E9BBCD-D25D-4FDC-88D6-EEB04105ED03}" type="slidenum">
              <a:rPr lang="cs-CZ" smtClean="0"/>
              <a:t>‹#›</a:t>
            </a:fld>
            <a:endParaRPr lang="cs-CZ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168962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A168A-D1BE-4613-97FE-73F8A0D66EED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BBCD-D25D-4FDC-88D6-EEB04105ED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08973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A168A-D1BE-4613-97FE-73F8A0D66EED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BBCD-D25D-4FDC-88D6-EEB04105ED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6754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A168A-D1BE-4613-97FE-73F8A0D66EED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BBCD-D25D-4FDC-88D6-EEB04105ED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6247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A168A-D1BE-4613-97FE-73F8A0D66EED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BBCD-D25D-4FDC-88D6-EEB04105ED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6267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0A168A-D1BE-4613-97FE-73F8A0D66EED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9E9BBCD-D25D-4FDC-88D6-EEB04105ED03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73738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0A168A-D1BE-4613-97FE-73F8A0D66EED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9E9BBCD-D25D-4FDC-88D6-EEB04105ED03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73005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A168A-D1BE-4613-97FE-73F8A0D66EED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BBCD-D25D-4FDC-88D6-EEB04105ED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4292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A168A-D1BE-4613-97FE-73F8A0D66EED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BBCD-D25D-4FDC-88D6-EEB04105ED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635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E0A168A-D1BE-4613-97FE-73F8A0D66EED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E9E9BBCD-D25D-4FDC-88D6-EEB04105ED03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5041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iki/MS-DOS#:~:text=MS%2DDOS%20(Microsoft%20Disk%20Operating,od%20firmy%20Seattle%20Computer%20Products" TargetMode="External"/><Relationship Id="rId2" Type="http://schemas.openxmlformats.org/officeDocument/2006/relationships/hyperlink" Target="https://www.computerhope.com/history/dos.ht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multimediaexpo.cz/mmecz/index.php/MS-DOS" TargetMode="External"/><Relationship Id="rId4" Type="http://schemas.openxmlformats.org/officeDocument/2006/relationships/hyperlink" Target="https://cs.wikipedia.org/wiki/Ovlada%C4%8D_za%C5%99%C3%ADzen%C3%AD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.wikimedia.org/wikipedia/commons/3/3d/Msdos-icon.png" TargetMode="External"/><Relationship Id="rId2" Type="http://schemas.openxmlformats.org/officeDocument/2006/relationships/hyperlink" Target="https://www.designportal.cz/microsoft-po-25-letech-meni-log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File:IBM_logo.svg#/media/File:IBM_logo.svg" TargetMode="External"/><Relationship Id="rId4" Type="http://schemas.openxmlformats.org/officeDocument/2006/relationships/hyperlink" Target="http://www.zdarma.org/enc/wp-content/uploads/2014/02/49-prikazovy-radek-ms-dos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4312EE-7C08-78BD-C8FA-0A8138A781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b="1" dirty="0" err="1"/>
              <a:t>Ms</a:t>
            </a:r>
            <a:r>
              <a:rPr lang="cs-CZ" b="1" dirty="0"/>
              <a:t> </a:t>
            </a:r>
            <a:r>
              <a:rPr lang="cs-CZ" b="1" dirty="0" err="1"/>
              <a:t>dos</a:t>
            </a:r>
            <a:endParaRPr lang="cs-CZ" b="1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70DD291-5180-C961-608C-C3E673149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535" y="6313452"/>
            <a:ext cx="10928413" cy="1089095"/>
          </a:xfrm>
        </p:spPr>
        <p:txBody>
          <a:bodyPr>
            <a:normAutofit/>
          </a:bodyPr>
          <a:lstStyle/>
          <a:p>
            <a:r>
              <a:rPr lang="cs-CZ" sz="2000" i="1" dirty="0"/>
              <a:t>Jarešová Gabriela, Prudilová Vendula,  </a:t>
            </a:r>
            <a:r>
              <a:rPr lang="cs-CZ" sz="2000" i="1" dirty="0" err="1"/>
              <a:t>Bodnarchuk</a:t>
            </a:r>
            <a:r>
              <a:rPr lang="cs-CZ" sz="2000" i="1" dirty="0"/>
              <a:t> Bohdan, </a:t>
            </a:r>
            <a:r>
              <a:rPr lang="cs-CZ" sz="2000" i="1" dirty="0" err="1"/>
              <a:t>Bohnarchuk</a:t>
            </a:r>
            <a:r>
              <a:rPr lang="cs-CZ" sz="2000" i="1" dirty="0"/>
              <a:t> Miroslava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E9DD08D7-90C4-C570-B919-C5920A1AEA03}"/>
              </a:ext>
            </a:extLst>
          </p:cNvPr>
          <p:cNvSpPr txBox="1"/>
          <p:nvPr/>
        </p:nvSpPr>
        <p:spPr>
          <a:xfrm>
            <a:off x="3746377" y="3755253"/>
            <a:ext cx="4767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/>
              <a:t>(Microsoft Disk </a:t>
            </a:r>
            <a:r>
              <a:rPr lang="cs-CZ" sz="2400" dirty="0" err="1"/>
              <a:t>Operating</a:t>
            </a:r>
            <a:r>
              <a:rPr lang="cs-CZ" sz="2400" dirty="0"/>
              <a:t> Software)</a:t>
            </a:r>
          </a:p>
        </p:txBody>
      </p:sp>
    </p:spTree>
    <p:extLst>
      <p:ext uri="{BB962C8B-B14F-4D97-AF65-F5344CB8AC3E}">
        <p14:creationId xmlns:p14="http://schemas.microsoft.com/office/powerpoint/2010/main" val="2229732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9AAE5C-D197-914D-3B4B-A709C9C45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05649"/>
          </a:xfrm>
        </p:spPr>
        <p:txBody>
          <a:bodyPr/>
          <a:lstStyle/>
          <a:p>
            <a:r>
              <a:rPr lang="cs-CZ" b="1" dirty="0"/>
              <a:t>ZÁKLADNÍ INFORMACE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261A35-E25F-7D9D-D2CA-A6D7F4FDD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9601200" cy="3581400"/>
          </a:xfrm>
        </p:spPr>
        <p:txBody>
          <a:bodyPr/>
          <a:lstStyle/>
          <a:p>
            <a:r>
              <a:rPr lang="cs-CZ" sz="2800" dirty="0"/>
              <a:t>Operační systém</a:t>
            </a:r>
            <a:r>
              <a:rPr lang="cs-CZ" sz="2800" dirty="0">
                <a:latin typeface="Yu Mincho Demibold" panose="02020600000000000000" pitchFamily="18" charset="-128"/>
                <a:ea typeface="Yu Mincho Demibold" panose="02020600000000000000" pitchFamily="18" charset="-128"/>
                <a:sym typeface="Wingdings" panose="05000000000000000000" pitchFamily="2" charset="2"/>
              </a:rPr>
              <a:t></a:t>
            </a:r>
            <a:endParaRPr lang="cs-CZ" sz="2800" dirty="0"/>
          </a:p>
          <a:p>
            <a:r>
              <a:rPr lang="cs-CZ" sz="2800" dirty="0"/>
              <a:t>Autor: Bill Gates</a:t>
            </a:r>
          </a:p>
          <a:p>
            <a:r>
              <a:rPr lang="cs-CZ" sz="2800" dirty="0"/>
              <a:t>Firma: Microsoft</a:t>
            </a:r>
          </a:p>
          <a:p>
            <a:r>
              <a:rPr lang="cs-CZ" sz="2800" dirty="0"/>
              <a:t>Vytvořen: 1981</a:t>
            </a:r>
          </a:p>
          <a:p>
            <a:r>
              <a:rPr lang="cs-CZ" sz="2800" dirty="0"/>
              <a:t>V jednu dobu i nejpoužívanější systém.</a:t>
            </a:r>
          </a:p>
          <a:p>
            <a:r>
              <a:rPr lang="cs-CZ" sz="2800" dirty="0"/>
              <a:t>Součástí všech Windows.</a:t>
            </a:r>
          </a:p>
          <a:p>
            <a:endParaRPr lang="cs-CZ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8261DFFF-72A0-5548-0484-5FECD8ABE49C}"/>
              </a:ext>
            </a:extLst>
          </p:cNvPr>
          <p:cNvSpPr txBox="1"/>
          <p:nvPr/>
        </p:nvSpPr>
        <p:spPr>
          <a:xfrm>
            <a:off x="1447060" y="5513033"/>
            <a:ext cx="782122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sym typeface="Wingdings" panose="05000000000000000000" pitchFamily="2" charset="2"/>
              </a:rPr>
              <a:t>Operační systém = S</a:t>
            </a:r>
            <a:r>
              <a:rPr lang="cs-CZ" sz="2000" dirty="0"/>
              <a:t>oubor programů, které řídí činnost technického vybavení počítače a usnadňují činnost aplikací.</a:t>
            </a:r>
          </a:p>
          <a:p>
            <a:endParaRPr lang="cs-CZ" dirty="0"/>
          </a:p>
        </p:txBody>
      </p:sp>
      <p:pic>
        <p:nvPicPr>
          <p:cNvPr id="2050" name="Picture 2" descr="Aplikace pro Android od vývojáře Microsoft Corporation na Google Play">
            <a:extLst>
              <a:ext uri="{FF2B5EF4-FFF2-40B4-BE49-F238E27FC236}">
                <a16:creationId xmlns:a16="http://schemas.microsoft.com/office/drawing/2014/main" id="{75DE971D-85D0-AE5D-4FCA-A6AB8D89E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449" y="1638300"/>
            <a:ext cx="2290438" cy="2290438"/>
          </a:xfrm>
          <a:prstGeom prst="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576DE1A7-3D69-6E74-099E-D487CBE346D4}"/>
              </a:ext>
            </a:extLst>
          </p:cNvPr>
          <p:cNvSpPr txBox="1"/>
          <p:nvPr/>
        </p:nvSpPr>
        <p:spPr>
          <a:xfrm>
            <a:off x="8678340" y="3928738"/>
            <a:ext cx="2369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i="1" dirty="0"/>
              <a:t>logo Microsoft</a:t>
            </a:r>
          </a:p>
        </p:txBody>
      </p:sp>
    </p:spTree>
    <p:extLst>
      <p:ext uri="{BB962C8B-B14F-4D97-AF65-F5344CB8AC3E}">
        <p14:creationId xmlns:p14="http://schemas.microsoft.com/office/powerpoint/2010/main" val="2717694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2DAC179-C790-4427-B1A0-AF7E55B8E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AA114D4-3E86-9A84-4575-FF0F2046B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340" y="639704"/>
            <a:ext cx="3299579" cy="5577840"/>
          </a:xfrm>
        </p:spPr>
        <p:txBody>
          <a:bodyPr anchor="ctr">
            <a:normAutofit/>
          </a:bodyPr>
          <a:lstStyle/>
          <a:p>
            <a:r>
              <a:rPr lang="cs-CZ" b="1" dirty="0"/>
              <a:t>INSTALACE</a:t>
            </a: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A392D87-3787-45D6-976E-B85674C09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8366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FE8E04-DEE3-49FD-89A2-285FAD1CB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345AA916-A23D-7EA2-E10A-4F3EED8998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3541421"/>
              </p:ext>
            </p:extLst>
          </p:nvPr>
        </p:nvGraphicFramePr>
        <p:xfrm>
          <a:off x="784225" y="639763"/>
          <a:ext cx="5959475" cy="5577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0939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52AC82-C788-F8C3-A65A-27BC54D0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SOUBOROVÉ SYSTÉMY</a:t>
            </a:r>
            <a:r>
              <a:rPr lang="cs-CZ" dirty="0">
                <a:sym typeface="Wingdings" panose="05000000000000000000" pitchFamily="2" charset="2"/>
              </a:rPr>
              <a:t></a:t>
            </a:r>
            <a:endParaRPr lang="cs-CZ" dirty="0"/>
          </a:p>
        </p:txBody>
      </p:sp>
      <p:graphicFrame>
        <p:nvGraphicFramePr>
          <p:cNvPr id="8" name="Zástupný obsah 2">
            <a:extLst>
              <a:ext uri="{FF2B5EF4-FFF2-40B4-BE49-F238E27FC236}">
                <a16:creationId xmlns:a16="http://schemas.microsoft.com/office/drawing/2014/main" id="{922537E9-C671-6D9D-BC13-31EA6E0F5A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8303897"/>
              </p:ext>
            </p:extLst>
          </p:nvPr>
        </p:nvGraphicFramePr>
        <p:xfrm>
          <a:off x="1219200" y="1589103"/>
          <a:ext cx="10730144" cy="3546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ovéPole 4">
            <a:extLst>
              <a:ext uri="{FF2B5EF4-FFF2-40B4-BE49-F238E27FC236}">
                <a16:creationId xmlns:a16="http://schemas.microsoft.com/office/drawing/2014/main" id="{0D4EA32A-8C79-1670-516C-E6BD826FE8B8}"/>
              </a:ext>
            </a:extLst>
          </p:cNvPr>
          <p:cNvSpPr txBox="1"/>
          <p:nvPr/>
        </p:nvSpPr>
        <p:spPr>
          <a:xfrm>
            <a:off x="1371600" y="5699464"/>
            <a:ext cx="10129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sym typeface="Wingdings" panose="05000000000000000000" pitchFamily="2" charset="2"/>
              </a:rPr>
              <a:t>Souborové systémy = Informační označení pro způsob organizace dat ve formě souborů.</a:t>
            </a:r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3468321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D28115-D2E3-8B82-DDF3-7F099CA2E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OVLADAČE</a:t>
            </a:r>
            <a:r>
              <a:rPr lang="cs-CZ" b="1" dirty="0">
                <a:sym typeface="Wingdings" panose="05000000000000000000" pitchFamily="2" charset="2"/>
              </a:rPr>
              <a:t></a:t>
            </a:r>
            <a:endParaRPr lang="cs-CZ" b="1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60E9BBAC-5D8E-205D-5C5D-FA5192C3641E}"/>
              </a:ext>
            </a:extLst>
          </p:cNvPr>
          <p:cNvSpPr txBox="1"/>
          <p:nvPr/>
        </p:nvSpPr>
        <p:spPr>
          <a:xfrm>
            <a:off x="1273946" y="5818257"/>
            <a:ext cx="101960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sym typeface="Wingdings" panose="05000000000000000000" pitchFamily="2" charset="2"/>
              </a:rPr>
              <a:t>Ovladače = Softwarová součást, která umožňuje operačnímu systému a zařízení vzájemně komunikovat.</a:t>
            </a:r>
            <a:endParaRPr lang="cs-CZ" sz="2000" dirty="0"/>
          </a:p>
        </p:txBody>
      </p:sp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0B9A745D-C34D-7DAE-DBF5-490A5D3FA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8899864" cy="3519996"/>
          </a:xfrm>
        </p:spPr>
        <p:txBody>
          <a:bodyPr>
            <a:normAutofit/>
          </a:bodyPr>
          <a:lstStyle/>
          <a:p>
            <a:r>
              <a:rPr lang="cs-CZ" sz="2800" dirty="0"/>
              <a:t>Ovladače jsou už zavedené do paměti.</a:t>
            </a:r>
          </a:p>
          <a:p>
            <a:r>
              <a:rPr lang="cs-CZ" sz="2800" dirty="0"/>
              <a:t>V operačním systému MS-DOS existuje rozhraní ovladače EMS, které </a:t>
            </a:r>
            <a:r>
              <a:rPr lang="cs-CZ" sz="2800"/>
              <a:t>původně sloužily </a:t>
            </a:r>
            <a:r>
              <a:rPr lang="cs-CZ" sz="2800" dirty="0"/>
              <a:t>pro ovladač hardware s rozšiřující pamětí.</a:t>
            </a:r>
          </a:p>
        </p:txBody>
      </p:sp>
    </p:spTree>
    <p:extLst>
      <p:ext uri="{BB962C8B-B14F-4D97-AF65-F5344CB8AC3E}">
        <p14:creationId xmlns:p14="http://schemas.microsoft.com/office/powerpoint/2010/main" val="879541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F7A777-A12F-1E49-6FD6-5075BA74A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9914" y="685800"/>
            <a:ext cx="5127172" cy="1485900"/>
          </a:xfrm>
        </p:spPr>
        <p:txBody>
          <a:bodyPr>
            <a:normAutofit/>
          </a:bodyPr>
          <a:lstStyle/>
          <a:p>
            <a:r>
              <a:rPr lang="cs-CZ" sz="4800" b="1" dirty="0"/>
              <a:t>AKTUALIZACE</a:t>
            </a:r>
            <a:endParaRPr lang="cs-CZ" b="1" dirty="0"/>
          </a:p>
        </p:txBody>
      </p:sp>
      <p:sp>
        <p:nvSpPr>
          <p:cNvPr id="3076" name="Rectangle 3078">
            <a:extLst>
              <a:ext uri="{FF2B5EF4-FFF2-40B4-BE49-F238E27FC236}">
                <a16:creationId xmlns:a16="http://schemas.microsoft.com/office/drawing/2014/main" id="{A67E2D8A-19BE-48A0-889C-CCAC02348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074" name="Picture 2" descr="Logo">
            <a:extLst>
              <a:ext uri="{FF2B5EF4-FFF2-40B4-BE49-F238E27FC236}">
                <a16:creationId xmlns:a16="http://schemas.microsoft.com/office/drawing/2014/main" id="{740887E9-11DD-44AF-980C-525B03798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6509" y="1425548"/>
            <a:ext cx="3720752" cy="396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BE6204-8412-C83C-EE49-254125942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9913" y="2286000"/>
            <a:ext cx="5621111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800" b="1" u="sng" dirty="0"/>
              <a:t>Jak probíhá aktualizace MS DOS?</a:t>
            </a:r>
          </a:p>
          <a:p>
            <a:pPr marL="0" indent="0">
              <a:buNone/>
            </a:pPr>
            <a:r>
              <a:rPr lang="cs-CZ" sz="2800" dirty="0"/>
              <a:t>Aktualizace probíhá ručně reinstalací na vyšší verzi.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A9743C03-11C2-1DCE-1125-FC45E7EC668F}"/>
              </a:ext>
            </a:extLst>
          </p:cNvPr>
          <p:cNvSpPr txBox="1"/>
          <p:nvPr/>
        </p:nvSpPr>
        <p:spPr>
          <a:xfrm>
            <a:off x="1556509" y="5360485"/>
            <a:ext cx="3253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i="1" dirty="0"/>
              <a:t>logo MS DOS</a:t>
            </a:r>
          </a:p>
        </p:txBody>
      </p:sp>
    </p:spTree>
    <p:extLst>
      <p:ext uri="{BB962C8B-B14F-4D97-AF65-F5344CB8AC3E}">
        <p14:creationId xmlns:p14="http://schemas.microsoft.com/office/powerpoint/2010/main" val="3661775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2B3E01-1C84-42BA-2644-A92C20556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cs-CZ" b="1"/>
              <a:t>BEZPEČNOST</a:t>
            </a:r>
            <a:endParaRPr lang="cs-CZ" b="1" dirty="0"/>
          </a:p>
        </p:txBody>
      </p:sp>
      <p:graphicFrame>
        <p:nvGraphicFramePr>
          <p:cNvPr id="13" name="Zástupný obsah 2">
            <a:extLst>
              <a:ext uri="{FF2B5EF4-FFF2-40B4-BE49-F238E27FC236}">
                <a16:creationId xmlns:a16="http://schemas.microsoft.com/office/drawing/2014/main" id="{7356E456-8964-FC99-8AFF-CF9179654E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7859364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286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33521F-F210-3D12-5501-8BAF7C19E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cs-CZ" b="1" dirty="0"/>
              <a:t>VIZUÁLNÍ STRÁNKA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018C91B-A520-BE65-BD20-9B5C1C7CB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567738" cy="3581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sz="2800" b="1" u="sng" dirty="0"/>
              <a:t>Je MS DOS user-</a:t>
            </a:r>
            <a:r>
              <a:rPr lang="cs-CZ" sz="2800" b="1" u="sng" dirty="0" err="1"/>
              <a:t>friendly</a:t>
            </a:r>
            <a:r>
              <a:rPr lang="cs-CZ" sz="2800" b="1" u="sng" dirty="0"/>
              <a:t>?</a:t>
            </a:r>
          </a:p>
          <a:p>
            <a:pPr marL="0" indent="0">
              <a:buNone/>
            </a:pPr>
            <a:r>
              <a:rPr lang="cs-CZ" sz="2800" dirty="0"/>
              <a:t>DOS je negrafický operační systém s příkazovým řádkem pro jednoho uživatele, s jedním úkolem. </a:t>
            </a:r>
          </a:p>
          <a:p>
            <a:pPr marL="0" indent="0">
              <a:buNone/>
            </a:pPr>
            <a:r>
              <a:rPr lang="cs-CZ" sz="2800" dirty="0"/>
              <a:t>Jako operační systém je jednoduchý, kompaktní a velmi výkonný, i když je nyní překonán novějším (Windows). </a:t>
            </a:r>
          </a:p>
        </p:txBody>
      </p:sp>
      <p:pic>
        <p:nvPicPr>
          <p:cNvPr id="1028" name="Picture 4" descr="Příkazový řádek MS-DOS | Zdarma.org">
            <a:extLst>
              <a:ext uri="{FF2B5EF4-FFF2-40B4-BE49-F238E27FC236}">
                <a16:creationId xmlns:a16="http://schemas.microsoft.com/office/drawing/2014/main" id="{FB7EF599-2D91-91A0-29D0-4AE610932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08167" y="2371705"/>
            <a:ext cx="4608919" cy="2378320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E058FD7F-F0E1-0DD6-7031-C8AE0BE6B255}"/>
              </a:ext>
            </a:extLst>
          </p:cNvPr>
          <p:cNvSpPr txBox="1"/>
          <p:nvPr/>
        </p:nvSpPr>
        <p:spPr>
          <a:xfrm>
            <a:off x="6775002" y="4765364"/>
            <a:ext cx="327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i="1" dirty="0"/>
              <a:t>příkazový řádek MS DOS</a:t>
            </a:r>
          </a:p>
        </p:txBody>
      </p:sp>
    </p:spTree>
    <p:extLst>
      <p:ext uri="{BB962C8B-B14F-4D97-AF65-F5344CB8AC3E}">
        <p14:creationId xmlns:p14="http://schemas.microsoft.com/office/powerpoint/2010/main" val="2542338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A7CF7F-6B3E-F8B1-D392-D89E90B38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POPULARITA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B8E13E1-DC22-55CA-658C-C71BF4BEF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OS DOS byl používán pro osobní počítače firmy IBM. Která z něho používala některé funkce.</a:t>
            </a:r>
          </a:p>
          <a:p>
            <a:r>
              <a:rPr lang="cs-CZ" sz="2800" dirty="0"/>
              <a:t>Používal se hlavně před vytvořením operačního systému Windows.</a:t>
            </a:r>
          </a:p>
        </p:txBody>
      </p:sp>
      <p:pic>
        <p:nvPicPr>
          <p:cNvPr id="4098" name="Picture 2" descr="Logo">
            <a:extLst>
              <a:ext uri="{FF2B5EF4-FFF2-40B4-BE49-F238E27FC236}">
                <a16:creationId xmlns:a16="http://schemas.microsoft.com/office/drawing/2014/main" id="{0AAC3414-6C1E-A8B4-188C-0DAE6CBA7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4342159"/>
            <a:ext cx="3629025" cy="1455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0B85B615-EACB-8F33-7E5E-B81D9DF35078}"/>
              </a:ext>
            </a:extLst>
          </p:cNvPr>
          <p:cNvSpPr txBox="1"/>
          <p:nvPr/>
        </p:nvSpPr>
        <p:spPr>
          <a:xfrm>
            <a:off x="7267575" y="5777984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i="1" dirty="0"/>
              <a:t>logo IBM</a:t>
            </a:r>
          </a:p>
        </p:txBody>
      </p:sp>
    </p:spTree>
    <p:extLst>
      <p:ext uri="{BB962C8B-B14F-4D97-AF65-F5344CB8AC3E}">
        <p14:creationId xmlns:p14="http://schemas.microsoft.com/office/powerpoint/2010/main" val="79101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FF0E80-2839-F20E-04BE-A06C01D50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SOUHRN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652D697-CFA6-BABD-6775-9BE8F8258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5402" y="1675039"/>
            <a:ext cx="4443984" cy="823912"/>
          </a:xfrm>
        </p:spPr>
        <p:txBody>
          <a:bodyPr/>
          <a:lstStyle/>
          <a:p>
            <a:r>
              <a:rPr lang="cs-CZ" sz="3600" b="1" u="sng" dirty="0"/>
              <a:t>Klady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D591794-17B9-86BE-475A-54491957F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5402" y="2639382"/>
            <a:ext cx="4443984" cy="2562193"/>
          </a:xfrm>
        </p:spPr>
        <p:txBody>
          <a:bodyPr>
            <a:normAutofit/>
          </a:bodyPr>
          <a:lstStyle/>
          <a:p>
            <a:r>
              <a:rPr lang="cs-CZ" sz="2800" dirty="0"/>
              <a:t>Jednoduchost (user-</a:t>
            </a:r>
            <a:r>
              <a:rPr lang="cs-CZ" sz="2800" dirty="0" err="1"/>
              <a:t>friendly</a:t>
            </a:r>
            <a:r>
              <a:rPr lang="cs-CZ" sz="2800" dirty="0"/>
              <a:t>)</a:t>
            </a:r>
          </a:p>
          <a:p>
            <a:r>
              <a:rPr lang="cs-CZ" sz="2800" dirty="0"/>
              <a:t>Možnost automatizace běžných úkolů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4E50E85-0F0B-9C66-566F-D7E1E3627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8816" y="1675039"/>
            <a:ext cx="4443984" cy="823912"/>
          </a:xfrm>
        </p:spPr>
        <p:txBody>
          <a:bodyPr/>
          <a:lstStyle/>
          <a:p>
            <a:r>
              <a:rPr lang="cs-CZ" sz="3600" b="1" u="sng" dirty="0"/>
              <a:t>Zápory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8646EFB-2065-5088-0E24-FBA061A0D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28816" y="2639382"/>
            <a:ext cx="4443984" cy="2562193"/>
          </a:xfrm>
        </p:spPr>
        <p:txBody>
          <a:bodyPr/>
          <a:lstStyle/>
          <a:p>
            <a:r>
              <a:rPr lang="cs-CZ" sz="2800" dirty="0"/>
              <a:t>Nízká bezpečnost</a:t>
            </a:r>
          </a:p>
          <a:p>
            <a:r>
              <a:rPr lang="cs-CZ" sz="2800" dirty="0"/>
              <a:t>Nelze pracovat s myší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67308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8">
            <a:extLst>
              <a:ext uri="{FF2B5EF4-FFF2-40B4-BE49-F238E27FC236}">
                <a16:creationId xmlns:a16="http://schemas.microsoft.com/office/drawing/2014/main" id="{30BC9609-A8AF-411F-A9E0-C3B93C894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827CB4D-1C5D-BE95-FFCF-4D9F88A29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39704"/>
            <a:ext cx="3299579" cy="5577840"/>
          </a:xfrm>
        </p:spPr>
        <p:txBody>
          <a:bodyPr anchor="ctr">
            <a:normAutofit/>
          </a:bodyPr>
          <a:lstStyle/>
          <a:p>
            <a:pPr algn="ctr"/>
            <a:r>
              <a:rPr lang="cs-CZ" b="1"/>
              <a:t>OTÁZKY</a:t>
            </a:r>
          </a:p>
        </p:txBody>
      </p:sp>
      <p:graphicFrame>
        <p:nvGraphicFramePr>
          <p:cNvPr id="11" name="Zástupný obsah 2">
            <a:extLst>
              <a:ext uri="{FF2B5EF4-FFF2-40B4-BE49-F238E27FC236}">
                <a16:creationId xmlns:a16="http://schemas.microsoft.com/office/drawing/2014/main" id="{378467D6-DDA2-CC0A-7C39-31A6B3BB99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4795358"/>
              </p:ext>
            </p:extLst>
          </p:nvPr>
        </p:nvGraphicFramePr>
        <p:xfrm>
          <a:off x="4901472" y="639705"/>
          <a:ext cx="6506304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7549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D9FAE0-9BCC-A794-1DF1-1C882074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Citace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CE44A4B-269E-A15A-8758-9AB1822E6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90649"/>
            <a:ext cx="9601200" cy="52054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b="1" i="1" dirty="0"/>
              <a:t>Stránky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Computer Hope. </a:t>
            </a:r>
            <a:r>
              <a:rPr lang="en-US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History of Microsoft DOS</a:t>
            </a:r>
            <a:r>
              <a:rPr lang="en-U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[online]. In: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3.6. 2020</a:t>
            </a:r>
            <a:r>
              <a:rPr lang="en-U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[cit. 2022-11-16]. </a:t>
            </a:r>
            <a:r>
              <a:rPr lang="en-US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Dostupné</a:t>
            </a:r>
            <a:r>
              <a:rPr lang="en-U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z: </a:t>
            </a:r>
            <a:r>
              <a:rPr lang="en-U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  <a:hlinkClick r:id="rId2"/>
              </a:rPr>
              <a:t>https://www.computerhope.com/history/dos.htm</a:t>
            </a:r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dirty="0">
                <a:solidFill>
                  <a:srgbClr val="212529"/>
                </a:solidFill>
                <a:latin typeface="Open Sans" panose="020B0606030504020204" pitchFamily="34" charset="0"/>
              </a:rPr>
              <a:t>PONKRÁC, Miroslav. </a:t>
            </a:r>
            <a:r>
              <a:rPr lang="it-IT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MS-DOS</a:t>
            </a:r>
            <a:r>
              <a:rPr lang="it-IT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[online]. In: 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19.11. 2004</a:t>
            </a:r>
            <a:r>
              <a:rPr lang="it-IT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[cit. 2022-11-16]. Dostupné z: </a:t>
            </a:r>
            <a:r>
              <a:rPr lang="it-IT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  <a:hlinkClick r:id="rId3"/>
              </a:rPr>
              <a:t>https://cs.wikipedia.org/wiki/MS-DOS#:~:text=MS%2DDOS%20(Microsoft%20Disk%20Operating,od%20firmy%20Seattle%20Computer%20Products</a:t>
            </a:r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Trainzak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. </a:t>
            </a:r>
            <a:r>
              <a:rPr lang="cs-CZ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Ovladač zařízení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[online]. In: 24.6. 2005 [cit. 2022-11-20]. Dostupné z: 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  <a:hlinkClick r:id="rId4"/>
              </a:rPr>
              <a:t>https://cs.wikipedia.org/wiki/Ovlada%C4%8D_za%C5%99%C3%ADzen%C3%AD</a:t>
            </a:r>
            <a:endParaRPr lang="cs-CZ" dirty="0">
              <a:solidFill>
                <a:srgbClr val="212529"/>
              </a:solidFill>
              <a:latin typeface="Open Sans" panose="020B0606030504020204" pitchFamily="34" charset="0"/>
            </a:endParaRPr>
          </a:p>
          <a:p>
            <a:r>
              <a:rPr lang="cs-CZ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Sysop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. </a:t>
            </a:r>
            <a:r>
              <a:rPr lang="cs-CZ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MS-DOS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[online]. In: 17.1. 2016 [cit. 2022-11-20]. Dostupné z: 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  <a:hlinkClick r:id="rId5"/>
              </a:rPr>
              <a:t>http://www.multimediaexpo.cz/mmecz/index.php/MS-DOS</a:t>
            </a:r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cs-CZ" dirty="0">
              <a:solidFill>
                <a:srgbClr val="212529"/>
              </a:solidFill>
              <a:latin typeface="Open Sans" panose="020B0606030504020204" pitchFamily="34" charset="0"/>
            </a:endParaRPr>
          </a:p>
          <a:p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cs-CZ" dirty="0">
              <a:solidFill>
                <a:srgbClr val="212529"/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353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08E11B-FA19-73C0-C97B-DF877EB0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74829"/>
          </a:xfrm>
        </p:spPr>
        <p:txBody>
          <a:bodyPr>
            <a:normAutofit/>
          </a:bodyPr>
          <a:lstStyle/>
          <a:p>
            <a:r>
              <a:rPr lang="cs-CZ" sz="2400" b="1" i="1" dirty="0"/>
              <a:t>Obrázky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2182861-C620-0375-4E13-7C44BD504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60629"/>
            <a:ext cx="9601200" cy="3581400"/>
          </a:xfrm>
        </p:spPr>
        <p:txBody>
          <a:bodyPr/>
          <a:lstStyle/>
          <a:p>
            <a:r>
              <a:rPr lang="it-IT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Microsoft</a:t>
            </a:r>
            <a:r>
              <a:rPr lang="it-IT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[online]. In: 28.3. 2015 [cit. 2022-11-20]. Dostupné z: </a:t>
            </a:r>
            <a:r>
              <a:rPr lang="it-IT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  <a:hlinkClick r:id="rId2"/>
              </a:rPr>
              <a:t>https://www.designportal.cz/microsoft-po-25-letech-meni-logo/</a:t>
            </a:r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Microsoft. </a:t>
            </a:r>
            <a:r>
              <a:rPr lang="cs-CZ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Msdos-icon.png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[online]. In: 28.3. 2015 [cit. 2022-11-20]. Dostupné z: 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  <a:hlinkClick r:id="rId3"/>
              </a:rPr>
              <a:t>https://upload.wikimedia.org/wikipedia/commons/3/3d/Msdos-icon.png</a:t>
            </a:r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hledme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. </a:t>
            </a:r>
            <a:r>
              <a:rPr lang="cs-CZ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Příkazový řádek MS-DOS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[online]. In: 7.2. 2014 [cit. 2022-11-20]. Dostupné z: 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  <a:hlinkClick r:id="rId4"/>
              </a:rPr>
              <a:t>http://www.zdarma.org/enc/wp-content/uploads/2014/02/49-prikazovy-radek-ms-dos.jpg</a:t>
            </a:r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RAUND, Paul. </a:t>
            </a:r>
            <a:r>
              <a:rPr lang="cs-CZ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IBM </a:t>
            </a:r>
            <a:r>
              <a:rPr lang="cs-CZ" b="0" i="1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logo.svg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[online]. In</a:t>
            </a:r>
            <a:r>
              <a:rPr lang="cs-CZ" b="0" i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: 5.6. 2007 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[cit. 2022-11-20]. Dostupné z: 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  <a:hlinkClick r:id="rId5"/>
              </a:rPr>
              <a:t>https://en.wikipedia.org/wiki/File:IBM_logo.svg#/media/File:IBM_logo.svg</a:t>
            </a:r>
            <a:endParaRPr lang="cs-CZ" dirty="0">
              <a:solidFill>
                <a:srgbClr val="212529"/>
              </a:solidFill>
              <a:latin typeface="Open Sans" panose="020B0606030504020204" pitchFamily="34" charset="0"/>
            </a:endParaRPr>
          </a:p>
          <a:p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endParaRPr lang="cs-CZ" dirty="0">
              <a:solidFill>
                <a:srgbClr val="212529"/>
              </a:solidFill>
              <a:latin typeface="Open Sans" panose="020B0606030504020204" pitchFamily="34" charset="0"/>
            </a:endParaRPr>
          </a:p>
          <a:p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44891422"/>
      </p:ext>
    </p:extLst>
  </p:cSld>
  <p:clrMapOvr>
    <a:masterClrMapping/>
  </p:clrMapOvr>
</p:sld>
</file>

<file path=ppt/theme/theme1.xml><?xml version="1.0" encoding="utf-8"?>
<a:theme xmlns:a="http://schemas.openxmlformats.org/drawingml/2006/main" name="Oříznutí">
  <a:themeElements>
    <a:clrScheme name="Oříznutí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říznutí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říznutí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Oříznutí</Template>
  <TotalTime>243</TotalTime>
  <Words>696</Words>
  <Application>Microsoft Office PowerPoint</Application>
  <PresentationFormat>Širokoúhlá obrazovka</PresentationFormat>
  <Paragraphs>70</Paragraphs>
  <Slides>13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7" baseType="lpstr">
      <vt:lpstr>Yu Mincho Demibold</vt:lpstr>
      <vt:lpstr>Franklin Gothic Book</vt:lpstr>
      <vt:lpstr>Open Sans</vt:lpstr>
      <vt:lpstr>Oříznutí</vt:lpstr>
      <vt:lpstr>Ms dos</vt:lpstr>
      <vt:lpstr>ZÁKLADNÍ INFORMACE</vt:lpstr>
      <vt:lpstr>INSTALACE</vt:lpstr>
      <vt:lpstr>SOUBOROVÉ SYSTÉMY</vt:lpstr>
      <vt:lpstr>OVLADAČE</vt:lpstr>
      <vt:lpstr>AKTUALIZACE</vt:lpstr>
      <vt:lpstr>BEZPEČNOST</vt:lpstr>
      <vt:lpstr>VIZUÁLNÍ STRÁNKA</vt:lpstr>
      <vt:lpstr>POPULARITA</vt:lpstr>
      <vt:lpstr>SOUHRN</vt:lpstr>
      <vt:lpstr>OTÁZKY</vt:lpstr>
      <vt:lpstr>Citace</vt:lpstr>
      <vt:lpstr>Obrázky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 dos</dc:title>
  <dc:creator>vendula.prudilova@outlook.cz</dc:creator>
  <cp:lastModifiedBy>vendula.prudilova@outlook.cz</cp:lastModifiedBy>
  <cp:revision>2</cp:revision>
  <dcterms:created xsi:type="dcterms:W3CDTF">2022-11-16T08:47:05Z</dcterms:created>
  <dcterms:modified xsi:type="dcterms:W3CDTF">2022-11-20T19:03:28Z</dcterms:modified>
</cp:coreProperties>
</file>