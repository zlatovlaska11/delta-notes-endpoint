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4" r:id="rId3"/>
    <p:sldId id="266" r:id="rId4"/>
    <p:sldId id="262" r:id="rId5"/>
    <p:sldId id="259" r:id="rId6"/>
    <p:sldId id="258" r:id="rId7"/>
    <p:sldId id="272" r:id="rId8"/>
    <p:sldId id="260" r:id="rId9"/>
    <p:sldId id="261" r:id="rId10"/>
    <p:sldId id="271" r:id="rId11"/>
    <p:sldId id="274" r:id="rId12"/>
    <p:sldId id="270" r:id="rId13"/>
    <p:sldId id="273" r:id="rId14"/>
    <p:sldId id="267" r:id="rId15"/>
    <p:sldId id="265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8C8"/>
    <a:srgbClr val="FF9E9E"/>
    <a:srgbClr val="FF4A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C09DB8-F0A1-4F77-9B21-1F158D2E68F1}" v="327" dt="2022-11-20T19:47:42.953"/>
    <p1510:client id="{7BA3641B-5823-41FD-AC1B-C92E84AE4ECA}" v="43" dt="2022-11-20T07:12:35.035"/>
    <p1510:client id="{E7FB4B06-7938-47A5-A63B-9A5886E9258D}" v="1812" dt="2022-11-20T19:48:09.0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" userId="f81529809508f92b" providerId="LiveId" clId="{E7FB4B06-7938-47A5-A63B-9A5886E9258D}"/>
    <pc:docChg chg="undo custSel addSld delSld modSld sldOrd">
      <pc:chgData name="Jan" userId="f81529809508f92b" providerId="LiveId" clId="{E7FB4B06-7938-47A5-A63B-9A5886E9258D}" dt="2022-11-20T19:48:09.004" v="1988" actId="20577"/>
      <pc:docMkLst>
        <pc:docMk/>
      </pc:docMkLst>
      <pc:sldChg chg="addSp delSp modSp mod">
        <pc:chgData name="Jan" userId="f81529809508f92b" providerId="LiveId" clId="{E7FB4B06-7938-47A5-A63B-9A5886E9258D}" dt="2022-11-18T12:45:46.731" v="1459" actId="14861"/>
        <pc:sldMkLst>
          <pc:docMk/>
          <pc:sldMk cId="997371703" sldId="256"/>
        </pc:sldMkLst>
        <pc:spChg chg="add del mod">
          <ac:chgData name="Jan" userId="f81529809508f92b" providerId="LiveId" clId="{E7FB4B06-7938-47A5-A63B-9A5886E9258D}" dt="2022-11-17T13:10:41.944" v="78" actId="478"/>
          <ac:spMkLst>
            <pc:docMk/>
            <pc:sldMk cId="997371703" sldId="256"/>
            <ac:spMk id="2" creationId="{D07B4C9F-45B9-9DC9-F959-B0CF3F4B907C}"/>
          </ac:spMkLst>
        </pc:spChg>
        <pc:spChg chg="mod">
          <ac:chgData name="Jan" userId="f81529809508f92b" providerId="LiveId" clId="{E7FB4B06-7938-47A5-A63B-9A5886E9258D}" dt="2022-11-18T12:45:46.731" v="1459" actId="14861"/>
          <ac:spMkLst>
            <pc:docMk/>
            <pc:sldMk cId="997371703" sldId="256"/>
            <ac:spMk id="3" creationId="{7CAE3973-00AB-BF0F-BD56-CA7024193135}"/>
          </ac:spMkLst>
        </pc:spChg>
        <pc:spChg chg="add del mod">
          <ac:chgData name="Jan" userId="f81529809508f92b" providerId="LiveId" clId="{E7FB4B06-7938-47A5-A63B-9A5886E9258D}" dt="2022-11-17T13:10:41.944" v="78" actId="478"/>
          <ac:spMkLst>
            <pc:docMk/>
            <pc:sldMk cId="997371703" sldId="256"/>
            <ac:spMk id="4" creationId="{85579C65-5AD3-8CFC-4390-2052B447724A}"/>
          </ac:spMkLst>
        </pc:spChg>
        <pc:picChg chg="add mod">
          <ac:chgData name="Jan" userId="f81529809508f92b" providerId="LiveId" clId="{E7FB4B06-7938-47A5-A63B-9A5886E9258D}" dt="2022-11-17T13:12:40.266" v="219" actId="14861"/>
          <ac:picMkLst>
            <pc:docMk/>
            <pc:sldMk cId="997371703" sldId="256"/>
            <ac:picMk id="6" creationId="{02134A00-2B23-CC3F-649B-401AB256FB87}"/>
          </ac:picMkLst>
        </pc:picChg>
        <pc:picChg chg="add del mod">
          <ac:chgData name="Jan" userId="f81529809508f92b" providerId="LiveId" clId="{E7FB4B06-7938-47A5-A63B-9A5886E9258D}" dt="2022-11-17T13:10:46.326" v="80" actId="478"/>
          <ac:picMkLst>
            <pc:docMk/>
            <pc:sldMk cId="997371703" sldId="256"/>
            <ac:picMk id="1026" creationId="{A66777FA-0A01-30AD-4735-D1651D36C19D}"/>
          </ac:picMkLst>
        </pc:picChg>
      </pc:sldChg>
      <pc:sldChg chg="modSp del mod ord">
        <pc:chgData name="Jan" userId="f81529809508f92b" providerId="LiveId" clId="{E7FB4B06-7938-47A5-A63B-9A5886E9258D}" dt="2022-11-17T15:39:38.065" v="1319" actId="47"/>
        <pc:sldMkLst>
          <pc:docMk/>
          <pc:sldMk cId="3740030839" sldId="257"/>
        </pc:sldMkLst>
        <pc:spChg chg="mod">
          <ac:chgData name="Jan" userId="f81529809508f92b" providerId="LiveId" clId="{E7FB4B06-7938-47A5-A63B-9A5886E9258D}" dt="2022-11-17T13:21:20.836" v="258" actId="20577"/>
          <ac:spMkLst>
            <pc:docMk/>
            <pc:sldMk cId="3740030839" sldId="257"/>
            <ac:spMk id="2" creationId="{EB8A0FBB-9879-4456-9259-94A8DE9B650C}"/>
          </ac:spMkLst>
        </pc:spChg>
      </pc:sldChg>
      <pc:sldChg chg="addSp delSp modSp mod">
        <pc:chgData name="Jan" userId="f81529809508f92b" providerId="LiveId" clId="{E7FB4B06-7938-47A5-A63B-9A5886E9258D}" dt="2022-11-20T19:43:23.215" v="1764" actId="1076"/>
        <pc:sldMkLst>
          <pc:docMk/>
          <pc:sldMk cId="1587542903" sldId="258"/>
        </pc:sldMkLst>
        <pc:spChg chg="mod">
          <ac:chgData name="Jan" userId="f81529809508f92b" providerId="LiveId" clId="{E7FB4B06-7938-47A5-A63B-9A5886E9258D}" dt="2022-11-20T19:27:26.929" v="1644" actId="14861"/>
          <ac:spMkLst>
            <pc:docMk/>
            <pc:sldMk cId="1587542903" sldId="258"/>
            <ac:spMk id="2" creationId="{2751F9B0-A90A-01CD-8B86-0771B740890F}"/>
          </ac:spMkLst>
        </pc:spChg>
        <pc:spChg chg="mod">
          <ac:chgData name="Jan" userId="f81529809508f92b" providerId="LiveId" clId="{E7FB4B06-7938-47A5-A63B-9A5886E9258D}" dt="2022-11-20T19:27:29.326" v="1645" actId="14861"/>
          <ac:spMkLst>
            <pc:docMk/>
            <pc:sldMk cId="1587542903" sldId="258"/>
            <ac:spMk id="3" creationId="{A10E99AC-1A23-085D-B37D-86832B251E16}"/>
          </ac:spMkLst>
        </pc:spChg>
        <pc:picChg chg="add mod">
          <ac:chgData name="Jan" userId="f81529809508f92b" providerId="LiveId" clId="{E7FB4B06-7938-47A5-A63B-9A5886E9258D}" dt="2022-11-20T19:43:08.712" v="1758" actId="571"/>
          <ac:picMkLst>
            <pc:docMk/>
            <pc:sldMk cId="1587542903" sldId="258"/>
            <ac:picMk id="4" creationId="{94316ABE-F81D-42EA-3743-C5EC7B24ABEA}"/>
          </ac:picMkLst>
        </pc:picChg>
        <pc:picChg chg="add del mod">
          <ac:chgData name="Jan" userId="f81529809508f92b" providerId="LiveId" clId="{E7FB4B06-7938-47A5-A63B-9A5886E9258D}" dt="2022-11-17T14:21:15.420" v="808" actId="478"/>
          <ac:picMkLst>
            <pc:docMk/>
            <pc:sldMk cId="1587542903" sldId="258"/>
            <ac:picMk id="5" creationId="{091B4412-7E68-182D-F26E-CC73336151DF}"/>
          </ac:picMkLst>
        </pc:picChg>
        <pc:picChg chg="add mod">
          <ac:chgData name="Jan" userId="f81529809508f92b" providerId="LiveId" clId="{E7FB4B06-7938-47A5-A63B-9A5886E9258D}" dt="2022-11-20T19:43:23.215" v="1764" actId="1076"/>
          <ac:picMkLst>
            <pc:docMk/>
            <pc:sldMk cId="1587542903" sldId="258"/>
            <ac:picMk id="2050" creationId="{45D6A526-40F2-CE03-64FA-453E11ABA40C}"/>
          </ac:picMkLst>
        </pc:picChg>
        <pc:picChg chg="add del mod">
          <ac:chgData name="Jan" userId="f81529809508f92b" providerId="LiveId" clId="{E7FB4B06-7938-47A5-A63B-9A5886E9258D}" dt="2022-11-20T19:43:17.927" v="1761" actId="478"/>
          <ac:picMkLst>
            <pc:docMk/>
            <pc:sldMk cId="1587542903" sldId="258"/>
            <ac:picMk id="5122" creationId="{36853EC2-A161-B04C-CB65-FB064B90F35E}"/>
          </ac:picMkLst>
        </pc:picChg>
      </pc:sldChg>
      <pc:sldChg chg="addSp delSp modSp mod ord">
        <pc:chgData name="Jan" userId="f81529809508f92b" providerId="LiveId" clId="{E7FB4B06-7938-47A5-A63B-9A5886E9258D}" dt="2022-11-20T19:27:20.168" v="1643" actId="14861"/>
        <pc:sldMkLst>
          <pc:docMk/>
          <pc:sldMk cId="40424855" sldId="259"/>
        </pc:sldMkLst>
        <pc:spChg chg="mod">
          <ac:chgData name="Jan" userId="f81529809508f92b" providerId="LiveId" clId="{E7FB4B06-7938-47A5-A63B-9A5886E9258D}" dt="2022-11-20T19:27:17.428" v="1642" actId="14861"/>
          <ac:spMkLst>
            <pc:docMk/>
            <pc:sldMk cId="40424855" sldId="259"/>
            <ac:spMk id="2" creationId="{91261C2E-529A-774C-105E-E97C9A083DF8}"/>
          </ac:spMkLst>
        </pc:spChg>
        <pc:spChg chg="mod">
          <ac:chgData name="Jan" userId="f81529809508f92b" providerId="LiveId" clId="{E7FB4B06-7938-47A5-A63B-9A5886E9258D}" dt="2022-11-20T19:27:20.168" v="1643" actId="14861"/>
          <ac:spMkLst>
            <pc:docMk/>
            <pc:sldMk cId="40424855" sldId="259"/>
            <ac:spMk id="3" creationId="{513504D0-66A7-BA2B-C16E-CD4207E794BE}"/>
          </ac:spMkLst>
        </pc:spChg>
        <pc:spChg chg="add del mod">
          <ac:chgData name="Jan" userId="f81529809508f92b" providerId="LiveId" clId="{E7FB4B06-7938-47A5-A63B-9A5886E9258D}" dt="2022-11-17T13:52:57.819" v="416" actId="478"/>
          <ac:spMkLst>
            <pc:docMk/>
            <pc:sldMk cId="40424855" sldId="259"/>
            <ac:spMk id="4" creationId="{3CD18142-8B02-B2A7-CDF4-9D37EE4BDFE6}"/>
          </ac:spMkLst>
        </pc:spChg>
        <pc:picChg chg="add mod ord">
          <ac:chgData name="Jan" userId="f81529809508f92b" providerId="LiveId" clId="{E7FB4B06-7938-47A5-A63B-9A5886E9258D}" dt="2022-11-17T14:52:29.451" v="1091" actId="1076"/>
          <ac:picMkLst>
            <pc:docMk/>
            <pc:sldMk cId="40424855" sldId="259"/>
            <ac:picMk id="6" creationId="{AECE7F72-3E74-E590-D54B-65EF56C96903}"/>
          </ac:picMkLst>
        </pc:picChg>
        <pc:picChg chg="add del mod">
          <ac:chgData name="Jan" userId="f81529809508f92b" providerId="LiveId" clId="{E7FB4B06-7938-47A5-A63B-9A5886E9258D}" dt="2022-11-17T13:53:41.196" v="419" actId="478"/>
          <ac:picMkLst>
            <pc:docMk/>
            <pc:sldMk cId="40424855" sldId="259"/>
            <ac:picMk id="2050" creationId="{AED5DE99-F5B2-2157-648E-7EE595256CE2}"/>
          </ac:picMkLst>
        </pc:picChg>
        <pc:picChg chg="add del mod">
          <ac:chgData name="Jan" userId="f81529809508f92b" providerId="LiveId" clId="{E7FB4B06-7938-47A5-A63B-9A5886E9258D}" dt="2022-11-17T13:52:57.819" v="416" actId="478"/>
          <ac:picMkLst>
            <pc:docMk/>
            <pc:sldMk cId="40424855" sldId="259"/>
            <ac:picMk id="2052" creationId="{3FC6F998-3393-6FFE-D563-C49B10C22F0E}"/>
          </ac:picMkLst>
        </pc:picChg>
        <pc:picChg chg="add del mod">
          <ac:chgData name="Jan" userId="f81529809508f92b" providerId="LiveId" clId="{E7FB4B06-7938-47A5-A63B-9A5886E9258D}" dt="2022-11-17T13:58:03.378" v="541" actId="478"/>
          <ac:picMkLst>
            <pc:docMk/>
            <pc:sldMk cId="40424855" sldId="259"/>
            <ac:picMk id="2055" creationId="{27CF2EAB-701A-7D79-87BC-C7C018B78252}"/>
          </ac:picMkLst>
        </pc:picChg>
      </pc:sldChg>
      <pc:sldChg chg="modSp mod">
        <pc:chgData name="Jan" userId="f81529809508f92b" providerId="LiveId" clId="{E7FB4B06-7938-47A5-A63B-9A5886E9258D}" dt="2022-11-20T19:28:04.078" v="1648" actId="14861"/>
        <pc:sldMkLst>
          <pc:docMk/>
          <pc:sldMk cId="3923393014" sldId="260"/>
        </pc:sldMkLst>
        <pc:spChg chg="mod">
          <ac:chgData name="Jan" userId="f81529809508f92b" providerId="LiveId" clId="{E7FB4B06-7938-47A5-A63B-9A5886E9258D}" dt="2022-11-20T19:27:53.891" v="1647" actId="14861"/>
          <ac:spMkLst>
            <pc:docMk/>
            <pc:sldMk cId="3923393014" sldId="260"/>
            <ac:spMk id="2" creationId="{5575C96D-3A8E-3402-F57F-007E8C42EB63}"/>
          </ac:spMkLst>
        </pc:spChg>
        <pc:spChg chg="mod">
          <ac:chgData name="Jan" userId="f81529809508f92b" providerId="LiveId" clId="{E7FB4B06-7938-47A5-A63B-9A5886E9258D}" dt="2022-11-17T13:30:44.880" v="375" actId="113"/>
          <ac:spMkLst>
            <pc:docMk/>
            <pc:sldMk cId="3923393014" sldId="260"/>
            <ac:spMk id="3" creationId="{2CA40E1D-5876-FEB2-C921-E70837F95C2A}"/>
          </ac:spMkLst>
        </pc:spChg>
        <pc:graphicFrameChg chg="mod">
          <ac:chgData name="Jan" userId="f81529809508f92b" providerId="LiveId" clId="{E7FB4B06-7938-47A5-A63B-9A5886E9258D}" dt="2022-11-20T19:28:04.078" v="1648" actId="14861"/>
          <ac:graphicFrameMkLst>
            <pc:docMk/>
            <pc:sldMk cId="3923393014" sldId="260"/>
            <ac:graphicFrameMk id="4" creationId="{70D9F411-9388-5DFA-38CC-58580C4C9647}"/>
          </ac:graphicFrameMkLst>
        </pc:graphicFrameChg>
      </pc:sldChg>
      <pc:sldChg chg="modSp mod">
        <pc:chgData name="Jan" userId="f81529809508f92b" providerId="LiveId" clId="{E7FB4B06-7938-47A5-A63B-9A5886E9258D}" dt="2022-11-20T19:28:14.322" v="1650" actId="14861"/>
        <pc:sldMkLst>
          <pc:docMk/>
          <pc:sldMk cId="656700352" sldId="261"/>
        </pc:sldMkLst>
        <pc:spChg chg="mod">
          <ac:chgData name="Jan" userId="f81529809508f92b" providerId="LiveId" clId="{E7FB4B06-7938-47A5-A63B-9A5886E9258D}" dt="2022-11-20T19:28:11.413" v="1649" actId="14861"/>
          <ac:spMkLst>
            <pc:docMk/>
            <pc:sldMk cId="656700352" sldId="261"/>
            <ac:spMk id="2" creationId="{D7AB937E-1FEA-0202-73BC-4AFF94C64F63}"/>
          </ac:spMkLst>
        </pc:spChg>
        <pc:spChg chg="mod">
          <ac:chgData name="Jan" userId="f81529809508f92b" providerId="LiveId" clId="{E7FB4B06-7938-47A5-A63B-9A5886E9258D}" dt="2022-11-20T19:28:14.322" v="1650" actId="14861"/>
          <ac:spMkLst>
            <pc:docMk/>
            <pc:sldMk cId="656700352" sldId="261"/>
            <ac:spMk id="7" creationId="{4D6EA5DE-E9BF-6538-8648-C12BE9F6F6E8}"/>
          </ac:spMkLst>
        </pc:spChg>
      </pc:sldChg>
      <pc:sldChg chg="addSp modSp new mod ord">
        <pc:chgData name="Jan" userId="f81529809508f92b" providerId="LiveId" clId="{E7FB4B06-7938-47A5-A63B-9A5886E9258D}" dt="2022-11-20T19:27:10.787" v="1641" actId="14861"/>
        <pc:sldMkLst>
          <pc:docMk/>
          <pc:sldMk cId="2396309343" sldId="262"/>
        </pc:sldMkLst>
        <pc:spChg chg="mod">
          <ac:chgData name="Jan" userId="f81529809508f92b" providerId="LiveId" clId="{E7FB4B06-7938-47A5-A63B-9A5886E9258D}" dt="2022-11-20T19:27:06.275" v="1640" actId="14861"/>
          <ac:spMkLst>
            <pc:docMk/>
            <pc:sldMk cId="2396309343" sldId="262"/>
            <ac:spMk id="2" creationId="{6BEC358D-8FA0-F943-6B16-AD5258705A81}"/>
          </ac:spMkLst>
        </pc:spChg>
        <pc:spChg chg="mod">
          <ac:chgData name="Jan" userId="f81529809508f92b" providerId="LiveId" clId="{E7FB4B06-7938-47A5-A63B-9A5886E9258D}" dt="2022-11-20T19:27:10.787" v="1641" actId="14861"/>
          <ac:spMkLst>
            <pc:docMk/>
            <pc:sldMk cId="2396309343" sldId="262"/>
            <ac:spMk id="3" creationId="{523656A2-BE50-3F73-D040-01F3A014FE31}"/>
          </ac:spMkLst>
        </pc:spChg>
        <pc:picChg chg="add mod">
          <ac:chgData name="Jan" userId="f81529809508f92b" providerId="LiveId" clId="{E7FB4B06-7938-47A5-A63B-9A5886E9258D}" dt="2022-11-17T13:50:34.792" v="412"/>
          <ac:picMkLst>
            <pc:docMk/>
            <pc:sldMk cId="2396309343" sldId="262"/>
            <ac:picMk id="4" creationId="{C77AFB4C-34A9-8ACC-FD4F-4FA8FBADC0E0}"/>
          </ac:picMkLst>
        </pc:picChg>
      </pc:sldChg>
      <pc:sldChg chg="addSp delSp modSp del mod">
        <pc:chgData name="Jan" userId="f81529809508f92b" providerId="LiveId" clId="{E7FB4B06-7938-47A5-A63B-9A5886E9258D}" dt="2022-11-17T22:58:20.405" v="1454" actId="47"/>
        <pc:sldMkLst>
          <pc:docMk/>
          <pc:sldMk cId="3999731207" sldId="263"/>
        </pc:sldMkLst>
        <pc:spChg chg="mod">
          <ac:chgData name="Jan" userId="f81529809508f92b" providerId="LiveId" clId="{E7FB4B06-7938-47A5-A63B-9A5886E9258D}" dt="2022-11-17T14:18:29.915" v="791" actId="12"/>
          <ac:spMkLst>
            <pc:docMk/>
            <pc:sldMk cId="3999731207" sldId="263"/>
            <ac:spMk id="3" creationId="{B9BEAE4E-8692-C81E-36A8-642C27458FF9}"/>
          </ac:spMkLst>
        </pc:spChg>
        <pc:picChg chg="del">
          <ac:chgData name="Jan" userId="f81529809508f92b" providerId="LiveId" clId="{E7FB4B06-7938-47A5-A63B-9A5886E9258D}" dt="2022-11-17T15:14:08.694" v="1187" actId="478"/>
          <ac:picMkLst>
            <pc:docMk/>
            <pc:sldMk cId="3999731207" sldId="263"/>
            <ac:picMk id="4" creationId="{77384D85-B624-B26E-B427-5BCD2D0A93E8}"/>
          </ac:picMkLst>
        </pc:picChg>
        <pc:picChg chg="add mod">
          <ac:chgData name="Jan" userId="f81529809508f92b" providerId="LiveId" clId="{E7FB4B06-7938-47A5-A63B-9A5886E9258D}" dt="2022-11-17T13:54:31.873" v="438" actId="571"/>
          <ac:picMkLst>
            <pc:docMk/>
            <pc:sldMk cId="3999731207" sldId="263"/>
            <ac:picMk id="5" creationId="{3B4489EF-80FE-56E2-A679-BFD54612F7E7}"/>
          </ac:picMkLst>
        </pc:picChg>
        <pc:picChg chg="add mod">
          <ac:chgData name="Jan" userId="f81529809508f92b" providerId="LiveId" clId="{E7FB4B06-7938-47A5-A63B-9A5886E9258D}" dt="2022-11-17T13:54:31.873" v="438" actId="571"/>
          <ac:picMkLst>
            <pc:docMk/>
            <pc:sldMk cId="3999731207" sldId="263"/>
            <ac:picMk id="6" creationId="{B7EB20E5-6692-E48D-C0DA-0AC972131314}"/>
          </ac:picMkLst>
        </pc:picChg>
        <pc:picChg chg="add del">
          <ac:chgData name="Jan" userId="f81529809508f92b" providerId="LiveId" clId="{E7FB4B06-7938-47A5-A63B-9A5886E9258D}" dt="2022-11-17T13:54:32.190" v="439"/>
          <ac:picMkLst>
            <pc:docMk/>
            <pc:sldMk cId="3999731207" sldId="263"/>
            <ac:picMk id="4098" creationId="{EC8636C5-AEE5-5C75-581C-931DDFC6D173}"/>
          </ac:picMkLst>
        </pc:picChg>
        <pc:picChg chg="add mod">
          <ac:chgData name="Jan" userId="f81529809508f92b" providerId="LiveId" clId="{E7FB4B06-7938-47A5-A63B-9A5886E9258D}" dt="2022-11-17T15:20:33.557" v="1190" actId="108"/>
          <ac:picMkLst>
            <pc:docMk/>
            <pc:sldMk cId="3999731207" sldId="263"/>
            <ac:picMk id="4100" creationId="{21897529-1BF7-37E9-AB2F-48B2E428D528}"/>
          </ac:picMkLst>
        </pc:picChg>
      </pc:sldChg>
      <pc:sldChg chg="modSp mod">
        <pc:chgData name="Jan" userId="f81529809508f92b" providerId="LiveId" clId="{E7FB4B06-7938-47A5-A63B-9A5886E9258D}" dt="2022-11-17T16:08:42.197" v="1391" actId="403"/>
        <pc:sldMkLst>
          <pc:docMk/>
          <pc:sldMk cId="228845237" sldId="264"/>
        </pc:sldMkLst>
        <pc:spChg chg="mod">
          <ac:chgData name="Jan" userId="f81529809508f92b" providerId="LiveId" clId="{E7FB4B06-7938-47A5-A63B-9A5886E9258D}" dt="2022-11-17T16:08:42.197" v="1391" actId="403"/>
          <ac:spMkLst>
            <pc:docMk/>
            <pc:sldMk cId="228845237" sldId="264"/>
            <ac:spMk id="3" creationId="{006F864D-2810-B8BD-A4A5-71A802034845}"/>
          </ac:spMkLst>
        </pc:spChg>
        <pc:picChg chg="mod">
          <ac:chgData name="Jan" userId="f81529809508f92b" providerId="LiveId" clId="{E7FB4B06-7938-47A5-A63B-9A5886E9258D}" dt="2022-11-17T14:52:33.107" v="1092" actId="108"/>
          <ac:picMkLst>
            <pc:docMk/>
            <pc:sldMk cId="228845237" sldId="264"/>
            <ac:picMk id="5" creationId="{F7A0A79E-8D85-FD79-62D9-9CF9A48D97CA}"/>
          </ac:picMkLst>
        </pc:picChg>
      </pc:sldChg>
      <pc:sldChg chg="modSp new mod">
        <pc:chgData name="Jan" userId="f81529809508f92b" providerId="LiveId" clId="{E7FB4B06-7938-47A5-A63B-9A5886E9258D}" dt="2022-11-17T22:57:01.268" v="1451" actId="20577"/>
        <pc:sldMkLst>
          <pc:docMk/>
          <pc:sldMk cId="808388027" sldId="265"/>
        </pc:sldMkLst>
        <pc:spChg chg="mod">
          <ac:chgData name="Jan" userId="f81529809508f92b" providerId="LiveId" clId="{E7FB4B06-7938-47A5-A63B-9A5886E9258D}" dt="2022-11-17T22:56:36.093" v="1445" actId="20577"/>
          <ac:spMkLst>
            <pc:docMk/>
            <pc:sldMk cId="808388027" sldId="265"/>
            <ac:spMk id="2" creationId="{A4A01C23-C92F-F08D-9342-03B45B580AA2}"/>
          </ac:spMkLst>
        </pc:spChg>
        <pc:spChg chg="mod">
          <ac:chgData name="Jan" userId="f81529809508f92b" providerId="LiveId" clId="{E7FB4B06-7938-47A5-A63B-9A5886E9258D}" dt="2022-11-17T22:57:01.268" v="1451" actId="20577"/>
          <ac:spMkLst>
            <pc:docMk/>
            <pc:sldMk cId="808388027" sldId="265"/>
            <ac:spMk id="3" creationId="{D1D1ADA8-4C6E-6440-ACFE-DE82C1B686BC}"/>
          </ac:spMkLst>
        </pc:spChg>
      </pc:sldChg>
      <pc:sldChg chg="addSp delSp modSp mod">
        <pc:chgData name="Jan" userId="f81529809508f92b" providerId="LiveId" clId="{E7FB4B06-7938-47A5-A63B-9A5886E9258D}" dt="2022-11-20T19:26:59.737" v="1639" actId="14861"/>
        <pc:sldMkLst>
          <pc:docMk/>
          <pc:sldMk cId="4147775226" sldId="266"/>
        </pc:sldMkLst>
        <pc:spChg chg="mod">
          <ac:chgData name="Jan" userId="f81529809508f92b" providerId="LiveId" clId="{E7FB4B06-7938-47A5-A63B-9A5886E9258D}" dt="2022-11-20T19:26:59.737" v="1639" actId="14861"/>
          <ac:spMkLst>
            <pc:docMk/>
            <pc:sldMk cId="4147775226" sldId="266"/>
            <ac:spMk id="2" creationId="{B132D8F7-A8D4-A0B9-2B58-ECB8F3A49215}"/>
          </ac:spMkLst>
        </pc:spChg>
        <pc:spChg chg="mod">
          <ac:chgData name="Jan" userId="f81529809508f92b" providerId="LiveId" clId="{E7FB4B06-7938-47A5-A63B-9A5886E9258D}" dt="2022-11-20T19:26:52.898" v="1636" actId="14861"/>
          <ac:spMkLst>
            <pc:docMk/>
            <pc:sldMk cId="4147775226" sldId="266"/>
            <ac:spMk id="3" creationId="{55DA5F7D-4C37-2B3B-4C5A-C69D8910272B}"/>
          </ac:spMkLst>
        </pc:spChg>
        <pc:picChg chg="del mod ord">
          <ac:chgData name="Jan" userId="f81529809508f92b" providerId="LiveId" clId="{E7FB4B06-7938-47A5-A63B-9A5886E9258D}" dt="2022-11-17T15:08:31.429" v="1146" actId="478"/>
          <ac:picMkLst>
            <pc:docMk/>
            <pc:sldMk cId="4147775226" sldId="266"/>
            <ac:picMk id="4" creationId="{FEC6E4DE-9039-0732-ED6A-CC386FF84EEF}"/>
          </ac:picMkLst>
        </pc:picChg>
        <pc:picChg chg="add del mod ord">
          <ac:chgData name="Jan" userId="f81529809508f92b" providerId="LiveId" clId="{E7FB4B06-7938-47A5-A63B-9A5886E9258D}" dt="2022-11-17T15:21:01.522" v="1192" actId="478"/>
          <ac:picMkLst>
            <pc:docMk/>
            <pc:sldMk cId="4147775226" sldId="266"/>
            <ac:picMk id="6" creationId="{45CCE9DF-0DF1-BAF7-AE76-6938723130BB}"/>
          </ac:picMkLst>
        </pc:picChg>
        <pc:picChg chg="add mod ord">
          <ac:chgData name="Jan" userId="f81529809508f92b" providerId="LiveId" clId="{E7FB4B06-7938-47A5-A63B-9A5886E9258D}" dt="2022-11-17T15:21:54.011" v="1197" actId="108"/>
          <ac:picMkLst>
            <pc:docMk/>
            <pc:sldMk cId="4147775226" sldId="266"/>
            <ac:picMk id="8" creationId="{94A0F08F-B258-A2E2-C2C0-A96A4A733674}"/>
          </ac:picMkLst>
        </pc:picChg>
      </pc:sldChg>
      <pc:sldChg chg="modSp new mod">
        <pc:chgData name="Jan" userId="f81529809508f92b" providerId="LiveId" clId="{E7FB4B06-7938-47A5-A63B-9A5886E9258D}" dt="2022-11-20T19:29:12.688" v="1658" actId="14861"/>
        <pc:sldMkLst>
          <pc:docMk/>
          <pc:sldMk cId="3235908877" sldId="267"/>
        </pc:sldMkLst>
        <pc:spChg chg="mod">
          <ac:chgData name="Jan" userId="f81529809508f92b" providerId="LiveId" clId="{E7FB4B06-7938-47A5-A63B-9A5886E9258D}" dt="2022-11-20T19:29:10.174" v="1657" actId="14861"/>
          <ac:spMkLst>
            <pc:docMk/>
            <pc:sldMk cId="3235908877" sldId="267"/>
            <ac:spMk id="2" creationId="{4F434C16-8958-3AAA-F6A2-689C285B1322}"/>
          </ac:spMkLst>
        </pc:spChg>
        <pc:spChg chg="mod">
          <ac:chgData name="Jan" userId="f81529809508f92b" providerId="LiveId" clId="{E7FB4B06-7938-47A5-A63B-9A5886E9258D}" dt="2022-11-20T19:29:12.688" v="1658" actId="14861"/>
          <ac:spMkLst>
            <pc:docMk/>
            <pc:sldMk cId="3235908877" sldId="267"/>
            <ac:spMk id="3" creationId="{87187D44-2E6F-1534-7F8E-0712050B6B02}"/>
          </ac:spMkLst>
        </pc:spChg>
      </pc:sldChg>
      <pc:sldChg chg="modSp new mod">
        <pc:chgData name="Jan" userId="f81529809508f92b" providerId="LiveId" clId="{E7FB4B06-7938-47A5-A63B-9A5886E9258D}" dt="2022-11-17T15:40:14.690" v="1347" actId="113"/>
        <pc:sldMkLst>
          <pc:docMk/>
          <pc:sldMk cId="919122668" sldId="268"/>
        </pc:sldMkLst>
        <pc:spChg chg="mod">
          <ac:chgData name="Jan" userId="f81529809508f92b" providerId="LiveId" clId="{E7FB4B06-7938-47A5-A63B-9A5886E9258D}" dt="2022-11-17T15:40:14.690" v="1347" actId="113"/>
          <ac:spMkLst>
            <pc:docMk/>
            <pc:sldMk cId="919122668" sldId="268"/>
            <ac:spMk id="2" creationId="{5A568E27-C90B-9279-D2DC-743869B9609E}"/>
          </ac:spMkLst>
        </pc:spChg>
      </pc:sldChg>
      <pc:sldChg chg="new del">
        <pc:chgData name="Jan" userId="f81529809508f92b" providerId="LiveId" clId="{E7FB4B06-7938-47A5-A63B-9A5886E9258D}" dt="2022-11-17T22:58:20.358" v="1453" actId="47"/>
        <pc:sldMkLst>
          <pc:docMk/>
          <pc:sldMk cId="3798070094" sldId="269"/>
        </pc:sldMkLst>
      </pc:sldChg>
      <pc:sldChg chg="modSp mod">
        <pc:chgData name="Jan" userId="f81529809508f92b" providerId="LiveId" clId="{E7FB4B06-7938-47A5-A63B-9A5886E9258D}" dt="2022-11-20T19:28:24.729" v="1652" actId="14861"/>
        <pc:sldMkLst>
          <pc:docMk/>
          <pc:sldMk cId="1687813834" sldId="270"/>
        </pc:sldMkLst>
        <pc:spChg chg="mod">
          <ac:chgData name="Jan" userId="f81529809508f92b" providerId="LiveId" clId="{E7FB4B06-7938-47A5-A63B-9A5886E9258D}" dt="2022-11-20T19:28:21.943" v="1651" actId="14861"/>
          <ac:spMkLst>
            <pc:docMk/>
            <pc:sldMk cId="1687813834" sldId="270"/>
            <ac:spMk id="2" creationId="{5A568E27-C90B-9279-D2DC-743869B9609E}"/>
          </ac:spMkLst>
        </pc:spChg>
        <pc:spChg chg="mod">
          <ac:chgData name="Jan" userId="f81529809508f92b" providerId="LiveId" clId="{E7FB4B06-7938-47A5-A63B-9A5886E9258D}" dt="2022-11-20T19:28:24.729" v="1652" actId="14861"/>
          <ac:spMkLst>
            <pc:docMk/>
            <pc:sldMk cId="1687813834" sldId="270"/>
            <ac:spMk id="3" creationId="{5D5CF11B-DDF4-8295-C1C4-253F0D6C635F}"/>
          </ac:spMkLst>
        </pc:spChg>
        <pc:picChg chg="mod">
          <ac:chgData name="Jan" userId="f81529809508f92b" providerId="LiveId" clId="{E7FB4B06-7938-47A5-A63B-9A5886E9258D}" dt="2022-11-20T19:16:01.223" v="1467" actId="108"/>
          <ac:picMkLst>
            <pc:docMk/>
            <pc:sldMk cId="1687813834" sldId="270"/>
            <ac:picMk id="4" creationId="{0A7F6349-ADF2-82F9-BC8B-E30BECBF901B}"/>
          </ac:picMkLst>
        </pc:picChg>
      </pc:sldChg>
      <pc:sldChg chg="modSp mod ord">
        <pc:chgData name="Jan" userId="f81529809508f92b" providerId="LiveId" clId="{E7FB4B06-7938-47A5-A63B-9A5886E9258D}" dt="2022-11-20T19:30:24.735" v="1661"/>
        <pc:sldMkLst>
          <pc:docMk/>
          <pc:sldMk cId="4188775017" sldId="271"/>
        </pc:sldMkLst>
        <pc:spChg chg="mod">
          <ac:chgData name="Jan" userId="f81529809508f92b" providerId="LiveId" clId="{E7FB4B06-7938-47A5-A63B-9A5886E9258D}" dt="2022-11-20T19:28:31.676" v="1653" actId="14861"/>
          <ac:spMkLst>
            <pc:docMk/>
            <pc:sldMk cId="4188775017" sldId="271"/>
            <ac:spMk id="2" creationId="{5A568E27-C90B-9279-D2DC-743869B9609E}"/>
          </ac:spMkLst>
        </pc:spChg>
        <pc:spChg chg="mod">
          <ac:chgData name="Jan" userId="f81529809508f92b" providerId="LiveId" clId="{E7FB4B06-7938-47A5-A63B-9A5886E9258D}" dt="2022-11-20T19:28:34.791" v="1654" actId="14861"/>
          <ac:spMkLst>
            <pc:docMk/>
            <pc:sldMk cId="4188775017" sldId="271"/>
            <ac:spMk id="3" creationId="{5D5CF11B-DDF4-8295-C1C4-253F0D6C635F}"/>
          </ac:spMkLst>
        </pc:spChg>
        <pc:picChg chg="mod">
          <ac:chgData name="Jan" userId="f81529809508f92b" providerId="LiveId" clId="{E7FB4B06-7938-47A5-A63B-9A5886E9258D}" dt="2022-11-20T19:16:09.613" v="1468" actId="108"/>
          <ac:picMkLst>
            <pc:docMk/>
            <pc:sldMk cId="4188775017" sldId="271"/>
            <ac:picMk id="4" creationId="{880FC618-1452-A584-DEBD-5728D04EAC7F}"/>
          </ac:picMkLst>
        </pc:picChg>
      </pc:sldChg>
      <pc:sldChg chg="addSp delSp modSp new mod">
        <pc:chgData name="Jan" userId="f81529809508f92b" providerId="LiveId" clId="{E7FB4B06-7938-47A5-A63B-9A5886E9258D}" dt="2022-11-20T19:27:38.792" v="1646" actId="14861"/>
        <pc:sldMkLst>
          <pc:docMk/>
          <pc:sldMk cId="656650767" sldId="272"/>
        </pc:sldMkLst>
        <pc:spChg chg="del mod">
          <ac:chgData name="Jan" userId="f81529809508f92b" providerId="LiveId" clId="{E7FB4B06-7938-47A5-A63B-9A5886E9258D}" dt="2022-11-20T19:21:02.643" v="1533" actId="478"/>
          <ac:spMkLst>
            <pc:docMk/>
            <pc:sldMk cId="656650767" sldId="272"/>
            <ac:spMk id="2" creationId="{AA965F18-D5C3-3270-E652-09ECDE1E5283}"/>
          </ac:spMkLst>
        </pc:spChg>
        <pc:spChg chg="del mod">
          <ac:chgData name="Jan" userId="f81529809508f92b" providerId="LiveId" clId="{E7FB4B06-7938-47A5-A63B-9A5886E9258D}" dt="2022-11-20T19:21:05.363" v="1534" actId="478"/>
          <ac:spMkLst>
            <pc:docMk/>
            <pc:sldMk cId="656650767" sldId="272"/>
            <ac:spMk id="3" creationId="{84017D55-7B98-3B07-7F03-601C619F3AFB}"/>
          </ac:spMkLst>
        </pc:spChg>
        <pc:spChg chg="add mod">
          <ac:chgData name="Jan" userId="f81529809508f92b" providerId="LiveId" clId="{E7FB4B06-7938-47A5-A63B-9A5886E9258D}" dt="2022-11-20T19:27:38.792" v="1646" actId="14861"/>
          <ac:spMkLst>
            <pc:docMk/>
            <pc:sldMk cId="656650767" sldId="272"/>
            <ac:spMk id="12" creationId="{06F5C072-C8ED-E745-3452-C05CEB130BF3}"/>
          </ac:spMkLst>
        </pc:spChg>
        <pc:picChg chg="add mod">
          <ac:chgData name="Jan" userId="f81529809508f92b" providerId="LiveId" clId="{E7FB4B06-7938-47A5-A63B-9A5886E9258D}" dt="2022-11-20T19:25:29.671" v="1574" actId="1076"/>
          <ac:picMkLst>
            <pc:docMk/>
            <pc:sldMk cId="656650767" sldId="272"/>
            <ac:picMk id="5" creationId="{909BC351-44B5-BFEC-7FD9-88BDE5302E88}"/>
          </ac:picMkLst>
        </pc:picChg>
        <pc:picChg chg="add del mod">
          <ac:chgData name="Jan" userId="f81529809508f92b" providerId="LiveId" clId="{E7FB4B06-7938-47A5-A63B-9A5886E9258D}" dt="2022-11-20T19:23:01.847" v="1543" actId="478"/>
          <ac:picMkLst>
            <pc:docMk/>
            <pc:sldMk cId="656650767" sldId="272"/>
            <ac:picMk id="7" creationId="{D87A5E60-3603-C63A-2614-55E8AA534ADD}"/>
          </ac:picMkLst>
        </pc:picChg>
        <pc:picChg chg="add del mod ord">
          <ac:chgData name="Jan" userId="f81529809508f92b" providerId="LiveId" clId="{E7FB4B06-7938-47A5-A63B-9A5886E9258D}" dt="2022-11-20T19:25:13.149" v="1570" actId="478"/>
          <ac:picMkLst>
            <pc:docMk/>
            <pc:sldMk cId="656650767" sldId="272"/>
            <ac:picMk id="9" creationId="{6EBB6C6A-29A2-BBAB-0898-8C66E6A15E47}"/>
          </ac:picMkLst>
        </pc:picChg>
        <pc:picChg chg="add del mod ord">
          <ac:chgData name="Jan" userId="f81529809508f92b" providerId="LiveId" clId="{E7FB4B06-7938-47A5-A63B-9A5886E9258D}" dt="2022-11-20T19:25:15.371" v="1571" actId="478"/>
          <ac:picMkLst>
            <pc:docMk/>
            <pc:sldMk cId="656650767" sldId="272"/>
            <ac:picMk id="11" creationId="{1C091F14-F9AF-8EF6-46C0-843BBE00A95D}"/>
          </ac:picMkLst>
        </pc:picChg>
      </pc:sldChg>
      <pc:sldChg chg="delSp modSp mod">
        <pc:chgData name="Jan" userId="f81529809508f92b" providerId="LiveId" clId="{E7FB4B06-7938-47A5-A63B-9A5886E9258D}" dt="2022-11-20T19:48:09.004" v="1988" actId="20577"/>
        <pc:sldMkLst>
          <pc:docMk/>
          <pc:sldMk cId="975891916" sldId="273"/>
        </pc:sldMkLst>
        <pc:spChg chg="mod">
          <ac:chgData name="Jan" userId="f81529809508f92b" providerId="LiveId" clId="{E7FB4B06-7938-47A5-A63B-9A5886E9258D}" dt="2022-11-20T19:28:57.182" v="1655" actId="14861"/>
          <ac:spMkLst>
            <pc:docMk/>
            <pc:sldMk cId="975891916" sldId="273"/>
            <ac:spMk id="2" creationId="{5A568E27-C90B-9279-D2DC-743869B9609E}"/>
          </ac:spMkLst>
        </pc:spChg>
        <pc:spChg chg="mod">
          <ac:chgData name="Jan" userId="f81529809508f92b" providerId="LiveId" clId="{E7FB4B06-7938-47A5-A63B-9A5886E9258D}" dt="2022-11-20T19:29:01.870" v="1656" actId="14861"/>
          <ac:spMkLst>
            <pc:docMk/>
            <pc:sldMk cId="975891916" sldId="273"/>
            <ac:spMk id="3" creationId="{5D5CF11B-DDF4-8295-C1C4-253F0D6C635F}"/>
          </ac:spMkLst>
        </pc:spChg>
        <pc:spChg chg="mod">
          <ac:chgData name="Jan" userId="f81529809508f92b" providerId="LiveId" clId="{E7FB4B06-7938-47A5-A63B-9A5886E9258D}" dt="2022-11-20T19:48:09.004" v="1988" actId="20577"/>
          <ac:spMkLst>
            <pc:docMk/>
            <pc:sldMk cId="975891916" sldId="273"/>
            <ac:spMk id="18" creationId="{094710B5-3672-2476-A416-F8DA59692B6D}"/>
          </ac:spMkLst>
        </pc:spChg>
        <pc:picChg chg="del mod">
          <ac:chgData name="Jan" userId="f81529809508f92b" providerId="LiveId" clId="{E7FB4B06-7938-47A5-A63B-9A5886E9258D}" dt="2022-11-20T19:30:38.513" v="1663" actId="478"/>
          <ac:picMkLst>
            <pc:docMk/>
            <pc:sldMk cId="975891916" sldId="273"/>
            <ac:picMk id="6" creationId="{4F5AEFC6-4660-7099-D3F8-EA3CADF16406}"/>
          </ac:picMkLst>
        </pc:picChg>
        <pc:picChg chg="mod">
          <ac:chgData name="Jan" userId="f81529809508f92b" providerId="LiveId" clId="{E7FB4B06-7938-47A5-A63B-9A5886E9258D}" dt="2022-11-20T19:30:34.001" v="1662" actId="108"/>
          <ac:picMkLst>
            <pc:docMk/>
            <pc:sldMk cId="975891916" sldId="273"/>
            <ac:picMk id="7" creationId="{55757B85-C821-1F36-1FD4-84CE7B6C9514}"/>
          </ac:picMkLst>
        </pc:picChg>
      </pc:sldChg>
      <pc:sldChg chg="addSp delSp modSp new mod">
        <pc:chgData name="Jan" userId="f81529809508f92b" providerId="LiveId" clId="{E7FB4B06-7938-47A5-A63B-9A5886E9258D}" dt="2022-11-20T19:45:04.957" v="1766" actId="14861"/>
        <pc:sldMkLst>
          <pc:docMk/>
          <pc:sldMk cId="2997655337" sldId="274"/>
        </pc:sldMkLst>
        <pc:spChg chg="mod">
          <ac:chgData name="Jan" userId="f81529809508f92b" providerId="LiveId" clId="{E7FB4B06-7938-47A5-A63B-9A5886E9258D}" dt="2022-11-20T19:44:59.927" v="1765" actId="14861"/>
          <ac:spMkLst>
            <pc:docMk/>
            <pc:sldMk cId="2997655337" sldId="274"/>
            <ac:spMk id="2" creationId="{FC3F3BF6-23B4-5667-5EC0-870399EDE94B}"/>
          </ac:spMkLst>
        </pc:spChg>
        <pc:spChg chg="del">
          <ac:chgData name="Jan" userId="f81529809508f92b" providerId="LiveId" clId="{E7FB4B06-7938-47A5-A63B-9A5886E9258D}" dt="2022-11-20T19:31:30.926" v="1685" actId="478"/>
          <ac:spMkLst>
            <pc:docMk/>
            <pc:sldMk cId="2997655337" sldId="274"/>
            <ac:spMk id="3" creationId="{6999D799-5677-6986-0406-97A134B3B173}"/>
          </ac:spMkLst>
        </pc:spChg>
        <pc:spChg chg="add mod">
          <ac:chgData name="Jan" userId="f81529809508f92b" providerId="LiveId" clId="{E7FB4B06-7938-47A5-A63B-9A5886E9258D}" dt="2022-11-20T19:45:04.957" v="1766" actId="14861"/>
          <ac:spMkLst>
            <pc:docMk/>
            <pc:sldMk cId="2997655337" sldId="274"/>
            <ac:spMk id="4" creationId="{8D8AB750-F98A-05B0-58DB-3F026BCA732D}"/>
          </ac:spMkLst>
        </pc:spChg>
        <pc:spChg chg="add mod">
          <ac:chgData name="Jan" userId="f81529809508f92b" providerId="LiveId" clId="{E7FB4B06-7938-47A5-A63B-9A5886E9258D}" dt="2022-11-20T19:34:04.006" v="1743" actId="1076"/>
          <ac:spMkLst>
            <pc:docMk/>
            <pc:sldMk cId="2997655337" sldId="274"/>
            <ac:spMk id="5" creationId="{8AB23DFD-3206-1250-C101-66085EDB49C3}"/>
          </ac:spMkLst>
        </pc:spChg>
        <pc:picChg chg="add mod">
          <ac:chgData name="Jan" userId="f81529809508f92b" providerId="LiveId" clId="{E7FB4B06-7938-47A5-A63B-9A5886E9258D}" dt="2022-11-20T19:32:08.583" v="1696" actId="108"/>
          <ac:picMkLst>
            <pc:docMk/>
            <pc:sldMk cId="2997655337" sldId="274"/>
            <ac:picMk id="1026" creationId="{F6BC5FB0-10F6-12EE-48E0-14295BC664A3}"/>
          </ac:picMkLst>
        </pc:picChg>
        <pc:picChg chg="add mod">
          <ac:chgData name="Jan" userId="f81529809508f92b" providerId="LiveId" clId="{E7FB4B06-7938-47A5-A63B-9A5886E9258D}" dt="2022-11-20T19:34:44.133" v="1750" actId="1076"/>
          <ac:picMkLst>
            <pc:docMk/>
            <pc:sldMk cId="2997655337" sldId="274"/>
            <ac:picMk id="1028" creationId="{736994F1-DA80-1B0F-6857-EC7ED2EC7ED1}"/>
          </ac:picMkLst>
        </pc:picChg>
      </pc:sldChg>
    </pc:docChg>
  </pc:docChgLst>
  <pc:docChgLst>
    <pc:chgData name="Uživatel typu Host" providerId="Windows Live" clId="Web-{4FC09DB8-F0A1-4F77-9B21-1F158D2E68F1}"/>
    <pc:docChg chg="addSld delSld modSld sldOrd">
      <pc:chgData name="Uživatel typu Host" userId="" providerId="Windows Live" clId="Web-{4FC09DB8-F0A1-4F77-9B21-1F158D2E68F1}" dt="2022-11-20T19:47:42.953" v="327" actId="20577"/>
      <pc:docMkLst>
        <pc:docMk/>
      </pc:docMkLst>
      <pc:sldChg chg="modSp">
        <pc:chgData name="Uživatel typu Host" userId="" providerId="Windows Live" clId="Web-{4FC09DB8-F0A1-4F77-9B21-1F158D2E68F1}" dt="2022-11-19T13:28:52.716" v="46" actId="20577"/>
        <pc:sldMkLst>
          <pc:docMk/>
          <pc:sldMk cId="808388027" sldId="265"/>
        </pc:sldMkLst>
        <pc:spChg chg="mod">
          <ac:chgData name="Uživatel typu Host" userId="" providerId="Windows Live" clId="Web-{4FC09DB8-F0A1-4F77-9B21-1F158D2E68F1}" dt="2022-11-19T13:28:52.716" v="46" actId="20577"/>
          <ac:spMkLst>
            <pc:docMk/>
            <pc:sldMk cId="808388027" sldId="265"/>
            <ac:spMk id="3" creationId="{D1D1ADA8-4C6E-6440-ACFE-DE82C1B686BC}"/>
          </ac:spMkLst>
        </pc:spChg>
      </pc:sldChg>
      <pc:sldChg chg="modSp">
        <pc:chgData name="Uživatel typu Host" userId="" providerId="Windows Live" clId="Web-{4FC09DB8-F0A1-4F77-9B21-1F158D2E68F1}" dt="2022-11-19T13:28:03.855" v="38" actId="20577"/>
        <pc:sldMkLst>
          <pc:docMk/>
          <pc:sldMk cId="3235908877" sldId="267"/>
        </pc:sldMkLst>
        <pc:spChg chg="mod">
          <ac:chgData name="Uživatel typu Host" userId="" providerId="Windows Live" clId="Web-{4FC09DB8-F0A1-4F77-9B21-1F158D2E68F1}" dt="2022-11-19T13:28:03.855" v="38" actId="20577"/>
          <ac:spMkLst>
            <pc:docMk/>
            <pc:sldMk cId="3235908877" sldId="267"/>
            <ac:spMk id="3" creationId="{87187D44-2E6F-1534-7F8E-0712050B6B02}"/>
          </ac:spMkLst>
        </pc:spChg>
      </pc:sldChg>
      <pc:sldChg chg="del">
        <pc:chgData name="Uživatel typu Host" userId="" providerId="Windows Live" clId="Web-{4FC09DB8-F0A1-4F77-9B21-1F158D2E68F1}" dt="2022-11-19T13:27:13.979" v="19"/>
        <pc:sldMkLst>
          <pc:docMk/>
          <pc:sldMk cId="919122668" sldId="268"/>
        </pc:sldMkLst>
      </pc:sldChg>
      <pc:sldChg chg="new del">
        <pc:chgData name="Uživatel typu Host" userId="" providerId="Windows Live" clId="Web-{4FC09DB8-F0A1-4F77-9B21-1F158D2E68F1}" dt="2022-11-19T13:05:31.289" v="1"/>
        <pc:sldMkLst>
          <pc:docMk/>
          <pc:sldMk cId="2424930768" sldId="269"/>
        </pc:sldMkLst>
      </pc:sldChg>
      <pc:sldChg chg="modSp add del ord replId">
        <pc:chgData name="Uživatel typu Host" userId="" providerId="Windows Live" clId="Web-{4FC09DB8-F0A1-4F77-9B21-1F158D2E68F1}" dt="2022-11-19T13:30:15.015" v="47"/>
        <pc:sldMkLst>
          <pc:docMk/>
          <pc:sldMk cId="3316385560" sldId="269"/>
        </pc:sldMkLst>
        <pc:spChg chg="mod">
          <ac:chgData name="Uživatel typu Host" userId="" providerId="Windows Live" clId="Web-{4FC09DB8-F0A1-4F77-9B21-1F158D2E68F1}" dt="2022-11-19T13:06:19.557" v="13" actId="20577"/>
          <ac:spMkLst>
            <pc:docMk/>
            <pc:sldMk cId="3316385560" sldId="269"/>
            <ac:spMk id="2" creationId="{5A568E27-C90B-9279-D2DC-743869B9609E}"/>
          </ac:spMkLst>
        </pc:spChg>
        <pc:spChg chg="mod">
          <ac:chgData name="Uživatel typu Host" userId="" providerId="Windows Live" clId="Web-{4FC09DB8-F0A1-4F77-9B21-1F158D2E68F1}" dt="2022-11-19T13:07:38.029" v="16" actId="20577"/>
          <ac:spMkLst>
            <pc:docMk/>
            <pc:sldMk cId="3316385560" sldId="269"/>
            <ac:spMk id="3" creationId="{5D5CF11B-DDF4-8295-C1C4-253F0D6C635F}"/>
          </ac:spMkLst>
        </pc:spChg>
      </pc:sldChg>
      <pc:sldChg chg="modSp add ord">
        <pc:chgData name="Uživatel typu Host" userId="" providerId="Windows Live" clId="Web-{4FC09DB8-F0A1-4F77-9B21-1F158D2E68F1}" dt="2022-11-19T13:31:14.985" v="48"/>
        <pc:sldMkLst>
          <pc:docMk/>
          <pc:sldMk cId="1687813834" sldId="270"/>
        </pc:sldMkLst>
        <pc:picChg chg="mod">
          <ac:chgData name="Uživatel typu Host" userId="" providerId="Windows Live" clId="Web-{4FC09DB8-F0A1-4F77-9B21-1F158D2E68F1}" dt="2022-11-19T13:31:14.985" v="48"/>
          <ac:picMkLst>
            <pc:docMk/>
            <pc:sldMk cId="1687813834" sldId="270"/>
            <ac:picMk id="4" creationId="{0A7F6349-ADF2-82F9-BC8B-E30BECBF901B}"/>
          </ac:picMkLst>
        </pc:picChg>
      </pc:sldChg>
      <pc:sldChg chg="modSp add ord">
        <pc:chgData name="Uživatel typu Host" userId="" providerId="Windows Live" clId="Web-{4FC09DB8-F0A1-4F77-9B21-1F158D2E68F1}" dt="2022-11-19T13:31:32.392" v="50" actId="1076"/>
        <pc:sldMkLst>
          <pc:docMk/>
          <pc:sldMk cId="4188775017" sldId="271"/>
        </pc:sldMkLst>
        <pc:picChg chg="mod">
          <ac:chgData name="Uživatel typu Host" userId="" providerId="Windows Live" clId="Web-{4FC09DB8-F0A1-4F77-9B21-1F158D2E68F1}" dt="2022-11-19T13:31:32.392" v="50" actId="1076"/>
          <ac:picMkLst>
            <pc:docMk/>
            <pc:sldMk cId="4188775017" sldId="271"/>
            <ac:picMk id="4" creationId="{880FC618-1452-A584-DEBD-5728D04EAC7F}"/>
          </ac:picMkLst>
        </pc:picChg>
      </pc:sldChg>
      <pc:sldChg chg="add replId">
        <pc:chgData name="Uživatel typu Host" userId="" providerId="Windows Live" clId="Web-{4FC09DB8-F0A1-4F77-9B21-1F158D2E68F1}" dt="2022-11-20T19:20:03.643" v="51"/>
        <pc:sldMkLst>
          <pc:docMk/>
          <pc:sldMk cId="975891916" sldId="272"/>
        </pc:sldMkLst>
      </pc:sldChg>
      <pc:sldChg chg="addSp delSp modSp">
        <pc:chgData name="Uživatel typu Host" userId="" providerId="Windows Live" clId="Web-{4FC09DB8-F0A1-4F77-9B21-1F158D2E68F1}" dt="2022-11-20T19:47:42.953" v="327" actId="20577"/>
        <pc:sldMkLst>
          <pc:docMk/>
          <pc:sldMk cId="975891916" sldId="273"/>
        </pc:sldMkLst>
        <pc:spChg chg="mod">
          <ac:chgData name="Uživatel typu Host" userId="" providerId="Windows Live" clId="Web-{4FC09DB8-F0A1-4F77-9B21-1F158D2E68F1}" dt="2022-11-20T19:29:23.585" v="60" actId="20577"/>
          <ac:spMkLst>
            <pc:docMk/>
            <pc:sldMk cId="975891916" sldId="273"/>
            <ac:spMk id="2" creationId="{5A568E27-C90B-9279-D2DC-743869B9609E}"/>
          </ac:spMkLst>
        </pc:spChg>
        <pc:spChg chg="del mod">
          <ac:chgData name="Uživatel typu Host" userId="" providerId="Windows Live" clId="Web-{4FC09DB8-F0A1-4F77-9B21-1F158D2E68F1}" dt="2022-11-20T19:31:48.903" v="75"/>
          <ac:spMkLst>
            <pc:docMk/>
            <pc:sldMk cId="975891916" sldId="273"/>
            <ac:spMk id="3" creationId="{5D5CF11B-DDF4-8295-C1C4-253F0D6C635F}"/>
          </ac:spMkLst>
        </pc:spChg>
        <pc:spChg chg="add del mod">
          <ac:chgData name="Uživatel typu Host" userId="" providerId="Windows Live" clId="Web-{4FC09DB8-F0A1-4F77-9B21-1F158D2E68F1}" dt="2022-11-20T19:36:44.132" v="106"/>
          <ac:spMkLst>
            <pc:docMk/>
            <pc:sldMk cId="975891916" sldId="273"/>
            <ac:spMk id="9" creationId="{E6C96C39-50F5-6BA2-DD00-C9CEE886980E}"/>
          </ac:spMkLst>
        </pc:spChg>
        <pc:spChg chg="add del mod">
          <ac:chgData name="Uživatel typu Host" userId="" providerId="Windows Live" clId="Web-{4FC09DB8-F0A1-4F77-9B21-1F158D2E68F1}" dt="2022-11-20T19:36:02.959" v="99"/>
          <ac:spMkLst>
            <pc:docMk/>
            <pc:sldMk cId="975891916" sldId="273"/>
            <ac:spMk id="12" creationId="{C2C6D900-1063-3E52-ED8A-344D3C0BB68D}"/>
          </ac:spMkLst>
        </pc:spChg>
        <pc:spChg chg="add mod">
          <ac:chgData name="Uživatel typu Host" userId="" providerId="Windows Live" clId="Web-{4FC09DB8-F0A1-4F77-9B21-1F158D2E68F1}" dt="2022-11-20T19:36:40.054" v="105" actId="20577"/>
          <ac:spMkLst>
            <pc:docMk/>
            <pc:sldMk cId="975891916" sldId="273"/>
            <ac:spMk id="14" creationId="{CFC60BB6-746C-999D-F28B-BB1C9F897F5B}"/>
          </ac:spMkLst>
        </pc:spChg>
        <pc:spChg chg="add mod">
          <ac:chgData name="Uživatel typu Host" userId="" providerId="Windows Live" clId="Web-{4FC09DB8-F0A1-4F77-9B21-1F158D2E68F1}" dt="2022-11-20T19:36:46.679" v="107" actId="20577"/>
          <ac:spMkLst>
            <pc:docMk/>
            <pc:sldMk cId="975891916" sldId="273"/>
            <ac:spMk id="16" creationId="{B4EDC773-C41F-2F01-6443-1BD0DDE59285}"/>
          </ac:spMkLst>
        </pc:spChg>
        <pc:spChg chg="add mod">
          <ac:chgData name="Uživatel typu Host" userId="" providerId="Windows Live" clId="Web-{4FC09DB8-F0A1-4F77-9B21-1F158D2E68F1}" dt="2022-11-20T19:47:42.953" v="327" actId="20577"/>
          <ac:spMkLst>
            <pc:docMk/>
            <pc:sldMk cId="975891916" sldId="273"/>
            <ac:spMk id="18" creationId="{094710B5-3672-2476-A416-F8DA59692B6D}"/>
          </ac:spMkLst>
        </pc:spChg>
        <pc:spChg chg="add del mod">
          <ac:chgData name="Uživatel typu Host" userId="" providerId="Windows Live" clId="Web-{4FC09DB8-F0A1-4F77-9B21-1F158D2E68F1}" dt="2022-11-20T19:40:30.031" v="167"/>
          <ac:spMkLst>
            <pc:docMk/>
            <pc:sldMk cId="975891916" sldId="273"/>
            <ac:spMk id="19" creationId="{74741B94-1AAF-2728-6E71-3E8DDF10C6C2}"/>
          </ac:spMkLst>
        </pc:spChg>
        <pc:spChg chg="add del">
          <ac:chgData name="Uživatel typu Host" userId="" providerId="Windows Live" clId="Web-{4FC09DB8-F0A1-4F77-9B21-1F158D2E68F1}" dt="2022-11-20T19:39:05.621" v="146"/>
          <ac:spMkLst>
            <pc:docMk/>
            <pc:sldMk cId="975891916" sldId="273"/>
            <ac:spMk id="20" creationId="{B07D1932-8CDE-6548-9166-C875C9469EB6}"/>
          </ac:spMkLst>
        </pc:spChg>
        <pc:picChg chg="del">
          <ac:chgData name="Uživatel typu Host" userId="" providerId="Windows Live" clId="Web-{4FC09DB8-F0A1-4F77-9B21-1F158D2E68F1}" dt="2022-11-20T19:28:24.864" v="52"/>
          <ac:picMkLst>
            <pc:docMk/>
            <pc:sldMk cId="975891916" sldId="273"/>
            <ac:picMk id="4" creationId="{880FC618-1452-A584-DEBD-5728D04EAC7F}"/>
          </ac:picMkLst>
        </pc:picChg>
        <pc:picChg chg="add del mod">
          <ac:chgData name="Uživatel typu Host" userId="" providerId="Windows Live" clId="Web-{4FC09DB8-F0A1-4F77-9B21-1F158D2E68F1}" dt="2022-11-20T19:29:26.194" v="61"/>
          <ac:picMkLst>
            <pc:docMk/>
            <pc:sldMk cId="975891916" sldId="273"/>
            <ac:picMk id="5" creationId="{DD87E5C2-D287-2E46-B8F3-89C2D4064D23}"/>
          </ac:picMkLst>
        </pc:picChg>
        <pc:picChg chg="add mod">
          <ac:chgData name="Uživatel typu Host" userId="" providerId="Windows Live" clId="Web-{4FC09DB8-F0A1-4F77-9B21-1F158D2E68F1}" dt="2022-11-20T19:30:33.087" v="68" actId="1076"/>
          <ac:picMkLst>
            <pc:docMk/>
            <pc:sldMk cId="975891916" sldId="273"/>
            <ac:picMk id="6" creationId="{4F5AEFC6-4660-7099-D3F8-EA3CADF16406}"/>
          </ac:picMkLst>
        </pc:picChg>
        <pc:picChg chg="add mod">
          <ac:chgData name="Uživatel typu Host" userId="" providerId="Windows Live" clId="Web-{4FC09DB8-F0A1-4F77-9B21-1F158D2E68F1}" dt="2022-11-20T19:44:20.320" v="202" actId="14100"/>
          <ac:picMkLst>
            <pc:docMk/>
            <pc:sldMk cId="975891916" sldId="273"/>
            <ac:picMk id="7" creationId="{55757B85-C821-1F36-1FD4-84CE7B6C9514}"/>
          </ac:picMkLst>
        </pc:picChg>
        <pc:cxnChg chg="add del mod">
          <ac:chgData name="Uživatel typu Host" userId="" providerId="Windows Live" clId="Web-{4FC09DB8-F0A1-4F77-9B21-1F158D2E68F1}" dt="2022-11-20T19:35:07.472" v="92"/>
          <ac:cxnSpMkLst>
            <pc:docMk/>
            <pc:sldMk cId="975891916" sldId="273"/>
            <ac:cxnSpMk id="10" creationId="{E487D4C3-119C-9697-0613-B3A5EC5FE612}"/>
          </ac:cxnSpMkLst>
        </pc:cxnChg>
        <pc:cxnChg chg="add del mod">
          <ac:chgData name="Uživatel typu Host" userId="" providerId="Windows Live" clId="Web-{4FC09DB8-F0A1-4F77-9B21-1F158D2E68F1}" dt="2022-11-20T19:40:44.563" v="176"/>
          <ac:cxnSpMkLst>
            <pc:docMk/>
            <pc:sldMk cId="975891916" sldId="273"/>
            <ac:cxnSpMk id="21" creationId="{3EC071D1-1B59-CB3E-336B-7CF9C6E0EB27}"/>
          </ac:cxnSpMkLst>
        </pc:cxnChg>
      </pc:sldChg>
    </pc:docChg>
  </pc:docChgLst>
  <pc:docChgLst>
    <pc:chgData name="Guest User" providerId="Windows Live" clId="Web-{9EAEE170-FC90-4A74-8B3A-A5B3F9AED19E}"/>
    <pc:docChg chg="addSld modSld">
      <pc:chgData name="Guest User" userId="" providerId="Windows Live" clId="Web-{9EAEE170-FC90-4A74-8B3A-A5B3F9AED19E}" dt="2022-11-17T15:02:07.601" v="536" actId="20577"/>
      <pc:docMkLst>
        <pc:docMk/>
      </pc:docMkLst>
      <pc:sldChg chg="modSp">
        <pc:chgData name="Guest User" userId="" providerId="Windows Live" clId="Web-{9EAEE170-FC90-4A74-8B3A-A5B3F9AED19E}" dt="2022-11-17T14:29:26.951" v="177" actId="14100"/>
        <pc:sldMkLst>
          <pc:docMk/>
          <pc:sldMk cId="3999731207" sldId="263"/>
        </pc:sldMkLst>
        <pc:spChg chg="mod">
          <ac:chgData name="Guest User" userId="" providerId="Windows Live" clId="Web-{9EAEE170-FC90-4A74-8B3A-A5B3F9AED19E}" dt="2022-11-17T14:29:26.951" v="177" actId="14100"/>
          <ac:spMkLst>
            <pc:docMk/>
            <pc:sldMk cId="3999731207" sldId="263"/>
            <ac:spMk id="3" creationId="{B9BEAE4E-8692-C81E-36A8-642C27458FF9}"/>
          </ac:spMkLst>
        </pc:spChg>
        <pc:picChg chg="mod">
          <ac:chgData name="Guest User" userId="" providerId="Windows Live" clId="Web-{9EAEE170-FC90-4A74-8B3A-A5B3F9AED19E}" dt="2022-11-17T13:55:14.830" v="17" actId="1076"/>
          <ac:picMkLst>
            <pc:docMk/>
            <pc:sldMk cId="3999731207" sldId="263"/>
            <ac:picMk id="4" creationId="{77384D85-B624-B26E-B427-5BCD2D0A93E8}"/>
          </ac:picMkLst>
        </pc:picChg>
      </pc:sldChg>
      <pc:sldChg chg="addSp delSp modSp new">
        <pc:chgData name="Guest User" userId="" providerId="Windows Live" clId="Web-{9EAEE170-FC90-4A74-8B3A-A5B3F9AED19E}" dt="2022-11-17T14:49:27.070" v="370" actId="1076"/>
        <pc:sldMkLst>
          <pc:docMk/>
          <pc:sldMk cId="228845237" sldId="264"/>
        </pc:sldMkLst>
        <pc:spChg chg="mod">
          <ac:chgData name="Guest User" userId="" providerId="Windows Live" clId="Web-{9EAEE170-FC90-4A74-8B3A-A5B3F9AED19E}" dt="2022-11-17T14:04:49.342" v="97" actId="20577"/>
          <ac:spMkLst>
            <pc:docMk/>
            <pc:sldMk cId="228845237" sldId="264"/>
            <ac:spMk id="2" creationId="{21BE4937-B54E-2CB5-4D7F-D77C338CDB86}"/>
          </ac:spMkLst>
        </pc:spChg>
        <pc:spChg chg="mod">
          <ac:chgData name="Guest User" userId="" providerId="Windows Live" clId="Web-{9EAEE170-FC90-4A74-8B3A-A5B3F9AED19E}" dt="2022-11-17T14:48:05.693" v="361" actId="20577"/>
          <ac:spMkLst>
            <pc:docMk/>
            <pc:sldMk cId="228845237" sldId="264"/>
            <ac:spMk id="3" creationId="{006F864D-2810-B8BD-A4A5-71A802034845}"/>
          </ac:spMkLst>
        </pc:spChg>
        <pc:picChg chg="add del mod">
          <ac:chgData name="Guest User" userId="" providerId="Windows Live" clId="Web-{9EAEE170-FC90-4A74-8B3A-A5B3F9AED19E}" dt="2022-11-17T14:20:38.440" v="154"/>
          <ac:picMkLst>
            <pc:docMk/>
            <pc:sldMk cId="228845237" sldId="264"/>
            <ac:picMk id="4" creationId="{09370714-8861-BB37-68A7-6699CC2B0DB1}"/>
          </ac:picMkLst>
        </pc:picChg>
        <pc:picChg chg="add mod">
          <ac:chgData name="Guest User" userId="" providerId="Windows Live" clId="Web-{9EAEE170-FC90-4A74-8B3A-A5B3F9AED19E}" dt="2022-11-17T14:49:27.070" v="370" actId="1076"/>
          <ac:picMkLst>
            <pc:docMk/>
            <pc:sldMk cId="228845237" sldId="264"/>
            <ac:picMk id="5" creationId="{F7A0A79E-8D85-FD79-62D9-9CF9A48D97CA}"/>
          </ac:picMkLst>
        </pc:picChg>
      </pc:sldChg>
      <pc:sldChg chg="modSp">
        <pc:chgData name="Guest User" userId="" providerId="Windows Live" clId="Web-{9EAEE170-FC90-4A74-8B3A-A5B3F9AED19E}" dt="2022-11-17T14:48:17.475" v="364" actId="20577"/>
        <pc:sldMkLst>
          <pc:docMk/>
          <pc:sldMk cId="808388027" sldId="265"/>
        </pc:sldMkLst>
        <pc:spChg chg="mod">
          <ac:chgData name="Guest User" userId="" providerId="Windows Live" clId="Web-{9EAEE170-FC90-4A74-8B3A-A5B3F9AED19E}" dt="2022-11-17T14:48:17.475" v="364" actId="20577"/>
          <ac:spMkLst>
            <pc:docMk/>
            <pc:sldMk cId="808388027" sldId="265"/>
            <ac:spMk id="3" creationId="{D1D1ADA8-4C6E-6440-ACFE-DE82C1B686BC}"/>
          </ac:spMkLst>
        </pc:spChg>
      </pc:sldChg>
      <pc:sldChg chg="addSp modSp new">
        <pc:chgData name="Guest User" userId="" providerId="Windows Live" clId="Web-{9EAEE170-FC90-4A74-8B3A-A5B3F9AED19E}" dt="2022-11-17T15:02:07.601" v="536" actId="20577"/>
        <pc:sldMkLst>
          <pc:docMk/>
          <pc:sldMk cId="4147775226" sldId="266"/>
        </pc:sldMkLst>
        <pc:spChg chg="mod">
          <ac:chgData name="Guest User" userId="" providerId="Windows Live" clId="Web-{9EAEE170-FC90-4A74-8B3A-A5B3F9AED19E}" dt="2022-11-17T14:49:58.680" v="388" actId="20577"/>
          <ac:spMkLst>
            <pc:docMk/>
            <pc:sldMk cId="4147775226" sldId="266"/>
            <ac:spMk id="2" creationId="{B132D8F7-A8D4-A0B9-2B58-ECB8F3A49215}"/>
          </ac:spMkLst>
        </pc:spChg>
        <pc:spChg chg="mod">
          <ac:chgData name="Guest User" userId="" providerId="Windows Live" clId="Web-{9EAEE170-FC90-4A74-8B3A-A5B3F9AED19E}" dt="2022-11-17T15:02:07.601" v="536" actId="20577"/>
          <ac:spMkLst>
            <pc:docMk/>
            <pc:sldMk cId="4147775226" sldId="266"/>
            <ac:spMk id="3" creationId="{55DA5F7D-4C37-2B3B-4C5A-C69D8910272B}"/>
          </ac:spMkLst>
        </pc:spChg>
        <pc:picChg chg="add mod">
          <ac:chgData name="Guest User" userId="" providerId="Windows Live" clId="Web-{9EAEE170-FC90-4A74-8B3A-A5B3F9AED19E}" dt="2022-11-17T15:01:57.054" v="532" actId="1076"/>
          <ac:picMkLst>
            <pc:docMk/>
            <pc:sldMk cId="4147775226" sldId="266"/>
            <ac:picMk id="4" creationId="{FEC6E4DE-9039-0732-ED6A-CC386FF84EEF}"/>
          </ac:picMkLst>
        </pc:picChg>
      </pc:sldChg>
    </pc:docChg>
  </pc:docChgLst>
  <pc:docChgLst>
    <pc:chgData name="Uživatel typu Host" providerId="Windows Live" clId="Web-{46A362F7-AA8F-43C7-A0ED-A5700A3E27F0}"/>
    <pc:docChg chg="modSld">
      <pc:chgData name="Uživatel typu Host" userId="" providerId="Windows Live" clId="Web-{46A362F7-AA8F-43C7-A0ED-A5700A3E27F0}" dt="2022-11-17T16:47:10.062" v="74" actId="20577"/>
      <pc:docMkLst>
        <pc:docMk/>
      </pc:docMkLst>
      <pc:sldChg chg="addSp delSp modSp mod setBg">
        <pc:chgData name="Uživatel typu Host" userId="" providerId="Windows Live" clId="Web-{46A362F7-AA8F-43C7-A0ED-A5700A3E27F0}" dt="2022-11-17T15:57:24.559" v="72"/>
        <pc:sldMkLst>
          <pc:docMk/>
          <pc:sldMk cId="3923393014" sldId="260"/>
        </pc:sldMkLst>
        <pc:spChg chg="mod">
          <ac:chgData name="Uživatel typu Host" userId="" providerId="Windows Live" clId="Web-{46A362F7-AA8F-43C7-A0ED-A5700A3E27F0}" dt="2022-11-17T15:56:23.982" v="68"/>
          <ac:spMkLst>
            <pc:docMk/>
            <pc:sldMk cId="3923393014" sldId="260"/>
            <ac:spMk id="2" creationId="{5575C96D-3A8E-3402-F57F-007E8C42EB63}"/>
          </ac:spMkLst>
        </pc:spChg>
        <pc:spChg chg="mod">
          <ac:chgData name="Uživatel typu Host" userId="" providerId="Windows Live" clId="Web-{46A362F7-AA8F-43C7-A0ED-A5700A3E27F0}" dt="2022-11-17T15:38:37.989" v="0" actId="20577"/>
          <ac:spMkLst>
            <pc:docMk/>
            <pc:sldMk cId="3923393014" sldId="260"/>
            <ac:spMk id="3" creationId="{2CA40E1D-5876-FEB2-C921-E70837F95C2A}"/>
          </ac:spMkLst>
        </pc:spChg>
        <pc:grpChg chg="add">
          <ac:chgData name="Uživatel typu Host" userId="" providerId="Windows Live" clId="Web-{46A362F7-AA8F-43C7-A0ED-A5700A3E27F0}" dt="2022-11-17T15:56:23.982" v="68"/>
          <ac:grpSpMkLst>
            <pc:docMk/>
            <pc:sldMk cId="3923393014" sldId="260"/>
            <ac:grpSpMk id="9" creationId="{70A29ECD-D68F-4AC9-9FA0-BEF7663BC1F5}"/>
          </ac:grpSpMkLst>
        </pc:grpChg>
        <pc:grpChg chg="add">
          <ac:chgData name="Uživatel typu Host" userId="" providerId="Windows Live" clId="Web-{46A362F7-AA8F-43C7-A0ED-A5700A3E27F0}" dt="2022-11-17T15:56:23.982" v="68"/>
          <ac:grpSpMkLst>
            <pc:docMk/>
            <pc:sldMk cId="3923393014" sldId="260"/>
            <ac:grpSpMk id="13" creationId="{9B1032AD-1AE2-4F16-A732-9C0A6A744C85}"/>
          </ac:grpSpMkLst>
        </pc:grpChg>
        <pc:graphicFrameChg chg="add del mod modGraphic">
          <ac:chgData name="Uživatel typu Host" userId="" providerId="Windows Live" clId="Web-{46A362F7-AA8F-43C7-A0ED-A5700A3E27F0}" dt="2022-11-17T15:57:24.559" v="72"/>
          <ac:graphicFrameMkLst>
            <pc:docMk/>
            <pc:sldMk cId="3923393014" sldId="260"/>
            <ac:graphicFrameMk id="4" creationId="{70D9F411-9388-5DFA-38CC-58580C4C9647}"/>
          </ac:graphicFrameMkLst>
        </pc:graphicFrameChg>
      </pc:sldChg>
      <pc:sldChg chg="modSp">
        <pc:chgData name="Uživatel typu Host" userId="" providerId="Windows Live" clId="Web-{46A362F7-AA8F-43C7-A0ED-A5700A3E27F0}" dt="2022-11-17T16:47:10.062" v="74" actId="20577"/>
        <pc:sldMkLst>
          <pc:docMk/>
          <pc:sldMk cId="808388027" sldId="265"/>
        </pc:sldMkLst>
        <pc:spChg chg="mod">
          <ac:chgData name="Uživatel typu Host" userId="" providerId="Windows Live" clId="Web-{46A362F7-AA8F-43C7-A0ED-A5700A3E27F0}" dt="2022-11-17T16:47:10.062" v="74" actId="20577"/>
          <ac:spMkLst>
            <pc:docMk/>
            <pc:sldMk cId="808388027" sldId="265"/>
            <ac:spMk id="3" creationId="{D1D1ADA8-4C6E-6440-ACFE-DE82C1B686BC}"/>
          </ac:spMkLst>
        </pc:spChg>
      </pc:sldChg>
    </pc:docChg>
  </pc:docChgLst>
  <pc:docChgLst>
    <pc:chgData name="Guest User" providerId="Windows Live" clId="Web-{4D562106-DCA4-40FB-8552-5EE1DF2AFA2D}"/>
    <pc:docChg chg="modSld">
      <pc:chgData name="Guest User" userId="" providerId="Windows Live" clId="Web-{4D562106-DCA4-40FB-8552-5EE1DF2AFA2D}" dt="2022-11-17T21:29:55.200" v="37" actId="20577"/>
      <pc:docMkLst>
        <pc:docMk/>
      </pc:docMkLst>
      <pc:sldChg chg="modSp">
        <pc:chgData name="Guest User" userId="" providerId="Windows Live" clId="Web-{4D562106-DCA4-40FB-8552-5EE1DF2AFA2D}" dt="2022-11-17T21:29:55.200" v="37" actId="20577"/>
        <pc:sldMkLst>
          <pc:docMk/>
          <pc:sldMk cId="3235908877" sldId="267"/>
        </pc:sldMkLst>
        <pc:spChg chg="mod">
          <ac:chgData name="Guest User" userId="" providerId="Windows Live" clId="Web-{4D562106-DCA4-40FB-8552-5EE1DF2AFA2D}" dt="2022-11-17T21:29:55.200" v="37" actId="20577"/>
          <ac:spMkLst>
            <pc:docMk/>
            <pc:sldMk cId="3235908877" sldId="267"/>
            <ac:spMk id="3" creationId="{87187D44-2E6F-1534-7F8E-0712050B6B02}"/>
          </ac:spMkLst>
        </pc:spChg>
      </pc:sldChg>
    </pc:docChg>
  </pc:docChgLst>
  <pc:docChgLst>
    <pc:chgData name="Uživatel typu Host" providerId="Windows Live" clId="Web-{066D3AC4-9A8B-42C1-B749-673D62FD44D0}"/>
    <pc:docChg chg="addSld modSld">
      <pc:chgData name="Uživatel typu Host" userId="" providerId="Windows Live" clId="Web-{066D3AC4-9A8B-42C1-B749-673D62FD44D0}" dt="2022-11-17T15:00:01.762" v="159" actId="20577"/>
      <pc:docMkLst>
        <pc:docMk/>
      </pc:docMkLst>
      <pc:sldChg chg="new">
        <pc:chgData name="Uživatel typu Host" userId="" providerId="Windows Live" clId="Web-{066D3AC4-9A8B-42C1-B749-673D62FD44D0}" dt="2022-11-17T13:22:21.784" v="0"/>
        <pc:sldMkLst>
          <pc:docMk/>
          <pc:sldMk cId="1587542903" sldId="258"/>
        </pc:sldMkLst>
      </pc:sldChg>
      <pc:sldChg chg="new">
        <pc:chgData name="Uživatel typu Host" userId="" providerId="Windows Live" clId="Web-{066D3AC4-9A8B-42C1-B749-673D62FD44D0}" dt="2022-11-17T13:22:23.331" v="1"/>
        <pc:sldMkLst>
          <pc:docMk/>
          <pc:sldMk cId="40424855" sldId="259"/>
        </pc:sldMkLst>
      </pc:sldChg>
      <pc:sldChg chg="modSp new">
        <pc:chgData name="Uživatel typu Host" userId="" providerId="Windows Live" clId="Web-{066D3AC4-9A8B-42C1-B749-673D62FD44D0}" dt="2022-11-17T13:32:05.473" v="108" actId="20577"/>
        <pc:sldMkLst>
          <pc:docMk/>
          <pc:sldMk cId="3923393014" sldId="260"/>
        </pc:sldMkLst>
        <pc:spChg chg="mod">
          <ac:chgData name="Uživatel typu Host" userId="" providerId="Windows Live" clId="Web-{066D3AC4-9A8B-42C1-B749-673D62FD44D0}" dt="2022-11-17T13:23:33.380" v="47" actId="20577"/>
          <ac:spMkLst>
            <pc:docMk/>
            <pc:sldMk cId="3923393014" sldId="260"/>
            <ac:spMk id="2" creationId="{5575C96D-3A8E-3402-F57F-007E8C42EB63}"/>
          </ac:spMkLst>
        </pc:spChg>
        <pc:spChg chg="mod">
          <ac:chgData name="Uživatel typu Host" userId="" providerId="Windows Live" clId="Web-{066D3AC4-9A8B-42C1-B749-673D62FD44D0}" dt="2022-11-17T13:32:05.473" v="108" actId="20577"/>
          <ac:spMkLst>
            <pc:docMk/>
            <pc:sldMk cId="3923393014" sldId="260"/>
            <ac:spMk id="3" creationId="{2CA40E1D-5876-FEB2-C921-E70837F95C2A}"/>
          </ac:spMkLst>
        </pc:spChg>
      </pc:sldChg>
      <pc:sldChg chg="addSp delSp modSp new mod setBg setClrOvrMap">
        <pc:chgData name="Uživatel typu Host" userId="" providerId="Windows Live" clId="Web-{066D3AC4-9A8B-42C1-B749-673D62FD44D0}" dt="2022-11-17T15:00:01.762" v="159" actId="20577"/>
        <pc:sldMkLst>
          <pc:docMk/>
          <pc:sldMk cId="656700352" sldId="261"/>
        </pc:sldMkLst>
        <pc:spChg chg="mod">
          <ac:chgData name="Uživatel typu Host" userId="" providerId="Windows Live" clId="Web-{066D3AC4-9A8B-42C1-B749-673D62FD44D0}" dt="2022-11-17T14:59:51.121" v="158" actId="20577"/>
          <ac:spMkLst>
            <pc:docMk/>
            <pc:sldMk cId="656700352" sldId="261"/>
            <ac:spMk id="2" creationId="{D7AB937E-1FEA-0202-73BC-4AFF94C64F63}"/>
          </ac:spMkLst>
        </pc:spChg>
        <pc:spChg chg="del">
          <ac:chgData name="Uživatel typu Host" userId="" providerId="Windows Live" clId="Web-{066D3AC4-9A8B-42C1-B749-673D62FD44D0}" dt="2022-11-17T13:49:38.707" v="112"/>
          <ac:spMkLst>
            <pc:docMk/>
            <pc:sldMk cId="656700352" sldId="261"/>
            <ac:spMk id="3" creationId="{F65F1BFE-D349-3B6B-4639-D838F800A23B}"/>
          </ac:spMkLst>
        </pc:spChg>
        <pc:spChg chg="add mod">
          <ac:chgData name="Uživatel typu Host" userId="" providerId="Windows Live" clId="Web-{066D3AC4-9A8B-42C1-B749-673D62FD44D0}" dt="2022-11-17T15:00:01.762" v="159" actId="20577"/>
          <ac:spMkLst>
            <pc:docMk/>
            <pc:sldMk cId="656700352" sldId="261"/>
            <ac:spMk id="7" creationId="{4D6EA5DE-E9BF-6538-8648-C12BE9F6F6E8}"/>
          </ac:spMkLst>
        </pc:spChg>
        <pc:spChg chg="add">
          <ac:chgData name="Uživatel typu Host" userId="" providerId="Windows Live" clId="Web-{066D3AC4-9A8B-42C1-B749-673D62FD44D0}" dt="2022-11-17T14:47:47.129" v="127"/>
          <ac:spMkLst>
            <pc:docMk/>
            <pc:sldMk cId="656700352" sldId="261"/>
            <ac:spMk id="10" creationId="{3CBA50DB-DBC7-4B6E-B3C1-8FF1EA519791}"/>
          </ac:spMkLst>
        </pc:spChg>
        <pc:spChg chg="add">
          <ac:chgData name="Uživatel typu Host" userId="" providerId="Windows Live" clId="Web-{066D3AC4-9A8B-42C1-B749-673D62FD44D0}" dt="2022-11-17T14:47:47.129" v="127"/>
          <ac:spMkLst>
            <pc:docMk/>
            <pc:sldMk cId="656700352" sldId="261"/>
            <ac:spMk id="55" creationId="{A1351C6B-7343-451F-AB4A-1CE294A4E927}"/>
          </ac:spMkLst>
        </pc:spChg>
        <pc:spChg chg="add del mod">
          <ac:chgData name="Uživatel typu Host" userId="" providerId="Windows Live" clId="Web-{066D3AC4-9A8B-42C1-B749-673D62FD44D0}" dt="2022-11-17T14:47:10.189" v="121"/>
          <ac:spMkLst>
            <pc:docMk/>
            <pc:sldMk cId="656700352" sldId="261"/>
            <ac:spMk id="62" creationId="{F3FF3801-DAB5-0F06-1F1C-C217485CC9F0}"/>
          </ac:spMkLst>
        </pc:spChg>
        <pc:grpChg chg="add">
          <ac:chgData name="Uživatel typu Host" userId="" providerId="Windows Live" clId="Web-{066D3AC4-9A8B-42C1-B749-673D62FD44D0}" dt="2022-11-17T14:47:47.129" v="127"/>
          <ac:grpSpMkLst>
            <pc:docMk/>
            <pc:sldMk cId="656700352" sldId="261"/>
            <ac:grpSpMk id="12" creationId="{1DED8FB6-AF8D-4D98-913D-E6486FEC1021}"/>
          </ac:grpSpMkLst>
        </pc:grpChg>
        <pc:graphicFrameChg chg="add del mod ord modGraphic">
          <ac:chgData name="Uživatel typu Host" userId="" providerId="Windows Live" clId="Web-{066D3AC4-9A8B-42C1-B749-673D62FD44D0}" dt="2022-11-17T13:50:19.927" v="120"/>
          <ac:graphicFrameMkLst>
            <pc:docMk/>
            <pc:sldMk cId="656700352" sldId="261"/>
            <ac:graphicFrameMk id="4" creationId="{B975A716-20A6-DEF4-3B40-D562F60B96A9}"/>
          </ac:graphicFrameMkLst>
        </pc:graphicFrameChg>
        <pc:picChg chg="add mod ord">
          <ac:chgData name="Uživatel typu Host" userId="" providerId="Windows Live" clId="Web-{066D3AC4-9A8B-42C1-B749-673D62FD44D0}" dt="2022-11-17T14:47:47.129" v="127"/>
          <ac:picMkLst>
            <pc:docMk/>
            <pc:sldMk cId="656700352" sldId="261"/>
            <ac:picMk id="3" creationId="{CB8DF3FB-4674-35A4-9C61-9ED1436ECB5E}"/>
          </ac:picMkLst>
        </pc:picChg>
        <pc:picChg chg="add">
          <ac:chgData name="Uživatel typu Host" userId="" providerId="Windows Live" clId="Web-{066D3AC4-9A8B-42C1-B749-673D62FD44D0}" dt="2022-11-17T14:47:47.129" v="127"/>
          <ac:picMkLst>
            <pc:docMk/>
            <pc:sldMk cId="656700352" sldId="261"/>
            <ac:picMk id="53" creationId="{5B3DE270-418F-47A7-B311-C4D876041DC6}"/>
          </ac:picMkLst>
        </pc:picChg>
      </pc:sldChg>
    </pc:docChg>
  </pc:docChgLst>
  <pc:docChgLst>
    <pc:chgData name="Uživatel typu Host" providerId="Windows Live" clId="Web-{4B58B8E2-27E9-4F72-9B03-725706954AA9}"/>
    <pc:docChg chg="addSld">
      <pc:chgData name="Uživatel typu Host" userId="" providerId="Windows Live" clId="Web-{4B58B8E2-27E9-4F72-9B03-725706954AA9}" dt="2022-11-17T13:10:40.444" v="0"/>
      <pc:docMkLst>
        <pc:docMk/>
      </pc:docMkLst>
      <pc:sldChg chg="new">
        <pc:chgData name="Uživatel typu Host" userId="" providerId="Windows Live" clId="Web-{4B58B8E2-27E9-4F72-9B03-725706954AA9}" dt="2022-11-17T13:10:40.444" v="0"/>
        <pc:sldMkLst>
          <pc:docMk/>
          <pc:sldMk cId="3740030839" sldId="257"/>
        </pc:sldMkLst>
      </pc:sldChg>
    </pc:docChg>
  </pc:docChgLst>
  <pc:docChgLst>
    <pc:chgData name="Guest User" providerId="Windows Live" clId="Web-{37ABA502-238E-4091-B2F6-CC8E9074FEEB}"/>
    <pc:docChg chg="addSld modSld">
      <pc:chgData name="Guest User" userId="" providerId="Windows Live" clId="Web-{37ABA502-238E-4091-B2F6-CC8E9074FEEB}" dt="2022-11-17T13:49:46.105" v="293" actId="20577"/>
      <pc:docMkLst>
        <pc:docMk/>
      </pc:docMkLst>
      <pc:sldChg chg="addSp modSp new">
        <pc:chgData name="Guest User" userId="" providerId="Windows Live" clId="Web-{37ABA502-238E-4091-B2F6-CC8E9074FEEB}" dt="2022-11-17T13:49:46.105" v="293" actId="20577"/>
        <pc:sldMkLst>
          <pc:docMk/>
          <pc:sldMk cId="3999731207" sldId="263"/>
        </pc:sldMkLst>
        <pc:spChg chg="mod">
          <ac:chgData name="Guest User" userId="" providerId="Windows Live" clId="Web-{37ABA502-238E-4091-B2F6-CC8E9074FEEB}" dt="2022-11-17T13:35:28.272" v="37" actId="20577"/>
          <ac:spMkLst>
            <pc:docMk/>
            <pc:sldMk cId="3999731207" sldId="263"/>
            <ac:spMk id="2" creationId="{48EF2CB5-3B87-2ADA-31AA-AF6C1F1B41E2}"/>
          </ac:spMkLst>
        </pc:spChg>
        <pc:spChg chg="mod">
          <ac:chgData name="Guest User" userId="" providerId="Windows Live" clId="Web-{37ABA502-238E-4091-B2F6-CC8E9074FEEB}" dt="2022-11-17T13:49:46.105" v="293" actId="20577"/>
          <ac:spMkLst>
            <pc:docMk/>
            <pc:sldMk cId="3999731207" sldId="263"/>
            <ac:spMk id="3" creationId="{B9BEAE4E-8692-C81E-36A8-642C27458FF9}"/>
          </ac:spMkLst>
        </pc:spChg>
        <pc:picChg chg="add mod">
          <ac:chgData name="Guest User" userId="" providerId="Windows Live" clId="Web-{37ABA502-238E-4091-B2F6-CC8E9074FEEB}" dt="2022-11-17T13:42:52.501" v="197" actId="1076"/>
          <ac:picMkLst>
            <pc:docMk/>
            <pc:sldMk cId="3999731207" sldId="263"/>
            <ac:picMk id="4" creationId="{77384D85-B624-B26E-B427-5BCD2D0A93E8}"/>
          </ac:picMkLst>
        </pc:picChg>
      </pc:sldChg>
    </pc:docChg>
  </pc:docChgLst>
  <pc:docChgLst>
    <pc:chgData name="Uživatel typu Host" providerId="Windows Live" clId="Web-{7BA3641B-5823-41FD-AC1B-C92E84AE4ECA}"/>
    <pc:docChg chg="modSld">
      <pc:chgData name="Uživatel typu Host" userId="" providerId="Windows Live" clId="Web-{7BA3641B-5823-41FD-AC1B-C92E84AE4ECA}" dt="2022-11-20T07:12:35.035" v="42" actId="20577"/>
      <pc:docMkLst>
        <pc:docMk/>
      </pc:docMkLst>
      <pc:sldChg chg="modSp">
        <pc:chgData name="Uživatel typu Host" userId="" providerId="Windows Live" clId="Web-{7BA3641B-5823-41FD-AC1B-C92E84AE4ECA}" dt="2022-11-20T07:12:35.035" v="42" actId="20577"/>
        <pc:sldMkLst>
          <pc:docMk/>
          <pc:sldMk cId="656700352" sldId="261"/>
        </pc:sldMkLst>
        <pc:spChg chg="mod">
          <ac:chgData name="Uživatel typu Host" userId="" providerId="Windows Live" clId="Web-{7BA3641B-5823-41FD-AC1B-C92E84AE4ECA}" dt="2022-11-20T07:12:35.035" v="42" actId="20577"/>
          <ac:spMkLst>
            <pc:docMk/>
            <pc:sldMk cId="656700352" sldId="261"/>
            <ac:spMk id="7" creationId="{4D6EA5DE-E9BF-6538-8648-C12BE9F6F6E8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D63FC1C-B732-4135-B95E-0E9AF230EA6A}" type="doc">
      <dgm:prSet loTypeId="urn:microsoft.com/office/officeart/2005/8/layout/hList1" loCatId="list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cs-CZ"/>
        </a:p>
      </dgm:t>
    </dgm:pt>
    <dgm:pt modelId="{333FA2C0-F86C-411C-95A9-0224C22EE58B}">
      <dgm:prSet phldrT="[Text]" phldr="0"/>
      <dgm:spPr/>
      <dgm:t>
        <a:bodyPr/>
        <a:lstStyle/>
        <a:p>
          <a:pPr rtl="0"/>
          <a:r>
            <a:rPr lang="cs-CZ">
              <a:latin typeface="Tw Cen MT" panose="020B0602020104020603"/>
            </a:rPr>
            <a:t>Nevýhody</a:t>
          </a:r>
          <a:endParaRPr lang="cs-CZ"/>
        </a:p>
      </dgm:t>
    </dgm:pt>
    <dgm:pt modelId="{1E599545-63B3-40DB-850D-73275DCFE26E}" type="parTrans" cxnId="{5CB68837-07D6-4BAE-BB01-AD971B706A69}">
      <dgm:prSet/>
      <dgm:spPr/>
      <dgm:t>
        <a:bodyPr/>
        <a:lstStyle/>
        <a:p>
          <a:endParaRPr lang="cs-CZ"/>
        </a:p>
      </dgm:t>
    </dgm:pt>
    <dgm:pt modelId="{59B6DDFD-84B1-46D4-952A-01219CFFA791}" type="sibTrans" cxnId="{5CB68837-07D6-4BAE-BB01-AD971B706A69}">
      <dgm:prSet/>
      <dgm:spPr/>
      <dgm:t>
        <a:bodyPr/>
        <a:lstStyle/>
        <a:p>
          <a:endParaRPr lang="cs-CZ"/>
        </a:p>
      </dgm:t>
    </dgm:pt>
    <dgm:pt modelId="{1C616A8E-05A9-48D9-BB66-90D72A4EE4E8}">
      <dgm:prSet phldr="0"/>
      <dgm:spPr/>
      <dgm:t>
        <a:bodyPr/>
        <a:lstStyle/>
        <a:p>
          <a:r>
            <a:rPr lang="cs-CZ">
              <a:latin typeface="Tw Cen MT" panose="020B0602020104020603"/>
            </a:rPr>
            <a:t>Výhody</a:t>
          </a:r>
          <a:endParaRPr lang="cs-CZ"/>
        </a:p>
      </dgm:t>
    </dgm:pt>
    <dgm:pt modelId="{B913D95B-CE01-43D9-9687-071EB22CB936}" type="parTrans" cxnId="{332A85FB-DCDC-4520-B182-8D6F4822E30A}">
      <dgm:prSet/>
      <dgm:spPr/>
    </dgm:pt>
    <dgm:pt modelId="{5EBBA835-4A01-4EC8-AE76-69AC4ADEF39D}" type="sibTrans" cxnId="{332A85FB-DCDC-4520-B182-8D6F4822E30A}">
      <dgm:prSet/>
      <dgm:spPr/>
    </dgm:pt>
    <dgm:pt modelId="{1E5B03B8-454B-45B6-8CA6-5E9C611F0BE4}">
      <dgm:prSet phldr="0"/>
      <dgm:spPr/>
      <dgm:t>
        <a:bodyPr/>
        <a:lstStyle/>
        <a:p>
          <a:r>
            <a:rPr lang="cs-CZ" dirty="0"/>
            <a:t>kompatibilní s většinou hardwaru</a:t>
          </a:r>
        </a:p>
      </dgm:t>
    </dgm:pt>
    <dgm:pt modelId="{CA53882B-63B1-477A-A1C1-DBDF255BC7D0}" type="parTrans" cxnId="{6A84F697-29AF-46A5-BC4B-88869A390D52}">
      <dgm:prSet/>
      <dgm:spPr/>
    </dgm:pt>
    <dgm:pt modelId="{616E4D10-E724-4A05-860F-EDC08DFD3681}" type="sibTrans" cxnId="{6A84F697-29AF-46A5-BC4B-88869A390D52}">
      <dgm:prSet/>
      <dgm:spPr/>
    </dgm:pt>
    <dgm:pt modelId="{F0A2F659-58FA-47D0-9F50-3FBB9C236CAD}">
      <dgm:prSet phldr="0"/>
      <dgm:spPr/>
      <dgm:t>
        <a:bodyPr/>
        <a:lstStyle/>
        <a:p>
          <a:r>
            <a:rPr lang="cs-CZ"/>
            <a:t>kvalitní a profesionální užití softwaru</a:t>
          </a:r>
        </a:p>
      </dgm:t>
    </dgm:pt>
    <dgm:pt modelId="{24CED459-6E25-4517-B36E-E178FE841582}" type="parTrans" cxnId="{F0C47F45-6433-4136-B456-ACBCCDE5B371}">
      <dgm:prSet/>
      <dgm:spPr/>
    </dgm:pt>
    <dgm:pt modelId="{0D9C1B20-76BF-4256-9638-AAA202241AEF}" type="sibTrans" cxnId="{F0C47F45-6433-4136-B456-ACBCCDE5B371}">
      <dgm:prSet/>
      <dgm:spPr/>
    </dgm:pt>
    <dgm:pt modelId="{C17F10E8-8B08-43F1-AB15-C11A2510A7FA}">
      <dgm:prSet phldr="0"/>
      <dgm:spPr/>
      <dgm:t>
        <a:bodyPr/>
        <a:lstStyle/>
        <a:p>
          <a:r>
            <a:rPr lang="cs-CZ" dirty="0"/>
            <a:t>velmi pokročilé funkce systému</a:t>
          </a:r>
        </a:p>
      </dgm:t>
    </dgm:pt>
    <dgm:pt modelId="{ED3D4023-3C8B-4EE0-AA24-8B98C732B0FD}" type="parTrans" cxnId="{3F772983-B12F-4812-9B70-4D596618755D}">
      <dgm:prSet/>
      <dgm:spPr/>
    </dgm:pt>
    <dgm:pt modelId="{C79B0D10-21E6-4063-BBD2-AAAAC7D47BBC}" type="sibTrans" cxnId="{3F772983-B12F-4812-9B70-4D596618755D}">
      <dgm:prSet/>
      <dgm:spPr/>
    </dgm:pt>
    <dgm:pt modelId="{8E5BE983-A7EB-496B-900B-FC622D78E4F1}">
      <dgm:prSet phldr="0"/>
      <dgm:spPr/>
      <dgm:t>
        <a:bodyPr/>
        <a:lstStyle/>
        <a:p>
          <a:pPr rtl="0"/>
          <a:r>
            <a:rPr lang="cs-CZ"/>
            <a:t>nejpoužívanější OS</a:t>
          </a:r>
          <a:endParaRPr lang="cs-CZ">
            <a:latin typeface="Tw Cen MT" panose="020B0602020104020603"/>
          </a:endParaRPr>
        </a:p>
      </dgm:t>
    </dgm:pt>
    <dgm:pt modelId="{DB52090B-10B1-42B8-8535-EAF03EEBAE1E}" type="parTrans" cxnId="{171C57E1-3F37-474A-8648-4F7AFE324996}">
      <dgm:prSet/>
      <dgm:spPr/>
    </dgm:pt>
    <dgm:pt modelId="{CA263687-67D7-4DD3-A3AB-6825FBB8F7EB}" type="sibTrans" cxnId="{171C57E1-3F37-474A-8648-4F7AFE324996}">
      <dgm:prSet/>
      <dgm:spPr/>
    </dgm:pt>
    <dgm:pt modelId="{63F2FC03-E2AF-4135-8958-0A0ADD8A61C2}">
      <dgm:prSet phldr="0"/>
      <dgm:spPr/>
      <dgm:t>
        <a:bodyPr/>
        <a:lstStyle/>
        <a:p>
          <a:pPr rtl="0"/>
          <a:r>
            <a:rPr lang="cs-CZ" dirty="0"/>
            <a:t>vysoké nároky na hardware</a:t>
          </a:r>
          <a:endParaRPr lang="cs-CZ" dirty="0">
            <a:latin typeface="Tw Cen MT" panose="020B0602020104020603"/>
          </a:endParaRPr>
        </a:p>
      </dgm:t>
    </dgm:pt>
    <dgm:pt modelId="{F04AF6A1-0F74-4EB2-958E-35B4C573EBDA}" type="parTrans" cxnId="{60FF8B47-863A-4A8A-BFBB-ECC106A10B3D}">
      <dgm:prSet/>
      <dgm:spPr/>
    </dgm:pt>
    <dgm:pt modelId="{C51E945E-DDD8-41DC-9A89-83A1B83CD7CD}" type="sibTrans" cxnId="{60FF8B47-863A-4A8A-BFBB-ECC106A10B3D}">
      <dgm:prSet/>
      <dgm:spPr/>
    </dgm:pt>
    <dgm:pt modelId="{9B62C22F-A711-4124-862B-24B70616245E}">
      <dgm:prSet phldr="0"/>
      <dgm:spPr/>
      <dgm:t>
        <a:bodyPr/>
        <a:lstStyle/>
        <a:p>
          <a:r>
            <a:rPr lang="cs-CZ"/>
            <a:t>vysoká pořizovací cena</a:t>
          </a:r>
        </a:p>
      </dgm:t>
    </dgm:pt>
    <dgm:pt modelId="{FDBD087A-A3AD-4B29-A293-6FB2459D8B67}" type="parTrans" cxnId="{9D2E28F8-0F0E-40D4-B0A2-1463683C1770}">
      <dgm:prSet/>
      <dgm:spPr/>
    </dgm:pt>
    <dgm:pt modelId="{E28B6C79-ED7F-4079-977A-11B8E7EEBDCE}" type="sibTrans" cxnId="{9D2E28F8-0F0E-40D4-B0A2-1463683C1770}">
      <dgm:prSet/>
      <dgm:spPr/>
    </dgm:pt>
    <dgm:pt modelId="{C8E5E551-FEFE-4398-984C-776FBABE112B}">
      <dgm:prSet phldr="0"/>
      <dgm:spPr/>
      <dgm:t>
        <a:bodyPr/>
        <a:lstStyle/>
        <a:p>
          <a:r>
            <a:rPr lang="cs-CZ"/>
            <a:t>složitost softwaru</a:t>
          </a:r>
        </a:p>
      </dgm:t>
    </dgm:pt>
    <dgm:pt modelId="{A3B87E2C-F010-475F-9420-B4CAE9620EC1}" type="parTrans" cxnId="{ACD0077A-BE69-489C-B97B-DDE6167A23AE}">
      <dgm:prSet/>
      <dgm:spPr/>
    </dgm:pt>
    <dgm:pt modelId="{6AB4AC10-2CB4-4B79-993A-EFBCA10CC0AA}" type="sibTrans" cxnId="{ACD0077A-BE69-489C-B97B-DDE6167A23AE}">
      <dgm:prSet/>
      <dgm:spPr/>
    </dgm:pt>
    <dgm:pt modelId="{04CAEAB9-9907-4A4C-967B-A48E68918E89}" type="pres">
      <dgm:prSet presAssocID="{9D63FC1C-B732-4135-B95E-0E9AF230EA6A}" presName="Name0" presStyleCnt="0">
        <dgm:presLayoutVars>
          <dgm:dir/>
          <dgm:animLvl val="lvl"/>
          <dgm:resizeHandles val="exact"/>
        </dgm:presLayoutVars>
      </dgm:prSet>
      <dgm:spPr/>
    </dgm:pt>
    <dgm:pt modelId="{97A3B90E-9D09-4788-ADAE-6F618D3DBF89}" type="pres">
      <dgm:prSet presAssocID="{1C616A8E-05A9-48D9-BB66-90D72A4EE4E8}" presName="composite" presStyleCnt="0"/>
      <dgm:spPr/>
    </dgm:pt>
    <dgm:pt modelId="{48B3E5B9-19CD-4191-819B-404F2D124DDC}" type="pres">
      <dgm:prSet presAssocID="{1C616A8E-05A9-48D9-BB66-90D72A4EE4E8}" presName="parTx" presStyleLbl="alignNode1" presStyleIdx="0" presStyleCnt="2">
        <dgm:presLayoutVars>
          <dgm:chMax val="0"/>
          <dgm:chPref val="0"/>
          <dgm:bulletEnabled val="1"/>
        </dgm:presLayoutVars>
      </dgm:prSet>
      <dgm:spPr>
        <a:solidFill>
          <a:schemeClr val="accent1"/>
        </a:solidFill>
      </dgm:spPr>
    </dgm:pt>
    <dgm:pt modelId="{B06CC498-161F-47D0-B89B-B1EBC851D368}" type="pres">
      <dgm:prSet presAssocID="{1C616A8E-05A9-48D9-BB66-90D72A4EE4E8}" presName="desTx" presStyleLbl="alignAccFollowNode1" presStyleIdx="0" presStyleCnt="2">
        <dgm:presLayoutVars>
          <dgm:bulletEnabled val="1"/>
        </dgm:presLayoutVars>
      </dgm:prSet>
      <dgm:spPr>
        <a:solidFill>
          <a:schemeClr val="accent1">
            <a:lumMod val="40000"/>
            <a:lumOff val="60000"/>
          </a:schemeClr>
        </a:solidFill>
      </dgm:spPr>
    </dgm:pt>
    <dgm:pt modelId="{77B081DA-5BAA-4DC3-91CF-854B987763A8}" type="pres">
      <dgm:prSet presAssocID="{5EBBA835-4A01-4EC8-AE76-69AC4ADEF39D}" presName="space" presStyleCnt="0"/>
      <dgm:spPr/>
    </dgm:pt>
    <dgm:pt modelId="{B2751F16-C9B5-414F-9BEA-AB94046B3954}" type="pres">
      <dgm:prSet presAssocID="{333FA2C0-F86C-411C-95A9-0224C22EE58B}" presName="composite" presStyleCnt="0"/>
      <dgm:spPr/>
    </dgm:pt>
    <dgm:pt modelId="{84C78390-E772-4649-A90F-96E9D01D7CE0}" type="pres">
      <dgm:prSet presAssocID="{333FA2C0-F86C-411C-95A9-0224C22EE58B}" presName="parTx" presStyleLbl="alignNode1" presStyleIdx="1" presStyleCnt="2">
        <dgm:presLayoutVars>
          <dgm:chMax val="0"/>
          <dgm:chPref val="0"/>
          <dgm:bulletEnabled val="1"/>
        </dgm:presLayoutVars>
      </dgm:prSet>
      <dgm:spPr>
        <a:solidFill>
          <a:schemeClr val="accent3"/>
        </a:solidFill>
      </dgm:spPr>
    </dgm:pt>
    <dgm:pt modelId="{91944E33-980B-490F-8D8C-930A65821F62}" type="pres">
      <dgm:prSet presAssocID="{333FA2C0-F86C-411C-95A9-0224C22EE58B}" presName="desTx" presStyleLbl="alignAccFollowNode1" presStyleIdx="1" presStyleCnt="2">
        <dgm:presLayoutVars>
          <dgm:bulletEnabled val="1"/>
        </dgm:presLayoutVars>
      </dgm:prSet>
      <dgm:spPr>
        <a:solidFill>
          <a:schemeClr val="accent3">
            <a:lumMod val="40000"/>
            <a:lumOff val="60000"/>
          </a:schemeClr>
        </a:solidFill>
      </dgm:spPr>
    </dgm:pt>
  </dgm:ptLst>
  <dgm:cxnLst>
    <dgm:cxn modelId="{6EEFF71C-0D1D-4DF1-B178-F7E352D7CD77}" type="presOf" srcId="{9D63FC1C-B732-4135-B95E-0E9AF230EA6A}" destId="{04CAEAB9-9907-4A4C-967B-A48E68918E89}" srcOrd="0" destOrd="0" presId="urn:microsoft.com/office/officeart/2005/8/layout/hList1"/>
    <dgm:cxn modelId="{A6B7C634-AC09-466E-ACFE-62A2C0C9633F}" type="presOf" srcId="{63F2FC03-E2AF-4135-8958-0A0ADD8A61C2}" destId="{91944E33-980B-490F-8D8C-930A65821F62}" srcOrd="0" destOrd="0" presId="urn:microsoft.com/office/officeart/2005/8/layout/hList1"/>
    <dgm:cxn modelId="{5CB68837-07D6-4BAE-BB01-AD971B706A69}" srcId="{9D63FC1C-B732-4135-B95E-0E9AF230EA6A}" destId="{333FA2C0-F86C-411C-95A9-0224C22EE58B}" srcOrd="1" destOrd="0" parTransId="{1E599545-63B3-40DB-850D-73275DCFE26E}" sibTransId="{59B6DDFD-84B1-46D4-952A-01219CFFA791}"/>
    <dgm:cxn modelId="{1FEE055F-A85F-4993-99BC-929EA60F72F9}" type="presOf" srcId="{C17F10E8-8B08-43F1-AB15-C11A2510A7FA}" destId="{B06CC498-161F-47D0-B89B-B1EBC851D368}" srcOrd="0" destOrd="3" presId="urn:microsoft.com/office/officeart/2005/8/layout/hList1"/>
    <dgm:cxn modelId="{F0C47F45-6433-4136-B456-ACBCCDE5B371}" srcId="{1C616A8E-05A9-48D9-BB66-90D72A4EE4E8}" destId="{F0A2F659-58FA-47D0-9F50-3FBB9C236CAD}" srcOrd="2" destOrd="0" parTransId="{24CED459-6E25-4517-B36E-E178FE841582}" sibTransId="{0D9C1B20-76BF-4256-9638-AAA202241AEF}"/>
    <dgm:cxn modelId="{60FF8B47-863A-4A8A-BFBB-ECC106A10B3D}" srcId="{333FA2C0-F86C-411C-95A9-0224C22EE58B}" destId="{63F2FC03-E2AF-4135-8958-0A0ADD8A61C2}" srcOrd="0" destOrd="0" parTransId="{F04AF6A1-0F74-4EB2-958E-35B4C573EBDA}" sibTransId="{C51E945E-DDD8-41DC-9A89-83A1B83CD7CD}"/>
    <dgm:cxn modelId="{D71B6B4A-C462-439A-A75E-61B3154BB869}" type="presOf" srcId="{333FA2C0-F86C-411C-95A9-0224C22EE58B}" destId="{84C78390-E772-4649-A90F-96E9D01D7CE0}" srcOrd="0" destOrd="0" presId="urn:microsoft.com/office/officeart/2005/8/layout/hList1"/>
    <dgm:cxn modelId="{ACD0077A-BE69-489C-B97B-DDE6167A23AE}" srcId="{333FA2C0-F86C-411C-95A9-0224C22EE58B}" destId="{C8E5E551-FEFE-4398-984C-776FBABE112B}" srcOrd="2" destOrd="0" parTransId="{A3B87E2C-F010-475F-9420-B4CAE9620EC1}" sibTransId="{6AB4AC10-2CB4-4B79-993A-EFBCA10CC0AA}"/>
    <dgm:cxn modelId="{1C414281-C43E-40F5-BD9A-6FA3BF1135B7}" type="presOf" srcId="{1C616A8E-05A9-48D9-BB66-90D72A4EE4E8}" destId="{48B3E5B9-19CD-4191-819B-404F2D124DDC}" srcOrd="0" destOrd="0" presId="urn:microsoft.com/office/officeart/2005/8/layout/hList1"/>
    <dgm:cxn modelId="{3F772983-B12F-4812-9B70-4D596618755D}" srcId="{1C616A8E-05A9-48D9-BB66-90D72A4EE4E8}" destId="{C17F10E8-8B08-43F1-AB15-C11A2510A7FA}" srcOrd="3" destOrd="0" parTransId="{ED3D4023-3C8B-4EE0-AA24-8B98C732B0FD}" sibTransId="{C79B0D10-21E6-4063-BBD2-AAAAC7D47BBC}"/>
    <dgm:cxn modelId="{6A84F697-29AF-46A5-BC4B-88869A390D52}" srcId="{1C616A8E-05A9-48D9-BB66-90D72A4EE4E8}" destId="{1E5B03B8-454B-45B6-8CA6-5E9C611F0BE4}" srcOrd="0" destOrd="0" parTransId="{CA53882B-63B1-477A-A1C1-DBDF255BC7D0}" sibTransId="{616E4D10-E724-4A05-860F-EDC08DFD3681}"/>
    <dgm:cxn modelId="{45C612A4-2F02-433A-9A74-B5123E0696B8}" type="presOf" srcId="{9B62C22F-A711-4124-862B-24B70616245E}" destId="{91944E33-980B-490F-8D8C-930A65821F62}" srcOrd="0" destOrd="1" presId="urn:microsoft.com/office/officeart/2005/8/layout/hList1"/>
    <dgm:cxn modelId="{5590F5A9-A226-42CE-82E0-7C7572EF2DE9}" type="presOf" srcId="{8E5BE983-A7EB-496B-900B-FC622D78E4F1}" destId="{B06CC498-161F-47D0-B89B-B1EBC851D368}" srcOrd="0" destOrd="1" presId="urn:microsoft.com/office/officeart/2005/8/layout/hList1"/>
    <dgm:cxn modelId="{9B407EAD-BC54-4BD9-8898-C3D032CDF980}" type="presOf" srcId="{C8E5E551-FEFE-4398-984C-776FBABE112B}" destId="{91944E33-980B-490F-8D8C-930A65821F62}" srcOrd="0" destOrd="2" presId="urn:microsoft.com/office/officeart/2005/8/layout/hList1"/>
    <dgm:cxn modelId="{CB5AFCB0-64D6-4342-8D0B-16F599565F55}" type="presOf" srcId="{F0A2F659-58FA-47D0-9F50-3FBB9C236CAD}" destId="{B06CC498-161F-47D0-B89B-B1EBC851D368}" srcOrd="0" destOrd="2" presId="urn:microsoft.com/office/officeart/2005/8/layout/hList1"/>
    <dgm:cxn modelId="{171C57E1-3F37-474A-8648-4F7AFE324996}" srcId="{1C616A8E-05A9-48D9-BB66-90D72A4EE4E8}" destId="{8E5BE983-A7EB-496B-900B-FC622D78E4F1}" srcOrd="1" destOrd="0" parTransId="{DB52090B-10B1-42B8-8535-EAF03EEBAE1E}" sibTransId="{CA263687-67D7-4DD3-A3AB-6825FBB8F7EB}"/>
    <dgm:cxn modelId="{081538E6-C130-4254-A599-1DB3629E91B0}" type="presOf" srcId="{1E5B03B8-454B-45B6-8CA6-5E9C611F0BE4}" destId="{B06CC498-161F-47D0-B89B-B1EBC851D368}" srcOrd="0" destOrd="0" presId="urn:microsoft.com/office/officeart/2005/8/layout/hList1"/>
    <dgm:cxn modelId="{9D2E28F8-0F0E-40D4-B0A2-1463683C1770}" srcId="{333FA2C0-F86C-411C-95A9-0224C22EE58B}" destId="{9B62C22F-A711-4124-862B-24B70616245E}" srcOrd="1" destOrd="0" parTransId="{FDBD087A-A3AD-4B29-A293-6FB2459D8B67}" sibTransId="{E28B6C79-ED7F-4079-977A-11B8E7EEBDCE}"/>
    <dgm:cxn modelId="{332A85FB-DCDC-4520-B182-8D6F4822E30A}" srcId="{9D63FC1C-B732-4135-B95E-0E9AF230EA6A}" destId="{1C616A8E-05A9-48D9-BB66-90D72A4EE4E8}" srcOrd="0" destOrd="0" parTransId="{B913D95B-CE01-43D9-9687-071EB22CB936}" sibTransId="{5EBBA835-4A01-4EC8-AE76-69AC4ADEF39D}"/>
    <dgm:cxn modelId="{FBDB9CC6-8843-4DB2-9923-B99F65D3F9EB}" type="presParOf" srcId="{04CAEAB9-9907-4A4C-967B-A48E68918E89}" destId="{97A3B90E-9D09-4788-ADAE-6F618D3DBF89}" srcOrd="0" destOrd="0" presId="urn:microsoft.com/office/officeart/2005/8/layout/hList1"/>
    <dgm:cxn modelId="{2F97AF60-2532-4528-9595-FEE38F06C461}" type="presParOf" srcId="{97A3B90E-9D09-4788-ADAE-6F618D3DBF89}" destId="{48B3E5B9-19CD-4191-819B-404F2D124DDC}" srcOrd="0" destOrd="0" presId="urn:microsoft.com/office/officeart/2005/8/layout/hList1"/>
    <dgm:cxn modelId="{4B090C3E-D9C7-4203-9A2E-596EA13D8EF4}" type="presParOf" srcId="{97A3B90E-9D09-4788-ADAE-6F618D3DBF89}" destId="{B06CC498-161F-47D0-B89B-B1EBC851D368}" srcOrd="1" destOrd="0" presId="urn:microsoft.com/office/officeart/2005/8/layout/hList1"/>
    <dgm:cxn modelId="{BEDC15BB-19B0-49C7-A08B-B1A7AF55837F}" type="presParOf" srcId="{04CAEAB9-9907-4A4C-967B-A48E68918E89}" destId="{77B081DA-5BAA-4DC3-91CF-854B987763A8}" srcOrd="1" destOrd="0" presId="urn:microsoft.com/office/officeart/2005/8/layout/hList1"/>
    <dgm:cxn modelId="{CB0DBFDF-747E-42D7-8574-6BC8524986F3}" type="presParOf" srcId="{04CAEAB9-9907-4A4C-967B-A48E68918E89}" destId="{B2751F16-C9B5-414F-9BEA-AB94046B3954}" srcOrd="2" destOrd="0" presId="urn:microsoft.com/office/officeart/2005/8/layout/hList1"/>
    <dgm:cxn modelId="{4F919C58-F62C-4F2B-B050-9238B8D70771}" type="presParOf" srcId="{B2751F16-C9B5-414F-9BEA-AB94046B3954}" destId="{84C78390-E772-4649-A90F-96E9D01D7CE0}" srcOrd="0" destOrd="0" presId="urn:microsoft.com/office/officeart/2005/8/layout/hList1"/>
    <dgm:cxn modelId="{3C91E53F-0548-4F4E-A6EB-DF4B04563E9C}" type="presParOf" srcId="{B2751F16-C9B5-414F-9BEA-AB94046B3954}" destId="{91944E33-980B-490F-8D8C-930A65821F6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B3E5B9-19CD-4191-819B-404F2D124DDC}">
      <dsp:nvSpPr>
        <dsp:cNvPr id="0" name=""/>
        <dsp:cNvSpPr/>
      </dsp:nvSpPr>
      <dsp:spPr>
        <a:xfrm>
          <a:off x="48" y="103824"/>
          <a:ext cx="4628926" cy="748800"/>
        </a:xfrm>
        <a:prstGeom prst="rect">
          <a:avLst/>
        </a:prstGeom>
        <a:solidFill>
          <a:schemeClr val="accent1"/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600" kern="1200">
              <a:latin typeface="Tw Cen MT" panose="020B0602020104020603"/>
            </a:rPr>
            <a:t>Výhody</a:t>
          </a:r>
          <a:endParaRPr lang="cs-CZ" sz="2600" kern="1200"/>
        </a:p>
      </dsp:txBody>
      <dsp:txXfrm>
        <a:off x="48" y="103824"/>
        <a:ext cx="4628926" cy="748800"/>
      </dsp:txXfrm>
    </dsp:sp>
    <dsp:sp modelId="{B06CC498-161F-47D0-B89B-B1EBC851D368}">
      <dsp:nvSpPr>
        <dsp:cNvPr id="0" name=""/>
        <dsp:cNvSpPr/>
      </dsp:nvSpPr>
      <dsp:spPr>
        <a:xfrm>
          <a:off x="48" y="852624"/>
          <a:ext cx="4628926" cy="2497950"/>
        </a:xfrm>
        <a:prstGeom prst="rect">
          <a:avLst/>
        </a:prstGeom>
        <a:solidFill>
          <a:schemeClr val="accent1">
            <a:lumMod val="40000"/>
            <a:lumOff val="6000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2600" kern="1200" dirty="0"/>
            <a:t>kompatibilní s většinou hardwaru</a:t>
          </a:r>
        </a:p>
        <a:p>
          <a:pPr marL="228600" lvl="1" indent="-228600" algn="l" defTabSz="11557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2600" kern="1200"/>
            <a:t>nejpoužívanější OS</a:t>
          </a:r>
          <a:endParaRPr lang="cs-CZ" sz="2600" kern="1200">
            <a:latin typeface="Tw Cen MT" panose="020B0602020104020603"/>
          </a:endParaRP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2600" kern="1200"/>
            <a:t>kvalitní a profesionální užití softwaru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2600" kern="1200" dirty="0"/>
            <a:t>velmi pokročilé funkce systému</a:t>
          </a:r>
        </a:p>
      </dsp:txBody>
      <dsp:txXfrm>
        <a:off x="48" y="852624"/>
        <a:ext cx="4628926" cy="2497950"/>
      </dsp:txXfrm>
    </dsp:sp>
    <dsp:sp modelId="{84C78390-E772-4649-A90F-96E9D01D7CE0}">
      <dsp:nvSpPr>
        <dsp:cNvPr id="0" name=""/>
        <dsp:cNvSpPr/>
      </dsp:nvSpPr>
      <dsp:spPr>
        <a:xfrm>
          <a:off x="5277024" y="103824"/>
          <a:ext cx="4628926" cy="748800"/>
        </a:xfrm>
        <a:prstGeom prst="rect">
          <a:avLst/>
        </a:prstGeom>
        <a:solidFill>
          <a:schemeClr val="accent3"/>
        </a:solidFill>
        <a:ln w="15875" cap="flat" cmpd="sng" algn="ctr">
          <a:solidFill>
            <a:schemeClr val="accent2">
              <a:hueOff val="-1469031"/>
              <a:satOff val="-32495"/>
              <a:lumOff val="-647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600" kern="1200">
              <a:latin typeface="Tw Cen MT" panose="020B0602020104020603"/>
            </a:rPr>
            <a:t>Nevýhody</a:t>
          </a:r>
          <a:endParaRPr lang="cs-CZ" sz="2600" kern="1200"/>
        </a:p>
      </dsp:txBody>
      <dsp:txXfrm>
        <a:off x="5277024" y="103824"/>
        <a:ext cx="4628926" cy="748800"/>
      </dsp:txXfrm>
    </dsp:sp>
    <dsp:sp modelId="{91944E33-980B-490F-8D8C-930A65821F62}">
      <dsp:nvSpPr>
        <dsp:cNvPr id="0" name=""/>
        <dsp:cNvSpPr/>
      </dsp:nvSpPr>
      <dsp:spPr>
        <a:xfrm>
          <a:off x="5277024" y="852624"/>
          <a:ext cx="4628926" cy="2497950"/>
        </a:xfrm>
        <a:prstGeom prst="rect">
          <a:avLst/>
        </a:prstGeom>
        <a:solidFill>
          <a:schemeClr val="accent3">
            <a:lumMod val="40000"/>
            <a:lumOff val="60000"/>
          </a:schemeClr>
        </a:solidFill>
        <a:ln w="15875" cap="flat" cmpd="sng" algn="ctr">
          <a:solidFill>
            <a:schemeClr val="accent2">
              <a:tint val="40000"/>
              <a:alpha val="90000"/>
              <a:hueOff val="-1195736"/>
              <a:satOff val="-42564"/>
              <a:lumOff val="-270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2600" kern="1200" dirty="0"/>
            <a:t>vysoké nároky na hardware</a:t>
          </a:r>
          <a:endParaRPr lang="cs-CZ" sz="2600" kern="1200" dirty="0">
            <a:latin typeface="Tw Cen MT" panose="020B0602020104020603"/>
          </a:endParaRP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2600" kern="1200"/>
            <a:t>vysoká pořizovací cena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2600" kern="1200"/>
            <a:t>složitost softwaru</a:t>
          </a:r>
        </a:p>
      </dsp:txBody>
      <dsp:txXfrm>
        <a:off x="5277024" y="852624"/>
        <a:ext cx="4628926" cy="24979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11/20/2022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tický obrázek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cs-CZ"/>
              <a:t>Kliknutím na ikonu přidáte obrázek.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loupce s obráz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cs-CZ"/>
              <a:t>Kliknutím na ikonu přidáte obrázek.</a:t>
            </a:r>
            <a:endParaRPr lang="en-US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cs-CZ"/>
              <a:t>Kliknutím na ikonu přidáte obrázek.</a:t>
            </a:r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cs-CZ"/>
              <a:t>Kliknutím na ikonu přidáte obrázek.</a:t>
            </a:r>
            <a:endParaRPr lang="en-US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o.remove.bg/downloads/4bac69f1-5980-4669-8100-41a915328b82/obr%C3%A1zek_2022-11-17_142727342-removebg-preview.png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o.remove.bg/downloads/90c357b8-7772-4e50-aee8-e3ec0a39c861/obr%C3%A1zek_2022-11-20_204252535-removebg-preview.png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microsoft.com/cs-cz/windows/windows-11-po%C5%BEadavky-na-syst%C3%A9m-86c11283-ea52-4782-9efd-7674389a7ba3" TargetMode="External"/><Relationship Id="rId7" Type="http://schemas.openxmlformats.org/officeDocument/2006/relationships/hyperlink" Target="https://smartmania.cz/windows-11-dostavaji-v-insider-programu-nekolik-drobnych-novinek/" TargetMode="External"/><Relationship Id="rId2" Type="http://schemas.openxmlformats.org/officeDocument/2006/relationships/hyperlink" Target="https://cs.wikipedia.org/wiki/Microsoft_Defender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etanews.com/2013/10/15/phrozen-windows-file-monitor-lets-you-watch-file-system-activity-in-real-time/" TargetMode="External"/><Relationship Id="rId5" Type="http://schemas.openxmlformats.org/officeDocument/2006/relationships/hyperlink" Target="https://www.jaktak.cz/jak-si-vybrat-operacni-system-windows-vs-linux-rady.html" TargetMode="External"/><Relationship Id="rId4" Type="http://schemas.openxmlformats.org/officeDocument/2006/relationships/hyperlink" Target="https://www.microsoft.com/cs-cz/windows/windows-10-specification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07B4C9F-45B9-9DC9-F959-B0CF3F4B90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/>
              <a:t>Windows OS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CAE3973-00AB-BF0F-BD56-CA70241931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cs-CZ" dirty="0"/>
              <a:t>Tomáš </a:t>
            </a:r>
            <a:r>
              <a:rPr lang="cs-CZ" dirty="0" err="1"/>
              <a:t>Vopařil</a:t>
            </a:r>
            <a:r>
              <a:rPr lang="cs-CZ" dirty="0"/>
              <a:t>, Jan Kocanda, Patrik horák, Daniel Džbánek</a:t>
            </a:r>
          </a:p>
        </p:txBody>
      </p:sp>
      <p:pic>
        <p:nvPicPr>
          <p:cNvPr id="6" name="Obrázek 5" descr="Obsah obrázku text, budova, displej, okno&#10;&#10;Popis byl vytvořen automaticky">
            <a:extLst>
              <a:ext uri="{FF2B5EF4-FFF2-40B4-BE49-F238E27FC236}">
                <a16:creationId xmlns:a16="http://schemas.microsoft.com/office/drawing/2014/main" id="{02134A00-2B23-CC3F-649B-401AB256F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717" y="386587"/>
            <a:ext cx="2427226" cy="2427226"/>
          </a:xfrm>
          <a:prstGeom prst="rect">
            <a:avLst/>
          </a:prstGeom>
          <a:effectLst>
            <a:outerShdw blurRad="596900" dist="88900" dir="2340000" sx="108000" sy="108000" algn="ctr" rotWithShape="0">
              <a:srgbClr val="000000">
                <a:alpha val="88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97371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E4937-B54E-2CB5-4D7F-D77C338CD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+mj-lt"/>
                <a:cs typeface="+mj-lt"/>
              </a:rPr>
              <a:t>POŽADAVKY PRO WINDOWS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F864D-2810-B8BD-A4A5-71A802034845}"/>
              </a:ext>
            </a:extLst>
          </p:cNvPr>
          <p:cNvSpPr>
            <a:spLocks noGrp="1"/>
          </p:cNvSpPr>
          <p:nvPr>
            <p:ph idx="1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2800" b="1" u="sng" dirty="0"/>
              <a:t>Windows</a:t>
            </a:r>
            <a:r>
              <a:rPr lang="en-GB" b="1" u="sng" dirty="0"/>
              <a:t> 10</a:t>
            </a:r>
            <a:endParaRPr lang="en-US" dirty="0"/>
          </a:p>
          <a:p>
            <a:pPr lvl="1"/>
            <a:r>
              <a:rPr lang="en-GB" b="1" dirty="0" err="1"/>
              <a:t>Procesor</a:t>
            </a:r>
            <a:r>
              <a:rPr lang="en-GB" b="1" dirty="0"/>
              <a:t>: </a:t>
            </a:r>
            <a:r>
              <a:rPr lang="en-GB" dirty="0"/>
              <a:t>1GHz</a:t>
            </a:r>
          </a:p>
          <a:p>
            <a:pPr lvl="1"/>
            <a:r>
              <a:rPr lang="en-GB" b="1" dirty="0" err="1"/>
              <a:t>Paměť</a:t>
            </a:r>
            <a:r>
              <a:rPr lang="en-GB" b="1" dirty="0"/>
              <a:t> RAM: </a:t>
            </a:r>
            <a:r>
              <a:rPr lang="en-GB" dirty="0"/>
              <a:t>1 </a:t>
            </a:r>
            <a:r>
              <a:rPr lang="en-GB" dirty="0" err="1"/>
              <a:t>nebo</a:t>
            </a:r>
            <a:r>
              <a:rPr lang="en-GB" b="1" dirty="0"/>
              <a:t> </a:t>
            </a:r>
            <a:r>
              <a:rPr lang="en-GB" dirty="0"/>
              <a:t>2</a:t>
            </a:r>
            <a:r>
              <a:rPr lang="en-GB" b="1" dirty="0"/>
              <a:t> </a:t>
            </a:r>
            <a:r>
              <a:rPr lang="en-GB" dirty="0"/>
              <a:t>GB</a:t>
            </a:r>
          </a:p>
          <a:p>
            <a:pPr lvl="1"/>
            <a:r>
              <a:rPr lang="en-GB" b="1" dirty="0"/>
              <a:t>Storage: </a:t>
            </a:r>
            <a:r>
              <a:rPr lang="en-GB" dirty="0"/>
              <a:t>16 </a:t>
            </a:r>
            <a:r>
              <a:rPr lang="en-GB" dirty="0" err="1"/>
              <a:t>nebo</a:t>
            </a:r>
            <a:r>
              <a:rPr lang="en-GB" dirty="0"/>
              <a:t> 32 GB</a:t>
            </a:r>
          </a:p>
          <a:p>
            <a:pPr lvl="1"/>
            <a:r>
              <a:rPr lang="en-GB" b="1" dirty="0" err="1"/>
              <a:t>Grafická</a:t>
            </a:r>
            <a:r>
              <a:rPr lang="en-GB" b="1" dirty="0"/>
              <a:t> </a:t>
            </a:r>
            <a:r>
              <a:rPr lang="en-GB" b="1" dirty="0" err="1"/>
              <a:t>karta</a:t>
            </a:r>
            <a:r>
              <a:rPr lang="en-GB" b="1" dirty="0"/>
              <a:t>: </a:t>
            </a:r>
            <a:r>
              <a:rPr lang="en-GB" dirty="0" err="1"/>
              <a:t>kompatibilní</a:t>
            </a:r>
            <a:r>
              <a:rPr lang="en-GB" dirty="0"/>
              <a:t> s DirectX 9</a:t>
            </a:r>
          </a:p>
          <a:p>
            <a:pPr lvl="1"/>
            <a:r>
              <a:rPr lang="en-GB" b="1" dirty="0" err="1"/>
              <a:t>Obrazovka</a:t>
            </a:r>
            <a:r>
              <a:rPr lang="en-GB" b="1" dirty="0"/>
              <a:t>: </a:t>
            </a:r>
            <a:r>
              <a:rPr lang="en-GB" dirty="0"/>
              <a:t>800x600</a:t>
            </a:r>
          </a:p>
          <a:p>
            <a:pPr lvl="1"/>
            <a:r>
              <a:rPr lang="en-GB" b="1" dirty="0">
                <a:latin typeface="TW Cen MT"/>
              </a:rPr>
              <a:t>Windows </a:t>
            </a:r>
            <a:r>
              <a:rPr lang="en-GB" b="1" dirty="0" err="1">
                <a:latin typeface="TW Cen MT"/>
              </a:rPr>
              <a:t>verze</a:t>
            </a:r>
            <a:r>
              <a:rPr lang="en-GB" b="1" dirty="0">
                <a:latin typeface="TW Cen MT"/>
              </a:rPr>
              <a:t> pro upgrade: </a:t>
            </a:r>
            <a:r>
              <a:rPr lang="en-GB" dirty="0">
                <a:latin typeface="TW Cen MT"/>
              </a:rPr>
              <a:t>Upgrade je </a:t>
            </a:r>
            <a:r>
              <a:rPr lang="en-GB" dirty="0" err="1">
                <a:latin typeface="TW Cen MT"/>
              </a:rPr>
              <a:t>možné</a:t>
            </a:r>
            <a:r>
              <a:rPr lang="en-GB" dirty="0">
                <a:latin typeface="TW Cen MT"/>
              </a:rPr>
              <a:t> </a:t>
            </a:r>
            <a:r>
              <a:rPr lang="en-GB" dirty="0" err="1">
                <a:latin typeface="TW Cen MT"/>
              </a:rPr>
              <a:t>provést</a:t>
            </a:r>
            <a:r>
              <a:rPr lang="en-GB" dirty="0">
                <a:latin typeface="TW Cen MT"/>
              </a:rPr>
              <a:t> </a:t>
            </a:r>
            <a:r>
              <a:rPr lang="en-GB" dirty="0" err="1">
                <a:latin typeface="TW Cen MT"/>
              </a:rPr>
              <a:t>na</a:t>
            </a:r>
            <a:r>
              <a:rPr lang="en-GB" dirty="0">
                <a:latin typeface="TW Cen MT"/>
              </a:rPr>
              <a:t> </a:t>
            </a:r>
            <a:r>
              <a:rPr lang="en-GB" dirty="0" err="1">
                <a:latin typeface="TW Cen MT"/>
              </a:rPr>
              <a:t>jakékoliv</a:t>
            </a:r>
            <a:r>
              <a:rPr lang="en-GB" dirty="0">
                <a:latin typeface="TW Cen MT"/>
              </a:rPr>
              <a:t> </a:t>
            </a:r>
            <a:r>
              <a:rPr lang="en-GB" dirty="0" err="1">
                <a:latin typeface="TW Cen MT"/>
              </a:rPr>
              <a:t>verzi</a:t>
            </a:r>
            <a:endParaRPr lang="en-GB" dirty="0"/>
          </a:p>
          <a:p>
            <a:pPr lvl="1"/>
            <a:endParaRPr lang="en-GB" dirty="0"/>
          </a:p>
        </p:txBody>
      </p:sp>
      <p:pic>
        <p:nvPicPr>
          <p:cNvPr id="5" name="Picture 5" descr="Graphical user interface&#10;&#10;Description automatically generated">
            <a:extLst>
              <a:ext uri="{FF2B5EF4-FFF2-40B4-BE49-F238E27FC236}">
                <a16:creationId xmlns:a16="http://schemas.microsoft.com/office/drawing/2014/main" id="{F7A0A79E-8D85-FD79-62D9-9CF9A48D9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9280" y="397464"/>
            <a:ext cx="3440805" cy="1775824"/>
          </a:xfrm>
          <a:prstGeom prst="rect">
            <a:avLst/>
          </a:prstGeom>
          <a:effectLst>
            <a:outerShdw blurRad="596900" dist="88900" dir="2340000" sx="108000" sy="108000" algn="ctr" rotWithShape="0">
              <a:srgbClr val="000000">
                <a:alpha val="88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8845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2D8F7-A8D4-A0B9-2B58-ECB8F3A49215}"/>
              </a:ext>
            </a:extLst>
          </p:cNvPr>
          <p:cNvSpPr>
            <a:spLocks noGrp="1"/>
          </p:cNvSpPr>
          <p:nvPr>
            <p:ph type="title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GB" dirty="0" err="1"/>
              <a:t>Drivery</a:t>
            </a:r>
            <a:r>
              <a:rPr lang="en-GB" dirty="0"/>
              <a:t> (</a:t>
            </a:r>
            <a:r>
              <a:rPr lang="en-GB" dirty="0" err="1"/>
              <a:t>ovladače</a:t>
            </a:r>
            <a:r>
              <a:rPr lang="en-GB" dirty="0"/>
              <a:t>)</a:t>
            </a:r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94A0F08F-B258-A2E2-C2C0-A96A4A733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1153" y="1722715"/>
            <a:ext cx="2347163" cy="4595258"/>
          </a:xfrm>
          <a:prstGeom prst="rect">
            <a:avLst/>
          </a:prstGeom>
          <a:effectLst>
            <a:outerShdw blurRad="596900" dist="88900" dir="2340000" sx="108000" sy="108000" algn="ctr" rotWithShape="0">
              <a:srgbClr val="000000">
                <a:alpha val="88000"/>
              </a:srgbClr>
            </a:out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A5F7D-4C37-2B3B-4C5A-C69D8910272B}"/>
              </a:ext>
            </a:extLst>
          </p:cNvPr>
          <p:cNvSpPr>
            <a:spLocks noGrp="1"/>
          </p:cNvSpPr>
          <p:nvPr>
            <p:ph idx="1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Pro windows </a:t>
            </a:r>
            <a:r>
              <a:rPr lang="en-GB" dirty="0" err="1"/>
              <a:t>máme</a:t>
            </a:r>
            <a:r>
              <a:rPr lang="en-GB" dirty="0"/>
              <a:t> </a:t>
            </a:r>
            <a:r>
              <a:rPr lang="en-GB" dirty="0" err="1"/>
              <a:t>více</a:t>
            </a:r>
            <a:r>
              <a:rPr lang="en-GB" dirty="0"/>
              <a:t> </a:t>
            </a:r>
            <a:r>
              <a:rPr lang="en-GB" dirty="0" err="1"/>
              <a:t>možností</a:t>
            </a:r>
            <a:r>
              <a:rPr lang="en-GB" dirty="0"/>
              <a:t> jak </a:t>
            </a:r>
            <a:r>
              <a:rPr lang="en-GB" dirty="0" err="1"/>
              <a:t>ovladače</a:t>
            </a:r>
            <a:r>
              <a:rPr lang="en-GB" dirty="0"/>
              <a:t> </a:t>
            </a:r>
            <a:r>
              <a:rPr lang="en-GB" dirty="0" err="1"/>
              <a:t>nainstalovat</a:t>
            </a:r>
            <a:r>
              <a:rPr lang="en-GB" dirty="0"/>
              <a:t>.</a:t>
            </a:r>
          </a:p>
          <a:p>
            <a:pPr lvl="1"/>
            <a:r>
              <a:rPr lang="en-GB" b="1" dirty="0"/>
              <a:t>Windows update</a:t>
            </a:r>
          </a:p>
          <a:p>
            <a:pPr lvl="1"/>
            <a:r>
              <a:rPr lang="en-GB" b="1" dirty="0" err="1"/>
              <a:t>Ovladače</a:t>
            </a:r>
            <a:r>
              <a:rPr lang="en-GB" b="1" dirty="0"/>
              <a:t> v </a:t>
            </a:r>
            <a:r>
              <a:rPr lang="en-GB" b="1" dirty="0" err="1"/>
              <a:t>nastavení</a:t>
            </a:r>
            <a:endParaRPr lang="en-GB" b="1" dirty="0"/>
          </a:p>
          <a:p>
            <a:pPr lvl="1"/>
            <a:r>
              <a:rPr lang="en-GB" b="1" dirty="0" err="1"/>
              <a:t>Správce</a:t>
            </a:r>
            <a:r>
              <a:rPr lang="en-GB" b="1" dirty="0"/>
              <a:t> </a:t>
            </a:r>
            <a:r>
              <a:rPr lang="en-GB" b="1" dirty="0" err="1"/>
              <a:t>zařízení</a:t>
            </a:r>
            <a:endParaRPr lang="en-GB" b="1" dirty="0"/>
          </a:p>
          <a:p>
            <a:pPr lvl="1"/>
            <a:r>
              <a:rPr lang="en-GB" b="1" dirty="0" err="1"/>
              <a:t>Přeinstalování</a:t>
            </a:r>
            <a:r>
              <a:rPr lang="en-GB" b="1" dirty="0"/>
              <a:t> </a:t>
            </a:r>
            <a:r>
              <a:rPr lang="en-GB" b="1" dirty="0" err="1"/>
              <a:t>ovladačů</a:t>
            </a:r>
            <a:endParaRPr lang="en-GB" b="1" dirty="0"/>
          </a:p>
          <a:p>
            <a:pPr lvl="1"/>
            <a:endParaRPr lang="en-GB" b="1" dirty="0"/>
          </a:p>
          <a:p>
            <a:pPr lvl="1"/>
            <a:r>
              <a:rPr lang="en-GB" dirty="0">
                <a:ea typeface="+mn-lt"/>
                <a:cs typeface="+mn-lt"/>
              </a:rPr>
              <a:t>https://www.youtube.com/watch?v=SEWt18qX8CY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4147775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BEC358D-8FA0-F943-6B16-AD5258705A81}"/>
              </a:ext>
            </a:extLst>
          </p:cNvPr>
          <p:cNvSpPr>
            <a:spLocks noGrp="1"/>
          </p:cNvSpPr>
          <p:nvPr>
            <p:ph type="title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cs-CZ" dirty="0"/>
              <a:t>Bezpečnost OS – Microsoft Defender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23656A2-BE50-3F73-D040-01F3A014F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389938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cs-CZ" dirty="0"/>
              <a:t>Dříve </a:t>
            </a:r>
            <a:r>
              <a:rPr lang="cs-CZ" b="1" dirty="0"/>
              <a:t>Windows Defender</a:t>
            </a:r>
            <a:endParaRPr lang="cs-CZ" dirty="0"/>
          </a:p>
          <a:p>
            <a:r>
              <a:rPr lang="cs-CZ" b="1" dirty="0"/>
              <a:t>Antivirová ochrana</a:t>
            </a:r>
            <a:r>
              <a:rPr lang="cs-CZ" dirty="0"/>
              <a:t> pro Windows</a:t>
            </a:r>
          </a:p>
          <a:p>
            <a:pPr lvl="1"/>
            <a:r>
              <a:rPr lang="cs-CZ" dirty="0"/>
              <a:t>XP, Server 2003, Vista, Server 2008, 7, 8, 8.1, 10, 11</a:t>
            </a:r>
          </a:p>
          <a:p>
            <a:pPr lvl="1"/>
            <a:endParaRPr lang="cs-CZ" dirty="0"/>
          </a:p>
          <a:p>
            <a:r>
              <a:rPr lang="cs-CZ" b="1" dirty="0"/>
              <a:t>Ochrana před:</a:t>
            </a:r>
          </a:p>
          <a:p>
            <a:pPr lvl="1"/>
            <a:r>
              <a:rPr lang="cs-CZ" dirty="0"/>
              <a:t>Viry</a:t>
            </a:r>
          </a:p>
          <a:p>
            <a:pPr lvl="1"/>
            <a:r>
              <a:rPr lang="cs-CZ" dirty="0"/>
              <a:t>Malwarem</a:t>
            </a:r>
          </a:p>
          <a:p>
            <a:pPr lvl="1"/>
            <a:r>
              <a:rPr lang="cs-CZ" dirty="0"/>
              <a:t>Spywarem</a:t>
            </a:r>
          </a:p>
        </p:txBody>
      </p:sp>
      <p:pic>
        <p:nvPicPr>
          <p:cNvPr id="4" name="Picture 2">
            <a:hlinkClick r:id="rId2"/>
            <a:extLst>
              <a:ext uri="{FF2B5EF4-FFF2-40B4-BE49-F238E27FC236}">
                <a16:creationId xmlns:a16="http://schemas.microsoft.com/office/drawing/2014/main" id="{C77AFB4C-34A9-8ACC-FD4F-4FA8FBADC0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2326" y="196365"/>
            <a:ext cx="1900723" cy="1900723"/>
          </a:xfrm>
          <a:prstGeom prst="rect">
            <a:avLst/>
          </a:prstGeom>
          <a:effectLst>
            <a:outerShdw blurRad="596900" dist="88900" dir="2340000" sx="108000" sy="108000" algn="ctr" rotWithShape="0">
              <a:srgbClr val="000000">
                <a:alpha val="88000"/>
              </a:srgbClr>
            </a:outerShdw>
          </a:effectLst>
          <a:scene3d>
            <a:camera prst="perspectiveLeft">
              <a:rot lat="0" lon="1200000" rev="0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6309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1261C2E-529A-774C-105E-E97C9A083DF8}"/>
              </a:ext>
            </a:extLst>
          </p:cNvPr>
          <p:cNvSpPr>
            <a:spLocks noGrp="1"/>
          </p:cNvSpPr>
          <p:nvPr>
            <p:ph type="title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cs-CZ" dirty="0"/>
              <a:t>Bezpečnost OS - Zabezpečení</a:t>
            </a: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AECE7F72-3E74-E590-D54B-65EF56C96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3920" y="478629"/>
            <a:ext cx="4288383" cy="3541715"/>
          </a:xfrm>
          <a:prstGeom prst="rect">
            <a:avLst/>
          </a:prstGeom>
          <a:effectLst>
            <a:outerShdw blurRad="596900" dist="88900" dir="2340000" sx="108000" sy="108000" algn="ctr" rotWithShape="0">
              <a:srgbClr val="000000">
                <a:alpha val="88000"/>
              </a:srgbClr>
            </a:outerShdw>
          </a:effectLst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13504D0-66A7-BA2B-C16E-CD4207E794BE}"/>
              </a:ext>
            </a:extLst>
          </p:cNvPr>
          <p:cNvSpPr>
            <a:spLocks noGrp="1"/>
          </p:cNvSpPr>
          <p:nvPr>
            <p:ph idx="1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 lnSpcReduction="10000"/>
          </a:bodyPr>
          <a:lstStyle/>
          <a:p>
            <a:r>
              <a:rPr lang="cs-CZ" b="1" dirty="0"/>
              <a:t>Způsoby přihlášení</a:t>
            </a:r>
          </a:p>
          <a:p>
            <a:pPr lvl="1"/>
            <a:r>
              <a:rPr lang="cs-CZ" dirty="0"/>
              <a:t>Heslo</a:t>
            </a:r>
          </a:p>
          <a:p>
            <a:pPr lvl="1"/>
            <a:r>
              <a:rPr lang="cs-CZ" dirty="0"/>
              <a:t>Obrázkové heslo</a:t>
            </a:r>
          </a:p>
          <a:p>
            <a:pPr lvl="1"/>
            <a:r>
              <a:rPr lang="cs-CZ" dirty="0"/>
              <a:t>Fyzický zabezpečovací klíč</a:t>
            </a:r>
          </a:p>
          <a:p>
            <a:pPr lvl="1"/>
            <a:endParaRPr lang="cs-CZ" dirty="0"/>
          </a:p>
          <a:p>
            <a:r>
              <a:rPr lang="cs-CZ" b="1" dirty="0"/>
              <a:t>Windows Hello</a:t>
            </a:r>
          </a:p>
          <a:p>
            <a:pPr lvl="1"/>
            <a:r>
              <a:rPr lang="cs-CZ" dirty="0"/>
              <a:t>Přihlášení pomocí </a:t>
            </a:r>
            <a:r>
              <a:rPr lang="cs-CZ" b="1" dirty="0"/>
              <a:t>biometriky</a:t>
            </a:r>
            <a:r>
              <a:rPr lang="cs-CZ" dirty="0"/>
              <a:t> (otisk prstu, rozpoznání obličeje)</a:t>
            </a:r>
          </a:p>
          <a:p>
            <a:pPr lvl="1"/>
            <a:r>
              <a:rPr lang="cs-CZ" dirty="0"/>
              <a:t>PIN</a:t>
            </a:r>
          </a:p>
          <a:p>
            <a:pPr lvl="1"/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0424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51F9B0-A90A-01CD-8B86-0771B740890F}"/>
              </a:ext>
            </a:extLst>
          </p:cNvPr>
          <p:cNvSpPr>
            <a:spLocks noGrp="1"/>
          </p:cNvSpPr>
          <p:nvPr>
            <p:ph type="title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cs-CZ" dirty="0"/>
              <a:t>Aktualizace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10E99AC-1A23-085D-B37D-86832B251E16}"/>
              </a:ext>
            </a:extLst>
          </p:cNvPr>
          <p:cNvSpPr>
            <a:spLocks noGrp="1"/>
          </p:cNvSpPr>
          <p:nvPr>
            <p:ph idx="1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cs-CZ" dirty="0"/>
              <a:t>Nejnovější verze: </a:t>
            </a:r>
            <a:r>
              <a:rPr lang="cs-CZ" b="1" dirty="0"/>
              <a:t>Windows 11</a:t>
            </a:r>
          </a:p>
          <a:p>
            <a:r>
              <a:rPr lang="cs-CZ" dirty="0"/>
              <a:t>Automatické vyhledávání aktualizací </a:t>
            </a:r>
            <a:r>
              <a:rPr lang="cs-CZ" b="1" dirty="0"/>
              <a:t>1x denně</a:t>
            </a:r>
            <a:endParaRPr lang="cs-CZ" dirty="0"/>
          </a:p>
          <a:p>
            <a:r>
              <a:rPr lang="cs-CZ" dirty="0"/>
              <a:t>Možnost volitelných aktualizací</a:t>
            </a:r>
          </a:p>
          <a:p>
            <a:r>
              <a:rPr lang="cs-CZ" dirty="0"/>
              <a:t>Možnost upřesnění možností aktualizací</a:t>
            </a:r>
          </a:p>
          <a:p>
            <a:pPr lvl="1"/>
            <a:endParaRPr lang="cs-CZ" dirty="0"/>
          </a:p>
          <a:p>
            <a:endParaRPr lang="cs-CZ" b="1" dirty="0"/>
          </a:p>
          <a:p>
            <a:endParaRPr lang="cs-CZ" dirty="0"/>
          </a:p>
        </p:txBody>
      </p:sp>
      <p:pic>
        <p:nvPicPr>
          <p:cNvPr id="2050" name="Picture 2">
            <a:hlinkClick r:id="rId2"/>
            <a:extLst>
              <a:ext uri="{FF2B5EF4-FFF2-40B4-BE49-F238E27FC236}">
                <a16:creationId xmlns:a16="http://schemas.microsoft.com/office/drawing/2014/main" id="{45D6A526-40F2-CE03-64FA-453E11ABA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6251" y="618518"/>
            <a:ext cx="3354389" cy="2192837"/>
          </a:xfrm>
          <a:prstGeom prst="rect">
            <a:avLst/>
          </a:prstGeom>
          <a:effectLst>
            <a:outerShdw blurRad="596900" dist="88900" dir="2340000" sx="108000" sy="108000" algn="ctr" rotWithShape="0">
              <a:srgbClr val="000000">
                <a:alpha val="88000"/>
              </a:srgbClr>
            </a:outerShdw>
          </a:effectLst>
          <a:scene3d>
            <a:camera prst="perspectiveLeft">
              <a:rot lat="0" lon="1200000" rev="0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7542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>
            <a:extLst>
              <a:ext uri="{FF2B5EF4-FFF2-40B4-BE49-F238E27FC236}">
                <a16:creationId xmlns:a16="http://schemas.microsoft.com/office/drawing/2014/main" id="{909BC351-44B5-BFEC-7FD9-88BDE5302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976" y="767522"/>
            <a:ext cx="8262047" cy="5322955"/>
          </a:xfrm>
          <a:prstGeom prst="rect">
            <a:avLst/>
          </a:prstGeom>
          <a:effectLst>
            <a:outerShdw blurRad="596900" dist="88900" dir="2340000" sx="108000" sy="108000" algn="ctr" rotWithShape="0">
              <a:srgbClr val="000000">
                <a:alpha val="88000"/>
              </a:srgbClr>
            </a:outerShdw>
          </a:effectLst>
        </p:spPr>
      </p:pic>
      <p:sp>
        <p:nvSpPr>
          <p:cNvPr id="12" name="TextovéPole 11">
            <a:extLst>
              <a:ext uri="{FF2B5EF4-FFF2-40B4-BE49-F238E27FC236}">
                <a16:creationId xmlns:a16="http://schemas.microsoft.com/office/drawing/2014/main" id="{06F5C072-C8ED-E745-3452-C05CEB130BF3}"/>
              </a:ext>
            </a:extLst>
          </p:cNvPr>
          <p:cNvSpPr txBox="1"/>
          <p:nvPr/>
        </p:nvSpPr>
        <p:spPr>
          <a:xfrm>
            <a:off x="4071562" y="0"/>
            <a:ext cx="4048874" cy="707886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cs-CZ" sz="4000" dirty="0"/>
              <a:t>Upřesnění možností</a:t>
            </a:r>
          </a:p>
        </p:txBody>
      </p:sp>
    </p:spTree>
    <p:extLst>
      <p:ext uri="{BB962C8B-B14F-4D97-AF65-F5344CB8AC3E}">
        <p14:creationId xmlns:p14="http://schemas.microsoft.com/office/powerpoint/2010/main" val="656650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70A29ECD-D68F-4AC9-9FA0-BEF7663BC1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0" name="Rectangle 9">
              <a:extLst>
                <a:ext uri="{FF2B5EF4-FFF2-40B4-BE49-F238E27FC236}">
                  <a16:creationId xmlns:a16="http://schemas.microsoft.com/office/drawing/2014/main" id="{0569ADE5-A097-4089-9B9C-A0B54CA84A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CF4B08C5-FA5E-4D68-801D-E99E9ECF4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B1032AD-1AE2-4F16-A732-9C0A6A744C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72533" y="0"/>
            <a:ext cx="11455400" cy="6848476"/>
            <a:chOff x="372533" y="0"/>
            <a:chExt cx="11455400" cy="6848476"/>
          </a:xfrm>
        </p:grpSpPr>
        <p:sp>
          <p:nvSpPr>
            <p:cNvPr id="14" name="Round Diagonal Corner Rectangle 7">
              <a:extLst>
                <a:ext uri="{FF2B5EF4-FFF2-40B4-BE49-F238E27FC236}">
                  <a16:creationId xmlns:a16="http://schemas.microsoft.com/office/drawing/2014/main" id="{D5BF75F8-4EA2-44F2-B6EA-3102419BE4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22867" y="766234"/>
              <a:ext cx="10346266" cy="5325532"/>
            </a:xfrm>
            <a:prstGeom prst="round2DiagRect">
              <a:avLst>
                <a:gd name="adj1" fmla="val 4147"/>
                <a:gd name="adj2" fmla="val 0"/>
              </a:avLst>
            </a:prstGeom>
            <a:solidFill>
              <a:schemeClr val="bg1">
                <a:alpha val="80000"/>
              </a:schemeClr>
            </a:solidFill>
            <a:ln w="19050" cap="sq">
              <a:solidFill>
                <a:schemeClr val="tx2">
                  <a:alpha val="60000"/>
                </a:schemeClr>
              </a:solidFill>
              <a:miter lim="800000"/>
            </a:ln>
            <a:effectLst>
              <a:outerShdw blurRad="889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620CA03C-559B-4B3D-94FA-4FAAB3C70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085512" y="0"/>
              <a:ext cx="650875" cy="1730375"/>
              <a:chOff x="11347978" y="0"/>
              <a:chExt cx="650875" cy="1730375"/>
            </a:xfrm>
          </p:grpSpPr>
          <p:sp>
            <p:nvSpPr>
              <p:cNvPr id="35" name="Freeform 32">
                <a:extLst>
                  <a:ext uri="{FF2B5EF4-FFF2-40B4-BE49-F238E27FC236}">
                    <a16:creationId xmlns:a16="http://schemas.microsoft.com/office/drawing/2014/main" id="{0D9400F9-20AC-487F-8333-B1D60C326B5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67041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</p:sp>
          <p:sp>
            <p:nvSpPr>
              <p:cNvPr id="36" name="Freeform 33">
                <a:extLst>
                  <a:ext uri="{FF2B5EF4-FFF2-40B4-BE49-F238E27FC236}">
                    <a16:creationId xmlns:a16="http://schemas.microsoft.com/office/drawing/2014/main" id="{A3C314B8-9D5B-430A-93F5-13AA6EA5D0D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47978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</p:sp>
          <p:sp>
            <p:nvSpPr>
              <p:cNvPr id="37" name="Freeform 34">
                <a:extLst>
                  <a:ext uri="{FF2B5EF4-FFF2-40B4-BE49-F238E27FC236}">
                    <a16:creationId xmlns:a16="http://schemas.microsoft.com/office/drawing/2014/main" id="{0AE01D6D-B764-4C22-B93C-1EB06BEACFE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14678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</p:sp>
          <p:sp>
            <p:nvSpPr>
              <p:cNvPr id="38" name="Freeform 37">
                <a:extLst>
                  <a:ext uri="{FF2B5EF4-FFF2-40B4-BE49-F238E27FC236}">
                    <a16:creationId xmlns:a16="http://schemas.microsoft.com/office/drawing/2014/main" id="{83F0D1C3-E2D7-4810-B68A-4A9CD7ED9A0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94053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04DCDB6-51D7-4CA8-8C00-D2C7CC7BDC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flipH="1">
              <a:off x="11229445" y="4867275"/>
              <a:ext cx="598488" cy="1981201"/>
              <a:chOff x="11424178" y="4867275"/>
              <a:chExt cx="598488" cy="1981201"/>
            </a:xfrm>
          </p:grpSpPr>
          <p:sp>
            <p:nvSpPr>
              <p:cNvPr id="29" name="Freeform 35">
                <a:extLst>
                  <a:ext uri="{FF2B5EF4-FFF2-40B4-BE49-F238E27FC236}">
                    <a16:creationId xmlns:a16="http://schemas.microsoft.com/office/drawing/2014/main" id="{398FAFF7-9785-43B0-9808-4152480B4A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14666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</p:sp>
          <p:sp>
            <p:nvSpPr>
              <p:cNvPr id="30" name="Freeform 36">
                <a:extLst>
                  <a:ext uri="{FF2B5EF4-FFF2-40B4-BE49-F238E27FC236}">
                    <a16:creationId xmlns:a16="http://schemas.microsoft.com/office/drawing/2014/main" id="{74FF4F16-1B2B-45C7-8B72-A6E1BDCA8F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55966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</p:sp>
          <p:sp>
            <p:nvSpPr>
              <p:cNvPr id="31" name="Freeform 38">
                <a:extLst>
                  <a:ext uri="{FF2B5EF4-FFF2-40B4-BE49-F238E27FC236}">
                    <a16:creationId xmlns:a16="http://schemas.microsoft.com/office/drawing/2014/main" id="{024C58FF-B88A-4C98-84F5-5250D7ECBE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19441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</p:sp>
          <p:sp>
            <p:nvSpPr>
              <p:cNvPr id="32" name="Freeform 39">
                <a:extLst>
                  <a:ext uri="{FF2B5EF4-FFF2-40B4-BE49-F238E27FC236}">
                    <a16:creationId xmlns:a16="http://schemas.microsoft.com/office/drawing/2014/main" id="{CF66BE12-1011-4281-9B5B-9EB78748CB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24178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</p:sp>
          <p:sp>
            <p:nvSpPr>
              <p:cNvPr id="33" name="Freeform 40">
                <a:extLst>
                  <a:ext uri="{FF2B5EF4-FFF2-40B4-BE49-F238E27FC236}">
                    <a16:creationId xmlns:a16="http://schemas.microsoft.com/office/drawing/2014/main" id="{2B990641-2D85-4B84-B550-76A15FEA3CB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32166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</p:sp>
          <p:sp>
            <p:nvSpPr>
              <p:cNvPr id="34" name="Rectangle 41">
                <a:extLst>
                  <a:ext uri="{FF2B5EF4-FFF2-40B4-BE49-F238E27FC236}">
                    <a16:creationId xmlns:a16="http://schemas.microsoft.com/office/drawing/2014/main" id="{AF8C6C46-BE99-434C-B6A1-24CC16A7A62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22653" y="6596063"/>
                <a:ext cx="23813" cy="252413"/>
              </a:xfrm>
              <a:prstGeom prst="rect">
                <a:avLst/>
              </a:pr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60203417-ECB2-441C-9E31-E1311E693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flipH="1">
              <a:off x="440267" y="5118101"/>
              <a:ext cx="650875" cy="1730375"/>
              <a:chOff x="118533" y="5118101"/>
              <a:chExt cx="650875" cy="1730375"/>
            </a:xfrm>
          </p:grpSpPr>
          <p:sp>
            <p:nvSpPr>
              <p:cNvPr id="25" name="Freeform 32">
                <a:extLst>
                  <a:ext uri="{FF2B5EF4-FFF2-40B4-BE49-F238E27FC236}">
                    <a16:creationId xmlns:a16="http://schemas.microsoft.com/office/drawing/2014/main" id="{C99E031B-FF68-4278-A520-932C94F876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237596" y="6335713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</p:sp>
          <p:sp>
            <p:nvSpPr>
              <p:cNvPr id="26" name="Freeform 33">
                <a:extLst>
                  <a:ext uri="{FF2B5EF4-FFF2-40B4-BE49-F238E27FC236}">
                    <a16:creationId xmlns:a16="http://schemas.microsoft.com/office/drawing/2014/main" id="{C06A442B-E101-4380-BD3C-E29B08A8D06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18533" y="622141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</p:sp>
          <p:sp>
            <p:nvSpPr>
              <p:cNvPr id="27" name="Freeform 34">
                <a:extLst>
                  <a:ext uri="{FF2B5EF4-FFF2-40B4-BE49-F238E27FC236}">
                    <a16:creationId xmlns:a16="http://schemas.microsoft.com/office/drawing/2014/main" id="{22720611-CCB1-48C9-ACCB-05985597F6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385233" y="5118101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</p:sp>
          <p:sp>
            <p:nvSpPr>
              <p:cNvPr id="28" name="Freeform 37">
                <a:extLst>
                  <a:ext uri="{FF2B5EF4-FFF2-40B4-BE49-F238E27FC236}">
                    <a16:creationId xmlns:a16="http://schemas.microsoft.com/office/drawing/2014/main" id="{1FA4B526-A1D1-4B3C-B36D-2F286F5375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464608" y="5299075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BE11AF3-15F8-4578-9B8B-2F066B5505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72533" y="0"/>
              <a:ext cx="598488" cy="1981201"/>
              <a:chOff x="194733" y="0"/>
              <a:chExt cx="598488" cy="1981201"/>
            </a:xfrm>
          </p:grpSpPr>
          <p:sp>
            <p:nvSpPr>
              <p:cNvPr id="19" name="Freeform 35">
                <a:extLst>
                  <a:ext uri="{FF2B5EF4-FFF2-40B4-BE49-F238E27FC236}">
                    <a16:creationId xmlns:a16="http://schemas.microsoft.com/office/drawing/2014/main" id="{0CF1BE1B-D6DD-411E-96AB-2BEDA39C86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285221" y="0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</p:sp>
          <p:sp>
            <p:nvSpPr>
              <p:cNvPr id="20" name="Freeform 36">
                <a:extLst>
                  <a:ext uri="{FF2B5EF4-FFF2-40B4-BE49-F238E27FC236}">
                    <a16:creationId xmlns:a16="http://schemas.microsoft.com/office/drawing/2014/main" id="{785B83A2-9629-402A-BDFF-564D2AAE8A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526521" y="1141413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</p:sp>
          <p:sp>
            <p:nvSpPr>
              <p:cNvPr id="21" name="Freeform 38">
                <a:extLst>
                  <a:ext uri="{FF2B5EF4-FFF2-40B4-BE49-F238E27FC236}">
                    <a16:creationId xmlns:a16="http://schemas.microsoft.com/office/drawing/2014/main" id="{66C9EABC-41F6-4014-90E5-D4213FE9D62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389996" y="1792288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</p:sp>
          <p:sp>
            <p:nvSpPr>
              <p:cNvPr id="22" name="Freeform 39">
                <a:extLst>
                  <a:ext uri="{FF2B5EF4-FFF2-40B4-BE49-F238E27FC236}">
                    <a16:creationId xmlns:a16="http://schemas.microsoft.com/office/drawing/2014/main" id="{A0FA8F7F-2926-4F25-9088-A3E86D0B74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94733" y="0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</p:sp>
          <p:sp>
            <p:nvSpPr>
              <p:cNvPr id="23" name="Freeform 40">
                <a:extLst>
                  <a:ext uri="{FF2B5EF4-FFF2-40B4-BE49-F238E27FC236}">
                    <a16:creationId xmlns:a16="http://schemas.microsoft.com/office/drawing/2014/main" id="{527A5DDC-207D-4303-9F79-5D19A87E16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02721" y="24288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</p:sp>
          <p:sp>
            <p:nvSpPr>
              <p:cNvPr id="24" name="Rectangle 41">
                <a:extLst>
                  <a:ext uri="{FF2B5EF4-FFF2-40B4-BE49-F238E27FC236}">
                    <a16:creationId xmlns:a16="http://schemas.microsoft.com/office/drawing/2014/main" id="{B21A0178-E0A0-4E63-BB90-0919529662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93208" y="0"/>
                <a:ext cx="23813" cy="252413"/>
              </a:xfrm>
              <a:prstGeom prst="rect">
                <a:avLst/>
              </a:pr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</p:sp>
        </p:grp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5575C96D-3A8E-3402-F57F-007E8C42E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007533"/>
            <a:ext cx="9905998" cy="10922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normAutofit/>
          </a:bodyPr>
          <a:lstStyle/>
          <a:p>
            <a:pPr algn="ctr"/>
            <a:r>
              <a:rPr lang="cs-CZ" dirty="0"/>
              <a:t>Zvláštnosti a odlišnosti oproti jiným os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CA40E1D-5876-FEB2-C921-E70837F95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cs-CZ"/>
          </a:p>
          <a:p>
            <a:endParaRPr lang="cs-CZ"/>
          </a:p>
          <a:p>
            <a:endParaRPr lang="cs-CZ"/>
          </a:p>
        </p:txBody>
      </p:sp>
      <p:graphicFrame>
        <p:nvGraphicFramePr>
          <p:cNvPr id="4" name="Diagram 4">
            <a:extLst>
              <a:ext uri="{FF2B5EF4-FFF2-40B4-BE49-F238E27FC236}">
                <a16:creationId xmlns:a16="http://schemas.microsoft.com/office/drawing/2014/main" id="{70D9F411-9388-5DFA-38CC-58580C4C96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9962405"/>
              </p:ext>
            </p:extLst>
          </p:nvPr>
        </p:nvGraphicFramePr>
        <p:xfrm>
          <a:off x="1143001" y="2252134"/>
          <a:ext cx="9905999" cy="34543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923393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CBA50DB-DBC7-4B6E-B3C1-8FF1EA519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DED8FB6-AF8D-4D98-913D-E6486FEC10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1902285" cy="6858001"/>
            <a:chOff x="0" y="0"/>
            <a:chExt cx="11902285" cy="685800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A805ED2-113B-4584-8827-567B5792F1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bg2"/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5" name="Rectangle 5">
                <a:extLst>
                  <a:ext uri="{FF2B5EF4-FFF2-40B4-BE49-F238E27FC236}">
                    <a16:creationId xmlns:a16="http://schemas.microsoft.com/office/drawing/2014/main" id="{C6CF21D8-CC72-4F35-A29E-3AF9E6DA13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6">
                <a:extLst>
                  <a:ext uri="{FF2B5EF4-FFF2-40B4-BE49-F238E27FC236}">
                    <a16:creationId xmlns:a16="http://schemas.microsoft.com/office/drawing/2014/main" id="{8E60A7C3-087D-47B4-AB5A-C8B1042FD2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7">
                <a:extLst>
                  <a:ext uri="{FF2B5EF4-FFF2-40B4-BE49-F238E27FC236}">
                    <a16:creationId xmlns:a16="http://schemas.microsoft.com/office/drawing/2014/main" id="{1885EECE-F6D9-4128-BC90-01583BF269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8">
                <a:extLst>
                  <a:ext uri="{FF2B5EF4-FFF2-40B4-BE49-F238E27FC236}">
                    <a16:creationId xmlns:a16="http://schemas.microsoft.com/office/drawing/2014/main" id="{F44AA128-AA96-4FF2-A1C3-F9D2E7FD38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9">
                <a:extLst>
                  <a:ext uri="{FF2B5EF4-FFF2-40B4-BE49-F238E27FC236}">
                    <a16:creationId xmlns:a16="http://schemas.microsoft.com/office/drawing/2014/main" id="{7E52DC12-230B-4892-B284-F2FE9DE16A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0">
                <a:extLst>
                  <a:ext uri="{FF2B5EF4-FFF2-40B4-BE49-F238E27FC236}">
                    <a16:creationId xmlns:a16="http://schemas.microsoft.com/office/drawing/2014/main" id="{A68FBF9E-B81A-41D0-8A03-6CFC30811D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1">
                <a:extLst>
                  <a:ext uri="{FF2B5EF4-FFF2-40B4-BE49-F238E27FC236}">
                    <a16:creationId xmlns:a16="http://schemas.microsoft.com/office/drawing/2014/main" id="{B0047F84-8480-494F-9241-39FF17CFFF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Freeform 12">
                <a:extLst>
                  <a:ext uri="{FF2B5EF4-FFF2-40B4-BE49-F238E27FC236}">
                    <a16:creationId xmlns:a16="http://schemas.microsoft.com/office/drawing/2014/main" id="{8CAF76D8-4B95-4A8E-9EE5-8CCC0A7AD2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3" name="Freeform 13">
                <a:extLst>
                  <a:ext uri="{FF2B5EF4-FFF2-40B4-BE49-F238E27FC236}">
                    <a16:creationId xmlns:a16="http://schemas.microsoft.com/office/drawing/2014/main" id="{792F82F3-05A8-4A55-8C5B-81F6678B59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4">
                <a:extLst>
                  <a:ext uri="{FF2B5EF4-FFF2-40B4-BE49-F238E27FC236}">
                    <a16:creationId xmlns:a16="http://schemas.microsoft.com/office/drawing/2014/main" id="{B8472536-021A-4E59-BD59-DDC090A18AB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5">
                <a:extLst>
                  <a:ext uri="{FF2B5EF4-FFF2-40B4-BE49-F238E27FC236}">
                    <a16:creationId xmlns:a16="http://schemas.microsoft.com/office/drawing/2014/main" id="{AEBEF646-3C12-469F-B194-A161A7A95D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Line 16">
                <a:extLst>
                  <a:ext uri="{FF2B5EF4-FFF2-40B4-BE49-F238E27FC236}">
                    <a16:creationId xmlns:a16="http://schemas.microsoft.com/office/drawing/2014/main" id="{D4501159-D7AC-4307-9DFC-C8F3A94341D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7" name="Freeform 17">
                <a:extLst>
                  <a:ext uri="{FF2B5EF4-FFF2-40B4-BE49-F238E27FC236}">
                    <a16:creationId xmlns:a16="http://schemas.microsoft.com/office/drawing/2014/main" id="{B5244C41-454C-47D8-A6A9-C17EC2A366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18">
                <a:extLst>
                  <a:ext uri="{FF2B5EF4-FFF2-40B4-BE49-F238E27FC236}">
                    <a16:creationId xmlns:a16="http://schemas.microsoft.com/office/drawing/2014/main" id="{8FA883B8-99FB-4540-B573-F0674BFB1C2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19">
                <a:extLst>
                  <a:ext uri="{FF2B5EF4-FFF2-40B4-BE49-F238E27FC236}">
                    <a16:creationId xmlns:a16="http://schemas.microsoft.com/office/drawing/2014/main" id="{F1178B7C-5A00-4E5B-9010-B1477621E0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0">
                <a:extLst>
                  <a:ext uri="{FF2B5EF4-FFF2-40B4-BE49-F238E27FC236}">
                    <a16:creationId xmlns:a16="http://schemas.microsoft.com/office/drawing/2014/main" id="{E359D5D8-EE2E-4714-A40A-C3A6D91F98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Rectangle 21">
                <a:extLst>
                  <a:ext uri="{FF2B5EF4-FFF2-40B4-BE49-F238E27FC236}">
                    <a16:creationId xmlns:a16="http://schemas.microsoft.com/office/drawing/2014/main" id="{8A89C2E5-F892-4666-85FB-995578FBC7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2">
                <a:extLst>
                  <a:ext uri="{FF2B5EF4-FFF2-40B4-BE49-F238E27FC236}">
                    <a16:creationId xmlns:a16="http://schemas.microsoft.com/office/drawing/2014/main" id="{6DC6174B-0EC3-4A81-A0D1-D10DBB869A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3">
                <a:extLst>
                  <a:ext uri="{FF2B5EF4-FFF2-40B4-BE49-F238E27FC236}">
                    <a16:creationId xmlns:a16="http://schemas.microsoft.com/office/drawing/2014/main" id="{2CB96070-0553-4F79-984C-8DABB1CD5DB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4">
                <a:extLst>
                  <a:ext uri="{FF2B5EF4-FFF2-40B4-BE49-F238E27FC236}">
                    <a16:creationId xmlns:a16="http://schemas.microsoft.com/office/drawing/2014/main" id="{BA23B6E2-3718-4009-B80E-9279154B19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5">
                <a:extLst>
                  <a:ext uri="{FF2B5EF4-FFF2-40B4-BE49-F238E27FC236}">
                    <a16:creationId xmlns:a16="http://schemas.microsoft.com/office/drawing/2014/main" id="{CAFB32D5-E528-419B-80EE-1475633970A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26">
                <a:extLst>
                  <a:ext uri="{FF2B5EF4-FFF2-40B4-BE49-F238E27FC236}">
                    <a16:creationId xmlns:a16="http://schemas.microsoft.com/office/drawing/2014/main" id="{A68ADD35-4FEA-404D-B2F3-23556E6E8F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27">
                <a:extLst>
                  <a:ext uri="{FF2B5EF4-FFF2-40B4-BE49-F238E27FC236}">
                    <a16:creationId xmlns:a16="http://schemas.microsoft.com/office/drawing/2014/main" id="{89CF17CA-49E3-4B4A-836A-4FD55C67BEC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8" name="Freeform 28">
                <a:extLst>
                  <a:ext uri="{FF2B5EF4-FFF2-40B4-BE49-F238E27FC236}">
                    <a16:creationId xmlns:a16="http://schemas.microsoft.com/office/drawing/2014/main" id="{AB394F2E-F3E7-4CED-84A9-35C47AB287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9" name="Freeform 29">
                <a:extLst>
                  <a:ext uri="{FF2B5EF4-FFF2-40B4-BE49-F238E27FC236}">
                    <a16:creationId xmlns:a16="http://schemas.microsoft.com/office/drawing/2014/main" id="{FF816C2F-3999-4A9F-8395-5D68ED33A4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0" name="Freeform 30">
                <a:extLst>
                  <a:ext uri="{FF2B5EF4-FFF2-40B4-BE49-F238E27FC236}">
                    <a16:creationId xmlns:a16="http://schemas.microsoft.com/office/drawing/2014/main" id="{82AD6AC6-71D5-4BD8-9185-D3062968B5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1" name="Freeform 31">
                <a:extLst>
                  <a:ext uri="{FF2B5EF4-FFF2-40B4-BE49-F238E27FC236}">
                    <a16:creationId xmlns:a16="http://schemas.microsoft.com/office/drawing/2014/main" id="{743A50C2-65CF-4F4C-B412-6149A93ACF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C0E7A88-FEDF-4C4F-A6B4-F7DDE9DE92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227597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bg2"/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5" name="Freeform 32">
                <a:extLst>
                  <a:ext uri="{FF2B5EF4-FFF2-40B4-BE49-F238E27FC236}">
                    <a16:creationId xmlns:a16="http://schemas.microsoft.com/office/drawing/2014/main" id="{AE94B3EE-D5C0-4BDE-B6AA-7599F0486E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3">
                <a:extLst>
                  <a:ext uri="{FF2B5EF4-FFF2-40B4-BE49-F238E27FC236}">
                    <a16:creationId xmlns:a16="http://schemas.microsoft.com/office/drawing/2014/main" id="{5EF110E8-C00D-454E-8F3A-ECF2D35667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4">
                <a:extLst>
                  <a:ext uri="{FF2B5EF4-FFF2-40B4-BE49-F238E27FC236}">
                    <a16:creationId xmlns:a16="http://schemas.microsoft.com/office/drawing/2014/main" id="{BFC5F327-6927-4F35-9AF6-C45527BB45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5">
                <a:extLst>
                  <a:ext uri="{FF2B5EF4-FFF2-40B4-BE49-F238E27FC236}">
                    <a16:creationId xmlns:a16="http://schemas.microsoft.com/office/drawing/2014/main" id="{BF2D314D-AEDE-418D-9702-D3CDB98C3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36">
                <a:extLst>
                  <a:ext uri="{FF2B5EF4-FFF2-40B4-BE49-F238E27FC236}">
                    <a16:creationId xmlns:a16="http://schemas.microsoft.com/office/drawing/2014/main" id="{64FD07F8-3CA6-4209-9A9E-30609FE9A3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Freeform 37">
                <a:extLst>
                  <a:ext uri="{FF2B5EF4-FFF2-40B4-BE49-F238E27FC236}">
                    <a16:creationId xmlns:a16="http://schemas.microsoft.com/office/drawing/2014/main" id="{AB0AE24D-CD49-4B57-82E0-780F62AE4F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1" name="Freeform 38">
                <a:extLst>
                  <a:ext uri="{FF2B5EF4-FFF2-40B4-BE49-F238E27FC236}">
                    <a16:creationId xmlns:a16="http://schemas.microsoft.com/office/drawing/2014/main" id="{66803AF8-6368-45E6-A0B7-C0C4CFFEEB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39">
                <a:extLst>
                  <a:ext uri="{FF2B5EF4-FFF2-40B4-BE49-F238E27FC236}">
                    <a16:creationId xmlns:a16="http://schemas.microsoft.com/office/drawing/2014/main" id="{B4761E05-2792-472B-A814-9616151CF3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40">
                <a:extLst>
                  <a:ext uri="{FF2B5EF4-FFF2-40B4-BE49-F238E27FC236}">
                    <a16:creationId xmlns:a16="http://schemas.microsoft.com/office/drawing/2014/main" id="{40B6A261-9427-4E70-9564-048AD009BD8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Rectangle 41">
                <a:extLst>
                  <a:ext uri="{FF2B5EF4-FFF2-40B4-BE49-F238E27FC236}">
                    <a16:creationId xmlns:a16="http://schemas.microsoft.com/office/drawing/2014/main" id="{68BFDFBE-2286-4123-9436-E1DF84AF49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6="http://schemas.microsoft.com/office/drawing/2014/main" xmlns:p14="http://schemas.microsoft.com/office/powerpoint/2010/main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pic>
        <p:nvPicPr>
          <p:cNvPr id="53" name="Picture 2">
            <a:extLst>
              <a:ext uri="{FF2B5EF4-FFF2-40B4-BE49-F238E27FC236}">
                <a16:creationId xmlns:a16="http://schemas.microsoft.com/office/drawing/2014/main" id="{5B3DE270-418F-47A7-B311-C4D876041D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6="http://schemas.microsoft.com/office/drawing/2014/main" xmlns:p14="http://schemas.microsoft.com/office/powerpoint/2010/main"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D7AB937E-1FEA-0202-73BC-4AFF94C64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6041" y="618518"/>
            <a:ext cx="3281003" cy="147857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b">
            <a:normAutofit/>
          </a:bodyPr>
          <a:lstStyle/>
          <a:p>
            <a:r>
              <a:rPr lang="cs-CZ" dirty="0">
                <a:solidFill>
                  <a:srgbClr val="FFFFFF"/>
                </a:solidFill>
              </a:rPr>
              <a:t>Popularita </a:t>
            </a:r>
            <a:r>
              <a:rPr lang="cs-CZ" dirty="0" err="1">
                <a:solidFill>
                  <a:srgbClr val="FFFFFF"/>
                </a:solidFill>
              </a:rPr>
              <a:t>windows</a:t>
            </a:r>
            <a:endParaRPr lang="cs-CZ" dirty="0">
              <a:solidFill>
                <a:srgbClr val="FFFFFF"/>
              </a:solidFill>
            </a:endParaRPr>
          </a:p>
        </p:txBody>
      </p:sp>
      <p:sp useBgFill="1">
        <p:nvSpPr>
          <p:cNvPr id="55" name="Round Diagonal Corner Rectangle 11">
            <a:extLst>
              <a:ext uri="{FF2B5EF4-FFF2-40B4-BE49-F238E27FC236}">
                <a16:creationId xmlns:a16="http://schemas.microsoft.com/office/drawing/2014/main" id="{A1351C6B-7343-451F-AB4A-1CE294A4E9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949" y="808057"/>
            <a:ext cx="6752461" cy="5234394"/>
          </a:xfrm>
          <a:prstGeom prst="round2DiagRect">
            <a:avLst>
              <a:gd name="adj1" fmla="val 741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Obrázek 3">
            <a:extLst>
              <a:ext uri="{FF2B5EF4-FFF2-40B4-BE49-F238E27FC236}">
                <a16:creationId xmlns:a16="http://schemas.microsoft.com/office/drawing/2014/main" id="{CB8DF3FB-4674-35A4-9C61-9ED1436ECB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988" y="1389572"/>
            <a:ext cx="6112382" cy="4073394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D6EA5DE-E9BF-6538-8648-C12BE9F6F6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6041" y="2249487"/>
            <a:ext cx="3281004" cy="354171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600" dirty="0" err="1">
                <a:solidFill>
                  <a:srgbClr val="FFFFFF"/>
                </a:solidFill>
              </a:rPr>
              <a:t>Nejpopulárnější</a:t>
            </a:r>
            <a:r>
              <a:rPr lang="en-US" sz="2600" dirty="0">
                <a:solidFill>
                  <a:srgbClr val="FFFFFF"/>
                </a:solidFill>
              </a:rPr>
              <a:t> OS </a:t>
            </a:r>
            <a:r>
              <a:rPr lang="en-US" sz="2600" dirty="0" err="1">
                <a:solidFill>
                  <a:srgbClr val="FFFFFF"/>
                </a:solidFill>
              </a:rPr>
              <a:t>na</a:t>
            </a:r>
            <a:r>
              <a:rPr lang="en-US" sz="2600" dirty="0">
                <a:solidFill>
                  <a:srgbClr val="FFFFFF"/>
                </a:solidFill>
              </a:rPr>
              <a:t> </a:t>
            </a:r>
            <a:r>
              <a:rPr lang="en-US" sz="2600" dirty="0" err="1">
                <a:solidFill>
                  <a:srgbClr val="FFFFFF"/>
                </a:solidFill>
              </a:rPr>
              <a:t>světě</a:t>
            </a:r>
            <a:r>
              <a:rPr lang="en-US" sz="2600" dirty="0">
                <a:solidFill>
                  <a:srgbClr val="FFFFFF"/>
                </a:solidFill>
              </a:rPr>
              <a:t>.</a:t>
            </a:r>
          </a:p>
          <a:p>
            <a:r>
              <a:rPr lang="en-US" sz="2600" dirty="0" err="1">
                <a:solidFill>
                  <a:srgbClr val="FFFFFF"/>
                </a:solidFill>
              </a:rPr>
              <a:t>První</a:t>
            </a:r>
            <a:r>
              <a:rPr lang="en-US" sz="2600" dirty="0">
                <a:solidFill>
                  <a:srgbClr val="FFFFFF"/>
                </a:solidFill>
              </a:rPr>
              <a:t> Windows </a:t>
            </a:r>
            <a:r>
              <a:rPr lang="en-US" sz="2600" dirty="0" err="1">
                <a:solidFill>
                  <a:srgbClr val="FFFFFF"/>
                </a:solidFill>
              </a:rPr>
              <a:t>už</a:t>
            </a:r>
            <a:r>
              <a:rPr lang="en-US" sz="2600" dirty="0">
                <a:solidFill>
                  <a:srgbClr val="FFFFFF"/>
                </a:solidFill>
              </a:rPr>
              <a:t> v </a:t>
            </a:r>
            <a:r>
              <a:rPr lang="en-US" sz="2600" dirty="0" err="1">
                <a:solidFill>
                  <a:srgbClr val="FFFFFF"/>
                </a:solidFill>
              </a:rPr>
              <a:t>roce</a:t>
            </a:r>
            <a:r>
              <a:rPr lang="en-US" sz="2600" dirty="0">
                <a:solidFill>
                  <a:srgbClr val="FFFFFF"/>
                </a:solidFill>
              </a:rPr>
              <a:t> 1985.</a:t>
            </a:r>
          </a:p>
          <a:p>
            <a:endParaRPr 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67003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A568E27-C90B-9279-D2DC-743869B9609E}"/>
              </a:ext>
            </a:extLst>
          </p:cNvPr>
          <p:cNvSpPr>
            <a:spLocks noGrp="1"/>
          </p:cNvSpPr>
          <p:nvPr>
            <p:ph type="title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cs-CZ" dirty="0"/>
              <a:t>Vizuální stránka Windows</a:t>
            </a:r>
            <a:endParaRPr lang="cs-CZ" b="1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D5CF11B-DDF4-8295-C1C4-253F0D6C6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013817"/>
            <a:ext cx="9905999" cy="354171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r>
              <a:rPr lang="cs-CZ" dirty="0"/>
              <a:t>Zjednodušuje práci na zařízení</a:t>
            </a:r>
          </a:p>
          <a:p>
            <a:pPr>
              <a:spcAft>
                <a:spcPts val="600"/>
              </a:spcAft>
            </a:pPr>
            <a:r>
              <a:rPr lang="cs-CZ" dirty="0"/>
              <a:t>Vzhled lze upravovat podle sebe</a:t>
            </a:r>
          </a:p>
          <a:p>
            <a:pPr>
              <a:spcAft>
                <a:spcPts val="600"/>
              </a:spcAft>
            </a:pPr>
            <a:r>
              <a:rPr lang="cs-CZ" dirty="0"/>
              <a:t>Snadné hledání souborů a programů</a:t>
            </a:r>
          </a:p>
          <a:p>
            <a:pPr>
              <a:spcAft>
                <a:spcPts val="600"/>
              </a:spcAft>
            </a:pPr>
            <a:r>
              <a:rPr lang="cs-CZ" dirty="0"/>
              <a:t>Upravitelná lišta</a:t>
            </a:r>
          </a:p>
          <a:p>
            <a:pPr>
              <a:spcAft>
                <a:spcPts val="600"/>
              </a:spcAft>
            </a:pPr>
            <a:r>
              <a:rPr lang="cs-CZ" dirty="0"/>
              <a:t>Widgety zobrazují aktuální informace</a:t>
            </a:r>
          </a:p>
          <a:p>
            <a:pPr>
              <a:spcAft>
                <a:spcPts val="600"/>
              </a:spcAft>
            </a:pPr>
            <a:r>
              <a:rPr lang="cs-CZ" b="1" dirty="0"/>
              <a:t>Windows</a:t>
            </a:r>
            <a:r>
              <a:rPr lang="cs-CZ" dirty="0"/>
              <a:t> jsou </a:t>
            </a:r>
            <a:r>
              <a:rPr lang="cs-CZ" b="1" dirty="0"/>
              <a:t>user</a:t>
            </a:r>
            <a:r>
              <a:rPr lang="cs-CZ" dirty="0"/>
              <a:t> </a:t>
            </a:r>
            <a:r>
              <a:rPr lang="cs-CZ" b="1" dirty="0" err="1"/>
              <a:t>friendly</a:t>
            </a:r>
            <a:endParaRPr lang="cs-CZ" b="1" dirty="0"/>
          </a:p>
          <a:p>
            <a:endParaRPr lang="cs-CZ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880FC618-1452-A584-DEBD-5728D04EAC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1533" y="2509175"/>
            <a:ext cx="5110957" cy="3407304"/>
          </a:xfrm>
          <a:prstGeom prst="rect">
            <a:avLst/>
          </a:prstGeom>
          <a:effectLst>
            <a:outerShdw blurRad="596900" dist="88900" dir="2340000" sx="108000" sy="108000" algn="ctr" rotWithShape="0">
              <a:srgbClr val="000000">
                <a:alpha val="88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87750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C3F3BF6-23B4-5667-5EC0-870399EDE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9306" y="417222"/>
            <a:ext cx="2648267" cy="74292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cs-CZ" dirty="0"/>
              <a:t>Porovnání</a:t>
            </a:r>
          </a:p>
        </p:txBody>
      </p:sp>
      <p:pic>
        <p:nvPicPr>
          <p:cNvPr id="1026" name="Picture 2" descr="Windows 1.0 to 10: The changing face of Microsoft's landmark OS | ZDNET">
            <a:extLst>
              <a:ext uri="{FF2B5EF4-FFF2-40B4-BE49-F238E27FC236}">
                <a16:creationId xmlns:a16="http://schemas.microsoft.com/office/drawing/2014/main" id="{F6BC5FB0-10F6-12EE-48E0-14295BC664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" y="2097088"/>
            <a:ext cx="4895851" cy="3671888"/>
          </a:xfrm>
          <a:prstGeom prst="rect">
            <a:avLst/>
          </a:prstGeom>
          <a:effectLst>
            <a:outerShdw blurRad="596900" dist="88900" dir="2340000" sx="108000" sy="108000" algn="ctr" rotWithShape="0">
              <a:srgbClr val="000000">
                <a:alpha val="88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icrosoft Windows 11 Review | PCMag">
            <a:extLst>
              <a:ext uri="{FF2B5EF4-FFF2-40B4-BE49-F238E27FC236}">
                <a16:creationId xmlns:a16="http://schemas.microsoft.com/office/drawing/2014/main" id="{736994F1-DA80-1B0F-6857-EC7ED2EC7E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8408" y="2097088"/>
            <a:ext cx="5507832" cy="3671888"/>
          </a:xfrm>
          <a:prstGeom prst="rect">
            <a:avLst/>
          </a:prstGeom>
          <a:effectLst>
            <a:outerShdw blurRad="596900" dist="88900" dir="2340000" sx="108000" sy="108000" algn="ctr" rotWithShape="0">
              <a:srgbClr val="000000">
                <a:alpha val="88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8D8AB750-F98A-05B0-58DB-3F026BCA732D}"/>
              </a:ext>
            </a:extLst>
          </p:cNvPr>
          <p:cNvSpPr txBox="1"/>
          <p:nvPr/>
        </p:nvSpPr>
        <p:spPr>
          <a:xfrm>
            <a:off x="1635029" y="5768976"/>
            <a:ext cx="2357312" cy="40011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cs-CZ" sz="2000" b="1" dirty="0"/>
              <a:t>Windows 1.0 (1985)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8AB23DFD-3206-1250-C101-66085EDB49C3}"/>
              </a:ext>
            </a:extLst>
          </p:cNvPr>
          <p:cNvSpPr txBox="1"/>
          <p:nvPr/>
        </p:nvSpPr>
        <p:spPr>
          <a:xfrm>
            <a:off x="7927331" y="5768976"/>
            <a:ext cx="2289986" cy="40011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cs-CZ" sz="2000" b="1" dirty="0"/>
              <a:t>Windows 11 (2022)</a:t>
            </a:r>
          </a:p>
        </p:txBody>
      </p:sp>
    </p:spTree>
    <p:extLst>
      <p:ext uri="{BB962C8B-B14F-4D97-AF65-F5344CB8AC3E}">
        <p14:creationId xmlns:p14="http://schemas.microsoft.com/office/powerpoint/2010/main" val="29976553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A568E27-C90B-9279-D2DC-743869B9609E}"/>
              </a:ext>
            </a:extLst>
          </p:cNvPr>
          <p:cNvSpPr>
            <a:spLocks noGrp="1"/>
          </p:cNvSpPr>
          <p:nvPr>
            <p:ph type="title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cs-CZ" dirty="0"/>
              <a:t>Souborové systémy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D5CF11B-DDF4-8295-C1C4-253F0D6C635F}"/>
              </a:ext>
            </a:extLst>
          </p:cNvPr>
          <p:cNvSpPr>
            <a:spLocks noGrp="1"/>
          </p:cNvSpPr>
          <p:nvPr>
            <p:ph idx="1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cs-CZ" dirty="0"/>
              <a:t>Uspořádání dat, nebo adresářů v souborech a složkách</a:t>
            </a:r>
          </a:p>
          <a:p>
            <a:pPr>
              <a:spcAft>
                <a:spcPts val="600"/>
              </a:spcAft>
            </a:pPr>
            <a:r>
              <a:rPr lang="cs-CZ" dirty="0"/>
              <a:t>Jednoduchý a rychlý přístup, přehledné</a:t>
            </a:r>
          </a:p>
          <a:p>
            <a:pPr>
              <a:spcAft>
                <a:spcPts val="600"/>
              </a:spcAft>
            </a:pPr>
            <a:r>
              <a:rPr lang="cs-CZ" dirty="0"/>
              <a:t>Druhy: </a:t>
            </a:r>
            <a:r>
              <a:rPr lang="cs-CZ" b="1" dirty="0"/>
              <a:t>FAT, NTFS, </a:t>
            </a:r>
            <a:r>
              <a:rPr lang="cs-CZ" b="1" dirty="0" err="1"/>
              <a:t>exFAT</a:t>
            </a:r>
            <a:r>
              <a:rPr lang="cs-CZ" b="1" dirty="0"/>
              <a:t>, Live </a:t>
            </a:r>
            <a:r>
              <a:rPr lang="cs-CZ" b="1" dirty="0" err="1"/>
              <a:t>File</a:t>
            </a:r>
            <a:r>
              <a:rPr lang="cs-CZ" b="1" dirty="0"/>
              <a:t> </a:t>
            </a:r>
            <a:r>
              <a:rPr lang="cs-CZ" b="1" dirty="0" err="1"/>
              <a:t>System</a:t>
            </a:r>
            <a:r>
              <a:rPr lang="cs-CZ" b="1" dirty="0"/>
              <a:t> </a:t>
            </a:r>
            <a:r>
              <a:rPr lang="cs-CZ" dirty="0"/>
              <a:t>a </a:t>
            </a:r>
            <a:r>
              <a:rPr lang="cs-CZ" b="1" dirty="0" err="1"/>
              <a:t>ReFS</a:t>
            </a:r>
            <a:endParaRPr lang="cs-CZ" b="1" dirty="0"/>
          </a:p>
          <a:p>
            <a:pPr>
              <a:spcAft>
                <a:spcPts val="600"/>
              </a:spcAft>
            </a:pPr>
            <a:r>
              <a:rPr lang="cs-CZ" dirty="0"/>
              <a:t>Označování názvu adresářů. </a:t>
            </a:r>
            <a:r>
              <a:rPr lang="cs-CZ" b="1" dirty="0"/>
              <a:t>C:\, D:\, E:\,</a:t>
            </a:r>
            <a:r>
              <a:rPr lang="cs-CZ" dirty="0"/>
              <a:t>atd.</a:t>
            </a:r>
          </a:p>
          <a:p>
            <a:pPr>
              <a:spcAft>
                <a:spcPts val="600"/>
              </a:spcAft>
            </a:pPr>
            <a:r>
              <a:rPr lang="cs-CZ" dirty="0"/>
              <a:t>Jsou většinou umístěné na </a:t>
            </a:r>
            <a:r>
              <a:rPr lang="cs-CZ" b="1" dirty="0"/>
              <a:t>CD</a:t>
            </a:r>
            <a:r>
              <a:rPr lang="cs-CZ" dirty="0"/>
              <a:t>, </a:t>
            </a:r>
            <a:r>
              <a:rPr lang="cs-CZ" b="1" dirty="0"/>
              <a:t>HDD</a:t>
            </a:r>
            <a:r>
              <a:rPr lang="cs-CZ" dirty="0"/>
              <a:t> nebo </a:t>
            </a:r>
            <a:r>
              <a:rPr lang="cs-CZ" b="1" dirty="0"/>
              <a:t>SSD</a:t>
            </a:r>
            <a:r>
              <a:rPr lang="cs-CZ" dirty="0"/>
              <a:t> disku</a:t>
            </a:r>
          </a:p>
          <a:p>
            <a:endParaRPr lang="cs-CZ" dirty="0"/>
          </a:p>
        </p:txBody>
      </p:sp>
      <p:pic>
        <p:nvPicPr>
          <p:cNvPr id="4" name="Picture 2" descr="Phrozen Windows File Monitor lets you watch file system activity in real  time | BetaNews">
            <a:extLst>
              <a:ext uri="{FF2B5EF4-FFF2-40B4-BE49-F238E27FC236}">
                <a16:creationId xmlns:a16="http://schemas.microsoft.com/office/drawing/2014/main" id="{0A7F6349-ADF2-82F9-BC8B-E30BECBF90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47346" y="2955671"/>
            <a:ext cx="4022030" cy="2835530"/>
          </a:xfrm>
          <a:prstGeom prst="rect">
            <a:avLst/>
          </a:prstGeom>
          <a:effectLst>
            <a:outerShdw blurRad="596900" dist="88900" dir="2340000" sx="108000" sy="108000" algn="ctr" rotWithShape="0">
              <a:srgbClr val="000000">
                <a:alpha val="88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78138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A568E27-C90B-9279-D2DC-743869B9609E}"/>
              </a:ext>
            </a:extLst>
          </p:cNvPr>
          <p:cNvSpPr>
            <a:spLocks noGrp="1"/>
          </p:cNvSpPr>
          <p:nvPr>
            <p:ph type="title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cs-CZ"/>
              <a:t>Schéma</a:t>
            </a:r>
          </a:p>
        </p:txBody>
      </p:sp>
      <p:pic>
        <p:nvPicPr>
          <p:cNvPr id="7" name="Obrázek 7">
            <a:extLst>
              <a:ext uri="{FF2B5EF4-FFF2-40B4-BE49-F238E27FC236}">
                <a16:creationId xmlns:a16="http://schemas.microsoft.com/office/drawing/2014/main" id="{55757B85-C821-1F36-1FD4-84CE7B6C95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5695" y="1069189"/>
            <a:ext cx="5156885" cy="5268550"/>
          </a:xfrm>
          <a:prstGeom prst="rect">
            <a:avLst/>
          </a:prstGeom>
          <a:effectLst>
            <a:outerShdw blurRad="596900" dist="88900" dir="2340000" sx="108000" sy="108000" algn="ctr" rotWithShape="0">
              <a:srgbClr val="000000">
                <a:alpha val="88000"/>
              </a:srgbClr>
            </a:outerShdw>
          </a:effectLst>
        </p:spPr>
      </p:pic>
      <p:sp>
        <p:nvSpPr>
          <p:cNvPr id="14" name="Zástupný obsah 2">
            <a:extLst>
              <a:ext uri="{FF2B5EF4-FFF2-40B4-BE49-F238E27FC236}">
                <a16:creationId xmlns:a16="http://schemas.microsoft.com/office/drawing/2014/main" id="{CFC60BB6-746C-999D-F28B-BB1C9F897F5B}"/>
              </a:ext>
            </a:extLst>
          </p:cNvPr>
          <p:cNvSpPr txBox="1">
            <a:spLocks/>
          </p:cNvSpPr>
          <p:nvPr/>
        </p:nvSpPr>
        <p:spPr>
          <a:xfrm>
            <a:off x="1293812" y="2401887"/>
            <a:ext cx="9905999" cy="354171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endParaRPr lang="cs-CZ"/>
          </a:p>
        </p:txBody>
      </p:sp>
      <p:sp>
        <p:nvSpPr>
          <p:cNvPr id="16" name="Zástupný obsah 15">
            <a:extLst>
              <a:ext uri="{FF2B5EF4-FFF2-40B4-BE49-F238E27FC236}">
                <a16:creationId xmlns:a16="http://schemas.microsoft.com/office/drawing/2014/main" id="{B4EDC773-C41F-2F01-6443-1BD0DDE592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cs-CZ"/>
          </a:p>
          <a:p>
            <a:endParaRPr lang="cs-CZ"/>
          </a:p>
        </p:txBody>
      </p:sp>
      <p:sp>
        <p:nvSpPr>
          <p:cNvPr id="18" name="Zástupný obsah 2">
            <a:extLst>
              <a:ext uri="{FF2B5EF4-FFF2-40B4-BE49-F238E27FC236}">
                <a16:creationId xmlns:a16="http://schemas.microsoft.com/office/drawing/2014/main" id="{094710B5-3672-2476-A416-F8DA59692B6D}"/>
              </a:ext>
            </a:extLst>
          </p:cNvPr>
          <p:cNvSpPr txBox="1">
            <a:spLocks/>
          </p:cNvSpPr>
          <p:nvPr/>
        </p:nvSpPr>
        <p:spPr>
          <a:xfrm>
            <a:off x="8106988" y="2200181"/>
            <a:ext cx="3641911" cy="302624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cs-CZ" dirty="0"/>
              <a:t>Kořenový adresář</a:t>
            </a:r>
          </a:p>
          <a:p>
            <a:pPr>
              <a:spcAft>
                <a:spcPts val="600"/>
              </a:spcAft>
            </a:pPr>
            <a:r>
              <a:rPr lang="cs-CZ" dirty="0"/>
              <a:t>Adresáře</a:t>
            </a:r>
          </a:p>
          <a:p>
            <a:pPr>
              <a:spcAft>
                <a:spcPts val="600"/>
              </a:spcAft>
            </a:pPr>
            <a:r>
              <a:rPr lang="cs-CZ"/>
              <a:t>Složky</a:t>
            </a:r>
            <a:endParaRPr lang="cs-CZ" dirty="0"/>
          </a:p>
          <a:p>
            <a:pPr marL="0" indent="0">
              <a:spcAft>
                <a:spcPts val="600"/>
              </a:spcAft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9758919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F434C16-8958-3AAA-F6A2-689C285B1322}"/>
              </a:ext>
            </a:extLst>
          </p:cNvPr>
          <p:cNvSpPr>
            <a:spLocks noGrp="1"/>
          </p:cNvSpPr>
          <p:nvPr>
            <p:ph type="title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cs-CZ" dirty="0"/>
              <a:t>Diskuze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7187D44-2E6F-1534-7F8E-0712050B6B02}"/>
              </a:ext>
            </a:extLst>
          </p:cNvPr>
          <p:cNvSpPr>
            <a:spLocks noGrp="1"/>
          </p:cNvSpPr>
          <p:nvPr>
            <p:ph idx="1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dirty="0"/>
              <a:t>Používáte </a:t>
            </a:r>
            <a:r>
              <a:rPr lang="cs-CZ" b="1" dirty="0"/>
              <a:t>Windows?</a:t>
            </a:r>
          </a:p>
          <a:p>
            <a:r>
              <a:rPr lang="cs-CZ" dirty="0"/>
              <a:t>Jestli ne, </a:t>
            </a:r>
            <a:r>
              <a:rPr lang="cs-CZ" b="1" dirty="0"/>
              <a:t>přešli</a:t>
            </a:r>
            <a:r>
              <a:rPr lang="cs-CZ" dirty="0"/>
              <a:t> by jste na něj?</a:t>
            </a:r>
          </a:p>
          <a:p>
            <a:r>
              <a:rPr lang="cs-CZ" dirty="0"/>
              <a:t>Váš osobní názor na </a:t>
            </a:r>
            <a:r>
              <a:rPr lang="cs-CZ" b="1" dirty="0"/>
              <a:t>Windows 11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2359088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4A01C23-C92F-F08D-9342-03B45B580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Zdroje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1D1ADA8-4C6E-6440-ACFE-DE82C1B68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cs-CZ" sz="1400" dirty="0"/>
              <a:t>Wikipedie – Microsoft Defender [online]. [cit. 2022-11-17]. Dostupné z: </a:t>
            </a:r>
            <a:r>
              <a:rPr lang="cs-CZ" sz="1400" dirty="0">
                <a:hlinkClick r:id="rId2"/>
              </a:rPr>
              <a:t>https://cs.wikipedia.org/wiki/Microsoft_Defender</a:t>
            </a:r>
            <a:endParaRPr lang="en-US" sz="1400" dirty="0"/>
          </a:p>
          <a:p>
            <a:r>
              <a:rPr lang="cs-CZ" sz="1400" dirty="0">
                <a:ea typeface="+mn-lt"/>
                <a:cs typeface="+mn-lt"/>
              </a:rPr>
              <a:t>Windows 11 požadavky na systém - Podpora Microsoftu. [online]. Dostupné z: </a:t>
            </a:r>
            <a:r>
              <a:rPr lang="cs-CZ" sz="1400" dirty="0">
                <a:ea typeface="+mn-lt"/>
                <a:cs typeface="+mn-lt"/>
                <a:hlinkClick r:id="rId3"/>
              </a:rPr>
              <a:t>https://support.microsoft.com/cs-cz/windows/windows-11-po%C5%BEadavky-na-syst%C3%A9m-86c11283-ea52-4782-9efd-7674389a7ba3</a:t>
            </a:r>
          </a:p>
          <a:p>
            <a:r>
              <a:rPr lang="cs-CZ" sz="1400" dirty="0">
                <a:ea typeface="+mn-lt"/>
                <a:cs typeface="+mn-lt"/>
              </a:rPr>
              <a:t>Podívejte se na požadavky na systém a specifikace pro Windows 10 | Microsoft. </a:t>
            </a:r>
            <a:r>
              <a:rPr lang="cs-CZ" sz="1400" i="1" dirty="0">
                <a:ea typeface="+mn-lt"/>
                <a:cs typeface="+mn-lt"/>
              </a:rPr>
              <a:t>Microsoft </a:t>
            </a:r>
            <a:r>
              <a:rPr lang="cs-CZ" sz="1400" i="1" dirty="0" err="1">
                <a:ea typeface="+mn-lt"/>
                <a:cs typeface="+mn-lt"/>
              </a:rPr>
              <a:t>Corporation</a:t>
            </a:r>
            <a:r>
              <a:rPr lang="cs-CZ" sz="1400" dirty="0">
                <a:ea typeface="+mn-lt"/>
                <a:cs typeface="+mn-lt"/>
              </a:rPr>
              <a:t> [online]. Dostupné z: </a:t>
            </a:r>
            <a:r>
              <a:rPr lang="cs-CZ" sz="1400" dirty="0">
                <a:ea typeface="+mn-lt"/>
                <a:cs typeface="+mn-lt"/>
                <a:hlinkClick r:id="rId4"/>
              </a:rPr>
              <a:t>https://www.microsoft.com/cs-cz/windows/windows-10-specifications</a:t>
            </a:r>
          </a:p>
          <a:p>
            <a:r>
              <a:rPr lang="cs-CZ" sz="1400" i="1" dirty="0">
                <a:ea typeface="+mn-lt"/>
                <a:cs typeface="+mn-lt"/>
              </a:rPr>
              <a:t>Jaktak: Jak si vybrat operační systém? (Windows vs. Linux) | rady</a:t>
            </a:r>
            <a:r>
              <a:rPr lang="cs-CZ" sz="1400" dirty="0">
                <a:ea typeface="+mn-lt"/>
                <a:cs typeface="+mn-lt"/>
              </a:rPr>
              <a:t> [online]. </a:t>
            </a:r>
            <a:r>
              <a:rPr lang="cs-CZ" sz="1400" dirty="0" err="1">
                <a:ea typeface="+mn-lt"/>
                <a:cs typeface="+mn-lt"/>
              </a:rPr>
              <a:t>Djemba</a:t>
            </a:r>
            <a:r>
              <a:rPr lang="cs-CZ" sz="1400" dirty="0">
                <a:ea typeface="+mn-lt"/>
                <a:cs typeface="+mn-lt"/>
              </a:rPr>
              <a:t>, 2020 [cit. 2022-11-17]. Dostupné z: </a:t>
            </a:r>
            <a:r>
              <a:rPr lang="cs-CZ" sz="1400" dirty="0">
                <a:ea typeface="+mn-lt"/>
                <a:cs typeface="+mn-lt"/>
                <a:hlinkClick r:id="rId5"/>
              </a:rPr>
              <a:t>https://www.jaktak.cz/jak-si-vybrat-operacni-system-windows-vs-linux-rady.html</a:t>
            </a:r>
          </a:p>
          <a:p>
            <a:r>
              <a:rPr lang="cs-CZ" sz="1400" dirty="0">
                <a:ea typeface="+mn-lt"/>
                <a:cs typeface="+mn-lt"/>
              </a:rPr>
              <a:t>WILLIAMS, Mike. </a:t>
            </a:r>
            <a:r>
              <a:rPr lang="cs-CZ" sz="1400" dirty="0" err="1">
                <a:ea typeface="+mn-lt"/>
                <a:cs typeface="+mn-lt"/>
              </a:rPr>
              <a:t>Phrozen</a:t>
            </a:r>
            <a:r>
              <a:rPr lang="cs-CZ" sz="1400" dirty="0">
                <a:ea typeface="+mn-lt"/>
                <a:cs typeface="+mn-lt"/>
              </a:rPr>
              <a:t> Windows </a:t>
            </a:r>
            <a:r>
              <a:rPr lang="cs-CZ" sz="1400" dirty="0" err="1">
                <a:ea typeface="+mn-lt"/>
                <a:cs typeface="+mn-lt"/>
              </a:rPr>
              <a:t>File</a:t>
            </a:r>
            <a:r>
              <a:rPr lang="cs-CZ" sz="1400" dirty="0">
                <a:ea typeface="+mn-lt"/>
                <a:cs typeface="+mn-lt"/>
              </a:rPr>
              <a:t> Monitor </a:t>
            </a:r>
            <a:r>
              <a:rPr lang="cs-CZ" sz="1400" dirty="0" err="1">
                <a:ea typeface="+mn-lt"/>
                <a:cs typeface="+mn-lt"/>
              </a:rPr>
              <a:t>lets</a:t>
            </a:r>
            <a:r>
              <a:rPr lang="cs-CZ" sz="1400" dirty="0">
                <a:ea typeface="+mn-lt"/>
                <a:cs typeface="+mn-lt"/>
              </a:rPr>
              <a:t> </a:t>
            </a:r>
            <a:r>
              <a:rPr lang="cs-CZ" sz="1400" dirty="0" err="1">
                <a:ea typeface="+mn-lt"/>
                <a:cs typeface="+mn-lt"/>
              </a:rPr>
              <a:t>you</a:t>
            </a:r>
            <a:r>
              <a:rPr lang="cs-CZ" sz="1400" dirty="0">
                <a:ea typeface="+mn-lt"/>
                <a:cs typeface="+mn-lt"/>
              </a:rPr>
              <a:t> </a:t>
            </a:r>
            <a:r>
              <a:rPr lang="cs-CZ" sz="1400" dirty="0" err="1">
                <a:ea typeface="+mn-lt"/>
                <a:cs typeface="+mn-lt"/>
              </a:rPr>
              <a:t>watch</a:t>
            </a:r>
            <a:r>
              <a:rPr lang="cs-CZ" sz="1400" dirty="0">
                <a:ea typeface="+mn-lt"/>
                <a:cs typeface="+mn-lt"/>
              </a:rPr>
              <a:t> </a:t>
            </a:r>
            <a:r>
              <a:rPr lang="cs-CZ" sz="1400" dirty="0" err="1">
                <a:ea typeface="+mn-lt"/>
                <a:cs typeface="+mn-lt"/>
              </a:rPr>
              <a:t>file</a:t>
            </a:r>
            <a:r>
              <a:rPr lang="cs-CZ" sz="1400" dirty="0">
                <a:ea typeface="+mn-lt"/>
                <a:cs typeface="+mn-lt"/>
              </a:rPr>
              <a:t> </a:t>
            </a:r>
            <a:r>
              <a:rPr lang="cs-CZ" sz="1400" dirty="0" err="1">
                <a:ea typeface="+mn-lt"/>
                <a:cs typeface="+mn-lt"/>
              </a:rPr>
              <a:t>system</a:t>
            </a:r>
            <a:r>
              <a:rPr lang="cs-CZ" sz="1400" dirty="0">
                <a:ea typeface="+mn-lt"/>
                <a:cs typeface="+mn-lt"/>
              </a:rPr>
              <a:t> </a:t>
            </a:r>
            <a:r>
              <a:rPr lang="cs-CZ" sz="1400" dirty="0" err="1">
                <a:ea typeface="+mn-lt"/>
                <a:cs typeface="+mn-lt"/>
              </a:rPr>
              <a:t>activity</a:t>
            </a:r>
            <a:r>
              <a:rPr lang="cs-CZ" sz="1400" dirty="0">
                <a:ea typeface="+mn-lt"/>
                <a:cs typeface="+mn-lt"/>
              </a:rPr>
              <a:t> in </a:t>
            </a:r>
            <a:r>
              <a:rPr lang="cs-CZ" sz="1400" dirty="0" err="1">
                <a:ea typeface="+mn-lt"/>
                <a:cs typeface="+mn-lt"/>
              </a:rPr>
              <a:t>real</a:t>
            </a:r>
            <a:r>
              <a:rPr lang="cs-CZ" sz="1400" dirty="0">
                <a:ea typeface="+mn-lt"/>
                <a:cs typeface="+mn-lt"/>
              </a:rPr>
              <a:t> </a:t>
            </a:r>
            <a:r>
              <a:rPr lang="cs-CZ" sz="1400" dirty="0" err="1">
                <a:ea typeface="+mn-lt"/>
                <a:cs typeface="+mn-lt"/>
              </a:rPr>
              <a:t>time</a:t>
            </a:r>
            <a:r>
              <a:rPr lang="cs-CZ" sz="1400" dirty="0">
                <a:ea typeface="+mn-lt"/>
                <a:cs typeface="+mn-lt"/>
              </a:rPr>
              <a:t>. In: Betanews.com [online]. 2013 [cit. 2022-11-19]. Dostupné z: </a:t>
            </a:r>
            <a:r>
              <a:rPr lang="cs-CZ" sz="1400" dirty="0">
                <a:ea typeface="+mn-lt"/>
                <a:cs typeface="+mn-lt"/>
                <a:hlinkClick r:id="rId6"/>
              </a:rPr>
              <a:t>https://betanews.com/2013/10/15/phrozen-windows-file-monitor-lets-you-watch-file-system-activity-in-real-time/</a:t>
            </a:r>
            <a:endParaRPr lang="cs-CZ" sz="1400" dirty="0"/>
          </a:p>
          <a:p>
            <a:r>
              <a:rPr lang="cs-CZ" sz="1400" dirty="0">
                <a:ea typeface="+mn-lt"/>
                <a:cs typeface="+mn-lt"/>
              </a:rPr>
              <a:t>KARÁSEK, Jakub. Windows 11 dostávají v Insider programu několik drobných novinek. In: Smartmania.cz [online]. 16. 7. 2021 [cit. 2022-11-19]. Dostupné z: </a:t>
            </a:r>
            <a:r>
              <a:rPr lang="cs-CZ" sz="1400" dirty="0">
                <a:ea typeface="+mn-lt"/>
                <a:cs typeface="+mn-lt"/>
                <a:hlinkClick r:id="rId7"/>
              </a:rPr>
              <a:t>https://smartmania.cz/windows-11-dostavaji-v-insider-programu-nekolik-drobnych-novinek/</a:t>
            </a:r>
            <a:endParaRPr lang="cs-CZ"/>
          </a:p>
          <a:p>
            <a:endParaRPr lang="cs-CZ" sz="1400" dirty="0"/>
          </a:p>
        </p:txBody>
      </p:sp>
    </p:spTree>
    <p:extLst>
      <p:ext uri="{BB962C8B-B14F-4D97-AF65-F5344CB8AC3E}">
        <p14:creationId xmlns:p14="http://schemas.microsoft.com/office/powerpoint/2010/main" val="8083880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bvod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TM04033919[[fn=Obvod]]</Template>
  <TotalTime>31</TotalTime>
  <Words>562</Words>
  <Application>Microsoft Office PowerPoint</Application>
  <PresentationFormat>Širokoúhlá obrazovka</PresentationFormat>
  <Paragraphs>88</Paragraphs>
  <Slides>15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15</vt:i4>
      </vt:variant>
    </vt:vector>
  </HeadingPairs>
  <TitlesOfParts>
    <vt:vector size="19" baseType="lpstr">
      <vt:lpstr>Arial</vt:lpstr>
      <vt:lpstr>Tw Cen MT</vt:lpstr>
      <vt:lpstr>Tw Cen MT</vt:lpstr>
      <vt:lpstr>Obvod</vt:lpstr>
      <vt:lpstr>Windows OS</vt:lpstr>
      <vt:lpstr>POŽADAVKY PRO WINDOWS</vt:lpstr>
      <vt:lpstr>Drivery (ovladače)</vt:lpstr>
      <vt:lpstr>Bezpečnost OS – Microsoft Defender</vt:lpstr>
      <vt:lpstr>Bezpečnost OS - Zabezpečení</vt:lpstr>
      <vt:lpstr>Aktualizace</vt:lpstr>
      <vt:lpstr>Prezentace aplikace PowerPoint</vt:lpstr>
      <vt:lpstr>Zvláštnosti a odlišnosti oproti jiným os</vt:lpstr>
      <vt:lpstr>Popularita windows</vt:lpstr>
      <vt:lpstr>Vizuální stránka Windows</vt:lpstr>
      <vt:lpstr>Porovnání</vt:lpstr>
      <vt:lpstr>Souborové systémy</vt:lpstr>
      <vt:lpstr>Schéma</vt:lpstr>
      <vt:lpstr>Diskuze</vt:lpstr>
      <vt:lpstr>Zdroje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Jan;dzbada@delta-studenti.cz;vopato@delta-studenti.cz;horapa@delta-studenti.cz</dc:creator>
  <cp:lastModifiedBy>Jan</cp:lastModifiedBy>
  <cp:revision>41</cp:revision>
  <dcterms:created xsi:type="dcterms:W3CDTF">2022-11-17T13:03:22Z</dcterms:created>
  <dcterms:modified xsi:type="dcterms:W3CDTF">2022-11-20T19:48:12Z</dcterms:modified>
</cp:coreProperties>
</file>