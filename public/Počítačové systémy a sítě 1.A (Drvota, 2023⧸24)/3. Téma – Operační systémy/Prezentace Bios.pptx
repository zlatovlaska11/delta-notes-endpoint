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1F7396-0D09-4EE8-968E-A99B0B300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A970265-15D5-4C09-971C-10E5C63CF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7CBE037-7337-42E8-B49C-1398EC808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947D143-5ED0-4432-A011-67044E4C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FB9A3C8-2B42-4086-BA26-5E7CA617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567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41A0A9-4CBC-4229-8B7F-0CF1BBE7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9EB34E-FD0F-479B-BFF1-CC802FD68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0500B3-5AF1-4E6B-A6CE-17BFE439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DE24EEB-163B-4C77-8173-28B74448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2155F64-F657-4D4B-BF0C-D5F182CE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443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27EA31-197A-4613-BA88-178ED05E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5B49BCE-6413-46CA-96C3-BB310ABE1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7AB2DC7-823A-4DD5-9B7F-E66B7593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BB8EDAF-7BD5-4555-9BB7-997259AA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C4BE62B-B79F-4B29-BF88-C53CEC21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717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CDAC7A-FA56-46CB-951A-E25DE87B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400986-1986-4AD5-8586-9F540A26F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68A2756-7F18-4250-B5A1-1470E3A5B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1A12073-FB7A-477D-A9F0-9271CADA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6CE58D5-A4AC-4901-BFDF-09BF8D8C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D31B059-ADC2-43AA-9E9B-F61B41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798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9B4F9E-F539-4FD5-B9C2-0A0C3EA3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218776B-1304-4C75-BB52-BD4A829D7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9007845-F5C2-452F-A75D-8745BC619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CD9F8E4-6312-4A11-B2F2-694A49786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C872314-4A28-429A-87CC-A71C1A488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483A651-2BA2-4E57-AD39-1D05BEB6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DB4074D-3F05-4934-B002-405C0C5ED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D65D7CA-962B-4328-B2E0-E40A1128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856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9AB0D4-C00E-4FBF-9D03-42E767A9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FC487D9-A68D-4FA7-B4B2-191E26F46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4E20877-4B4C-4224-A4C1-7EE54384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89E9D54-F352-4647-938F-E74B9A79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5066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68542ED-C0B2-4AD2-85F4-44C96ABF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9AC108E-A69E-48B0-B715-FA221B5B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AEDD19D-9689-4435-9BB6-AAFDD99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27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90AF52-BD14-48A2-936B-4719FCA1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186CE6-CF61-4AE7-AA17-01A8C3984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262D739-6529-4965-8FA9-2FC98A350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8458156-171D-4314-8E49-2D7A1878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FB0E873-A568-4156-B9E2-52FEC9CBC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3A7D02D-258B-4B56-A7C1-3A6D9B48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247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311490-A67B-4E6F-9335-BE140568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CA6150F-C2F7-48FA-97F1-BFC167F3D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3CB142C-F275-4A3A-93EF-6D32A4470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3D0822C-DDBA-40AF-B472-4F4E4290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24B3921-3EE6-4404-8C6C-B7EFA302F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4CED699-D58C-4468-820A-E16F1274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877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B62455-2A06-4528-B145-C186FF3E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595A8F0-193A-4A54-9A95-A5B73B07B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F0DD8B5-BA41-49F2-B57C-7A8FD408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210D0B1-C5F7-4420-AEA7-99542A64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7B4967C-31C3-4972-AD64-2810FD47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227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08B7DEAB-5281-4D19-9BBA-E0DFFEAE3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AA80F3C-5E10-423E-9B40-DDFD51576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5A3841B-78F6-4F1D-91AF-5A4A3AFAE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52BD59-7090-4F83-A445-B9175E102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3854D36-2F3E-40E8-853A-3D7460EF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6699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A07C7B-8B70-447E-9CBD-6ED636A2F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C6B57A6-741B-4798-BC3D-CCD2D5E5D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B3AABB-7A89-47D0-A99D-0CBEB5642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677CF-79CA-46F0-80DD-461B47335227}" type="datetimeFigureOut">
              <a:rPr lang="cs-CZ" smtClean="0"/>
              <a:t>29.11.2021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5738119-A9CF-40FB-8911-E95744BDD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0C7A150-5540-4A1F-8EE9-81DC96E3D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81673-8FEC-4B01-8DD0-D624CDFB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76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IYkol851dU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939791-A24C-4D3D-AEFD-399882CBA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6063"/>
            <a:ext cx="9144000" cy="935037"/>
          </a:xfrm>
        </p:spPr>
        <p:txBody>
          <a:bodyPr/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Nastavení bootování v biosu | Čisté PC">
            <a:extLst>
              <a:ext uri="{FF2B5EF4-FFF2-40B4-BE49-F238E27FC236}">
                <a16:creationId xmlns:a16="http://schemas.microsoft.com/office/drawing/2014/main" id="{EE32B59C-B245-4104-A3FC-EC8E37E93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413" y="1302288"/>
            <a:ext cx="9315173" cy="5309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66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BIOS (Basic Input Output System)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driver (ovladač) pro základní desku</a:t>
            </a: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uložený v paměti typu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to sada instrukcí aby…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deska rozpoznala použitý hardware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provedl POST –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nastavily celé řady parametrů pro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chipset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iniciovaly zařízení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PnP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počítač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nabootoval</a:t>
            </a:r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(zavedl operační systém)</a:t>
            </a:r>
          </a:p>
          <a:p>
            <a:endParaRPr lang="cs-CZ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BIOS – Wikipedie">
            <a:extLst>
              <a:ext uri="{FF2B5EF4-FFF2-40B4-BE49-F238E27FC236}">
                <a16:creationId xmlns:a16="http://schemas.microsoft.com/office/drawing/2014/main" id="{55FF647F-F6B9-4385-91E7-51B90417D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808" y="2760639"/>
            <a:ext cx="3308412" cy="2481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31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</a:t>
            </a:r>
            <a:r>
              <a:rPr lang="cs-C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cs-CZ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r>
              <a:rPr lang="cs-C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Metal-Oxide </a:t>
            </a:r>
            <a:r>
              <a:rPr lang="cs-CZ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</a:t>
            </a:r>
            <a:r>
              <a:rPr lang="cs-C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cs-CZ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BIOS ukládá všechny informace o provedených změnách v programu SETUP do CMOS paměti</a:t>
            </a:r>
          </a:p>
          <a:p>
            <a:r>
              <a:rPr 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CMOS je paměť je nutné napájet knoflíkovou baterií</a:t>
            </a:r>
          </a:p>
          <a:p>
            <a:endParaRPr lang="cs-CZ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7A574AA-BE27-46A0-9838-DA77D57E2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530" y="3630966"/>
            <a:ext cx="4502940" cy="3092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13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Typická nastavení </a:t>
            </a:r>
            <a:r>
              <a:rPr lang="cs-CZ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SETUPu</a:t>
            </a:r>
            <a:endParaRPr lang="cs-CZ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12184" cy="4351338"/>
          </a:xfrm>
        </p:spPr>
        <p:txBody>
          <a:bodyPr>
            <a:normAutofit/>
          </a:bodyPr>
          <a:lstStyle/>
          <a:p>
            <a:r>
              <a:rPr lang="cs-CZ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CMOS Setup 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(Standard CMOS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cs-CZ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čas a datum, nastavit SATA zařízení, systémové informace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0AD9B86-7419-42B7-AABF-B034BD7A1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503" y="1690688"/>
            <a:ext cx="4151975" cy="4696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428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6D1A34-62B4-4D64-93A2-92992692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UEFI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(Unified Extensible Firmware Interface)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D890D12-1E17-433E-ABB8-1FB713581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Novější </a:t>
            </a:r>
            <a:r>
              <a:rPr lang="cs-CZ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Bios</a:t>
            </a:r>
            <a:endParaRPr lang="cs-CZ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4AAF884-F998-4768-A67D-F562F151A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763" y="2283781"/>
            <a:ext cx="7327037" cy="4121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81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édium 3" title="BIOS and UEFI As Fast As Possible">
            <a:hlinkClick r:id="" action="ppaction://media"/>
            <a:extLst>
              <a:ext uri="{FF2B5EF4-FFF2-40B4-BE49-F238E27FC236}">
                <a16:creationId xmlns:a16="http://schemas.microsoft.com/office/drawing/2014/main" id="{61DCDF6A-1E09-4733-8819-76FA2DFB89C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70435" y="137556"/>
            <a:ext cx="11651130" cy="658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5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117</Words>
  <Application>Microsoft Office PowerPoint</Application>
  <PresentationFormat>Širokoúhlá obrazovka</PresentationFormat>
  <Paragraphs>19</Paragraphs>
  <Slides>6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Motiv Office</vt:lpstr>
      <vt:lpstr>Bios</vt:lpstr>
      <vt:lpstr>BIOS (Basic Input Output System)</vt:lpstr>
      <vt:lpstr>CMOS (Complementary Metal-Oxide Semiconductor)</vt:lpstr>
      <vt:lpstr>Typická nastavení SETUPu</vt:lpstr>
      <vt:lpstr>UEFI (Unified Extensible Firmware Interface)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Prezentování</dc:title>
  <dc:creator>Mottl Jan</dc:creator>
  <cp:lastModifiedBy>Mottl Jan</cp:lastModifiedBy>
  <cp:revision>5</cp:revision>
  <dcterms:created xsi:type="dcterms:W3CDTF">2020-09-17T19:25:26Z</dcterms:created>
  <dcterms:modified xsi:type="dcterms:W3CDTF">2021-11-29T14:01:32Z</dcterms:modified>
</cp:coreProperties>
</file>