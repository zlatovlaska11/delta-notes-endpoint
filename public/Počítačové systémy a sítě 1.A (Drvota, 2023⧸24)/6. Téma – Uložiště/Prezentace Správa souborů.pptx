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4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22.02.2022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phId3mYu9o?feature=oembed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Správa souborů</a:t>
            </a:r>
          </a:p>
        </p:txBody>
      </p:sp>
      <p:pic>
        <p:nvPicPr>
          <p:cNvPr id="1026" name="Picture 2" descr="Apple&amp;#39;s New File System: Who Cares? | by Jean-Louis Gassée | Monday Note">
            <a:extLst>
              <a:ext uri="{FF2B5EF4-FFF2-40B4-BE49-F238E27FC236}">
                <a16:creationId xmlns:a16="http://schemas.microsoft.com/office/drawing/2014/main" id="{A30BE571-D3B8-44D2-9F6B-8BD948EAB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857" y="1893905"/>
            <a:ext cx="9272286" cy="4580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82891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 organizují do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souborů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 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cs-CZ" b="1">
                <a:latin typeface="Times New Roman" panose="02020603050405020304" pitchFamily="18" charset="0"/>
                <a:cs typeface="Times New Roman" panose="02020603050405020304" pitchFamily="18" charset="0"/>
              </a:rPr>
              <a:t>složek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b="1">
                <a:latin typeface="Times New Roman" panose="02020603050405020304" pitchFamily="18" charset="0"/>
                <a:cs typeface="Times New Roman" panose="02020603050405020304" pitchFamily="18" charset="0"/>
              </a:rPr>
              <a:t>adresářů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Hierarchické struktura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strom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Kořenová složka – „/“ kořenová složka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Linux  Kořenová složka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Windows  Logické disky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Traversing Folders : MGA">
            <a:extLst>
              <a:ext uri="{FF2B5EF4-FFF2-40B4-BE49-F238E27FC236}">
                <a16:creationId xmlns:a16="http://schemas.microsoft.com/office/drawing/2014/main" id="{47C6BDE1-68BB-4C7A-AF59-A719F5E3B8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58"/>
          <a:stretch/>
        </p:blipFill>
        <p:spPr bwMode="auto">
          <a:xfrm>
            <a:off x="6493104" y="2385364"/>
            <a:ext cx="5538319" cy="428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olders tree files list - File Exchange - MATLAB Central">
            <a:extLst>
              <a:ext uri="{FF2B5EF4-FFF2-40B4-BE49-F238E27FC236}">
                <a16:creationId xmlns:a16="http://schemas.microsoft.com/office/drawing/2014/main" id="{77E2C9BE-6B68-44F9-A16E-7E1F983DD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23" y="570127"/>
            <a:ext cx="5512725" cy="571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etting Down with the Unix CLI">
            <a:extLst>
              <a:ext uri="{FF2B5EF4-FFF2-40B4-BE49-F238E27FC236}">
                <a16:creationId xmlns:a16="http://schemas.microsoft.com/office/drawing/2014/main" id="{29455BCD-E2A3-4F9F-80FE-08A0D8D96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748" y="1101436"/>
            <a:ext cx="6206836" cy="465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96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Cesta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1424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jednotlivým souborům vedou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cesty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Uzivatel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letter.docx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Uzivatel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letter.odt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macOS (OS X)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Uzivatel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letter.docx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Cesta se pak řeší při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programování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Absolutní cesta k souboru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kompletní záznam o místě, kde se soubor nachází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Relativní cesta k souboru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užívá se u aplikací, nebo při tvorbě webu</a:t>
            </a: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Označení pro cestu od jiného souboru k druhému</a:t>
            </a: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zanoření do složky (zpět) se užívá symbol „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..“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Relative Path - Network Encyclopedia">
            <a:extLst>
              <a:ext uri="{FF2B5EF4-FFF2-40B4-BE49-F238E27FC236}">
                <a16:creationId xmlns:a16="http://schemas.microsoft.com/office/drawing/2014/main" id="{51B22B00-8CDA-4641-95D5-49FEB3DF6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661" y="157019"/>
            <a:ext cx="5334375" cy="195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85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Cesta</a:t>
            </a:r>
          </a:p>
        </p:txBody>
      </p:sp>
      <p:pic>
        <p:nvPicPr>
          <p:cNvPr id="6" name="Online médium 5" title="Absolute and Relative Paths">
            <a:hlinkClick r:id="" action="ppaction://media"/>
            <a:extLst>
              <a:ext uri="{FF2B5EF4-FFF2-40B4-BE49-F238E27FC236}">
                <a16:creationId xmlns:a16="http://schemas.microsoft.com/office/drawing/2014/main" id="{2830C5B2-2482-4E88-86E5-0FD7930AB81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58025" y="1477963"/>
            <a:ext cx="8875950" cy="50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9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Důležité adresáře –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10/11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1424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C:\Windows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Systémové soubory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C:\Program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nebo C:\Program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(x86)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Adresář pro instalaci souborů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C:\Users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Obsahuje soubory pro jednotlivé uživatelské účty</a:t>
            </a:r>
          </a:p>
        </p:txBody>
      </p:sp>
    </p:spTree>
    <p:extLst>
      <p:ext uri="{BB962C8B-B14F-4D97-AF65-F5344CB8AC3E}">
        <p14:creationId xmlns:p14="http://schemas.microsoft.com/office/powerpoint/2010/main" val="196082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typy souborů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1424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Koncovka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souboru určuje jeho typ (v průzkumníku souborů je třeba nastavit, aby se zobrazovaly koncovky souborů)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.avi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song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.mp3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letter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.docx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presentation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.pptx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k typům souborů přidává ikonku (obrázek)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What Is A File Extension?">
            <a:extLst>
              <a:ext uri="{FF2B5EF4-FFF2-40B4-BE49-F238E27FC236}">
                <a16:creationId xmlns:a16="http://schemas.microsoft.com/office/drawing/2014/main" id="{2D6A250A-31CD-4F57-BEFF-2E8E5FA59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191" y="3550806"/>
            <a:ext cx="5465618" cy="307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200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typy souborů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1424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textový dokument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Word – .doc,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LibreOffice / Open Office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ostatní textové formáty –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rtf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sešit tabulkového procesoru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 –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xlsx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LibreOffice / Open Office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prezentace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PowerPoint – .ppt,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pptx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LibreOffice / Open Office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Impress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odp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D9AED8C-4DAE-4A0D-BD77-B1E4DC555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620" y="1926144"/>
            <a:ext cx="1541929" cy="153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>
            <a:extLst>
              <a:ext uri="{FF2B5EF4-FFF2-40B4-BE49-F238E27FC236}">
                <a16:creationId xmlns:a16="http://schemas.microsoft.com/office/drawing/2014/main" id="{46B7C61C-317C-4AA6-ABFA-08D3EE07A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4784" y="1932759"/>
            <a:ext cx="1389016" cy="138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26D46368-F400-4400-9EAD-02057F2FA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097" y="3592101"/>
            <a:ext cx="1535688" cy="153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>
            <a:extLst>
              <a:ext uri="{FF2B5EF4-FFF2-40B4-BE49-F238E27FC236}">
                <a16:creationId xmlns:a16="http://schemas.microsoft.com/office/drawing/2014/main" id="{C169F2E4-3DF3-4CF6-A23F-819D28967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340" y="3624110"/>
            <a:ext cx="1469369" cy="146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F7FDC528-0549-452D-9D34-FFF8E2658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290" y="5203939"/>
            <a:ext cx="1502528" cy="150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B7150955-5266-4D06-99DD-7A4758819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779" y="5160948"/>
            <a:ext cx="1588511" cy="158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37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typy souborů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1424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chci, aby se i jiným data zobrazila stejně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obtížně se upravuje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Obrázky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jpg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gif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Hudba / Zvuk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.mp3,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flac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.mp4,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flv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mpeg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mkv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1C03E45-0F94-4065-A180-559C2885B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912" y="1690688"/>
            <a:ext cx="1915435" cy="203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>
            <a:extLst>
              <a:ext uri="{FF2B5EF4-FFF2-40B4-BE49-F238E27FC236}">
                <a16:creationId xmlns:a16="http://schemas.microsoft.com/office/drawing/2014/main" id="{D24A5DF7-5DE8-4525-A53D-9CC1FF2AC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25" y="2993184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467DD1C-30FD-49C0-AFDE-40551E993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25" y="4160743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>
            <a:extLst>
              <a:ext uri="{FF2B5EF4-FFF2-40B4-BE49-F238E27FC236}">
                <a16:creationId xmlns:a16="http://schemas.microsoft.com/office/drawing/2014/main" id="{8BEA1F47-2486-4683-BF12-AE8E5D427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477" y="4160742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330B14A4-F3F4-431B-BED1-EBC187210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5328301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40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typy souborů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1424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Spustitelné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Konfigurační a datové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(konfigurační – nastavení aplikace)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.dat, .bin (datové),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dbf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(databázový)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Komprimované složky/soubory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.zip, .7z, .tar.gz (typicky v OS Linux), ...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Dávkové / skripty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obsahují textové příkazy které se po spuštění provedou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.ps1,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</a:p>
        </p:txBody>
      </p:sp>
      <p:pic>
        <p:nvPicPr>
          <p:cNvPr id="9224" name="Picture 8">
            <a:extLst>
              <a:ext uri="{FF2B5EF4-FFF2-40B4-BE49-F238E27FC236}">
                <a16:creationId xmlns:a16="http://schemas.microsoft.com/office/drawing/2014/main" id="{9554645C-6F6C-4101-9422-41AC470C9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853" y="2395164"/>
            <a:ext cx="1651747" cy="16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5" name="Picture 9">
            <a:extLst>
              <a:ext uri="{FF2B5EF4-FFF2-40B4-BE49-F238E27FC236}">
                <a16:creationId xmlns:a16="http://schemas.microsoft.com/office/drawing/2014/main" id="{296FD8C6-43E0-44D3-A8A3-A6B5AA08F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645" y="3835750"/>
            <a:ext cx="1229525" cy="156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>
            <a:extLst>
              <a:ext uri="{FF2B5EF4-FFF2-40B4-BE49-F238E27FC236}">
                <a16:creationId xmlns:a16="http://schemas.microsoft.com/office/drawing/2014/main" id="{BB888FA2-DC7C-4D84-8D92-DA3509762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847" y="4760446"/>
            <a:ext cx="19431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38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Užitečné zkratky pro práci se soubory</a:t>
            </a:r>
          </a:p>
        </p:txBody>
      </p:sp>
      <p:graphicFrame>
        <p:nvGraphicFramePr>
          <p:cNvPr id="6" name="Tabulka 5">
            <a:extLst>
              <a:ext uri="{FF2B5EF4-FFF2-40B4-BE49-F238E27FC236}">
                <a16:creationId xmlns:a16="http://schemas.microsoft.com/office/drawing/2014/main" id="{3998D5AF-BA1E-4881-B00F-DC1A9EED1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94635"/>
              </p:ext>
            </p:extLst>
          </p:nvPr>
        </p:nvGraphicFramePr>
        <p:xfrm>
          <a:off x="1868455" y="1690688"/>
          <a:ext cx="8455090" cy="4832928"/>
        </p:xfrm>
        <a:graphic>
          <a:graphicData uri="http://schemas.openxmlformats.org/drawingml/2006/table">
            <a:tbl>
              <a:tblPr/>
              <a:tblGrid>
                <a:gridCol w="2792404">
                  <a:extLst>
                    <a:ext uri="{9D8B030D-6E8A-4147-A177-3AD203B41FA5}">
                      <a16:colId xmlns:a16="http://schemas.microsoft.com/office/drawing/2014/main" val="1409634258"/>
                    </a:ext>
                  </a:extLst>
                </a:gridCol>
                <a:gridCol w="5662686">
                  <a:extLst>
                    <a:ext uri="{9D8B030D-6E8A-4147-A177-3AD203B41FA5}">
                      <a16:colId xmlns:a16="http://schemas.microsoft.com/office/drawing/2014/main" val="652055823"/>
                    </a:ext>
                  </a:extLst>
                </a:gridCol>
              </a:tblGrid>
              <a:tr h="60411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CTRL + C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kopírovat / vložit do schránky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397470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CTRL + V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vložit ze schránky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156948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CTRL + X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vyjmout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819379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DELETE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smazat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995816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CTRL + A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vybrat vše</a:t>
                      </a:r>
                      <a:endParaRPr lang="cs-CZ" sz="3200" dirty="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97303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SHIFT + ↕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výběr položek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123932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F2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přejmenovat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268298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F3</a:t>
                      </a:r>
                      <a:endParaRPr lang="cs-CZ" sz="320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vyhledat</a:t>
                      </a:r>
                      <a:endParaRPr lang="cs-CZ" sz="3200" dirty="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503095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08EDE7A-2665-4FE5-A972-7C32BC1AD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90" y="2137197"/>
            <a:ext cx="15734358" cy="656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596547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472</Words>
  <Application>Microsoft Office PowerPoint</Application>
  <PresentationFormat>Širokoúhlá obrazovka</PresentationFormat>
  <Paragraphs>87</Paragraphs>
  <Slides>11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Motiv Office</vt:lpstr>
      <vt:lpstr>Správa souborů</vt:lpstr>
      <vt:lpstr>Soubory</vt:lpstr>
      <vt:lpstr>Prezentace aplikace PowerPoint</vt:lpstr>
      <vt:lpstr>Cesta</vt:lpstr>
      <vt:lpstr>Cesta</vt:lpstr>
      <vt:lpstr>Důležité adresáře – Win 10/11</vt:lpstr>
      <vt:lpstr>Základní typy souborů</vt:lpstr>
      <vt:lpstr>Základní typy souborů</vt:lpstr>
      <vt:lpstr>Základní typy souborů</vt:lpstr>
      <vt:lpstr>Základní typy souborů</vt:lpstr>
      <vt:lpstr>Užitečné zkratky pro práci se soubory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130</cp:revision>
  <dcterms:created xsi:type="dcterms:W3CDTF">2020-09-17T19:44:13Z</dcterms:created>
  <dcterms:modified xsi:type="dcterms:W3CDTF">2022-02-22T08:42:58Z</dcterms:modified>
</cp:coreProperties>
</file>