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06.03.2022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eUM4kR67XQ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Dělení disku</a:t>
            </a:r>
          </a:p>
        </p:txBody>
      </p:sp>
      <p:pic>
        <p:nvPicPr>
          <p:cNvPr id="4" name="Picture 2" descr="10 Best Free Disk Partition Software Tools (Feb. 2021)">
            <a:extLst>
              <a:ext uri="{FF2B5EF4-FFF2-40B4-BE49-F238E27FC236}">
                <a16:creationId xmlns:a16="http://schemas.microsoft.com/office/drawing/2014/main" id="{962EB7A5-2395-4A1F-89F7-69CFF6A56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846" y="1563221"/>
            <a:ext cx="4982308" cy="498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Diskové oddíly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Fyzický disk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rozdělí na jednotlivé logické oddíly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Uživatel vidí několik disků (fyzicky je jeden)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Mohou být různě naformátované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Mít jiné OS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Toto logické rozdělení se nachází na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partition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table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(MBR)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Pouze 4 oddíly primární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 rozšířeních může být několik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hould I Partition My Hard Disk? - Ask Leo!">
            <a:extLst>
              <a:ext uri="{FF2B5EF4-FFF2-40B4-BE49-F238E27FC236}">
                <a16:creationId xmlns:a16="http://schemas.microsoft.com/office/drawing/2014/main" id="{DD77CC34-3D5E-4312-B2E7-35F42E3763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2" t="9827" b="13646"/>
          <a:stretch/>
        </p:blipFill>
        <p:spPr bwMode="auto">
          <a:xfrm>
            <a:off x="8839199" y="195995"/>
            <a:ext cx="3176955" cy="298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Proč disk dělit?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800601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Šetření místa (využití různých souborových systémů)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Lepší administrace a údržba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Koexistence více OS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proč ne?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Zpomalení přesunu dat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Využití kapacity disku</a:t>
            </a:r>
          </a:p>
        </p:txBody>
      </p:sp>
      <p:pic>
        <p:nvPicPr>
          <p:cNvPr id="3074" name="Picture 2" descr="HowTo: Remove the System Reserved Partition from Windows - Ferroque Systems">
            <a:extLst>
              <a:ext uri="{FF2B5EF4-FFF2-40B4-BE49-F238E27FC236}">
                <a16:creationId xmlns:a16="http://schemas.microsoft.com/office/drawing/2014/main" id="{D75E684F-C02D-4836-BD86-CDAD623C8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383" y="2668058"/>
            <a:ext cx="6518031" cy="382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35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Nachází se na úplném začátku disku v takzvaném MBR (prvních 512 bajtů na disku). + Systém se dočte odkud má načíst OS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Výsledek obrázku pro dos table">
            <a:extLst>
              <a:ext uri="{FF2B5EF4-FFF2-40B4-BE49-F238E27FC236}">
                <a16:creationId xmlns:a16="http://schemas.microsoft.com/office/drawing/2014/main" id="{A125372F-7C59-423E-A1D3-BB8F3C46A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25" y="3318919"/>
            <a:ext cx="5367441" cy="271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Výsledek obrázku pro windows boot manager">
            <a:extLst>
              <a:ext uri="{FF2B5EF4-FFF2-40B4-BE49-F238E27FC236}">
                <a16:creationId xmlns:a16="http://schemas.microsoft.com/office/drawing/2014/main" id="{99B1AC57-C9DD-4B5B-8138-4E1B48161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891" y="2856765"/>
            <a:ext cx="4738548" cy="363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0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Dynamické disky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Dynamický svazek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úložný prostor na více fyzických discích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Rozložené svazky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(různé disky)  až 32 disků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How To Change Dynamic Disk To Basic Disk Without Losing Data">
            <a:extLst>
              <a:ext uri="{FF2B5EF4-FFF2-40B4-BE49-F238E27FC236}">
                <a16:creationId xmlns:a16="http://schemas.microsoft.com/office/drawing/2014/main" id="{9F0278B3-F46C-43B8-ACB1-C5FAD61C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231" y="3120181"/>
            <a:ext cx="5243538" cy="3191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05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Druhy diskových oddílů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Primární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rozšířené oddíly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Primární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(max. 4)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1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bootovací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Rozšířený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logické jednotky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Windows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1 oddíl (C:)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Doporučují se dva (OS a soubory)</a:t>
            </a:r>
          </a:p>
        </p:txBody>
      </p:sp>
      <p:pic>
        <p:nvPicPr>
          <p:cNvPr id="5122" name="Picture 2" descr="Know which partitions are primary and which logical - Unix &amp; Linux Stack  Exchange">
            <a:extLst>
              <a:ext uri="{FF2B5EF4-FFF2-40B4-BE49-F238E27FC236}">
                <a16:creationId xmlns:a16="http://schemas.microsoft.com/office/drawing/2014/main" id="{729D40F3-EB37-4767-8C08-0D9BC5410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839" y="1691068"/>
            <a:ext cx="3851717" cy="480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6FDDEC7E-567B-45FA-BF1E-42763FC66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564684"/>
            <a:ext cx="6499521" cy="192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8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UNIXové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systémy a oddíly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615247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Linux a Mac OS – oddělené oddíly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boot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home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/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tmp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atd.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Když se jeden oddíl rozbije, tak to není tolik škody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Problém, pokud některé oddíly mají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pevnou velikost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148" name="Picture 4" descr="An intro to Linux file system management">
            <a:extLst>
              <a:ext uri="{FF2B5EF4-FFF2-40B4-BE49-F238E27FC236}">
                <a16:creationId xmlns:a16="http://schemas.microsoft.com/office/drawing/2014/main" id="{DE95F7EE-C716-489B-B105-F07509C62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572" y="3667344"/>
            <a:ext cx="6212498" cy="294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09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édium 3" title="What are Drive Partitions?">
            <a:hlinkClick r:id="" action="ppaction://media"/>
            <a:extLst>
              <a:ext uri="{FF2B5EF4-FFF2-40B4-BE49-F238E27FC236}">
                <a16:creationId xmlns:a16="http://schemas.microsoft.com/office/drawing/2014/main" id="{A3E91C16-08AF-4BD8-8638-A0373CEDE26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40871" y="290352"/>
            <a:ext cx="11110258" cy="627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8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200</Words>
  <Application>Microsoft Office PowerPoint</Application>
  <PresentationFormat>Širokoúhlá obrazovka</PresentationFormat>
  <Paragraphs>33</Paragraphs>
  <Slides>8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Motiv Office</vt:lpstr>
      <vt:lpstr>Dělení disku</vt:lpstr>
      <vt:lpstr>Diskové oddíly</vt:lpstr>
      <vt:lpstr>Proč disk dělit?</vt:lpstr>
      <vt:lpstr>Partition table</vt:lpstr>
      <vt:lpstr>Dynamické disky</vt:lpstr>
      <vt:lpstr>Druhy diskových oddílů </vt:lpstr>
      <vt:lpstr>UNIXové systémy a oddíly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154</cp:revision>
  <dcterms:created xsi:type="dcterms:W3CDTF">2020-09-17T19:44:13Z</dcterms:created>
  <dcterms:modified xsi:type="dcterms:W3CDTF">2022-03-06T13:19:07Z</dcterms:modified>
</cp:coreProperties>
</file>