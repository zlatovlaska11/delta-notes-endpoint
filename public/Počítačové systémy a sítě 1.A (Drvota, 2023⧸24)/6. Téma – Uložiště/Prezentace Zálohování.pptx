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7" d="100"/>
          <a:sy n="87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08.04.2024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Zálohování</a:t>
            </a:r>
          </a:p>
        </p:txBody>
      </p:sp>
      <p:pic>
        <p:nvPicPr>
          <p:cNvPr id="1026" name="Picture 2" descr="Your Data Is at Risk: Why Backup Is So Important">
            <a:extLst>
              <a:ext uri="{FF2B5EF4-FFF2-40B4-BE49-F238E27FC236}">
                <a16:creationId xmlns:a16="http://schemas.microsoft.com/office/drawing/2014/main" id="{EE357A52-FAFF-4E25-9596-D0575B9E1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195" y="1552354"/>
            <a:ext cx="6567610" cy="492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informace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Data = nejsou fyzická  velká šance, že bude ztracena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Jak se to může stát?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Uživatel smaže omylem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Poškození paměťového média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Cílená ztráta (virus)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Minimalizovat riziko = zálohovat!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 zálohovat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Úložiště (externí disk, jiný pevný disk)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Data Backup Vs. Data Archiving – Know the Key Differences | ODSI">
            <a:extLst>
              <a:ext uri="{FF2B5EF4-FFF2-40B4-BE49-F238E27FC236}">
                <a16:creationId xmlns:a16="http://schemas.microsoft.com/office/drawing/2014/main" id="{2AC5B68F-2F19-430E-A1FF-C0D13B5D4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701" y="4001294"/>
            <a:ext cx="4041098" cy="237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7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 ukládat?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Medium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Dříve DVD, CD,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Blu-ray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Dnes maximálně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externí disk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nebo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flashdisk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Cloud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Úschovna; atd.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Více důmyslné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OneDrive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; G drive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 jde s daty dělat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Šifrovat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Komprese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The Dummies Guide To Cloud Data Backup - Botmetric">
            <a:extLst>
              <a:ext uri="{FF2B5EF4-FFF2-40B4-BE49-F238E27FC236}">
                <a16:creationId xmlns:a16="http://schemas.microsoft.com/office/drawing/2014/main" id="{6BAC26DB-AD75-48DF-B6DE-7F1C7EDA67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0"/>
          <a:stretch/>
        </p:blipFill>
        <p:spPr bwMode="auto">
          <a:xfrm>
            <a:off x="6453554" y="4001294"/>
            <a:ext cx="5518638" cy="239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27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Zálohování na fyzický disk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6754093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Datové medium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Externí disk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Nástroj Windows na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zálohování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systému a úložiště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Zálohování nesystémové – Ukládáme průběžně soubory na disk</a:t>
            </a:r>
          </a:p>
        </p:txBody>
      </p:sp>
      <p:pic>
        <p:nvPicPr>
          <p:cNvPr id="4" name="Obrázek 3" descr="Obsah obrázku text, snímek obrazovky, software, Webová stránka&#10;&#10;Popis byl vytvořen automaticky">
            <a:extLst>
              <a:ext uri="{FF2B5EF4-FFF2-40B4-BE49-F238E27FC236}">
                <a16:creationId xmlns:a16="http://schemas.microsoft.com/office/drawing/2014/main" id="{B9C8CE60-F984-574B-C9E0-7C1A54CD0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994" y="1576388"/>
            <a:ext cx="3666806" cy="528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5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Práce s Google drive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Datové medium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Disk na severu (fyzicky se k němu nedostanete)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Diskový prostor je omezen: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15 GB zdarma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Nad 15 GB placené (různé paušály dle situace)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se chová jako jakýkoliv jiný adresář: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vytvářet podadresáře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nahrávat a vytvářet soubory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Pracuje s Google dokumenty</a:t>
            </a:r>
          </a:p>
        </p:txBody>
      </p:sp>
      <p:pic>
        <p:nvPicPr>
          <p:cNvPr id="6" name="Obrázek 5" descr="Obsah obrázku Barevnost, snímek obrazovky, Grafika, řada/pruh&#10;&#10;Popis byl vytvořen automaticky">
            <a:extLst>
              <a:ext uri="{FF2B5EF4-FFF2-40B4-BE49-F238E27FC236}">
                <a16:creationId xmlns:a16="http://schemas.microsoft.com/office/drawing/2014/main" id="{D16C0E89-DABE-1C72-EF84-42F45F053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912" y="1"/>
            <a:ext cx="1885088" cy="1690688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3B15B75F-194C-40B6-FEB3-A9863B8DF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768" y="2305369"/>
            <a:ext cx="2146030" cy="446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81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Sdílení Google drive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5257802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Sdílení souborů i adresářů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Přístup přes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či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odkaz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Čtenář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dokument neupraví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Komentátor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navrhne úpravy / komentuje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Editor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Kompletní práva</a:t>
            </a:r>
          </a:p>
          <a:p>
            <a:pPr lvl="1"/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Synchronní úprava ve více uživatelích.</a:t>
            </a:r>
          </a:p>
        </p:txBody>
      </p:sp>
      <p:pic>
        <p:nvPicPr>
          <p:cNvPr id="6" name="Obrázek 5" descr="Obsah obrázku Barevnost, snímek obrazovky, Grafika, řada/pruh&#10;&#10;Popis byl vytvořen automaticky">
            <a:extLst>
              <a:ext uri="{FF2B5EF4-FFF2-40B4-BE49-F238E27FC236}">
                <a16:creationId xmlns:a16="http://schemas.microsoft.com/office/drawing/2014/main" id="{D16C0E89-DABE-1C72-EF84-42F45F053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912" y="1"/>
            <a:ext cx="1885088" cy="1690688"/>
          </a:xfrm>
          <a:prstGeom prst="rect">
            <a:avLst/>
          </a:prstGeom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8BA61430-2FBC-3438-B0F5-FD061D3D1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546" y="1771476"/>
            <a:ext cx="5722996" cy="495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7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Synchronizace s diskem</a:t>
            </a:r>
          </a:p>
        </p:txBody>
      </p:sp>
      <p:pic>
        <p:nvPicPr>
          <p:cNvPr id="7" name="Zástupný obsah 6" descr="Obsah obrázku text, snímek obrazovky, diagram, Písmo&#10;&#10;Popis byl vytvořen automaticky">
            <a:extLst>
              <a:ext uri="{FF2B5EF4-FFF2-40B4-BE49-F238E27FC236}">
                <a16:creationId xmlns:a16="http://schemas.microsoft.com/office/drawing/2014/main" id="{B5F21D31-9399-8398-CC51-2D1E8C539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688" y="1570615"/>
            <a:ext cx="9000624" cy="5098039"/>
          </a:xfrm>
        </p:spPr>
      </p:pic>
      <p:pic>
        <p:nvPicPr>
          <p:cNvPr id="6" name="Obrázek 5" descr="Obsah obrázku Barevnost, snímek obrazovky, Grafika, řada/pruh&#10;&#10;Popis byl vytvořen automaticky">
            <a:extLst>
              <a:ext uri="{FF2B5EF4-FFF2-40B4-BE49-F238E27FC236}">
                <a16:creationId xmlns:a16="http://schemas.microsoft.com/office/drawing/2014/main" id="{D16C0E89-DABE-1C72-EF84-42F45F053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912" y="1"/>
            <a:ext cx="1885088" cy="16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319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Práce s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OneDrive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Datové medium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Disk na severu (fyzicky se k němu nedostanete)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Diskový prostor je omezen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licencí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Školní licence – do 1 TB.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se chová jako jakýkoliv jiný adresář: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vytvářet podadresáře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nahrávat a vytvářet soubory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Pracuje s Microsoft Office 365</a:t>
            </a:r>
          </a:p>
        </p:txBody>
      </p:sp>
      <p:pic>
        <p:nvPicPr>
          <p:cNvPr id="4" name="Obrázek 3" descr="Obsah obrázku Grafika, Elektricky modrá, kruh, design&#10;&#10;Popis byl vytvořen automaticky">
            <a:extLst>
              <a:ext uri="{FF2B5EF4-FFF2-40B4-BE49-F238E27FC236}">
                <a16:creationId xmlns:a16="http://schemas.microsoft.com/office/drawing/2014/main" id="{6C165854-66DA-071E-D5B5-F12BAEA2E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575" y="24607"/>
            <a:ext cx="2638425" cy="1733550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3E112D1F-E21E-469D-1256-C09A611C3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415" y="2365544"/>
            <a:ext cx="2486372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6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Sdílení s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OneDrive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6744857" cy="4351338"/>
          </a:xfrm>
        </p:spPr>
        <p:txBody>
          <a:bodyPr>
            <a:normAutofit fontScale="925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Sdílení souborů i adresářů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Přístup přes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(organizace, či mimo), či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odkaz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Přístupy: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Editace: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Může upravit.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Zobrazení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Může zobrazit a stáhnout.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Nestahovat: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Nemůže stahovat, ale může zobrazit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datum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expirace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heslo.</a:t>
            </a:r>
          </a:p>
          <a:p>
            <a:pPr lvl="1"/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Synchronní úprava ve více uživatelích.</a:t>
            </a:r>
          </a:p>
        </p:txBody>
      </p:sp>
      <p:pic>
        <p:nvPicPr>
          <p:cNvPr id="4" name="Obrázek 3" descr="Obsah obrázku Grafika, Elektricky modrá, kruh, design&#10;&#10;Popis byl vytvořen automaticky">
            <a:extLst>
              <a:ext uri="{FF2B5EF4-FFF2-40B4-BE49-F238E27FC236}">
                <a16:creationId xmlns:a16="http://schemas.microsoft.com/office/drawing/2014/main" id="{6C165854-66DA-071E-D5B5-F12BAEA2E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575" y="24607"/>
            <a:ext cx="2638425" cy="1733550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29CA80D7-5623-33B8-2375-F838FA1A52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6"/>
          <a:stretch/>
        </p:blipFill>
        <p:spPr>
          <a:xfrm>
            <a:off x="7756305" y="1893094"/>
            <a:ext cx="3597493" cy="461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5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Synchronizace s diskem</a:t>
            </a:r>
          </a:p>
        </p:txBody>
      </p:sp>
      <p:pic>
        <p:nvPicPr>
          <p:cNvPr id="4" name="Obrázek 3" descr="Obsah obrázku Grafika, Elektricky modrá, kruh, design&#10;&#10;Popis byl vytvořen automaticky">
            <a:extLst>
              <a:ext uri="{FF2B5EF4-FFF2-40B4-BE49-F238E27FC236}">
                <a16:creationId xmlns:a16="http://schemas.microsoft.com/office/drawing/2014/main" id="{6C165854-66DA-071E-D5B5-F12BAEA2E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575" y="24607"/>
            <a:ext cx="2638425" cy="1733550"/>
          </a:xfrm>
          <a:prstGeom prst="rect">
            <a:avLst/>
          </a:prstGeom>
        </p:spPr>
      </p:pic>
      <p:pic>
        <p:nvPicPr>
          <p:cNvPr id="9" name="Zástupný obsah 8" descr="Obsah obrázku text, snímek obrazovky, software, Písmo&#10;&#10;Popis byl vytvořen automaticky">
            <a:extLst>
              <a:ext uri="{FF2B5EF4-FFF2-40B4-BE49-F238E27FC236}">
                <a16:creationId xmlns:a16="http://schemas.microsoft.com/office/drawing/2014/main" id="{B62C582C-CC76-5947-B63C-D1B379095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44" y="1888936"/>
            <a:ext cx="9169511" cy="4603939"/>
          </a:xfrm>
        </p:spPr>
      </p:pic>
    </p:spTree>
    <p:extLst>
      <p:ext uri="{BB962C8B-B14F-4D97-AF65-F5344CB8AC3E}">
        <p14:creationId xmlns:p14="http://schemas.microsoft.com/office/powerpoint/2010/main" val="3454820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FTP (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Protokol pro přenos dat mezi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severem.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SFTP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(SSH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přenos se šifrováním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realizovat: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Komplexnější průzkumníky 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souborů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SW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WinSCP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Zálohování na sever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rázek 8" descr="Obsah obrázku text, diagram, snímek obrazovky, design&#10;&#10;Popis byl vytvořen automaticky">
            <a:extLst>
              <a:ext uri="{FF2B5EF4-FFF2-40B4-BE49-F238E27FC236}">
                <a16:creationId xmlns:a16="http://schemas.microsoft.com/office/drawing/2014/main" id="{5D02329E-CE26-2853-421D-13BD26F7A2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60"/>
          <a:stretch/>
        </p:blipFill>
        <p:spPr>
          <a:xfrm>
            <a:off x="5143132" y="3232910"/>
            <a:ext cx="6210666" cy="325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6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2294</TotalTime>
  <Words>348</Words>
  <Application>Microsoft Office PowerPoint</Application>
  <PresentationFormat>Širokoúhlá obrazovka</PresentationFormat>
  <Paragraphs>72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Motiv Office</vt:lpstr>
      <vt:lpstr>Zálohování</vt:lpstr>
      <vt:lpstr>Základní informace</vt:lpstr>
      <vt:lpstr>Kam ukládat?</vt:lpstr>
      <vt:lpstr>Zálohování na fyzický disk</vt:lpstr>
      <vt:lpstr>Práce s Google drive</vt:lpstr>
      <vt:lpstr>Sdílení Google drive</vt:lpstr>
      <vt:lpstr>Synchronizace s diskem</vt:lpstr>
      <vt:lpstr>Práce s OneDrive</vt:lpstr>
      <vt:lpstr>Sdílení s OneDrive</vt:lpstr>
      <vt:lpstr>Synchronizace s diskem</vt:lpstr>
      <vt:lpstr>FTP (File Transfer Protocol)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171</cp:revision>
  <dcterms:created xsi:type="dcterms:W3CDTF">2020-09-17T19:44:13Z</dcterms:created>
  <dcterms:modified xsi:type="dcterms:W3CDTF">2024-04-08T10:48:51Z</dcterms:modified>
</cp:coreProperties>
</file>