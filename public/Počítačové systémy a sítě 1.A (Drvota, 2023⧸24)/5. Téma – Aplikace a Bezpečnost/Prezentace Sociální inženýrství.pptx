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290" r:id="rId3"/>
    <p:sldId id="289" r:id="rId4"/>
    <p:sldId id="309" r:id="rId5"/>
    <p:sldId id="312" r:id="rId6"/>
    <p:sldId id="313" r:id="rId7"/>
    <p:sldId id="314" r:id="rId8"/>
    <p:sldId id="284" r:id="rId9"/>
    <p:sldId id="291" r:id="rId10"/>
    <p:sldId id="292" r:id="rId11"/>
    <p:sldId id="294" r:id="rId12"/>
    <p:sldId id="315" r:id="rId13"/>
    <p:sldId id="310" r:id="rId14"/>
    <p:sldId id="295" r:id="rId15"/>
    <p:sldId id="324" r:id="rId16"/>
    <p:sldId id="296" r:id="rId17"/>
    <p:sldId id="316" r:id="rId18"/>
    <p:sldId id="298" r:id="rId19"/>
    <p:sldId id="317" r:id="rId20"/>
    <p:sldId id="318" r:id="rId21"/>
    <p:sldId id="319" r:id="rId22"/>
    <p:sldId id="320" r:id="rId23"/>
    <p:sldId id="321" r:id="rId24"/>
    <p:sldId id="322" r:id="rId25"/>
    <p:sldId id="323" r:id="rId2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45C704-2ABA-66D9-CD5B-A05A395DC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16720FC-1C0C-3797-CFA5-BA9EF8FB6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C0EDCE5-E624-AC8F-C216-33CA80E16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5C4A9-E199-491E-966F-2B33B12894AC}" type="datetimeFigureOut">
              <a:rPr lang="cs-CZ" smtClean="0"/>
              <a:t>06.02.2023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600AAE9-40E6-ECA8-2A6A-14E1DD69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D78A07C-5C2F-3442-593C-CDFD95295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0A24-CAB6-44F6-8B3E-496F2FEE88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9894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21681B-EC5E-252E-01CB-D364AEEA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3B1AA41-D936-A58A-7B8A-59B3DFD0B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9039219-F058-7D22-48FF-A69CED448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5C4A9-E199-491E-966F-2B33B12894AC}" type="datetimeFigureOut">
              <a:rPr lang="cs-CZ" smtClean="0"/>
              <a:t>06.02.2023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F50248-91B0-F414-5D07-DD4C6340F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77F2C15-60DB-F2A6-D664-0FE2D17B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0A24-CAB6-44F6-8B3E-496F2FEE88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355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70011F-88BB-5BBC-93E2-70CA16307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3959A4E-7238-2A3C-9B13-100467998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4EA28DA-8897-DE96-6EC1-A763C599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5C4A9-E199-491E-966F-2B33B12894AC}" type="datetimeFigureOut">
              <a:rPr lang="cs-CZ" smtClean="0"/>
              <a:t>06.02.2023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0277D8F-7298-4C1C-FB52-D9B653E2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01E7023-4ED9-2785-B01C-189AE4FE6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0A24-CAB6-44F6-8B3E-496F2FEE88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3811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6F3297-A62C-6AAC-6D70-7BFE0CC0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7A5C299-3B49-E380-03B7-893193459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DE062CF-EBAD-0591-5AB7-790DC1643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C4F6602-1AEA-AD64-36D2-14248812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5C4A9-E199-491E-966F-2B33B12894AC}" type="datetimeFigureOut">
              <a:rPr lang="cs-CZ" smtClean="0"/>
              <a:t>06.02.2023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E1F220B-2914-B668-2A7A-7F3C7260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381A03A-1D0C-5528-9136-EF2C660B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0A24-CAB6-44F6-8B3E-496F2FEE88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8981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3DEB6B-C1D3-5E05-6739-93842F81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67F90BA-7EBB-BF6C-6C55-A4E593CD8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BABB5AC-8DB4-44D5-8816-CBB322F42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4CAE0B4-E15D-A95F-4072-611786C56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4DA434A-90C0-B784-2B35-035BBFAD7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33C6C2F-4519-C161-AFFB-7D344064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5C4A9-E199-491E-966F-2B33B12894AC}" type="datetimeFigureOut">
              <a:rPr lang="cs-CZ" smtClean="0"/>
              <a:t>06.02.2023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78E3CB3A-6148-3C9E-E7A6-AD895C566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21169450-F57C-EA01-A2A8-E4A5E8C3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0A24-CAB6-44F6-8B3E-496F2FEE88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7487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69B1A0-4CC8-B2EB-F96D-EB53485B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61E2B5E-C888-B4D7-3A2F-110382FF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5C4A9-E199-491E-966F-2B33B12894AC}" type="datetimeFigureOut">
              <a:rPr lang="cs-CZ" smtClean="0"/>
              <a:t>06.02.2023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9B2F867-8ABC-7013-E0BD-945909F47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EFD6922-754C-34A3-0C4D-A59C8484F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0A24-CAB6-44F6-8B3E-496F2FEE88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3424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4929B71B-5CA9-7375-7652-8174062D6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5C4A9-E199-491E-966F-2B33B12894AC}" type="datetimeFigureOut">
              <a:rPr lang="cs-CZ" smtClean="0"/>
              <a:t>06.02.2023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C30060A-C988-B13B-60DB-1C1E6BED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9D32E25-92DB-1274-0C89-72FA5A5E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0A24-CAB6-44F6-8B3E-496F2FEE88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821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3D33AD-0033-C1B4-9FF3-3A1C80A0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5A4A28-6F31-8B67-2012-F3897D1A6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C99DBAA-E8E7-E5D8-6285-F03B8CB7C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BECD0C0-3003-54DB-006F-9D65B161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5C4A9-E199-491E-966F-2B33B12894AC}" type="datetimeFigureOut">
              <a:rPr lang="cs-CZ" smtClean="0"/>
              <a:t>06.02.2023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3883F35-767F-8A56-A15A-A1C4DA123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A349ECD-9677-EE1B-18E3-45154C98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0A24-CAB6-44F6-8B3E-496F2FEE88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38872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4B6108-20F7-9625-03E9-876F97139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9DA2727C-40C6-E4EE-10EB-B3FC3EE8B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811715D-4551-2A9C-E44B-2043F402A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BDEBDF8-19A3-6E30-2F51-D4A9A60F4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5C4A9-E199-491E-966F-2B33B12894AC}" type="datetimeFigureOut">
              <a:rPr lang="cs-CZ" smtClean="0"/>
              <a:t>06.02.2023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9635101-AAC2-D3FF-DB4D-6E673690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4020F36-6227-06BB-FAAD-F067AB42B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0A24-CAB6-44F6-8B3E-496F2FEE88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345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ADE5D9-7A0B-FA09-ED48-349ED9CB7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16AF664-2118-F8EF-3DF1-BBB4CC020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6305B08-EA36-9874-A348-390F94B3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5C4A9-E199-491E-966F-2B33B12894AC}" type="datetimeFigureOut">
              <a:rPr lang="cs-CZ" smtClean="0"/>
              <a:t>06.02.2023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7617E32-A8F9-761E-DBE7-6A9BA1ED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9CAD5EA-A449-A4AC-4ADD-B86BC94CE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0A24-CAB6-44F6-8B3E-496F2FEE88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7549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D6D2910-7019-0375-65CB-9F705EFB73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A378734-3FC9-0050-EA20-D92E2266A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FF50EB1-EE9F-B2C0-B95B-FDA5C5A5E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5C4A9-E199-491E-966F-2B33B12894AC}" type="datetimeFigureOut">
              <a:rPr lang="cs-CZ" smtClean="0"/>
              <a:t>06.02.2023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1DC700A-1FED-1E1E-ACA4-54234471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D1CC897-F4B1-A317-9284-9F5A10E94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30A24-CAB6-44F6-8B3E-496F2FEE88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675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E55F777-1C72-AEE1-0717-9EBD14875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F64E155-22A1-B03C-6A76-37E10156E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70CBB67-D66D-9BB4-F654-F472C9C94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5C4A9-E199-491E-966F-2B33B12894AC}" type="datetimeFigureOut">
              <a:rPr lang="cs-CZ" smtClean="0"/>
              <a:t>06.02.2023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87EA079-669A-BE8D-4C2C-F4DEE2325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1375C54-0DAF-B8B3-2591-30EB520FE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30A24-CAB6-44F6-8B3E-496F2FEE88C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321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n2CZg-mf4I?feature=oembe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1Ufrve6wwAE?feature=oembed" TargetMode="Externa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Dvtnz148eyk?feature=oembed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J44jvmoDxzo?feature=oembed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all.tv/martyisdead" TargetMode="External"/><Relationship Id="rId3" Type="http://schemas.openxmlformats.org/officeDocument/2006/relationships/hyperlink" Target="https://www.youtube.com/watch?v=rB0x09uAyyE" TargetMode="External"/><Relationship Id="rId7" Type="http://schemas.openxmlformats.org/officeDocument/2006/relationships/hyperlink" Target="https://www.youtube.com/watch?v=wHW6cB6n2jI" TargetMode="External"/><Relationship Id="rId2" Type="http://schemas.openxmlformats.org/officeDocument/2006/relationships/hyperlink" Target="https://www.youtube.com/watch?v=1WeoczQS3d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_MROrngxw-k" TargetMode="External"/><Relationship Id="rId5" Type="http://schemas.openxmlformats.org/officeDocument/2006/relationships/hyperlink" Target="https://www.youtube.com/watch?v=ZMDoSYKz9Fs" TargetMode="External"/><Relationship Id="rId4" Type="http://schemas.openxmlformats.org/officeDocument/2006/relationships/hyperlink" Target="https://www.youtube.com/watch?v=bFksR2LUR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0754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Sociální inženýrství</a:t>
            </a:r>
          </a:p>
        </p:txBody>
      </p:sp>
      <p:pic>
        <p:nvPicPr>
          <p:cNvPr id="5" name="Obrázek 4" descr="Obsah obrázku text, hračka, počítač&#10;&#10;Popis byl vytvořen automaticky">
            <a:extLst>
              <a:ext uri="{FF2B5EF4-FFF2-40B4-BE49-F238E27FC236}">
                <a16:creationId xmlns:a16="http://schemas.microsoft.com/office/drawing/2014/main" id="{52896BBB-A35A-013E-69A0-1A2CA7174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08" y="1139116"/>
            <a:ext cx="9901183" cy="556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Sociální inženýrství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Snaha neprolomit systém, ale lidi, který mají přístup do systému!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Manipulace/klamání za účelem získat peníze/přístupy.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3" name="Obrázek 12">
            <a:extLst>
              <a:ext uri="{FF2B5EF4-FFF2-40B4-BE49-F238E27FC236}">
                <a16:creationId xmlns:a16="http://schemas.microsoft.com/office/drawing/2014/main" id="{AD9A023D-AF4E-4864-D919-38CC6E0C1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769" y="2813538"/>
            <a:ext cx="4044462" cy="40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69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Předchůdci soc. inženýrství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Spam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nevyžádaná pošta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obtěžuje a může být nebezpečná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plýtvá prostředky internetu</a:t>
            </a: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filtr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v rámci emailové stránky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Hoax /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Fake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news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poplašná, podvodná zpráva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nabádá uživatele rozesílat jí dál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Řetězové zprávy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Snaha nabádat k dalšímu šíření hoaxu /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fake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news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01290E92-6EDA-8058-8DA8-411396106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700" y="1508614"/>
            <a:ext cx="308610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7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nline médium 7" title="HOAXY, FAKENEWS &amp; ŘETĚZOVÉ ZPRÁVY | #teamVictory">
            <a:hlinkClick r:id="" action="ppaction://media"/>
            <a:extLst>
              <a:ext uri="{FF2B5EF4-FFF2-40B4-BE49-F238E27FC236}">
                <a16:creationId xmlns:a16="http://schemas.microsoft.com/office/drawing/2014/main" id="{93F2A787-434F-40B9-B3BE-739A7D132AE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97012" y="378572"/>
            <a:ext cx="10797975" cy="61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6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Správa identity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Digitální identita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– Prezentace v rámci internetových serverů (váš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steam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klient, profil na soc. síti, atd.)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Autentizace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proces potvrzení, že máte přístup k dané identitě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Autorizace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proces k ověření, jestli máte právo na nějaký úkon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D81EACAA-A705-87F6-FFD0-99A98FE65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422283"/>
            <a:ext cx="5486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2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Autentizace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Nejčastěji se snaží útočník získat údaje uživatele, aby se dostal skrz autentizaci systému a mohl provádět úkony v rámci něj.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Dle typu učtu, pak může uživatel mít práva (admin, user, host).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Více úrovňová autentizace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kromě přihlašovací údajů se ověřuje přes další způsoby (SMS, email,…)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0F7A9F1-EB81-97F4-5F74-9F6114A58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336" y="4050264"/>
            <a:ext cx="6295328" cy="264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74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70C9F66B-1899-1546-F3C2-BF741933E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964" y="0"/>
            <a:ext cx="9740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913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Scareware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Scare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= děsit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snaží se vyvolat dojem, že je počítač napaden malwarem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Přesměrovává uživatele na stránky s “pomocí” = další malware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15A3DB1A-AD03-485B-9E3D-478521620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346" y="3352450"/>
            <a:ext cx="5237308" cy="350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278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Phising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Útočník čeká, kdo se chytne na jeho návnadu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podvodný email, SMS, Skype zpráva apod.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Typicky žádost o zaslání hesla, nebo odkaz na podvodnou stránku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Adresa podvodných stránek je jiná, než skutečných = při pozornosti lze odhalit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Typický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Pretexting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připravený text</a:t>
            </a:r>
          </a:p>
        </p:txBody>
      </p:sp>
      <p:pic>
        <p:nvPicPr>
          <p:cNvPr id="15366" name="Picture 6" descr="How to identify a phishing scam | WeSeeNow">
            <a:extLst>
              <a:ext uri="{FF2B5EF4-FFF2-40B4-BE49-F238E27FC236}">
                <a16:creationId xmlns:a16="http://schemas.microsoft.com/office/drawing/2014/main" id="{30D4A440-05AB-44DB-A580-27A2A621C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071" y="3745188"/>
            <a:ext cx="4883552" cy="2930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87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Phising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BE20C9D6-67CF-4B8C-BB0B-0F2DEDE00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380" y="178581"/>
            <a:ext cx="7071167" cy="650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567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B990CE8B-3AFA-4812-8B63-E83F14308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80" y="405053"/>
            <a:ext cx="5507620" cy="586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Online médium 2" title="Útok na vaše peníze přes Facebook">
            <a:hlinkClick r:id="" action="ppaction://media"/>
            <a:extLst>
              <a:ext uri="{FF2B5EF4-FFF2-40B4-BE49-F238E27FC236}">
                <a16:creationId xmlns:a16="http://schemas.microsoft.com/office/drawing/2014/main" id="{FD2F2356-F0A4-4D04-B0A8-021466F9C63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322992" y="1301910"/>
            <a:ext cx="5672238" cy="425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6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Typy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phisnigu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889074"/>
          </a:xfrm>
        </p:spPr>
        <p:txBody>
          <a:bodyPr>
            <a:normAutofit/>
          </a:bodyPr>
          <a:lstStyle/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Spear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phishing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Mířený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phising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na konkrétní organizaci, či osobu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Vishing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Voice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phishing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Po telefonu (schopnost tvářit se jako policie, či firma)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Smishing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Sms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phising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Přes smsky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Whaling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Útok na velké firmy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Pop-up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phising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Pop-up okna stránek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F1350A1-4604-0C46-CBA8-57F5D2719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1232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9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nline médium 7" title="PHISHING V +- 3 MINUTÁCH | #teamVictory">
            <a:hlinkClick r:id="" action="ppaction://media"/>
            <a:extLst>
              <a:ext uri="{FF2B5EF4-FFF2-40B4-BE49-F238E27FC236}">
                <a16:creationId xmlns:a16="http://schemas.microsoft.com/office/drawing/2014/main" id="{DD66AF25-CB97-4BAD-B59F-1990FB5E754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92094" y="545293"/>
            <a:ext cx="10207811" cy="576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6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Pharming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vytváření náhražek originálních webových stránek s cílem vylákat z uživatele důvěrné informace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téměř nezjistitelný: uživatel zadá adresu webové stránky. Náhle je však přesměrován na podvodné stránky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dvě využívané metody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napadení počítače uživatele a přepsáním jeho uložených DNS záznamů (DNS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cache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napadení DNS serveru</a:t>
            </a:r>
          </a:p>
        </p:txBody>
      </p:sp>
    </p:spTree>
    <p:extLst>
      <p:ext uri="{BB962C8B-B14F-4D97-AF65-F5344CB8AC3E}">
        <p14:creationId xmlns:p14="http://schemas.microsoft.com/office/powerpoint/2010/main" val="2758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je DNS?</a:t>
            </a:r>
          </a:p>
        </p:txBody>
      </p:sp>
      <p:pic>
        <p:nvPicPr>
          <p:cNvPr id="6" name="Online médium 5" title="Jak funguje DNS">
            <a:hlinkClick r:id="" action="ppaction://media"/>
            <a:extLst>
              <a:ext uri="{FF2B5EF4-FFF2-40B4-BE49-F238E27FC236}">
                <a16:creationId xmlns:a16="http://schemas.microsoft.com/office/drawing/2014/main" id="{4D3428C4-1730-F89B-427B-14869279ED3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11531" y="1149350"/>
            <a:ext cx="9968938" cy="563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47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82399E1B-529B-492A-8F85-6DFE1AFD7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301" y="503033"/>
            <a:ext cx="8977397" cy="585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092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9AA81D2E-4586-8702-A79A-A5CB8C585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7" y="619978"/>
            <a:ext cx="11582406" cy="561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71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>
            <a:extLst>
              <a:ext uri="{FF2B5EF4-FFF2-40B4-BE49-F238E27FC236}">
                <a16:creationId xmlns:a16="http://schemas.microsoft.com/office/drawing/2014/main" id="{28D3C1BB-375B-4DC2-BB7A-B12D49971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0"/>
            <a:ext cx="12192000" cy="676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908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Baiting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74927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Návnada v reálném světě.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Rozházíš flashdisk s trojským koněm po parkovišti a čekáš, kdo odnese disk a zapojí do firemního PC.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Proniknutí do systému skrz jednoho uživatele součástí systému.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4DB8EDA-D029-C1B3-C56E-FB472FEF1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548" y="3586082"/>
            <a:ext cx="3348904" cy="327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2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holing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989395" cy="4351338"/>
          </a:xfrm>
        </p:spPr>
        <p:txBody>
          <a:bodyPr>
            <a:normAutofit lnSpcReduction="1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Cílí na známé a často navštěvované webové stránky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 rámci stránky se zaútočit na slabou strukturu a vytvoří se „díra“ (tlačítko, odkaz, pop-up okno,…). 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Uživatel, který důvěřuje webu bude důvěřovat veškerému obsahu a tak neuváženě klikne a dostane se na stránku s malwarem.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C87C76F5-DF9F-BEA5-6B27-84A502CC66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5" r="3726"/>
          <a:stretch/>
        </p:blipFill>
        <p:spPr>
          <a:xfrm>
            <a:off x="5677468" y="1475757"/>
            <a:ext cx="6514531" cy="479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3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Quid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 quo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„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something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for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something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“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Útočník náhodně volá na čísla ve firmě s tím, že volá od „technické podpory“. Dříve, nebo později osloví někoho, kdo očekává takový telefonát. 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 rámci opravy zajistí instalaci malwaru / získá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přihlaš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. údaje / atd.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0F83931-2771-8C3C-A098-F79FED4A1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506" y="4084544"/>
            <a:ext cx="5122987" cy="268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2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Tailgating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797670" cy="4351338"/>
          </a:xfrm>
        </p:spPr>
        <p:txBody>
          <a:bodyPr>
            <a:normAutofit lnSpcReduction="1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Také známé jako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Piggybacking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Útočník vejde do místnosti, která je chráněna – přístup kartou, kódem, klíčem. Vchází hned za osobou, co má přístup. Ta jí přirozeně pustí.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Útočník se často maskuje pomocí volání, či jiné činnosti, aby nebyl osobou vyrušen, či doptán.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D3BA7884-70CA-9674-F704-5D2712289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562" y="1945665"/>
            <a:ext cx="5939905" cy="396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34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Catfishing</a:t>
            </a:r>
            <a:endParaRPr lang="cs-CZ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599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Využití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fake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profilu na soc. sítí pro vymámení citlivých informací.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Osobní údaje, fotografie, videa  vydírání (publikování obsahu, atd.)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B36A5B2-5EFB-8044-6A9A-D806EAB8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651" y="3101228"/>
            <a:ext cx="6714697" cy="351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3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Obrana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599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Systémová – obnova hesel (komplikované heslo)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Více fázová autentizace/autorizace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Ochrana citlivých dat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Opatrné chování na sítích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Osvěta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05B8663-489F-12C5-4515-0EDEED342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850" y="0"/>
            <a:ext cx="234315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0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Naučná videa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599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Jirka vysvětluje věci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2"/>
              </a:rPr>
              <a:t>https://www.youtube.com/watch?v=1WeoczQS3d0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3"/>
              </a:rPr>
              <a:t>https://www.youtube.com/watch?v=rB0x09uAyyE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4"/>
              </a:rPr>
              <a:t>https://www.youtube.com/watch?v=bFksR2LURRA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5"/>
              </a:rPr>
              <a:t>https://www.youtube.com/watch?v=ZMDoSYKz9Fs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Mikýřova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úžasná pouť internetem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6"/>
              </a:rPr>
              <a:t>https://www.youtube.com/watch?v=_MROrngxw-k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7"/>
              </a:rPr>
              <a:t>https://www.youtube.com/watch?v=wHW6cB6n2jI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#martyisdead</a:t>
            </a:r>
          </a:p>
          <a:p>
            <a:pPr lvl="1"/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  <a:hlinkClick r:id="rId8"/>
              </a:rPr>
              <a:t>https://www.mall.tv/martyisdead</a:t>
            </a:r>
            <a:endParaRPr lang="cs-CZ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8001855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687</Words>
  <Application>Microsoft Office PowerPoint</Application>
  <PresentationFormat>Širokoúhlá obrazovka</PresentationFormat>
  <Paragraphs>84</Paragraphs>
  <Slides>25</Slides>
  <Notes>0</Notes>
  <HiddenSlides>0</HiddenSlides>
  <MMClips>4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Motiv Office</vt:lpstr>
      <vt:lpstr>Sociální inženýrství</vt:lpstr>
      <vt:lpstr>Sociální inženýrství</vt:lpstr>
      <vt:lpstr>Předchůdci soc. inženýrství</vt:lpstr>
      <vt:lpstr>Prezentace aplikace PowerPoint</vt:lpstr>
      <vt:lpstr>Správa identity</vt:lpstr>
      <vt:lpstr>Autentizace</vt:lpstr>
      <vt:lpstr>Prezentace aplikace PowerPoint</vt:lpstr>
      <vt:lpstr>Scareware</vt:lpstr>
      <vt:lpstr>Phising</vt:lpstr>
      <vt:lpstr>Phising</vt:lpstr>
      <vt:lpstr>Prezentace aplikace PowerPoint</vt:lpstr>
      <vt:lpstr>Typy phisnigu</vt:lpstr>
      <vt:lpstr>Prezentace aplikace PowerPoint</vt:lpstr>
      <vt:lpstr>Pharming</vt:lpstr>
      <vt:lpstr>Co je DNS?</vt:lpstr>
      <vt:lpstr>Prezentace aplikace PowerPoint</vt:lpstr>
      <vt:lpstr>Prezentace aplikace PowerPoint</vt:lpstr>
      <vt:lpstr>Prezentace aplikace PowerPoint</vt:lpstr>
      <vt:lpstr>Baiting</vt:lpstr>
      <vt:lpstr>Water holing</vt:lpstr>
      <vt:lpstr>Quid pro quo</vt:lpstr>
      <vt:lpstr>Tailgating</vt:lpstr>
      <vt:lpstr>Catfishing</vt:lpstr>
      <vt:lpstr>Obrana</vt:lpstr>
      <vt:lpstr>Naučná videa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Sociální inženýrství</dc:title>
  <dc:creator>Mottl Jan</dc:creator>
  <cp:lastModifiedBy>Mottl Jan</cp:lastModifiedBy>
  <cp:revision>17</cp:revision>
  <dcterms:created xsi:type="dcterms:W3CDTF">2023-01-27T09:11:54Z</dcterms:created>
  <dcterms:modified xsi:type="dcterms:W3CDTF">2023-02-06T08:29:18Z</dcterms:modified>
</cp:coreProperties>
</file>