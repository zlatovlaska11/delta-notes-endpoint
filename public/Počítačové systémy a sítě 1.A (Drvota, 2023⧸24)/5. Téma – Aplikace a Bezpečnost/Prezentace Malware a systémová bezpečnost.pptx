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300" r:id="rId4"/>
    <p:sldId id="279" r:id="rId5"/>
    <p:sldId id="280" r:id="rId6"/>
    <p:sldId id="281" r:id="rId7"/>
    <p:sldId id="282" r:id="rId8"/>
    <p:sldId id="283" r:id="rId9"/>
    <p:sldId id="285" r:id="rId10"/>
    <p:sldId id="286" r:id="rId11"/>
    <p:sldId id="287" r:id="rId12"/>
    <p:sldId id="307" r:id="rId13"/>
    <p:sldId id="288" r:id="rId14"/>
    <p:sldId id="308" r:id="rId15"/>
    <p:sldId id="309" r:id="rId16"/>
    <p:sldId id="310" r:id="rId17"/>
    <p:sldId id="299" r:id="rId18"/>
    <p:sldId id="301" r:id="rId19"/>
    <p:sldId id="302" r:id="rId20"/>
    <p:sldId id="303" r:id="rId21"/>
    <p:sldId id="304" r:id="rId22"/>
    <p:sldId id="305" r:id="rId23"/>
    <p:sldId id="306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56" d="100"/>
          <a:sy n="56" d="100"/>
        </p:scale>
        <p:origin x="84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27.01.2023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3BbxUCOFX8g?feature=oembe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I4O4hoKzb8?feature=oembe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cs-CZ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Malicious</a:t>
            </a:r>
            <a:r>
              <a:rPr lang="cs-CZ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(škodlivý)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ow To Remove Malware On Your Windows PC | HP® Tech Takes">
            <a:extLst>
              <a:ext uri="{FF2B5EF4-FFF2-40B4-BE49-F238E27FC236}">
                <a16:creationId xmlns:a16="http://schemas.microsoft.com/office/drawing/2014/main" id="{1BD0273A-BA70-45A8-AFCA-81B3B16A1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887758"/>
            <a:ext cx="952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čemu slouží malware?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Zaznamenání stisku kláves, získání hesel, čísel platebních karet… (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keylogging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keyloggers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Zadní vrátka do systému (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backdoors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Začlenění do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botnetu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Sledování činnosti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uživatele, špionáž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Ničení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 / hardware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Vše kvůli zisku</a:t>
            </a:r>
          </a:p>
        </p:txBody>
      </p:sp>
      <p:pic>
        <p:nvPicPr>
          <p:cNvPr id="2050" name="Picture 2" descr="Co je malware a jak ho odstranit | Ochrana proti malware | Avast">
            <a:extLst>
              <a:ext uri="{FF2B5EF4-FFF2-40B4-BE49-F238E27FC236}">
                <a16:creationId xmlns:a16="http://schemas.microsoft.com/office/drawing/2014/main" id="{CE743BCA-7226-4774-9204-EE17EA0E2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300" y="2616200"/>
            <a:ext cx="361950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Útočníci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Outsider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má přístup k síti?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Cracker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napadá/prolamuje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2" name="Picture 2" descr="How do hackers pick their targets? - Panda Security Mediacenter">
            <a:extLst>
              <a:ext uri="{FF2B5EF4-FFF2-40B4-BE49-F238E27FC236}">
                <a16:creationId xmlns:a16="http://schemas.microsoft.com/office/drawing/2014/main" id="{D531D02D-5295-48E6-BD92-4FDA47F23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108" y="2993537"/>
            <a:ext cx="4665784" cy="349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21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Počítačový program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šíří se bez vědomí uživatele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Lze jej připojit k jiným programům (spustí se sním zároveň)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Uživatel musí učinit první krok (spustit)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Druhy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Spustitelné soubory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Boot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sektory (diskové jednotky)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Master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boot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sektor (pevný disk)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Dokumenty s makry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70D52F99-8E7D-D60E-71AF-A76DC11F4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9225" y="3606800"/>
            <a:ext cx="61245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3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Červy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Podobnost s viry (sami se šíří)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Není nutné prvotní zapnutí od uživatele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Šíří se po sítích pomoci síťových paketů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Využívají bezpečnostních děr v systému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What is a computer worm and how does it spread? | Emsisoft | Security Blog">
            <a:extLst>
              <a:ext uri="{FF2B5EF4-FFF2-40B4-BE49-F238E27FC236}">
                <a16:creationId xmlns:a16="http://schemas.microsoft.com/office/drawing/2014/main" id="{568B31C4-AC06-4628-9B61-8645AF764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357" y="3840625"/>
            <a:ext cx="6953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87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Trojské koně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Vypadá jako užitečný program  skrytá škodlivá funkce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Neumí se sám šířit (to dělá uživatel)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Přidávaný k programům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566C404-5234-71FB-6062-751813C14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62" y="3097564"/>
            <a:ext cx="5368079" cy="33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Rootkit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Počítačové programy umožňující maskování malware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kauza SONY BMG (2006) 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rootkit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na audio CD jako ochrana proti kopírování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fungoval i jako spyware</a:t>
            </a:r>
          </a:p>
        </p:txBody>
      </p:sp>
      <p:pic>
        <p:nvPicPr>
          <p:cNvPr id="6146" name="Picture 2" descr="Co je to Rootkit a jak ho odstranit">
            <a:extLst>
              <a:ext uri="{FF2B5EF4-FFF2-40B4-BE49-F238E27FC236}">
                <a16:creationId xmlns:a16="http://schemas.microsoft.com/office/drawing/2014/main" id="{F95FC77B-5BB6-4756-922F-7AE8CF8B6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450" y="2682875"/>
            <a:ext cx="35623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04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Ransomware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Ransom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= požadovat výkupné, výpalné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Zašifruje/schová vaše data a vyžaduje zaplacení výkupného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7170" name="Picture 2" descr="European fraudsters say pay up or your computer and files are goners!">
            <a:extLst>
              <a:ext uri="{FF2B5EF4-FFF2-40B4-BE49-F238E27FC236}">
                <a16:creationId xmlns:a16="http://schemas.microsoft.com/office/drawing/2014/main" id="{C4793745-7FAB-49E9-B14D-C3FA17173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663" y="3208635"/>
            <a:ext cx="4330137" cy="310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EAB396B-BA7F-43B6-82BD-6CAB9D8DF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222" y="2813366"/>
            <a:ext cx="4615778" cy="389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37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Spyware 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Tajně nainstalovaný program, nebo jeho skrytá funkce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Monitorování  odesílání autorovi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Využíváni k statistice (návštěvnost stránek)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Cílená reklama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9218" name="Picture 2" descr="Co je spyware | Nástroj na detekci a odstranění spyware zdarma | Avast">
            <a:extLst>
              <a:ext uri="{FF2B5EF4-FFF2-40B4-BE49-F238E27FC236}">
                <a16:creationId xmlns:a16="http://schemas.microsoft.com/office/drawing/2014/main" id="{CFB6A1FA-861D-4751-BB09-AC4EABC10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450" y="2682875"/>
            <a:ext cx="35623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78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Adware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Advertising-supported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software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Součást instalovaného software 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Slouží k zobrazování reklamy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0242" name="Picture 2" descr="TIP#1525: Co je to adware? – @365tipu">
            <a:extLst>
              <a:ext uri="{FF2B5EF4-FFF2-40B4-BE49-F238E27FC236}">
                <a16:creationId xmlns:a16="http://schemas.microsoft.com/office/drawing/2014/main" id="{3C1C0739-2998-42BF-8B03-BF3EE00AA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83769"/>
            <a:ext cx="5745474" cy="430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33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Botnet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2938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Bot = program plnící příkazy svého pána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Houf počítačů infikovaných stejným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botem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=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botnet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Infikovaným počítačům = "Zombie“ = vykonávají práci zadanou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8B4F810A-BF75-4CEE-9BD2-85A3CBF39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582" y="760902"/>
            <a:ext cx="4566234" cy="541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71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7" title="What is a Botnet?">
            <a:hlinkClick r:id="" action="ppaction://media"/>
            <a:extLst>
              <a:ext uri="{FF2B5EF4-FFF2-40B4-BE49-F238E27FC236}">
                <a16:creationId xmlns:a16="http://schemas.microsoft.com/office/drawing/2014/main" id="{E69796B5-4F1D-4981-A6D6-778F209DC2C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71546" y="477183"/>
            <a:ext cx="10448908" cy="590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1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(Distributed) Denial of Service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útok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vedený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server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přehlcení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požadavky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služba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poskytovaná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serverem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přestane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fungovat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Útočník nemodifikuje a nemaže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2290" name="Picture 2" descr="Denial of Service">
            <a:extLst>
              <a:ext uri="{FF2B5EF4-FFF2-40B4-BE49-F238E27FC236}">
                <a16:creationId xmlns:a16="http://schemas.microsoft.com/office/drawing/2014/main" id="{E8F8FD1D-0EDE-420F-BA29-22F06C96C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447" y="2945614"/>
            <a:ext cx="4125892" cy="354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55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7" title="DDoS Attacks as Fast As Possible">
            <a:hlinkClick r:id="" action="ppaction://media"/>
            <a:extLst>
              <a:ext uri="{FF2B5EF4-FFF2-40B4-BE49-F238E27FC236}">
                <a16:creationId xmlns:a16="http://schemas.microsoft.com/office/drawing/2014/main" id="{028999A9-E6AF-421E-97C5-925BA2ECDFA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93879" y="320302"/>
            <a:ext cx="11004241" cy="621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2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Man-in-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Narušení komunikace dvou subjektů v rámci sítě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Alice a Bob spolu komunikují, zatímco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Mallory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jim vstoupí jako mezi článek komunikace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Typicky při komunikaci na veřejné síti (restaurace, kavárna,…)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E5DAD89-BD8A-E7B6-0BA6-859273D96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707" y="3552648"/>
            <a:ext cx="4568739" cy="324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1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spraying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Snaha brutální silou se prolomit do systému, nejčastěji na účet nějakého uživatele.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Tipování hesla od známých po získání databáze hesel a náhodného pokusu tyto hesla uplatnit u přihlašovacích údajů.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6E3A8B4-20A3-E36F-B2F8-8FD8D8F25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991" y="3742890"/>
            <a:ext cx="451548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0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208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Ochrana</a:t>
            </a:r>
          </a:p>
        </p:txBody>
      </p:sp>
      <p:pic>
        <p:nvPicPr>
          <p:cNvPr id="4" name="Obrázek 3" descr="Obsah obrázku text, klipart&#10;&#10;Popis byl vytvořen automaticky">
            <a:extLst>
              <a:ext uri="{FF2B5EF4-FFF2-40B4-BE49-F238E27FC236}">
                <a16:creationId xmlns:a16="http://schemas.microsoft.com/office/drawing/2014/main" id="{F01108B2-ED7B-3FC9-2970-B68F9AD20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56" y="1191358"/>
            <a:ext cx="11536287" cy="44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60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Počítačová bezpečnost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Definice – „Počítačová bezpečnost je stav, kdy je dosaženo dostupnosti, integrity, důvěrnosti a odpovědnosti.“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Dostupnost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data jsou dostupná autorizovaným uživatelům.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Integrita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- změnu dat smí provádět pouze autorizovaní uživatelé.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Důvěrnost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- přístup k datům, mají pouze autorizovaní uživatelé.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Odpovědnost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uživatelé jsou odpovědní za své aktivity. 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26626" name="Picture 2" descr="DigitalBulls | 11 Steps To Secure Your Computer's Security">
            <a:extLst>
              <a:ext uri="{FF2B5EF4-FFF2-40B4-BE49-F238E27FC236}">
                <a16:creationId xmlns:a16="http://schemas.microsoft.com/office/drawing/2014/main" id="{B2E89DE6-C203-4322-8134-0BD40897F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529" y="4295775"/>
            <a:ext cx="4665271" cy="21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68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Šifrování dat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Před tím než se někdo dostane datům by měla být dvojitá ochrana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Fyzická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Data jsou na stroji, který není veřejně dostupný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Autorizace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Stroje vyžadující autorizaci uživatele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Pokud jsou ochrany prolomeny, tak je třeba data šifrovat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Kryptografie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kryptografie a kryptoanalýza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Kryptografie se zabývá kódováním a dekódováním dat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Kryptoanalýza analyzuje algoritmy a zašifrovaná data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Symetrická kryptografie – stejný klíč pro obě strany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Asymetrická kryptografie – dva různé klíče</a:t>
            </a:r>
          </a:p>
        </p:txBody>
      </p:sp>
    </p:spTree>
    <p:extLst>
      <p:ext uri="{BB962C8B-B14F-4D97-AF65-F5344CB8AC3E}">
        <p14:creationId xmlns:p14="http://schemas.microsoft.com/office/powerpoint/2010/main" val="243233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Šifrování dat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03143A9-CFF8-4961-A0B6-DC02E736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77" y="2402863"/>
            <a:ext cx="5845758" cy="3778127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488CFD55-43FD-4C43-9762-A688E2AD9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466" y="2488954"/>
            <a:ext cx="5666484" cy="360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3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Antivir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kontroluje všechny data, které do počítače proudí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obsahuje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residentní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modul, vše stále monitoruje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Záplaty programů a operačního systému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žádný software není dokonalý, záplaty řeší bezpečnostní rizika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Firewall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obousměrně filtruje komunikaci s počítačovou sítí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4881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Prevence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F307FB2-BBA8-4A58-9A08-B28E6891A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1690688"/>
            <a:ext cx="999172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55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Hesla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Tvořit hesla, která nejsou prolomitelná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Často je měnit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Dvoufázové ověření identity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Další kanál</a:t>
            </a: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F84AC597-5BED-4A81-B676-71332A681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101" y="339725"/>
            <a:ext cx="509587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>
            <a:extLst>
              <a:ext uri="{FF2B5EF4-FFF2-40B4-BE49-F238E27FC236}">
                <a16:creationId xmlns:a16="http://schemas.microsoft.com/office/drawing/2014/main" id="{DDEE1C67-E8E5-4DA5-9EFD-78B871488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429000"/>
            <a:ext cx="4865077" cy="3243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28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546</Words>
  <Application>Microsoft Office PowerPoint</Application>
  <PresentationFormat>Širokoúhlá obrazovka</PresentationFormat>
  <Paragraphs>96</Paragraphs>
  <Slides>23</Slides>
  <Notes>0</Notes>
  <HiddenSlides>0</HiddenSlides>
  <MMClips>2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Motiv Office</vt:lpstr>
      <vt:lpstr>Malware = Malicious software (škodlivý)</vt:lpstr>
      <vt:lpstr>K čemu slouží malware?</vt:lpstr>
      <vt:lpstr>Útočníci</vt:lpstr>
      <vt:lpstr>Viry</vt:lpstr>
      <vt:lpstr>Červy</vt:lpstr>
      <vt:lpstr>Trojské koně</vt:lpstr>
      <vt:lpstr>Rootkit</vt:lpstr>
      <vt:lpstr>Ransomware</vt:lpstr>
      <vt:lpstr>Spyware </vt:lpstr>
      <vt:lpstr>Adware </vt:lpstr>
      <vt:lpstr>Botnet</vt:lpstr>
      <vt:lpstr>Prezentace aplikace PowerPoint</vt:lpstr>
      <vt:lpstr>DoS, DDoS</vt:lpstr>
      <vt:lpstr>Prezentace aplikace PowerPoint</vt:lpstr>
      <vt:lpstr>Man-in-the-middle attack</vt:lpstr>
      <vt:lpstr>Password spraying</vt:lpstr>
      <vt:lpstr>Ochrana</vt:lpstr>
      <vt:lpstr>Počítačová bezpečnost</vt:lpstr>
      <vt:lpstr>Šifrování dat</vt:lpstr>
      <vt:lpstr>Šifrování dat</vt:lpstr>
      <vt:lpstr>Prevence</vt:lpstr>
      <vt:lpstr>Prevence</vt:lpstr>
      <vt:lpstr>Hesla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123</cp:revision>
  <dcterms:created xsi:type="dcterms:W3CDTF">2020-09-17T19:44:13Z</dcterms:created>
  <dcterms:modified xsi:type="dcterms:W3CDTF">2023-01-27T10:13:41Z</dcterms:modified>
</cp:coreProperties>
</file>