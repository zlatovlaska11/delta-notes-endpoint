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9" r:id="rId4"/>
    <p:sldId id="280" r:id="rId5"/>
    <p:sldId id="278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22.01.2023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portableapp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017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Aplikace</a:t>
            </a:r>
          </a:p>
        </p:txBody>
      </p:sp>
      <p:pic>
        <p:nvPicPr>
          <p:cNvPr id="1026" name="Picture 2" descr="IT Applications - Election Commission of India">
            <a:extLst>
              <a:ext uri="{FF2B5EF4-FFF2-40B4-BE49-F238E27FC236}">
                <a16:creationId xmlns:a16="http://schemas.microsoft.com/office/drawing/2014/main" id="{68FEE7CF-27FE-4D02-9C54-C04EF1E4E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Aplikační software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umožňuje provádět nějakou činnost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Komunikace s uživatelem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Textové rozhraní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Grafické rozhraní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Příkazový řádek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Historie vývoje grafického uživatelského rozhraní (3) - Root.cz">
            <a:extLst>
              <a:ext uri="{FF2B5EF4-FFF2-40B4-BE49-F238E27FC236}">
                <a16:creationId xmlns:a16="http://schemas.microsoft.com/office/drawing/2014/main" id="{DC96418C-C2AF-465F-97CD-CE00B1EC7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328" y="845415"/>
            <a:ext cx="4027055" cy="3020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istorie vývoje GUI (10): počítače IBM PC a aplikace využívající textový  režim - Root.cz">
            <a:extLst>
              <a:ext uri="{FF2B5EF4-FFF2-40B4-BE49-F238E27FC236}">
                <a16:creationId xmlns:a16="http://schemas.microsoft.com/office/drawing/2014/main" id="{2DE9F154-71E5-48C1-BAA3-ABBE911D2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982" y="3865706"/>
            <a:ext cx="3870036" cy="290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Aplikační balíčky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 aplikací v jednom setu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kancelářské balíčky</a:t>
            </a:r>
          </a:p>
        </p:txBody>
      </p:sp>
      <p:pic>
        <p:nvPicPr>
          <p:cNvPr id="3074" name="Picture 2" descr="Software MS Office pro podnikatele 2019 T5D-03305 | 100MEGA Distribution  s.r.o. – Váš kvalitní B2B distributor IT">
            <a:extLst>
              <a:ext uri="{FF2B5EF4-FFF2-40B4-BE49-F238E27FC236}">
                <a16:creationId xmlns:a16="http://schemas.microsoft.com/office/drawing/2014/main" id="{D3B433C4-8B12-487D-88E2-5BBA98AA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685" y="2827094"/>
            <a:ext cx="5583115" cy="334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43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Dělení aplikací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39" y="1690687"/>
            <a:ext cx="5518638" cy="4736489"/>
          </a:xfrm>
        </p:spPr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Antivirové programy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Databázové systémy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Ekonomické a informační systémy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Grafické editory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bitmapové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vektorové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Webové prohlížeče (browsery)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Kancelářské balíky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Pomocné programy – utility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927E24C7-82F3-45B4-AFF2-8EAC30C95C8C}"/>
              </a:ext>
            </a:extLst>
          </p:cNvPr>
          <p:cNvSpPr txBox="1">
            <a:spLocks/>
          </p:cNvSpPr>
          <p:nvPr/>
        </p:nvSpPr>
        <p:spPr>
          <a:xfrm>
            <a:off x="6008077" y="1605207"/>
            <a:ext cx="6107723" cy="6338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Poštovní programy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Prezentační programy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Správci souborů a archivační programy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Tabulkové kalkulátory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Technické programy (CAD, CAM, CAE)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Textové editory a DTP programy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Výukové programy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Vývojové nástroje </a:t>
            </a:r>
          </a:p>
        </p:txBody>
      </p:sp>
    </p:spTree>
    <p:extLst>
      <p:ext uri="{BB962C8B-B14F-4D97-AF65-F5344CB8AC3E}">
        <p14:creationId xmlns:p14="http://schemas.microsoft.com/office/powerpoint/2010/main" val="299896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017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Instalační proces</a:t>
            </a:r>
          </a:p>
        </p:txBody>
      </p:sp>
      <p:pic>
        <p:nvPicPr>
          <p:cNvPr id="4098" name="Picture 2" descr="Installing a Hard Drive - iFixit">
            <a:extLst>
              <a:ext uri="{FF2B5EF4-FFF2-40B4-BE49-F238E27FC236}">
                <a16:creationId xmlns:a16="http://schemas.microsoft.com/office/drawing/2014/main" id="{E78DEEBF-F674-4BA3-9857-536E08D67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80" y="1281216"/>
            <a:ext cx="6604440" cy="495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91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Instalační proces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 nainstalování aplikace (nakopírování a nastavení)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Reinstalace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odstraní program a znova 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ho nainstaluje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rozšíření, nebo úprava nainstalované aplikace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odstranění staré verze a nainstalování nové</a:t>
            </a:r>
          </a:p>
        </p:txBody>
      </p:sp>
      <p:pic>
        <p:nvPicPr>
          <p:cNvPr id="5122" name="Picture 2" descr="Installing and Setting up GNS3">
            <a:extLst>
              <a:ext uri="{FF2B5EF4-FFF2-40B4-BE49-F238E27FC236}">
                <a16:creationId xmlns:a16="http://schemas.microsoft.com/office/drawing/2014/main" id="{51200E18-F893-4A84-8729-142B28216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218" y="4001294"/>
            <a:ext cx="4867564" cy="273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95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Instalační proces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Instalace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Komprimovaný balíček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rozbalení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Některé programy bez nutnosti instalace.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https://portableapps.com/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– lze spustit z 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bootvacího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Obchody s aplikacemi (dříve jen mobily)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What is App Store?">
            <a:extLst>
              <a:ext uri="{FF2B5EF4-FFF2-40B4-BE49-F238E27FC236}">
                <a16:creationId xmlns:a16="http://schemas.microsoft.com/office/drawing/2014/main" id="{C98B11AE-72F1-4099-9603-DD38E440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944" y="3390046"/>
            <a:ext cx="3454856" cy="278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7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Operace samotné instalace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kontrola prostředí, zda vyhovuje daným požadavkům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kontrola, zda má instalátor práva nezbytná k provedení instalace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zobrazení uživatelských dialogů k zjištění podrobností nezbytných k provedení instalace (např. volba požadované jazykové mutace)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vytvoření adresářů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rozbalení a umístění spustitelných souborů, knihoven a dalších souborů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vytvoření konfiguračních souborů (config.ini atp.)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vytvoření symbolických nebo pevných odkazů (v MS Windows též tzv. zástupců)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28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instalací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Tichá instalace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žádné oznámení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Čistá instalace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instalace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 kolize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Bezobslužná instalace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potřebuje spustit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Samoinstalace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nepotřebuje spuštění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Instalace bez zobrazovací jednotky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bez monitoru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Plochá instalace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Neprobíhá na instalačním mediu, ale na disku</a:t>
            </a:r>
          </a:p>
        </p:txBody>
      </p:sp>
    </p:spTree>
    <p:extLst>
      <p:ext uri="{BB962C8B-B14F-4D97-AF65-F5344CB8AC3E}">
        <p14:creationId xmlns:p14="http://schemas.microsoft.com/office/powerpoint/2010/main" val="422194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Liceční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modely distribuce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Adware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 reklamou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Donationware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lze poslat peníze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zadotovat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funkčně nebo časově (trial) omezená verze 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Freeware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zdarma, nesdílí se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Shareware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software, který lze volně distribuovat a zdarma vyzkoušet, pro další používání je třeba zaplatit.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Abandonware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či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orphanware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program, který již není výrobcem prodáván ani podporován, leč je tolerováno jeho šíření neoficiálními kanály.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21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339</Words>
  <Application>Microsoft Office PowerPoint</Application>
  <PresentationFormat>Širokoúhlá obrazovka</PresentationFormat>
  <Paragraphs>66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Motiv Office</vt:lpstr>
      <vt:lpstr>Aplikace</vt:lpstr>
      <vt:lpstr>Aplikační software</vt:lpstr>
      <vt:lpstr>Aplikační balíčky</vt:lpstr>
      <vt:lpstr>Dělení aplikací</vt:lpstr>
      <vt:lpstr>Instalační proces</vt:lpstr>
      <vt:lpstr>Instalační proces</vt:lpstr>
      <vt:lpstr>Instalační proces</vt:lpstr>
      <vt:lpstr>Operace samotné instalace</vt:lpstr>
      <vt:lpstr>Typy instalací</vt:lpstr>
      <vt:lpstr>Liceční modely distribuce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103</cp:revision>
  <dcterms:created xsi:type="dcterms:W3CDTF">2020-09-17T19:44:13Z</dcterms:created>
  <dcterms:modified xsi:type="dcterms:W3CDTF">2023-01-22T17:42:54Z</dcterms:modified>
</cp:coreProperties>
</file>