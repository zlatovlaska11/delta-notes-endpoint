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0" r:id="rId6"/>
    <p:sldId id="261" r:id="rId7"/>
    <p:sldId id="265" r:id="rId8"/>
    <p:sldId id="262" r:id="rId9"/>
    <p:sldId id="263" r:id="rId10"/>
    <p:sldId id="267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3B7552-13CF-4FAA-B591-AE3E7F36A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44880F5-547B-4918-A9B2-73801E547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79159A4-8F30-403C-BCA7-AC8CB684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7A2977-CB7D-4BEB-9F2A-F9A4F4BC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CDDCB6-29EF-44F1-8679-0DCD8383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883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0321DF-F56B-4954-8D44-1AC7A983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90B40C-3E11-47A1-AB8B-17A757189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FB5F4DA-AD0D-48EC-A849-8C2AA8CF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21388F4-8959-43DD-BD09-CB4FECFB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3F67B12-FD05-4145-9B19-08187B622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5271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9DE4AB-1B92-4939-B24A-D1ADCB1B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C3C9E89-79A8-4DEC-B8D3-F17C70986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B59198E-BF61-4873-B838-4F4F5CD1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EA6A17-A111-4C78-BE14-6B440D94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7A49E6B-505A-429F-8468-9BCC798C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358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43A516-EEA3-4FCF-A4C9-27D21BE4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8F055C-117C-47CE-8E36-74F269B62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F19F6C6-D5ED-4477-BA0B-E76930A5A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5BBEE83-35C1-48E5-9078-497575F6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DA1B1BC-BE63-4DCB-96B3-803BD9BFD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AFCF42F-4221-405C-8E0D-45440739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9324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F9C251-3730-4804-9A55-19CE99417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F037620-C79A-4CB1-BAD6-581CBFA3A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D213A6F-7E6C-4CD6-9C3B-34979394A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146A7B7-633A-4F52-A2E6-FFEB7F41A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3ADFCAD-97CD-49C2-9442-DB56D7CCD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BCFBDCD-72D6-4B65-B07C-A6A2175C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72A56AB-A429-437E-BA89-F3604F0D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2C66D17-6F58-4FA8-98C3-23D41EEC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0930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691D9A-EF84-414F-A4EE-8BD8186E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8C4CC15-5A71-4831-9359-97A07516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AE365BF-1B23-4651-8116-51BABFD8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C855ABF-9335-4C54-BD82-73B3AAB5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745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3CE193B-D12E-47D0-A0E9-1FBF8D89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BE0F86-FC9C-48DB-AF0B-1E42E9B0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5AD136F-BE7B-42CF-9DE9-B46B5F9E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736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55BFDB-EA33-40BC-93AC-2AD940B05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C900E9-064F-4700-BEEF-E865F0E5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968CAC7-CB4E-4D04-AE22-E3F97B2D0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A7CF50-3A37-4120-864C-8CE4A038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C24E7A1-C1ED-4724-A3C4-8B4A9C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30BD9B0-6DC1-4EB4-A1DC-D5801D9C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842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F40986-27FE-47B9-BAFD-92C8BCEE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14FEA46-8672-4B03-A8FE-4136D7183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EF995AF-303A-4A07-90DD-5CD1B0515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09F7C7C-F954-4AE0-A7AB-9EB9EA62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4969E-236C-47BD-A4E7-35380B80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D0274EF-9EF0-463D-BF8B-E0065BD2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95335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AC80D5-22F6-434B-B126-B553F319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A01BF6F-77DB-40AF-8BF9-EA2138B09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027119-0DCC-48AA-B9E4-E837B376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1D2A825-0297-4B6E-9982-F0DB4F32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E408C13-D8E7-4E54-A0E2-7FDC5EAE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267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944CD4D-D693-4287-A1A3-230EED64A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88836E0-99D8-4EA8-A074-41E8B13EC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D6AFB9-7340-4F64-A0D4-23613327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13623D3-0D00-4450-906D-D2E30C16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ECC1789-2516-4118-9208-C04779A2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347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F5E6E04-16AB-4AD4-9B98-E848F53E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59AC003-19D4-4C64-AB93-655CE4ED9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AA3C7FE-B88F-4C55-BE9E-1B440630E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6C86D-8B18-4258-8704-6850C49882B5}" type="datetimeFigureOut">
              <a:rPr lang="cs-CZ" smtClean="0"/>
              <a:t>11.09.2022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8635F32-DD4A-42D5-B1CC-22E1AD239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C503998-17AA-4AB0-959C-9F2BFDADA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679E8-C4BB-432B-AEA6-36A75BE727C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97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183AA-EDC6-496C-B3DE-87596D98F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740" y="394980"/>
            <a:ext cx="6856520" cy="848480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Ergonomie a čistota </a:t>
            </a:r>
          </a:p>
        </p:txBody>
      </p:sp>
      <p:pic>
        <p:nvPicPr>
          <p:cNvPr id="1026" name="Picture 2" descr="Ergonomie v kanceláři | Office2000.cz">
            <a:extLst>
              <a:ext uri="{FF2B5EF4-FFF2-40B4-BE49-F238E27FC236}">
                <a16:creationId xmlns:a16="http://schemas.microsoft.com/office/drawing/2014/main" id="{AC7ADC68-0130-4645-93F3-10C62A355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7" y="1339107"/>
            <a:ext cx="7553325" cy="502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508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C97543-893F-4B2C-B17C-C9B3D12E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Proč to mám řešit?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139BBB-0208-43B9-AA26-F3B9BE37A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s-C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Zdravý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Karpální tunel – Chirurgie ruky | IC Klinika Brno">
            <a:extLst>
              <a:ext uri="{FF2B5EF4-FFF2-40B4-BE49-F238E27FC236}">
                <a16:creationId xmlns:a16="http://schemas.microsoft.com/office/drawing/2014/main" id="{2DE5332F-EADB-4F7E-926B-1E2BB4C10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288" y="472165"/>
            <a:ext cx="3638549" cy="591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Řeč těla: Co nám odkrývají problémy se zády a páteří? | Prima Ženy">
            <a:extLst>
              <a:ext uri="{FF2B5EF4-FFF2-40B4-BE49-F238E27FC236}">
                <a16:creationId xmlns:a16="http://schemas.microsoft.com/office/drawing/2014/main" id="{A2A10E4A-A06B-4CF9-A138-CDCCFAE10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39740"/>
            <a:ext cx="4159249" cy="364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ŽENA-IN - Mobilní aplikace může odhalit onemocnění očí">
            <a:extLst>
              <a:ext uri="{FF2B5EF4-FFF2-40B4-BE49-F238E27FC236}">
                <a16:creationId xmlns:a16="http://schemas.microsoft.com/office/drawing/2014/main" id="{CA5F13AD-F862-4E85-978F-771C6B8CB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429000"/>
            <a:ext cx="3133725" cy="206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45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525439-9B37-4F12-9A19-EAE4D3C9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to řešit?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656246-963B-4EBF-A30B-8E52C8058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Správné sezení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Pozor na ruce!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Pauza a protažení</a:t>
            </a:r>
          </a:p>
          <a:p>
            <a:endParaRPr lang="cs-C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Zdravé sezení a ergonomie | Kancelar24h.cz">
            <a:extLst>
              <a:ext uri="{FF2B5EF4-FFF2-40B4-BE49-F238E27FC236}">
                <a16:creationId xmlns:a16="http://schemas.microsoft.com/office/drawing/2014/main" id="{1EB87DEA-C23C-42E0-B331-D657601CB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888" y="149225"/>
            <a:ext cx="5705475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rgonomie práce s Macem - Podpora Apple">
            <a:extLst>
              <a:ext uri="{FF2B5EF4-FFF2-40B4-BE49-F238E27FC236}">
                <a16:creationId xmlns:a16="http://schemas.microsoft.com/office/drawing/2014/main" id="{4C4B2AFE-2765-4E6E-8D10-436959154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3862806"/>
            <a:ext cx="6903546" cy="244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yndrom karpálního tunelu | RAFNI.CZ | KANCELÁŘSKÝ NÁBYTEK - ŽIDLE, KŘESLA,  STOLY">
            <a:extLst>
              <a:ext uri="{FF2B5EF4-FFF2-40B4-BE49-F238E27FC236}">
                <a16:creationId xmlns:a16="http://schemas.microsoft.com/office/drawing/2014/main" id="{E9456DBF-6BDA-4A4F-85F7-2576DE8A3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713" y="149225"/>
            <a:ext cx="5962650" cy="371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4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525439-9B37-4F12-9A19-EAE4D3C9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Ergonomické vybavení </a:t>
            </a:r>
            <a:endParaRPr lang="cs-CZ" dirty="0"/>
          </a:p>
        </p:txBody>
      </p:sp>
      <p:pic>
        <p:nvPicPr>
          <p:cNvPr id="1026" name="Picture 2" descr="Ergonomické židle | Ergo Interier">
            <a:extLst>
              <a:ext uri="{FF2B5EF4-FFF2-40B4-BE49-F238E27FC236}">
                <a16:creationId xmlns:a16="http://schemas.microsoft.com/office/drawing/2014/main" id="{487396EC-99CC-143A-B874-990F02B3F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450" y="104775"/>
            <a:ext cx="4400550" cy="675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rgonomická klávesnice Microsoft Sculpt Ergonomic Desktop Wireless">
            <a:extLst>
              <a:ext uri="{FF2B5EF4-FFF2-40B4-BE49-F238E27FC236}">
                <a16:creationId xmlns:a16="http://schemas.microsoft.com/office/drawing/2014/main" id="{7BBF9304-91F5-9EA1-A67B-8F3429BD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414" y="1307961"/>
            <a:ext cx="5134561" cy="250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ýběr nejlepších vertikálních myší | Jak vybrat vertikální myš + Recenze">
            <a:extLst>
              <a:ext uri="{FF2B5EF4-FFF2-40B4-BE49-F238E27FC236}">
                <a16:creationId xmlns:a16="http://schemas.microsoft.com/office/drawing/2014/main" id="{C159A9D0-FB32-CA1C-2FFB-475148A5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4" y="3429000"/>
            <a:ext cx="3054968" cy="350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sací stůl SLANGERUP 80x160 černá | JYSK">
            <a:extLst>
              <a:ext uri="{FF2B5EF4-FFF2-40B4-BE49-F238E27FC236}">
                <a16:creationId xmlns:a16="http://schemas.microsoft.com/office/drawing/2014/main" id="{2D99772E-A01E-A7C4-3257-81F25560F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842" y="3481387"/>
            <a:ext cx="434252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Ergonomická klávesnice Microsoft Sculpt Ergonomic Desktop Wireless">
            <a:extLst>
              <a:ext uri="{FF2B5EF4-FFF2-40B4-BE49-F238E27FC236}">
                <a16:creationId xmlns:a16="http://schemas.microsoft.com/office/drawing/2014/main" id="{8B39C870-C189-FF12-0E87-1CBB7A8DE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989" y="1307961"/>
            <a:ext cx="5134561" cy="250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Výběr nejlepších vertikálních myší | Jak vybrat vertikální myš + Recenze">
            <a:extLst>
              <a:ext uri="{FF2B5EF4-FFF2-40B4-BE49-F238E27FC236}">
                <a16:creationId xmlns:a16="http://schemas.microsoft.com/office/drawing/2014/main" id="{19D5DC2B-AB16-BA0E-44F4-6729828E3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9" y="3429000"/>
            <a:ext cx="3054968" cy="350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Psací stůl SLANGERUP 80x160 černá | JYSK">
            <a:extLst>
              <a:ext uri="{FF2B5EF4-FFF2-40B4-BE49-F238E27FC236}">
                <a16:creationId xmlns:a16="http://schemas.microsoft.com/office/drawing/2014/main" id="{210269A5-9E22-4226-E6C5-E9A0F44E9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417" y="3481387"/>
            <a:ext cx="434252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46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140847-6738-4E80-A2D2-4800145A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Čistota je nutná…</a:t>
            </a:r>
            <a:endParaRPr lang="cs-CZ" dirty="0"/>
          </a:p>
        </p:txBody>
      </p:sp>
      <p:pic>
        <p:nvPicPr>
          <p:cNvPr id="4100" name="Picture 4" descr="laptop – Worldwide Jewelry and Pawn">
            <a:extLst>
              <a:ext uri="{FF2B5EF4-FFF2-40B4-BE49-F238E27FC236}">
                <a16:creationId xmlns:a16="http://schemas.microsoft.com/office/drawing/2014/main" id="{8F64D56D-C410-4C68-86EB-75C6F3656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171917"/>
            <a:ext cx="4543109" cy="605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Dirty laptop keyboard — Stock Photo © phodopus #42177873">
            <a:extLst>
              <a:ext uri="{FF2B5EF4-FFF2-40B4-BE49-F238E27FC236}">
                <a16:creationId xmlns:a16="http://schemas.microsoft.com/office/drawing/2014/main" id="{67B96AFF-D0D6-403E-8D25-88D8D316E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53" y="1690688"/>
            <a:ext cx="619035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52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86ED85-01DD-4037-BA25-82D2CC02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to řešit?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D55624-E72E-490F-888D-5EA608F90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Nejíst a nepít u počítače! (prevence)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Nosit zařízení v bezpečných obalech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– hadřík a přípravek/navlhčený (pozor na vodu!)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Vnitřní část (pozor ohledně reklamace)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Ujistit si, že to zase složíte (video na YT)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Rozebrat – šroubovák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Štěteček, či kapesník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Stlačený vzduch</a:t>
            </a:r>
          </a:p>
          <a:p>
            <a:endParaRPr lang="cs-CZ" dirty="0"/>
          </a:p>
        </p:txBody>
      </p:sp>
      <p:pic>
        <p:nvPicPr>
          <p:cNvPr id="5122" name="Picture 2" descr="How to clean your computer screen | PC Gamer">
            <a:extLst>
              <a:ext uri="{FF2B5EF4-FFF2-40B4-BE49-F238E27FC236}">
                <a16:creationId xmlns:a16="http://schemas.microsoft.com/office/drawing/2014/main" id="{20C38E2D-08EA-42D8-91D6-9B4604869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100013"/>
            <a:ext cx="4038599" cy="227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w often should you clean your PC? | rosmancomputers.com.au - Rosman  Computers">
            <a:extLst>
              <a:ext uri="{FF2B5EF4-FFF2-40B4-BE49-F238E27FC236}">
                <a16:creationId xmlns:a16="http://schemas.microsoft.com/office/drawing/2014/main" id="{0A76A1A8-4C4A-4B1C-8FED-4A41230C4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700" y="3346876"/>
            <a:ext cx="4743450" cy="314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10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86ED85-01DD-4037-BA25-82D2CC02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mobil?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D55624-E72E-490F-888D-5EA608F90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Ochranné sklo/fólie (prevence)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Ochranný obal (prevence)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Navlhčený hadřík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Nerozebírat! (kvůli reklamaci)</a:t>
            </a:r>
            <a:endParaRPr lang="cs-CZ" dirty="0"/>
          </a:p>
        </p:txBody>
      </p:sp>
      <p:pic>
        <p:nvPicPr>
          <p:cNvPr id="2050" name="Picture 2" descr="hydrogelová fólie na displej mobilního telefonu">
            <a:extLst>
              <a:ext uri="{FF2B5EF4-FFF2-40B4-BE49-F238E27FC236}">
                <a16:creationId xmlns:a16="http://schemas.microsoft.com/office/drawing/2014/main" id="{DB883C50-3665-A6FE-BA0B-FD433C155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462" y="111125"/>
            <a:ext cx="404653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 mobil je třeba čistit. Návod, jak na to - iDNES.cz">
            <a:extLst>
              <a:ext uri="{FF2B5EF4-FFF2-40B4-BE49-F238E27FC236}">
                <a16:creationId xmlns:a16="http://schemas.microsoft.com/office/drawing/2014/main" id="{5964F6DE-0C96-0BD6-5517-F7B5D3070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84715"/>
            <a:ext cx="4820211" cy="270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chranné tvrzené sklo pro Apple iPhone 6/6s/7/8/SE (2020) ✓| Vyberte si Ochranné  skla na POČÍTÁRNA.CZ">
            <a:extLst>
              <a:ext uri="{FF2B5EF4-FFF2-40B4-BE49-F238E27FC236}">
                <a16:creationId xmlns:a16="http://schemas.microsoft.com/office/drawing/2014/main" id="{FD2184A3-E9EC-05C6-08B6-4C417B8BC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976" y="3540125"/>
            <a:ext cx="4312024" cy="323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30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B4D3D850-2041-4B7C-AED9-54DA385B1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 descr="Men Are Different Than Women - A Revelation and Proof | Daves Computer Tips">
            <a:extLst>
              <a:ext uri="{FF2B5EF4-FFF2-40B4-BE49-F238E27FC236}">
                <a16:creationId xmlns:a16="http://schemas.microsoft.com/office/drawing/2014/main" id="{CC9470CA-FBC7-4961-ACD5-807CE4ED7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1" r="17943"/>
          <a:stretch/>
        </p:blipFill>
        <p:spPr bwMode="auto">
          <a:xfrm>
            <a:off x="20" y="10"/>
            <a:ext cx="6095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June 2020 – Muses for My Musings">
            <a:extLst>
              <a:ext uri="{FF2B5EF4-FFF2-40B4-BE49-F238E27FC236}">
                <a16:creationId xmlns:a16="http://schemas.microsoft.com/office/drawing/2014/main" id="{F9AD2AB4-4DF8-426F-870C-E37EB40253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0" r="17913"/>
          <a:stretch/>
        </p:blipFill>
        <p:spPr bwMode="auto">
          <a:xfrm>
            <a:off x="6096000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B497CCB5-5FC2-473C-AFCC-2430CEF1D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409915" y="1742916"/>
            <a:ext cx="3372170" cy="3372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ame 76">
            <a:extLst>
              <a:ext uri="{FF2B5EF4-FFF2-40B4-BE49-F238E27FC236}">
                <a16:creationId xmlns:a16="http://schemas.microsoft.com/office/drawing/2014/main" id="{599C8C75-BFDF-44E7-A028-EEB5EDD5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1277" y="1304278"/>
            <a:ext cx="4249446" cy="4249444"/>
          </a:xfrm>
          <a:prstGeom prst="frame">
            <a:avLst>
              <a:gd name="adj1" fmla="val 1195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C140847-6738-4E80-A2D2-4800145A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858" y="2761554"/>
            <a:ext cx="3618284" cy="134572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Systémová čistota…</a:t>
            </a:r>
          </a:p>
        </p:txBody>
      </p:sp>
    </p:spTree>
    <p:extLst>
      <p:ext uri="{BB962C8B-B14F-4D97-AF65-F5344CB8AC3E}">
        <p14:creationId xmlns:p14="http://schemas.microsoft.com/office/powerpoint/2010/main" val="2926504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86ED85-01DD-4037-BA25-82D2CC02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to řešit?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D55624-E72E-490F-888D-5EA608F90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2326" cy="4470400"/>
          </a:xfrm>
        </p:spPr>
        <p:txBody>
          <a:bodyPr>
            <a:normAutofit/>
          </a:bodyPr>
          <a:lstStyle/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Neinstalovat každý program (nenechat si nic vnutit)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Různé přídavky programů, při instalaci si hlídám, co všechno nechávám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zakliknuté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Udržovat pořádek v programech (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nepoužívám 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vymažu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Nemám více programů pro jednu funkci (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více antivirů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atd.)</a:t>
            </a:r>
          </a:p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Sleduji, co běží za procesy. Případné programy, co jsou spuštěné a nepoužívám vypnu (zabráním jim pouštět se při startu systému).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Nepřehltím plochu (musí se vždy načíst při startu).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/>
          </a:p>
        </p:txBody>
      </p:sp>
      <p:pic>
        <p:nvPicPr>
          <p:cNvPr id="3074" name="Picture 2" descr="Man throwing trash Vectors &amp; Illustrations for Free Download | Freepik">
            <a:extLst>
              <a:ext uri="{FF2B5EF4-FFF2-40B4-BE49-F238E27FC236}">
                <a16:creationId xmlns:a16="http://schemas.microsoft.com/office/drawing/2014/main" id="{6A8AB61A-FC79-8915-E4C8-12B191A9B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0"/>
            <a:ext cx="3476625" cy="183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75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86ED85-01DD-4037-BA25-82D2CC02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Přehlcení médii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D55624-E72E-490F-888D-5EA608F90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2326" cy="4470400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Reklama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dnes úplně všude! Hlavně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sociální sítě!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Snadné přehlcení (otrávení) médii. Podlehnutí mylné informaci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Jak řešit?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Než něčemu uvěřím, tak to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ověřím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!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Reklamy lze blokovat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Adblock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atd.)</a:t>
            </a: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Je to morální?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Tidy up that data overload - Bev's Tips for a Better Work Life">
            <a:extLst>
              <a:ext uri="{FF2B5EF4-FFF2-40B4-BE49-F238E27FC236}">
                <a16:creationId xmlns:a16="http://schemas.microsoft.com/office/drawing/2014/main" id="{C0F51F24-5D31-6659-6774-0F2B5A697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475" y="3130550"/>
            <a:ext cx="336232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84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243</Words>
  <Application>Microsoft Office PowerPoint</Application>
  <PresentationFormat>Širokoúhlá obrazovka</PresentationFormat>
  <Paragraphs>38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Motiv Office</vt:lpstr>
      <vt:lpstr>Ergonomie a čistota </vt:lpstr>
      <vt:lpstr>Proč to mám řešit?</vt:lpstr>
      <vt:lpstr>Jak to řešit?</vt:lpstr>
      <vt:lpstr>Ergonomické vybavení </vt:lpstr>
      <vt:lpstr>Čistota je nutná…</vt:lpstr>
      <vt:lpstr>Jak to řešit?</vt:lpstr>
      <vt:lpstr>Co mobil?</vt:lpstr>
      <vt:lpstr>Systémová čistota…</vt:lpstr>
      <vt:lpstr>Jak to řešit?</vt:lpstr>
      <vt:lpstr>Přehlcení médii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Ergonomie a čistota </dc:title>
  <dc:creator>Mottl Jan</dc:creator>
  <cp:lastModifiedBy>Mottl Jan</cp:lastModifiedBy>
  <cp:revision>3</cp:revision>
  <dcterms:created xsi:type="dcterms:W3CDTF">2020-09-04T23:43:58Z</dcterms:created>
  <dcterms:modified xsi:type="dcterms:W3CDTF">2022-09-11T09:33:21Z</dcterms:modified>
</cp:coreProperties>
</file>