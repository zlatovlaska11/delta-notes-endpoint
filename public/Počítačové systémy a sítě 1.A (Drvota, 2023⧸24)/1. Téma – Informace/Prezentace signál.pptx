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EF2702-5E31-4985-B445-E020CF5F4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1B99FA1-7621-432D-AFB7-A662F05E2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7440E1F-0B97-4E25-9583-FF65C7D16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E4DB-2B2B-4D9E-882F-E3C91777E541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539C0BD-883A-4081-A091-748B3870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D49CEEF-FEA7-4C63-8C72-165C81A7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1FB5-F9CD-4698-B26D-1042509396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3073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EAA3B2-0DB4-42F7-80AE-6F5016995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A9C8896-0078-402F-907A-BCC0396AE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2524A5B-2B48-4537-9F86-0FB96F0F6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E4DB-2B2B-4D9E-882F-E3C91777E541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5E9822D-E2DF-4DDE-9A6D-AD9E5D1DF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3735F85-C1A5-41E8-A34C-DA86BAB08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1FB5-F9CD-4698-B26D-1042509396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0723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13E374-B922-4C1E-8C5E-575F4452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4888CAB-70D2-4DD5-9D0F-1907B6105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F7AE029-D3E2-40C7-8351-28E1A03F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E4DB-2B2B-4D9E-882F-E3C91777E541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EB1D31E-885E-4C58-A081-11F68463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6004AF2-4CD9-4CEF-B0F9-710779D7B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1FB5-F9CD-4698-B26D-1042509396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0184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821A1B-3ADF-4132-A256-1EC50A26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8B0C1A-C830-422B-A16B-89F6BABB5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1E9A072-C4FA-4015-BF71-E7FC01B23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BC4A9AA-2505-4F00-925B-2A216266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E4DB-2B2B-4D9E-882F-E3C91777E541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7C9FDA0-4A39-43D1-8EF2-44BA28A9C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FC555EF-6582-45C5-866E-5CDCC3689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1FB5-F9CD-4698-B26D-1042509396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96869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90E87D-46DD-4BE6-9C18-E163E778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9D0EE87-0F37-4739-9AD6-D518BC083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6AE1ECF-8D8E-4645-87A7-7070E041D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6BDF980-9C02-499E-B5E7-9DC90D9D7B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DF56F95-2985-40F0-AAEF-59F049894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F6815BFD-010F-43FE-88C7-E13A8D674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E4DB-2B2B-4D9E-882F-E3C91777E541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6C428537-9F84-431E-ACAE-52AEC2F4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8FDB81C-FC34-4ADA-A7F8-5D8513275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1FB5-F9CD-4698-B26D-1042509396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7898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7E4C1B-5FB3-47F0-AB7E-425A09DB5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F3B8B75-8694-417E-8C67-49862E3D2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E4DB-2B2B-4D9E-882F-E3C91777E541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D38A8A1-9130-45D9-AC47-BEF988E86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809AA2-6E9C-449F-B3D9-D69590F9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1FB5-F9CD-4698-B26D-1042509396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0711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601DD96-4682-4F2A-8341-72259FFE0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E4DB-2B2B-4D9E-882F-E3C91777E541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8B4FBB11-19B8-4E42-9B26-4D32E9B1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2335F4C-CF92-4236-997E-01AF39B3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1FB5-F9CD-4698-B26D-1042509396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8309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03E36E-01A2-402F-9A9D-FF4C7A33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8F79B9E-3A2D-4388-A0B9-515E6715C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6244B16-6054-4B0D-B17B-CD55E1B1E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8E0C6E4-222A-4B32-94D1-A6187A3D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E4DB-2B2B-4D9E-882F-E3C91777E541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2307DCC-28D2-4B7F-A961-7E98B9E22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1C8ADCF-7DA4-4B53-8704-BA1163C1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1FB5-F9CD-4698-B26D-1042509396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712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F52709-6B70-4FDB-BE6C-100A50CFA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10D1EA4-A38B-49F5-824A-B8C0B28CF6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1AEB689-9B4C-48E4-9593-1797F9EA8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36D0C73-8B4A-42AE-9D5E-F8CCF649E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E4DB-2B2B-4D9E-882F-E3C91777E541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1F100F1-28E0-4604-BE25-D82D0490D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23CEF4B-FA86-44D1-A9F0-39E8E287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1FB5-F9CD-4698-B26D-1042509396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345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C15A1A-47C3-427D-8F01-4C4CBB98D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94DC1E6-6D19-4024-9619-948B6155A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A6D22A8-E7D9-425C-866B-AB559245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E4DB-2B2B-4D9E-882F-E3C91777E541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4AA7FEE-9973-4924-9CCD-9D1A985C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455DC0-11CF-48BE-9E4D-AB2AF0A5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1FB5-F9CD-4698-B26D-1042509396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6628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1A351392-9A66-4760-8852-852C5D750F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5B2808A-0715-4630-9BFE-CD62A0F23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2F8CE1C-2CB0-4026-B240-AA551A84A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AE4DB-2B2B-4D9E-882F-E3C91777E541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3016D8E-17DF-4030-A716-E79FEA7B9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D0D41E7-8AE7-4CD1-9102-7BB0BF8FF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1FB5-F9CD-4698-B26D-1042509396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084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3E2B4A5D-8807-43AA-9654-5D07F2C03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4A16143-E860-4A79-A785-0D406ED9B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E9F1FEF-76C7-480C-A569-C8EDF844B1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AE4DB-2B2B-4D9E-882F-E3C91777E541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9E4DF1A-5BC6-4B7A-9026-303033CBCD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350289-1959-4A39-92E6-CDA9B3438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E1FB5-F9CD-4698-B26D-1042509396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811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WxJKXGugfh8?start=228&amp;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7DBB9E-B3A7-4EDB-AAB2-FA6299D82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138"/>
            <a:ext cx="9144000" cy="1049337"/>
          </a:xfrm>
        </p:spPr>
        <p:txBody>
          <a:bodyPr>
            <a:normAutofit fontScale="90000"/>
          </a:bodyPr>
          <a:lstStyle/>
          <a:p>
            <a:r>
              <a:rPr lang="cs-CZ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Signál</a:t>
            </a:r>
          </a:p>
        </p:txBody>
      </p:sp>
      <p:pic>
        <p:nvPicPr>
          <p:cNvPr id="1028" name="Picture 4" descr="TESLA TE‒345 - venkovní anténa pro DVB‒T2 signál, 470‒790 MHZ, 15 dBi -  TESLA-electronics">
            <a:extLst>
              <a:ext uri="{FF2B5EF4-FFF2-40B4-BE49-F238E27FC236}">
                <a16:creationId xmlns:a16="http://schemas.microsoft.com/office/drawing/2014/main" id="{BCFF2ADB-C26D-4637-92DD-DDF6CC085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2" y="1102358"/>
            <a:ext cx="3543300" cy="531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82DB423-C0EA-48C0-BF7D-7312B3A0E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499" y="1133475"/>
            <a:ext cx="4124325" cy="5283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598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B9CD57-6623-4109-B0FE-536C9715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Signál</a:t>
            </a:r>
            <a:endParaRPr lang="cs-CZ" sz="66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71A598-45C9-4E6D-A2CC-AB97705AF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čemu slouží? </a:t>
            </a:r>
          </a:p>
          <a:p>
            <a:pPr lvl="1"/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Přenos informací!</a:t>
            </a:r>
          </a:p>
          <a:p>
            <a:pPr marL="0" indent="0">
              <a:buNone/>
            </a:pPr>
            <a:endParaRPr lang="cs-CZ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Jaký typy signálu známe?</a:t>
            </a:r>
          </a:p>
          <a:p>
            <a:pPr lvl="1"/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Primitivní způsoby přenosu informací</a:t>
            </a:r>
          </a:p>
          <a:p>
            <a:pPr lvl="1"/>
            <a:r>
              <a:rPr lang="cs-C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Analogový a Digitální</a:t>
            </a:r>
          </a:p>
        </p:txBody>
      </p:sp>
      <p:pic>
        <p:nvPicPr>
          <p:cNvPr id="2050" name="Picture 2" descr="Signal Tower Icons PNG - Free PNG and Icons Downloads">
            <a:extLst>
              <a:ext uri="{FF2B5EF4-FFF2-40B4-BE49-F238E27FC236}">
                <a16:creationId xmlns:a16="http://schemas.microsoft.com/office/drawing/2014/main" id="{079B8F22-B9F9-4902-9392-E1FBB1D62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1010801"/>
            <a:ext cx="2335845" cy="4836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23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B9CD57-6623-4109-B0FE-536C9715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je šum?</a:t>
            </a:r>
            <a:endParaRPr lang="cs-CZ" sz="66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71A598-45C9-4E6D-A2CC-AB97705AF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14700" cy="4351338"/>
          </a:xfrm>
        </p:spPr>
        <p:txBody>
          <a:bodyPr>
            <a:normAutofit/>
          </a:bodyPr>
          <a:lstStyle/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Nedokonalost přenosu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570E841-D1C1-47D0-99C9-C7E8BF419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2" y="938299"/>
            <a:ext cx="7191375" cy="555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85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3.1 Analog and Digital - Computer Networking concepts">
            <a:extLst>
              <a:ext uri="{FF2B5EF4-FFF2-40B4-BE49-F238E27FC236}">
                <a16:creationId xmlns:a16="http://schemas.microsoft.com/office/drawing/2014/main" id="{0BA6858B-2DC6-423E-A93D-D2E83B20C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887" y="284802"/>
            <a:ext cx="7896225" cy="6288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079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C77370-8A25-4000-A5F4-5E6DFAC40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Analogový signál</a:t>
            </a:r>
            <a:endParaRPr lang="cs-CZ" sz="66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B4672E6-067D-42E1-9A29-F4FE42BAA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Výhody</a:t>
            </a:r>
          </a:p>
          <a:p>
            <a:pPr lvl="1"/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Spojitost v hodnotě i čase</a:t>
            </a:r>
          </a:p>
          <a:p>
            <a:pPr lvl="1"/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Nekonečno mnoho hodnot</a:t>
            </a:r>
          </a:p>
          <a:p>
            <a:r>
              <a:rPr lang="cs-C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Nevýhody</a:t>
            </a:r>
          </a:p>
          <a:p>
            <a:pPr lvl="1"/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Těžko se hodnoty přenáší</a:t>
            </a:r>
          </a:p>
          <a:p>
            <a:pPr lvl="1"/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Není odolný vůči šumu</a:t>
            </a:r>
          </a:p>
        </p:txBody>
      </p:sp>
      <p:pic>
        <p:nvPicPr>
          <p:cNvPr id="5122" name="Picture 2" descr="What are Analog and Digital Signals, and Their Differences">
            <a:extLst>
              <a:ext uri="{FF2B5EF4-FFF2-40B4-BE49-F238E27FC236}">
                <a16:creationId xmlns:a16="http://schemas.microsoft.com/office/drawing/2014/main" id="{2E2BFC22-60FC-428A-A02B-295992663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75" y="1825625"/>
            <a:ext cx="5029199" cy="450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436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C77370-8A25-4000-A5F4-5E6DFAC40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Digitální signál</a:t>
            </a:r>
            <a:endParaRPr lang="cs-CZ" sz="66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B4672E6-067D-42E1-9A29-F4FE42BAA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Výhody</a:t>
            </a:r>
          </a:p>
          <a:p>
            <a:pPr lvl="1"/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Odolnost vůči šumu</a:t>
            </a:r>
          </a:p>
          <a:p>
            <a:pPr lvl="1"/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Vždy stejná kopie</a:t>
            </a:r>
          </a:p>
          <a:p>
            <a:r>
              <a:rPr lang="cs-C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Nevýhody</a:t>
            </a:r>
          </a:p>
          <a:p>
            <a:pPr lvl="1"/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Pouze „1/0“ hodnoty</a:t>
            </a:r>
          </a:p>
        </p:txBody>
      </p:sp>
      <p:pic>
        <p:nvPicPr>
          <p:cNvPr id="6146" name="Picture 2" descr="Digital Signal (Glossary Entry) - Embedded Systems">
            <a:extLst>
              <a:ext uri="{FF2B5EF4-FFF2-40B4-BE49-F238E27FC236}">
                <a16:creationId xmlns:a16="http://schemas.microsoft.com/office/drawing/2014/main" id="{A9B1ED89-0ADB-49EA-BBF0-542717745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92772"/>
            <a:ext cx="6083569" cy="3022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54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FB0EBE01-6472-42AF-B8E0-ED8320E37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518" y="365264"/>
            <a:ext cx="7954963" cy="5806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736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DFBF8063-F2F8-4421-88CF-05E3F0A54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26" y="524567"/>
            <a:ext cx="440055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27A5C055-1F8D-4D1C-9368-39A9CF626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829" y="524568"/>
            <a:ext cx="432954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CF66D8A4-623C-470B-8AA4-8D710BD32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944" y="3129388"/>
            <a:ext cx="5612606" cy="3423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717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EF7452-A02C-45DA-A9CD-D46BF01A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Převod mezi signály</a:t>
            </a:r>
            <a:endParaRPr lang="cs-CZ" sz="66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14C9AA-548F-4398-AD1C-2A91CA105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Vzorkování</a:t>
            </a:r>
            <a:endParaRPr lang="cs-CZ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bitová hloubka 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počet bitů na jeden vzorek (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bit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vzorkovací frekvence = 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často odebíráme vzorky z původního analogového signálu (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sample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počítat </a:t>
            </a:r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</a:t>
            </a:r>
            <a:r>
              <a:rPr lang="cs-CZ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(kolik bitů za 1 s)</a:t>
            </a:r>
          </a:p>
        </p:txBody>
      </p:sp>
    </p:spTree>
    <p:extLst>
      <p:ext uri="{BB962C8B-B14F-4D97-AF65-F5344CB8AC3E}">
        <p14:creationId xmlns:p14="http://schemas.microsoft.com/office/powerpoint/2010/main" val="3909199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F8389404-90A8-47EE-A118-BAF6DD318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4106"/>
            <a:ext cx="12192000" cy="580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0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E4F2DD3A-9E47-4F60-8FDE-F1ECD98A1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611" y="604838"/>
            <a:ext cx="9462777" cy="564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761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édium 2" title="Difference between Analog and Digital Signals | AddOhms #6">
            <a:hlinkClick r:id="" action="ppaction://media"/>
            <a:extLst>
              <a:ext uri="{FF2B5EF4-FFF2-40B4-BE49-F238E27FC236}">
                <a16:creationId xmlns:a16="http://schemas.microsoft.com/office/drawing/2014/main" id="{6AB447D8-5E3B-430F-885F-46096FCA421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38287" y="10715"/>
            <a:ext cx="9115425" cy="683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7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108</Words>
  <Application>Microsoft Office PowerPoint</Application>
  <PresentationFormat>Širokoúhlá obrazovka</PresentationFormat>
  <Paragraphs>28</Paragraphs>
  <Slides>12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Motiv Office</vt:lpstr>
      <vt:lpstr>Signál</vt:lpstr>
      <vt:lpstr>Signál</vt:lpstr>
      <vt:lpstr>Co je šum?</vt:lpstr>
      <vt:lpstr>Prezentace aplikace PowerPoint</vt:lpstr>
      <vt:lpstr>Analogový signál</vt:lpstr>
      <vt:lpstr>Digitální signál</vt:lpstr>
      <vt:lpstr>Prezentace aplikace PowerPoint</vt:lpstr>
      <vt:lpstr>Prezentace aplikace PowerPoint</vt:lpstr>
      <vt:lpstr>Převod mezi signály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Mottl Jan</dc:creator>
  <cp:lastModifiedBy>Mottl Jan</cp:lastModifiedBy>
  <cp:revision>5</cp:revision>
  <dcterms:created xsi:type="dcterms:W3CDTF">2020-09-13T13:51:19Z</dcterms:created>
  <dcterms:modified xsi:type="dcterms:W3CDTF">2021-09-13T14:01:27Z</dcterms:modified>
</cp:coreProperties>
</file>