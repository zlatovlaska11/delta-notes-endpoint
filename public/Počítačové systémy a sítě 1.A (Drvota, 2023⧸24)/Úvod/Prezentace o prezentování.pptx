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9" autoAdjust="0"/>
    <p:restoredTop sz="94660"/>
  </p:normalViewPr>
  <p:slideViewPr>
    <p:cSldViewPr snapToGrid="0">
      <p:cViewPr varScale="1">
        <p:scale>
          <a:sx n="54" d="100"/>
          <a:sy n="54" d="100"/>
        </p:scale>
        <p:origin x="62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1F7396-0D09-4EE8-968E-A99B0B300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A970265-15D5-4C09-971C-10E5C63CF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7CBE037-7337-42E8-B49C-1398EC808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01.11.2021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947D143-5ED0-4432-A011-67044E4C3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FB9A3C8-2B42-4086-BA26-5E7CA617C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567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41A0A9-4CBC-4229-8B7F-0CF1BBE7A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39EB34E-FD0F-479B-BFF1-CC802FD68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90500B3-5AF1-4E6B-A6CE-17BFE439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01.11.2021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DE24EEB-163B-4C77-8173-28B744489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2155F64-F657-4D4B-BF0C-D5F182CEF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4435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27EA31-197A-4613-BA88-178ED05E7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5B49BCE-6413-46CA-96C3-BB310ABE1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7AB2DC7-823A-4DD5-9B7F-E66B75939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01.11.2021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BB8EDAF-7BD5-4555-9BB7-997259AA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C4BE62B-B79F-4B29-BF88-C53CEC21E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47176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CDAC7A-FA56-46CB-951A-E25DE87B0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4400986-1986-4AD5-8586-9F540A26F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68A2756-7F18-4250-B5A1-1470E3A5B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1A12073-FB7A-477D-A9F0-9271CADAF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01.11.2021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6CE58D5-A4AC-4901-BFDF-09BF8D8C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D31B059-ADC2-43AA-9E9B-F61B4117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17988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9B4F9E-F539-4FD5-B9C2-0A0C3EA34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218776B-1304-4C75-BB52-BD4A829D7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9007845-F5C2-452F-A75D-8745BC619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CD9F8E4-6312-4A11-B2F2-694A497868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C872314-4A28-429A-87CC-A71C1A488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D483A651-2BA2-4E57-AD39-1D05BEB6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01.11.2021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DDB4074D-3F05-4934-B002-405C0C5ED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CD65D7CA-962B-4328-B2E0-E40A11288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856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9AB0D4-C00E-4FBF-9D03-42E767A9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EFC487D9-A68D-4FA7-B4B2-191E26F46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01.11.2021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4E20877-4B4C-4224-A4C1-7EE54384E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89E9D54-F352-4647-938F-E74B9A79E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5066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68542ED-C0B2-4AD2-85F4-44C96ABF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01.11.2021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9AC108E-A69E-48B0-B715-FA221B5B9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AEDD19D-9689-4435-9BB6-AAFDD99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273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90AF52-BD14-48A2-936B-4719FCA19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7186CE6-CF61-4AE7-AA17-01A8C3984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262D739-6529-4965-8FA9-2FC98A350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8458156-171D-4314-8E49-2D7A1878A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01.11.2021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FB0E873-A568-4156-B9E2-52FEC9CBC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3A7D02D-258B-4B56-A7C1-3A6D9B48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8247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311490-A67B-4E6F-9335-BE140568A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4CA6150F-C2F7-48FA-97F1-BFC167F3D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3CB142C-F275-4A3A-93EF-6D32A4470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3D0822C-DDBA-40AF-B472-4F4E4290B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01.11.2021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24B3921-3EE6-4404-8C6C-B7EFA302F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4CED699-D58C-4468-820A-E16F1274D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8772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B62455-2A06-4528-B145-C186FF3E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595A8F0-193A-4A54-9A95-A5B73B07B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F0DD8B5-BA41-49F2-B57C-7A8FD408B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01.11.2021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210D0B1-C5F7-4420-AEA7-99542A646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7B4967C-31C3-4972-AD64-2810FD475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3227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8B7DEAB-5281-4D19-9BBA-E0DFFEAE3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AA80F3C-5E10-423E-9B40-DDFD51576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5A3841B-78F6-4F1D-91AF-5A4A3AFAE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01.11.2021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C52BD59-7090-4F83-A445-B9175E102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3854D36-2F3E-40E8-853A-3D7460EF2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6699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DA07C7B-8B70-447E-9CBD-6ED636A2F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C6B57A6-741B-4798-BC3D-CCD2D5E5D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BB3AABB-7A89-47D0-A99D-0CBEB5642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677CF-79CA-46F0-80DD-461B47335227}" type="datetimeFigureOut">
              <a:rPr lang="cs-CZ" smtClean="0"/>
              <a:t>01.11.2021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5738119-A9CF-40FB-8911-E95744BDD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0C7A150-5540-4A1F-8EE9-81DC96E3D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6768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939791-A24C-4D3D-AEFD-399882CBA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6063"/>
            <a:ext cx="9144000" cy="935037"/>
          </a:xfrm>
        </p:spPr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Prezentování</a:t>
            </a:r>
          </a:p>
        </p:txBody>
      </p:sp>
      <p:pic>
        <p:nvPicPr>
          <p:cNvPr id="1026" name="Picture 2" descr="The 15 Best Free Online Web Presentation Software Tools for 2020">
            <a:extLst>
              <a:ext uri="{FF2B5EF4-FFF2-40B4-BE49-F238E27FC236}">
                <a16:creationId xmlns:a16="http://schemas.microsoft.com/office/drawing/2014/main" id="{E222D034-F32E-428F-B35B-E2079E6F6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00" y="1181100"/>
            <a:ext cx="5872163" cy="5291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8662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6D1A34-62B4-4D64-93A2-92992692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Než začnete…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890D12-1E17-433E-ABB8-1FB713581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koho je prezentace určena? (věk, vzdělání, atd.)</a:t>
            </a:r>
          </a:p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Kolik času na ní mám?</a:t>
            </a:r>
          </a:p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Jaký účel má? (informovat, motivovat, naučit)</a:t>
            </a:r>
          </a:p>
          <a:p>
            <a:pPr lvl="1"/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Učební materiál 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prezentace funkční i bez prezentujícího</a:t>
            </a:r>
          </a:p>
        </p:txBody>
      </p:sp>
    </p:spTree>
    <p:extLst>
      <p:ext uri="{BB962C8B-B14F-4D97-AF65-F5344CB8AC3E}">
        <p14:creationId xmlns:p14="http://schemas.microsoft.com/office/powerpoint/2010/main" val="2864312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6D1A34-62B4-4D64-93A2-92992692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Struktura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890D12-1E17-433E-ABB8-1FB713581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Úvod</a:t>
            </a:r>
          </a:p>
          <a:p>
            <a:pPr lvl="1"/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První slide – téma, autor, atd.</a:t>
            </a:r>
          </a:p>
          <a:p>
            <a:r>
              <a:rPr lang="cs-C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Hlavní část</a:t>
            </a:r>
          </a:p>
          <a:p>
            <a:r>
              <a:rPr lang="cs-C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Diskuze</a:t>
            </a:r>
          </a:p>
          <a:p>
            <a:r>
              <a:rPr lang="cs-C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Závěr</a:t>
            </a:r>
            <a:endParaRPr lang="cs-CZ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Poslední slide – poděkování a seznam zdrojů</a:t>
            </a:r>
          </a:p>
        </p:txBody>
      </p:sp>
    </p:spTree>
    <p:extLst>
      <p:ext uri="{BB962C8B-B14F-4D97-AF65-F5344CB8AC3E}">
        <p14:creationId xmlns:p14="http://schemas.microsoft.com/office/powerpoint/2010/main" val="2990131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6D1A34-62B4-4D64-93A2-92992692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890D12-1E17-433E-ABB8-1FB713581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5x5 – pět řádků X pět slov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1/3 snímku maximálně text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Čitelný font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Velikost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Hranice +/- 20 (minimálně)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Nejlépe okolo 32</a:t>
            </a:r>
          </a:p>
        </p:txBody>
      </p:sp>
      <p:pic>
        <p:nvPicPr>
          <p:cNvPr id="1026" name="Picture 2" descr="Serif vs. Sans for Text in Print | Fonts.com">
            <a:extLst>
              <a:ext uri="{FF2B5EF4-FFF2-40B4-BE49-F238E27FC236}">
                <a16:creationId xmlns:a16="http://schemas.microsoft.com/office/drawing/2014/main" id="{ADB7463C-1030-4010-BE15-5FA067898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486" y="1825625"/>
            <a:ext cx="5671964" cy="313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428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6D1A34-62B4-4D64-93A2-92992692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Efekty a grafika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890D12-1E17-433E-ABB8-1FB713581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Přechody – nejsou nutné (max. 2 styly)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Animace – postupné objevení textu (max. 2 styly)</a:t>
            </a:r>
          </a:p>
          <a:p>
            <a:endParaRPr lang="cs-C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Obrázky a grafy – kvalitní (klidně celý snímek)</a:t>
            </a:r>
            <a:endParaRPr lang="cs-C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818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6D1A34-62B4-4D64-93A2-92992692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Celkově…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890D12-1E17-433E-ABB8-1FB713581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Rozumný počet snímků</a:t>
            </a:r>
          </a:p>
          <a:p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Logicky navazující snímky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Prezentace nesmí nudit, naopak zaujmout!</a:t>
            </a:r>
          </a:p>
          <a:p>
            <a:endParaRPr lang="cs-C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Zdroje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(citace.com)</a:t>
            </a:r>
          </a:p>
          <a:p>
            <a:endParaRPr lang="cs-CZ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Příprava před prezentováním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Znát text, rozumět mu!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Řeč těla a kontakt s publikem</a:t>
            </a:r>
          </a:p>
        </p:txBody>
      </p:sp>
      <p:pic>
        <p:nvPicPr>
          <p:cNvPr id="2052" name="Picture 4" descr="Authors´ Presentation Guidelines | 13th European Evaluation Society  Biennial Conference">
            <a:extLst>
              <a:ext uri="{FF2B5EF4-FFF2-40B4-BE49-F238E27FC236}">
                <a16:creationId xmlns:a16="http://schemas.microsoft.com/office/drawing/2014/main" id="{15D334AC-D468-47E1-AD68-7CE6F78CB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6082" y="1690688"/>
            <a:ext cx="4070866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397667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158</Words>
  <Application>Microsoft Office PowerPoint</Application>
  <PresentationFormat>Širokoúhlá obrazovka</PresentationFormat>
  <Paragraphs>35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Motiv Office</vt:lpstr>
      <vt:lpstr>Prezentování</vt:lpstr>
      <vt:lpstr>Než začnete…</vt:lpstr>
      <vt:lpstr>Struktura</vt:lpstr>
      <vt:lpstr>Text</vt:lpstr>
      <vt:lpstr>Efekty a grafika</vt:lpstr>
      <vt:lpstr>Celkově…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Prezentování</dc:title>
  <dc:creator>Mottl Jan</dc:creator>
  <cp:lastModifiedBy>Mottl Jan</cp:lastModifiedBy>
  <cp:revision>4</cp:revision>
  <dcterms:created xsi:type="dcterms:W3CDTF">2020-09-17T19:25:26Z</dcterms:created>
  <dcterms:modified xsi:type="dcterms:W3CDTF">2021-11-01T11:31:29Z</dcterms:modified>
</cp:coreProperties>
</file>