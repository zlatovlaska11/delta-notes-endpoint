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1" r:id="rId1"/>
  </p:sldMasterIdLst>
  <p:notesMasterIdLst>
    <p:notesMasterId r:id="rId7"/>
  </p:notesMasterIdLst>
  <p:handoutMasterIdLst>
    <p:handoutMasterId r:id="rId8"/>
  </p:handoutMasterIdLst>
  <p:sldIdLst>
    <p:sldId id="265" r:id="rId2"/>
    <p:sldId id="257" r:id="rId3"/>
    <p:sldId id="266" r:id="rId4"/>
    <p:sldId id="267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DD60A2-CE42-4371-B8AE-2B69211CCF87}" v="6" dt="2020-10-08T20:03:41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7" autoAdjust="0"/>
    <p:restoredTop sz="94653" autoAdjust="0"/>
  </p:normalViewPr>
  <p:slideViewPr>
    <p:cSldViewPr snapToGrid="0">
      <p:cViewPr varScale="1">
        <p:scale>
          <a:sx n="108" d="100"/>
          <a:sy n="108" d="100"/>
        </p:scale>
        <p:origin x="630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F1DD60A2-CE42-4371-B8AE-2B69211CCF87}"/>
    <pc:docChg chg="modSld modMainMaster modNotesMaster">
      <pc:chgData name="KOUPIL Jan" userId="e926d9f2-b86a-408f-b8de-77ef0706564a" providerId="ADAL" clId="{F1DD60A2-CE42-4371-B8AE-2B69211CCF87}" dt="2020-10-08T20:03:21.196" v="0"/>
      <pc:docMkLst>
        <pc:docMk/>
      </pc:docMkLst>
      <pc:sldChg chg="modSp modTransition">
        <pc:chgData name="KOUPIL Jan" userId="e926d9f2-b86a-408f-b8de-77ef0706564a" providerId="ADAL" clId="{F1DD60A2-CE42-4371-B8AE-2B69211CCF87}" dt="2020-10-08T20:03:21.196" v="0"/>
        <pc:sldMkLst>
          <pc:docMk/>
          <pc:sldMk cId="3213014487" sldId="257"/>
        </pc:sldMkLst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3213014487" sldId="257"/>
            <ac:spMk id="2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3213014487" sldId="257"/>
            <ac:spMk id="3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3213014487" sldId="257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1DD60A2-CE42-4371-B8AE-2B69211CCF87}" dt="2020-10-08T20:03:21.196" v="0"/>
        <pc:sldMkLst>
          <pc:docMk/>
          <pc:sldMk cId="1029345787" sldId="265"/>
        </pc:sldMkLst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1029345787" sldId="265"/>
            <ac:spMk id="2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1029345787" sldId="265"/>
            <ac:spMk id="3" creationId="{00000000-0000-0000-0000-000000000000}"/>
          </ac:spMkLst>
        </pc:spChg>
      </pc:sldChg>
      <pc:sldChg chg="modSp modTransition">
        <pc:chgData name="KOUPIL Jan" userId="e926d9f2-b86a-408f-b8de-77ef0706564a" providerId="ADAL" clId="{F1DD60A2-CE42-4371-B8AE-2B69211CCF87}" dt="2020-10-08T20:03:21.196" v="0"/>
        <pc:sldMkLst>
          <pc:docMk/>
          <pc:sldMk cId="2849320894" sldId="266"/>
        </pc:sldMkLst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2849320894" sldId="266"/>
            <ac:spMk id="2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2849320894" sldId="266"/>
            <ac:spMk id="3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2849320894" sldId="266"/>
            <ac:spMk id="4" creationId="{00000000-0000-0000-0000-000000000000}"/>
          </ac:spMkLst>
        </pc:spChg>
      </pc:sldChg>
      <pc:sldChg chg="modSp modTransition">
        <pc:chgData name="KOUPIL Jan" userId="e926d9f2-b86a-408f-b8de-77ef0706564a" providerId="ADAL" clId="{F1DD60A2-CE42-4371-B8AE-2B69211CCF87}" dt="2020-10-08T20:03:21.196" v="0"/>
        <pc:sldMkLst>
          <pc:docMk/>
          <pc:sldMk cId="3550649720" sldId="267"/>
        </pc:sldMkLst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3550649720" sldId="267"/>
            <ac:spMk id="2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3550649720" sldId="267"/>
            <ac:spMk id="3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3550649720" sldId="267"/>
            <ac:spMk id="4" creationId="{00000000-0000-0000-0000-000000000000}"/>
          </ac:spMkLst>
        </pc:spChg>
      </pc:sldChg>
      <pc:sldChg chg="modSp">
        <pc:chgData name="KOUPIL Jan" userId="e926d9f2-b86a-408f-b8de-77ef0706564a" providerId="ADAL" clId="{F1DD60A2-CE42-4371-B8AE-2B69211CCF87}" dt="2020-10-08T20:03:21.196" v="0"/>
        <pc:sldMkLst>
          <pc:docMk/>
          <pc:sldMk cId="637216711" sldId="268"/>
        </pc:sldMkLst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637216711" sldId="268"/>
            <ac:spMk id="3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k cId="637216711" sldId="268"/>
            <ac:spMk id="4" creationId="{00000000-0000-0000-0000-000000000000}"/>
          </ac:spMkLst>
        </pc:spChg>
      </pc:sldChg>
      <pc:sldMasterChg chg="modSp modSldLayout">
        <pc:chgData name="KOUPIL Jan" userId="e926d9f2-b86a-408f-b8de-77ef0706564a" providerId="ADAL" clId="{F1DD60A2-CE42-4371-B8AE-2B69211CCF87}" dt="2020-10-08T20:03:21.196" v="0"/>
        <pc:sldMasterMkLst>
          <pc:docMk/>
          <pc:sldMasterMk cId="3121953911" sldId="2147483714"/>
        </pc:sldMasterMkLst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2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3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4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5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6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7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10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11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12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13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14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15" creationId="{00000000-0000-0000-0000-000000000000}"/>
          </ac:spMkLst>
        </pc:spChg>
        <pc:spChg chg="mod">
          <ac:chgData name="KOUPIL Jan" userId="e926d9f2-b86a-408f-b8de-77ef0706564a" providerId="ADAL" clId="{F1DD60A2-CE42-4371-B8AE-2B69211CCF87}" dt="2020-10-08T20:03:21.196" v="0"/>
          <ac:spMkLst>
            <pc:docMk/>
            <pc:sldMasterMk cId="3121953911" sldId="2147483714"/>
            <ac:spMk id="16" creationId="{00000000-0000-0000-0000-000000000000}"/>
          </ac:spMkLst>
        </pc:spChg>
        <pc:grpChg chg="mod">
          <ac:chgData name="KOUPIL Jan" userId="e926d9f2-b86a-408f-b8de-77ef0706564a" providerId="ADAL" clId="{F1DD60A2-CE42-4371-B8AE-2B69211CCF87}" dt="2020-10-08T20:03:21.196" v="0"/>
          <ac:grpSpMkLst>
            <pc:docMk/>
            <pc:sldMasterMk cId="3121953911" sldId="2147483714"/>
            <ac:grpSpMk id="17" creationId="{00000000-0000-0000-0000-000000000000}"/>
          </ac:grpSpMkLst>
        </pc:grpChg>
        <pc:cxnChg chg="mod">
          <ac:chgData name="KOUPIL Jan" userId="e926d9f2-b86a-408f-b8de-77ef0706564a" providerId="ADAL" clId="{F1DD60A2-CE42-4371-B8AE-2B69211CCF87}" dt="2020-10-08T20:03:21.196" v="0"/>
          <ac:cxnSpMkLst>
            <pc:docMk/>
            <pc:sldMasterMk cId="3121953911" sldId="2147483714"/>
            <ac:cxnSpMk id="8" creationId="{00000000-0000-0000-0000-000000000000}"/>
          </ac:cxnSpMkLst>
        </pc:cxnChg>
        <pc:cxnChg chg="mod">
          <ac:chgData name="KOUPIL Jan" userId="e926d9f2-b86a-408f-b8de-77ef0706564a" providerId="ADAL" clId="{F1DD60A2-CE42-4371-B8AE-2B69211CCF87}" dt="2020-10-08T20:03:21.196" v="0"/>
          <ac:cxnSpMkLst>
            <pc:docMk/>
            <pc:sldMasterMk cId="3121953911" sldId="2147483714"/>
            <ac:cxnSpMk id="9" creationId="{00000000-0000-0000-0000-000000000000}"/>
          </ac:cxnSpMkLst>
        </pc:cxn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3901306825" sldId="2147483715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18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0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1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4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5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901306825" sldId="2147483715"/>
              <ac:spMk id="36" creationId="{00000000-0000-0000-0000-000000000000}"/>
            </ac:spMkLst>
          </pc:spChg>
          <pc:grpChg chg="mod">
            <ac:chgData name="KOUPIL Jan" userId="e926d9f2-b86a-408f-b8de-77ef0706564a" providerId="ADAL" clId="{F1DD60A2-CE42-4371-B8AE-2B69211CCF87}" dt="2020-10-08T20:03:21.196" v="0"/>
            <ac:grpSpMkLst>
              <pc:docMk/>
              <pc:sldMasterMk cId="3121953911" sldId="2147483714"/>
              <pc:sldLayoutMk cId="3901306825" sldId="2147483715"/>
              <ac:grpSpMk id="7" creationId="{00000000-0000-0000-0000-000000000000}"/>
            </ac:grpSpMkLst>
          </pc:grpChg>
          <pc:cxnChg chg="mod">
            <ac:chgData name="KOUPIL Jan" userId="e926d9f2-b86a-408f-b8de-77ef0706564a" providerId="ADAL" clId="{F1DD60A2-CE42-4371-B8AE-2B69211CCF87}" dt="2020-10-08T20:03:21.196" v="0"/>
            <ac:cxnSpMkLst>
              <pc:docMk/>
              <pc:sldMasterMk cId="3121953911" sldId="2147483714"/>
              <pc:sldLayoutMk cId="3901306825" sldId="2147483715"/>
              <ac:cxnSpMk id="28" creationId="{00000000-0000-0000-0000-000000000000}"/>
            </ac:cxnSpMkLst>
          </pc:cxnChg>
          <pc:cxnChg chg="mod">
            <ac:chgData name="KOUPIL Jan" userId="e926d9f2-b86a-408f-b8de-77ef0706564a" providerId="ADAL" clId="{F1DD60A2-CE42-4371-B8AE-2B69211CCF87}" dt="2020-10-08T20:03:21.196" v="0"/>
            <ac:cxnSpMkLst>
              <pc:docMk/>
              <pc:sldMasterMk cId="3121953911" sldId="2147483714"/>
              <pc:sldLayoutMk cId="3901306825" sldId="2147483715"/>
              <ac:cxnSpMk id="29" creationId="{00000000-0000-0000-0000-000000000000}"/>
            </ac:cxnSpMkLst>
          </pc:cxn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3730192378" sldId="2147483717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730192378" sldId="214748371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730192378" sldId="2147483717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4230502660" sldId="2147483718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4230502660" sldId="214748371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4230502660" sldId="214748371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4230502660" sldId="2147483718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2305685844" sldId="2147483719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305685844" sldId="2147483719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305685844" sldId="2147483719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305685844" sldId="2147483719"/>
              <ac:spMk id="4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305685844" sldId="2147483719"/>
              <ac:spMk id="5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305685844" sldId="2147483719"/>
              <ac:spMk id="6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3325368701" sldId="2147483720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325368701" sldId="2147483720"/>
              <ac:spMk id="2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722589900" sldId="2147483722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722589900" sldId="2147483722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722589900" sldId="2147483722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722589900" sldId="2147483722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824861154" sldId="2147483723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824861154" sldId="2147483723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824861154" sldId="2147483723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824861154" sldId="2147483723"/>
              <ac:spMk id="4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736574231" sldId="2147483724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736574231" sldId="2147483724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736574231" sldId="2147483724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3796124813" sldId="2147483725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796124813" sldId="2147483725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796124813" sldId="2147483725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796124813" sldId="2147483725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796124813" sldId="2147483725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3796124813" sldId="2147483725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2079449246" sldId="2147483726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079449246" sldId="2147483726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079449246" sldId="2147483726"/>
              <ac:spMk id="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1445299005" sldId="2147483727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1445299005" sldId="2147483727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1445299005" sldId="2147483727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1445299005" sldId="2147483727"/>
              <ac:spMk id="2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1445299005" sldId="2147483727"/>
              <ac:spMk id="24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1445299005" sldId="2147483727"/>
              <ac:spMk id="25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2418913139" sldId="2147483728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418913139" sldId="2147483728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418913139" sldId="2147483728"/>
              <ac:spMk id="3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418913139" sldId="2147483728"/>
              <ac:spMk id="23" creationId="{00000000-0000-0000-0000-000000000000}"/>
            </ac:spMkLst>
          </pc:spChg>
        </pc:sldLayoutChg>
        <pc:sldLayoutChg chg="modSp">
          <pc:chgData name="KOUPIL Jan" userId="e926d9f2-b86a-408f-b8de-77ef0706564a" providerId="ADAL" clId="{F1DD60A2-CE42-4371-B8AE-2B69211CCF87}" dt="2020-10-08T20:03:21.196" v="0"/>
          <pc:sldLayoutMkLst>
            <pc:docMk/>
            <pc:sldMasterMk cId="3121953911" sldId="2147483714"/>
            <pc:sldLayoutMk cId="2916376486" sldId="2147483730"/>
          </pc:sldLayoutMkLst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916376486" sldId="2147483730"/>
              <ac:spMk id="2" creationId="{00000000-0000-0000-0000-000000000000}"/>
            </ac:spMkLst>
          </pc:spChg>
          <pc:spChg chg="mod">
            <ac:chgData name="KOUPIL Jan" userId="e926d9f2-b86a-408f-b8de-77ef0706564a" providerId="ADAL" clId="{F1DD60A2-CE42-4371-B8AE-2B69211CCF87}" dt="2020-10-08T20:03:21.196" v="0"/>
            <ac:spMkLst>
              <pc:docMk/>
              <pc:sldMasterMk cId="3121953911" sldId="2147483714"/>
              <pc:sldLayoutMk cId="2916376486" sldId="2147483730"/>
              <ac:spMk id="3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891D0-E89A-4C62-8D77-1730A9C708F5}" type="datetimeFigureOut">
              <a:rPr lang="cs-CZ" smtClean="0"/>
              <a:t>08.10.2020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CE09B-0183-4802-A416-A4F1291EA33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4236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B8698-9207-45A1-86D5-52ED7A4342E0}" type="datetimeFigureOut">
              <a:rPr lang="cs-CZ" smtClean="0"/>
              <a:t>08.10.2020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CBF39E-B8E3-41DC-9E54-0EF1D23BA98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05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28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975102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17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418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293012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7117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24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78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1543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58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681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3894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286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82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2015, credits to Radek Brůha 2014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15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Exceptions – v</a:t>
            </a:r>
            <a:r>
              <a:rPr lang="cs-CZ" dirty="0"/>
              <a:t>ý</a:t>
            </a:r>
            <a:r>
              <a:rPr lang="en-US" dirty="0" err="1"/>
              <a:t>jimky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První setkání</a:t>
            </a:r>
          </a:p>
        </p:txBody>
      </p:sp>
    </p:spTree>
    <p:extLst>
      <p:ext uri="{BB962C8B-B14F-4D97-AF65-F5344CB8AC3E}">
        <p14:creationId xmlns:p14="http://schemas.microsoft.com/office/powerpoint/2010/main" val="1029345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Výjimka – </a:t>
            </a:r>
            <a:r>
              <a:rPr lang="cs-CZ" dirty="0" err="1"/>
              <a:t>exception</a:t>
            </a:r>
            <a:r>
              <a:rPr lang="cs-CZ" dirty="0"/>
              <a:t> 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930400"/>
            <a:ext cx="6347714" cy="4110964"/>
          </a:xfrm>
        </p:spPr>
        <p:txBody>
          <a:bodyPr>
            <a:normAutofit/>
          </a:bodyPr>
          <a:lstStyle/>
          <a:p>
            <a:r>
              <a:rPr lang="cs-CZ" dirty="0"/>
              <a:t>Znamená nepředpokládané chování programu</a:t>
            </a:r>
          </a:p>
          <a:p>
            <a:r>
              <a:rPr lang="cs-CZ" dirty="0"/>
              <a:t>Příklad: </a:t>
            </a:r>
            <a:r>
              <a:rPr lang="cs-CZ" dirty="0" err="1">
                <a:latin typeface="Consolas" panose="020B0609020204030204" pitchFamily="49" charset="0"/>
              </a:rPr>
              <a:t>Int.Parse</a:t>
            </a:r>
            <a:r>
              <a:rPr lang="cs-CZ" dirty="0">
                <a:latin typeface="Consolas" panose="020B0609020204030204" pitchFamily="49" charset="0"/>
              </a:rPr>
              <a:t>("deset");</a:t>
            </a:r>
          </a:p>
          <a:p>
            <a:pPr lvl="1"/>
            <a:r>
              <a:rPr lang="cs-CZ" dirty="0"/>
              <a:t>Vyzkoušejte ve VS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014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Předpokládáme výjimku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Může nějaký kód selhat? Pak bychom měli očekávat výjimku</a:t>
            </a:r>
          </a:p>
          <a:p>
            <a:pPr lvl="1"/>
            <a:r>
              <a:rPr lang="cs-CZ" dirty="0"/>
              <a:t>místo spuštění jen "zkusíme spustit"</a:t>
            </a:r>
            <a:endParaRPr lang="en-US" dirty="0"/>
          </a:p>
          <a:p>
            <a:pPr lvl="1"/>
            <a:r>
              <a:rPr lang="en-US" dirty="0"/>
              <a:t>a </a:t>
            </a:r>
            <a:r>
              <a:rPr lang="en-US" dirty="0" err="1"/>
              <a:t>budeme</a:t>
            </a:r>
            <a:r>
              <a:rPr lang="en-US" dirty="0"/>
              <a:t> p</a:t>
            </a:r>
            <a:r>
              <a:rPr lang="cs-CZ" dirty="0"/>
              <a:t>ř</a:t>
            </a:r>
            <a:r>
              <a:rPr lang="en-US" dirty="0" err="1"/>
              <a:t>ipraveni</a:t>
            </a:r>
            <a:r>
              <a:rPr lang="en-US" dirty="0"/>
              <a:t> </a:t>
            </a:r>
            <a:r>
              <a:rPr lang="cs-CZ" dirty="0"/>
              <a:t>"zachytit výjimku" 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"deset"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}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32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dělat v případě chyby?</a:t>
            </a:r>
            <a:br>
              <a:rPr lang="cs-CZ" dirty="0"/>
            </a:br>
            <a:r>
              <a:rPr lang="cs-CZ" dirty="0"/>
              <a:t>	</a:t>
            </a:r>
            <a:r>
              <a:rPr lang="cs-CZ" dirty="0" err="1"/>
              <a:t>catch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2160591"/>
            <a:ext cx="7515498" cy="3880773"/>
          </a:xfrm>
        </p:spPr>
        <p:txBody>
          <a:bodyPr/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.Parse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"deset"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"Neočekávaný formát čísla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49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13212"/>
            <a:ext cx="7994470" cy="674478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SafeDivision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x,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y)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(y == 0)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throw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return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 / y;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Input for test purposes. Change the values to see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exception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handling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behavior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 = 98, b = 0;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try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result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SafeDivision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(a, b);</a:t>
            </a: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"{0} divided by {1} = {2}"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a, b, result);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catch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DivideByZeroException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e)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{</a:t>
            </a:r>
          </a:p>
          <a:p>
            <a:pPr marL="0" indent="0">
              <a:buNone/>
            </a:pP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	</a:t>
            </a:r>
            <a:r>
              <a:rPr lang="en-US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"Attempted divide by zero."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}</a:t>
            </a:r>
          </a:p>
          <a:p>
            <a:pPr marL="0" indent="0">
              <a:buNone/>
            </a:pP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21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22223</TotalTime>
  <Words>239</Words>
  <Application>Microsoft Office PowerPoint</Application>
  <PresentationFormat>Širokoúhlá obrazovka</PresentationFormat>
  <Paragraphs>48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1" baseType="lpstr">
      <vt:lpstr>Arial</vt:lpstr>
      <vt:lpstr>Calibri</vt:lpstr>
      <vt:lpstr>Consolas</vt:lpstr>
      <vt:lpstr>Trebuchet MS</vt:lpstr>
      <vt:lpstr>Wingdings 3</vt:lpstr>
      <vt:lpstr>Fazeta</vt:lpstr>
      <vt:lpstr>Exceptions – výjimky</vt:lpstr>
      <vt:lpstr>Výjimka – exception </vt:lpstr>
      <vt:lpstr>Předpokládáme výjimku</vt:lpstr>
      <vt:lpstr>Co dělat v případě chyby?  catch</vt:lpstr>
      <vt:lpstr>Prezentace aplikace PowerPoint</vt:lpstr>
    </vt:vector>
  </TitlesOfParts>
  <Manager>Jan Koupil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</dc:title>
  <dc:creator>Jan Koupil</dc:creator>
  <cp:lastModifiedBy>KOUPIL Jan</cp:lastModifiedBy>
  <cp:revision>1415</cp:revision>
  <dcterms:created xsi:type="dcterms:W3CDTF">2013-03-17T20:03:48Z</dcterms:created>
  <dcterms:modified xsi:type="dcterms:W3CDTF">2020-10-08T20:03:43Z</dcterms:modified>
</cp:coreProperties>
</file>