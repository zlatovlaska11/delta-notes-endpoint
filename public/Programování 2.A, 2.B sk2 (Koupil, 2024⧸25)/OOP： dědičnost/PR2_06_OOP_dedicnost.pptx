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6" r:id="rId15"/>
    <p:sldId id="277" r:id="rId16"/>
    <p:sldId id="278" r:id="rId17"/>
    <p:sldId id="271" r:id="rId18"/>
    <p:sldId id="272" r:id="rId19"/>
    <p:sldId id="273" r:id="rId20"/>
    <p:sldId id="274" r:id="rId21"/>
    <p:sldId id="280" r:id="rId22"/>
    <p:sldId id="281" r:id="rId23"/>
    <p:sldId id="279" r:id="rId24"/>
    <p:sldId id="268" r:id="rId25"/>
    <p:sldId id="269" r:id="rId26"/>
    <p:sldId id="27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564CBF-4729-4008-82CF-7E7A855693AD}" v="1" dt="2022-02-17T11:01:12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73367" autoAdjust="0"/>
  </p:normalViewPr>
  <p:slideViewPr>
    <p:cSldViewPr snapToGrid="0">
      <p:cViewPr varScale="1">
        <p:scale>
          <a:sx n="63" d="100"/>
          <a:sy n="63" d="100"/>
        </p:scale>
        <p:origin x="1430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6AE7EA25-A113-47D2-8F83-4B0FC50F264C}"/>
    <pc:docChg chg="custSel modSld modMainMaster modNotesMaster">
      <pc:chgData name="KOUPIL Jan" userId="e926d9f2-b86a-408f-b8de-77ef0706564a" providerId="ADAL" clId="{6AE7EA25-A113-47D2-8F83-4B0FC50F264C}" dt="2020-10-08T20:08:57.391" v="3" actId="27636"/>
      <pc:docMkLst>
        <pc:docMk/>
      </pc:docMkLst>
      <pc:sldChg chg="modSp modNotes">
        <pc:chgData name="KOUPIL Jan" userId="e926d9f2-b86a-408f-b8de-77ef0706564a" providerId="ADAL" clId="{6AE7EA25-A113-47D2-8F83-4B0FC50F264C}" dt="2020-10-08T20:08:57.111" v="0"/>
        <pc:sldMkLst>
          <pc:docMk/>
          <pc:sldMk cId="2754185471" sldId="256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6AE7EA25-A113-47D2-8F83-4B0FC50F264C}" dt="2020-10-08T20:08:57.299" v="1" actId="27636"/>
        <pc:sldMkLst>
          <pc:docMk/>
          <pc:sldMk cId="1356847357" sldId="257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35684735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299" v="1" actId="27636"/>
          <ac:spMkLst>
            <pc:docMk/>
            <pc:sldMk cId="135684735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35684735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638855844" sldId="258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638855844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638855844" sldId="258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638855844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619007966" sldId="259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619007966" sldId="259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619007966" sldId="259"/>
            <ac:spMk id="4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619007966" sldId="259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583176545" sldId="260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583176545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583176545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1353101865" sldId="261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353101865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353101865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353101865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1948221741" sldId="262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948221741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948221741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948221741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653717356" sldId="263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653717356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653717356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653717356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1918996414" sldId="264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918996414" sldId="264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918996414" sldId="264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354240000" sldId="265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35424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35424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35424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3918947475" sldId="266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91894747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91894747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91894747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3418449585" sldId="267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418449585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418449585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418449585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4279024986" sldId="268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427902498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427902498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427902498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1583158266" sldId="269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583158266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1583158266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617849163" sldId="270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617849163" sldId="270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6AE7EA25-A113-47D2-8F83-4B0FC50F264C}" dt="2020-10-08T20:08:57.374" v="2" actId="27636"/>
        <pc:sldMkLst>
          <pc:docMk/>
          <pc:sldMk cId="812967165" sldId="271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812967165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374" v="2" actId="27636"/>
          <ac:spMkLst>
            <pc:docMk/>
            <pc:sldMk cId="812967165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812967165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927990075" sldId="272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927990075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927990075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927990075" sldId="27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083658596" sldId="273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083658596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083658596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083658596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101331118" sldId="274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101331118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101331118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101331118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3792652108" sldId="275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792652108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792652108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792652108" sldId="27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3906221633" sldId="276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906221633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906221633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906221633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3203937365" sldId="277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203937365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203937365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203937365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2285483229" sldId="278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2854832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285483229" sldId="278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285483229" sldId="27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3130414770" sldId="279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130414770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130414770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3130414770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6AE7EA25-A113-47D2-8F83-4B0FC50F264C}" dt="2020-10-08T20:08:57.111" v="0"/>
        <pc:sldMkLst>
          <pc:docMk/>
          <pc:sldMk cId="4092033261" sldId="280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409203326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409203326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409203326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6AE7EA25-A113-47D2-8F83-4B0FC50F264C}" dt="2020-10-08T20:08:57.391" v="3" actId="27636"/>
        <pc:sldMkLst>
          <pc:docMk/>
          <pc:sldMk cId="2795763181" sldId="281"/>
        </pc:sld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795763181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391" v="3" actId="27636"/>
          <ac:spMkLst>
            <pc:docMk/>
            <pc:sldMk cId="2795763181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k cId="2795763181" sldId="281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6AE7EA25-A113-47D2-8F83-4B0FC50F264C}" dt="2020-10-08T20:08:57.11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6AE7EA25-A113-47D2-8F83-4B0FC50F264C}" dt="2020-10-08T20:08:57.11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6AE7EA25-A113-47D2-8F83-4B0FC50F264C}" dt="2020-10-08T20:08:57.11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6AE7EA25-A113-47D2-8F83-4B0FC50F264C}" dt="2020-10-08T20:08:57.11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6AE7EA25-A113-47D2-8F83-4B0FC50F264C}" dt="2020-10-08T20:08:57.11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6AE7EA25-A113-47D2-8F83-4B0FC50F264C}" dt="2020-10-08T20:08:57.11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6AE7EA25-A113-47D2-8F83-4B0FC50F264C}" dt="2020-10-08T20:08:57.11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6AE7EA25-A113-47D2-8F83-4B0FC50F264C}" dt="2020-10-08T20:08:57.11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6AE7EA25-A113-47D2-8F83-4B0FC50F264C}" dt="2020-10-08T20:08:57.11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6AE7EA25-A113-47D2-8F83-4B0FC50F264C}" dt="2020-10-08T20:08:57.11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</pc:docChg>
  </pc:docChgLst>
  <pc:docChgLst>
    <pc:chgData name="KOUPIL Jan" userId="e926d9f2-b86a-408f-b8de-77ef0706564a" providerId="ADAL" clId="{C58831BE-AC74-4737-B611-2370F9274721}"/>
    <pc:docChg chg="modSld">
      <pc:chgData name="KOUPIL Jan" userId="e926d9f2-b86a-408f-b8de-77ef0706564a" providerId="ADAL" clId="{C58831BE-AC74-4737-B611-2370F9274721}" dt="2021-04-30T06:43:21.678" v="57" actId="20577"/>
      <pc:docMkLst>
        <pc:docMk/>
      </pc:docMkLst>
      <pc:sldChg chg="modSp">
        <pc:chgData name="KOUPIL Jan" userId="e926d9f2-b86a-408f-b8de-77ef0706564a" providerId="ADAL" clId="{C58831BE-AC74-4737-B611-2370F9274721}" dt="2021-04-30T05:53:16.714" v="24" actId="20577"/>
        <pc:sldMkLst>
          <pc:docMk/>
          <pc:sldMk cId="2354240000" sldId="265"/>
        </pc:sldMkLst>
        <pc:spChg chg="mod">
          <ac:chgData name="KOUPIL Jan" userId="e926d9f2-b86a-408f-b8de-77ef0706564a" providerId="ADAL" clId="{C58831BE-AC74-4737-B611-2370F9274721}" dt="2021-04-30T05:53:16.714" v="24" actId="20577"/>
          <ac:spMkLst>
            <pc:docMk/>
            <pc:sldMk cId="2354240000" sldId="265"/>
            <ac:spMk id="3" creationId="{00000000-0000-0000-0000-000000000000}"/>
          </ac:spMkLst>
        </pc:spChg>
      </pc:sldChg>
      <pc:sldChg chg="modSp mod">
        <pc:chgData name="KOUPIL Jan" userId="e926d9f2-b86a-408f-b8de-77ef0706564a" providerId="ADAL" clId="{C58831BE-AC74-4737-B611-2370F9274721}" dt="2021-04-30T06:43:21.678" v="57" actId="20577"/>
        <pc:sldMkLst>
          <pc:docMk/>
          <pc:sldMk cId="3418449585" sldId="267"/>
        </pc:sldMkLst>
        <pc:spChg chg="mod">
          <ac:chgData name="KOUPIL Jan" userId="e926d9f2-b86a-408f-b8de-77ef0706564a" providerId="ADAL" clId="{C58831BE-AC74-4737-B611-2370F9274721}" dt="2021-04-30T06:43:21.678" v="57" actId="20577"/>
          <ac:spMkLst>
            <pc:docMk/>
            <pc:sldMk cId="3418449585" sldId="267"/>
            <ac:spMk id="3" creationId="{00000000-0000-0000-0000-000000000000}"/>
          </ac:spMkLst>
        </pc:spChg>
      </pc:sldChg>
    </pc:docChg>
  </pc:docChgLst>
  <pc:docChgLst>
    <pc:chgData name="KOUPIL Jan" userId="e926d9f2-b86a-408f-b8de-77ef0706564a" providerId="ADAL" clId="{7CAE980F-00E0-45E0-A09A-9EB3E5A3DC92}"/>
    <pc:docChg chg="modSld">
      <pc:chgData name="KOUPIL Jan" userId="e926d9f2-b86a-408f-b8de-77ef0706564a" providerId="ADAL" clId="{7CAE980F-00E0-45E0-A09A-9EB3E5A3DC92}" dt="2019-03-29T08:03:02.814" v="32" actId="20577"/>
      <pc:docMkLst>
        <pc:docMk/>
      </pc:docMkLst>
      <pc:sldChg chg="modSp">
        <pc:chgData name="KOUPIL Jan" userId="e926d9f2-b86a-408f-b8de-77ef0706564a" providerId="ADAL" clId="{7CAE980F-00E0-45E0-A09A-9EB3E5A3DC92}" dt="2019-03-29T07:58:33.951" v="30" actId="20577"/>
        <pc:sldMkLst>
          <pc:docMk/>
          <pc:sldMk cId="1356847357" sldId="257"/>
        </pc:sldMkLst>
        <pc:spChg chg="mod">
          <ac:chgData name="KOUPIL Jan" userId="e926d9f2-b86a-408f-b8de-77ef0706564a" providerId="ADAL" clId="{7CAE980F-00E0-45E0-A09A-9EB3E5A3DC92}" dt="2019-03-29T07:58:33.951" v="30" actId="20577"/>
          <ac:spMkLst>
            <pc:docMk/>
            <pc:sldMk cId="1356847357" sldId="257"/>
            <ac:spMk id="2" creationId="{00000000-0000-0000-0000-000000000000}"/>
          </ac:spMkLst>
        </pc:spChg>
      </pc:sldChg>
      <pc:sldChg chg="modSp">
        <pc:chgData name="KOUPIL Jan" userId="e926d9f2-b86a-408f-b8de-77ef0706564a" providerId="ADAL" clId="{7CAE980F-00E0-45E0-A09A-9EB3E5A3DC92}" dt="2019-03-22T07:32:03.209" v="19" actId="14100"/>
        <pc:sldMkLst>
          <pc:docMk/>
          <pc:sldMk cId="619007966" sldId="259"/>
        </pc:sldMkLst>
        <pc:spChg chg="mod">
          <ac:chgData name="KOUPIL Jan" userId="e926d9f2-b86a-408f-b8de-77ef0706564a" providerId="ADAL" clId="{7CAE980F-00E0-45E0-A09A-9EB3E5A3DC92}" dt="2019-03-22T07:32:03.209" v="19" actId="14100"/>
          <ac:spMkLst>
            <pc:docMk/>
            <pc:sldMk cId="619007966" sldId="259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CAE980F-00E0-45E0-A09A-9EB3E5A3DC92}" dt="2019-03-14T21:02:52.109" v="0" actId="20577"/>
        <pc:sldMkLst>
          <pc:docMk/>
          <pc:sldMk cId="1353101865" sldId="261"/>
        </pc:sldMkLst>
        <pc:spChg chg="mod">
          <ac:chgData name="KOUPIL Jan" userId="e926d9f2-b86a-408f-b8de-77ef0706564a" providerId="ADAL" clId="{7CAE980F-00E0-45E0-A09A-9EB3E5A3DC92}" dt="2019-03-14T21:02:52.109" v="0" actId="20577"/>
          <ac:spMkLst>
            <pc:docMk/>
            <pc:sldMk cId="1353101865" sldId="261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7CAE980F-00E0-45E0-A09A-9EB3E5A3DC92}" dt="2019-03-14T21:03:21.668" v="18" actId="20577"/>
        <pc:sldMkLst>
          <pc:docMk/>
          <pc:sldMk cId="1948221741" sldId="262"/>
        </pc:sldMkLst>
        <pc:spChg chg="mod">
          <ac:chgData name="KOUPIL Jan" userId="e926d9f2-b86a-408f-b8de-77ef0706564a" providerId="ADAL" clId="{7CAE980F-00E0-45E0-A09A-9EB3E5A3DC92}" dt="2019-03-14T21:03:21.668" v="18" actId="20577"/>
          <ac:spMkLst>
            <pc:docMk/>
            <pc:sldMk cId="1948221741" sldId="26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7CAE980F-00E0-45E0-A09A-9EB3E5A3DC92}" dt="2019-03-22T08:32:08.784" v="26" actId="20577"/>
        <pc:sldMkLst>
          <pc:docMk/>
          <pc:sldMk cId="1918996414" sldId="264"/>
        </pc:sldMkLst>
        <pc:spChg chg="mod">
          <ac:chgData name="KOUPIL Jan" userId="e926d9f2-b86a-408f-b8de-77ef0706564a" providerId="ADAL" clId="{7CAE980F-00E0-45E0-A09A-9EB3E5A3DC92}" dt="2019-03-22T08:32:08.784" v="26" actId="20577"/>
          <ac:spMkLst>
            <pc:docMk/>
            <pc:sldMk cId="1918996414" sldId="264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7CAE980F-00E0-45E0-A09A-9EB3E5A3DC92}" dt="2019-03-29T08:03:02.814" v="32" actId="20577"/>
        <pc:sldMkLst>
          <pc:docMk/>
          <pc:sldMk cId="4279024986" sldId="268"/>
        </pc:sldMkLst>
        <pc:spChg chg="mod">
          <ac:chgData name="KOUPIL Jan" userId="e926d9f2-b86a-408f-b8de-77ef0706564a" providerId="ADAL" clId="{7CAE980F-00E0-45E0-A09A-9EB3E5A3DC92}" dt="2019-03-29T08:03:02.814" v="32" actId="20577"/>
          <ac:spMkLst>
            <pc:docMk/>
            <pc:sldMk cId="4279024986" sldId="268"/>
            <ac:spMk id="3" creationId="{00000000-0000-0000-0000-000000000000}"/>
          </ac:spMkLst>
        </pc:spChg>
      </pc:sldChg>
    </pc:docChg>
  </pc:docChgLst>
  <pc:docChgLst>
    <pc:chgData name="KOUPIL Jan" userId="e926d9f2-b86a-408f-b8de-77ef0706564a" providerId="ADAL" clId="{D1564CBF-4729-4008-82CF-7E7A855693AD}"/>
    <pc:docChg chg="undo custSel modSld">
      <pc:chgData name="KOUPIL Jan" userId="e926d9f2-b86a-408f-b8de-77ef0706564a" providerId="ADAL" clId="{D1564CBF-4729-4008-82CF-7E7A855693AD}" dt="2023-05-10T08:55:34.757" v="339" actId="20577"/>
      <pc:docMkLst>
        <pc:docMk/>
      </pc:docMkLst>
      <pc:sldChg chg="delSp mod">
        <pc:chgData name="KOUPIL Jan" userId="e926d9f2-b86a-408f-b8de-77ef0706564a" providerId="ADAL" clId="{D1564CBF-4729-4008-82CF-7E7A855693AD}" dt="2023-05-10T08:36:18.739" v="338" actId="478"/>
        <pc:sldMkLst>
          <pc:docMk/>
          <pc:sldMk cId="1356847357" sldId="257"/>
        </pc:sldMkLst>
        <pc:spChg chg="del">
          <ac:chgData name="KOUPIL Jan" userId="e926d9f2-b86a-408f-b8de-77ef0706564a" providerId="ADAL" clId="{D1564CBF-4729-4008-82CF-7E7A855693AD}" dt="2023-05-10T08:36:18.739" v="338" actId="478"/>
          <ac:spMkLst>
            <pc:docMk/>
            <pc:sldMk cId="1356847357" sldId="257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6:15.536" v="337" actId="478"/>
        <pc:sldMkLst>
          <pc:docMk/>
          <pc:sldMk cId="2638855844" sldId="258"/>
        </pc:sldMkLst>
        <pc:spChg chg="del">
          <ac:chgData name="KOUPIL Jan" userId="e926d9f2-b86a-408f-b8de-77ef0706564a" providerId="ADAL" clId="{D1564CBF-4729-4008-82CF-7E7A855693AD}" dt="2023-05-10T08:36:15.536" v="337" actId="478"/>
          <ac:spMkLst>
            <pc:docMk/>
            <pc:sldMk cId="2638855844" sldId="258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6:13.288" v="336" actId="478"/>
        <pc:sldMkLst>
          <pc:docMk/>
          <pc:sldMk cId="619007966" sldId="259"/>
        </pc:sldMkLst>
        <pc:spChg chg="del">
          <ac:chgData name="KOUPIL Jan" userId="e926d9f2-b86a-408f-b8de-77ef0706564a" providerId="ADAL" clId="{D1564CBF-4729-4008-82CF-7E7A855693AD}" dt="2023-05-10T08:36:13.288" v="336" actId="478"/>
          <ac:spMkLst>
            <pc:docMk/>
            <pc:sldMk cId="619007966" sldId="259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6:10.021" v="335" actId="478"/>
        <pc:sldMkLst>
          <pc:docMk/>
          <pc:sldMk cId="2583176545" sldId="260"/>
        </pc:sldMkLst>
        <pc:spChg chg="del">
          <ac:chgData name="KOUPIL Jan" userId="e926d9f2-b86a-408f-b8de-77ef0706564a" providerId="ADAL" clId="{D1564CBF-4729-4008-82CF-7E7A855693AD}" dt="2023-05-10T08:36:10.021" v="335" actId="478"/>
          <ac:spMkLst>
            <pc:docMk/>
            <pc:sldMk cId="2583176545" sldId="260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6:08.138" v="334" actId="478"/>
        <pc:sldMkLst>
          <pc:docMk/>
          <pc:sldMk cId="1353101865" sldId="261"/>
        </pc:sldMkLst>
        <pc:spChg chg="del">
          <ac:chgData name="KOUPIL Jan" userId="e926d9f2-b86a-408f-b8de-77ef0706564a" providerId="ADAL" clId="{D1564CBF-4729-4008-82CF-7E7A855693AD}" dt="2023-05-10T08:36:08.138" v="334" actId="478"/>
          <ac:spMkLst>
            <pc:docMk/>
            <pc:sldMk cId="1353101865" sldId="261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6:04.791" v="333" actId="478"/>
        <pc:sldMkLst>
          <pc:docMk/>
          <pc:sldMk cId="1948221741" sldId="262"/>
        </pc:sldMkLst>
        <pc:spChg chg="del">
          <ac:chgData name="KOUPIL Jan" userId="e926d9f2-b86a-408f-b8de-77ef0706564a" providerId="ADAL" clId="{D1564CBF-4729-4008-82CF-7E7A855693AD}" dt="2023-05-10T08:36:04.791" v="333" actId="478"/>
          <ac:spMkLst>
            <pc:docMk/>
            <pc:sldMk cId="1948221741" sldId="262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6:01.934" v="332" actId="478"/>
        <pc:sldMkLst>
          <pc:docMk/>
          <pc:sldMk cId="2653717356" sldId="263"/>
        </pc:sldMkLst>
        <pc:spChg chg="del">
          <ac:chgData name="KOUPIL Jan" userId="e926d9f2-b86a-408f-b8de-77ef0706564a" providerId="ADAL" clId="{D1564CBF-4729-4008-82CF-7E7A855693AD}" dt="2023-05-10T08:36:01.934" v="332" actId="478"/>
          <ac:spMkLst>
            <pc:docMk/>
            <pc:sldMk cId="2653717356" sldId="263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D1564CBF-4729-4008-82CF-7E7A855693AD}" dt="2023-02-15T06:48:10.006" v="179" actId="20577"/>
        <pc:sldMkLst>
          <pc:docMk/>
          <pc:sldMk cId="1918996414" sldId="264"/>
        </pc:sldMkLst>
        <pc:spChg chg="mod">
          <ac:chgData name="KOUPIL Jan" userId="e926d9f2-b86a-408f-b8de-77ef0706564a" providerId="ADAL" clId="{D1564CBF-4729-4008-82CF-7E7A855693AD}" dt="2023-02-15T06:48:10.006" v="179" actId="20577"/>
          <ac:spMkLst>
            <pc:docMk/>
            <pc:sldMk cId="1918996414" sldId="264"/>
            <ac:spMk id="2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56.868" v="331" actId="478"/>
        <pc:sldMkLst>
          <pc:docMk/>
          <pc:sldMk cId="2354240000" sldId="265"/>
        </pc:sldMkLst>
        <pc:spChg chg="del">
          <ac:chgData name="KOUPIL Jan" userId="e926d9f2-b86a-408f-b8de-77ef0706564a" providerId="ADAL" clId="{D1564CBF-4729-4008-82CF-7E7A855693AD}" dt="2023-05-10T08:35:56.868" v="331" actId="478"/>
          <ac:spMkLst>
            <pc:docMk/>
            <pc:sldMk cId="2354240000" sldId="265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54.842" v="330" actId="478"/>
        <pc:sldMkLst>
          <pc:docMk/>
          <pc:sldMk cId="3918947475" sldId="266"/>
        </pc:sldMkLst>
        <pc:spChg chg="del">
          <ac:chgData name="KOUPIL Jan" userId="e926d9f2-b86a-408f-b8de-77ef0706564a" providerId="ADAL" clId="{D1564CBF-4729-4008-82CF-7E7A855693AD}" dt="2023-05-10T08:35:54.842" v="330" actId="478"/>
          <ac:spMkLst>
            <pc:docMk/>
            <pc:sldMk cId="3918947475" sldId="266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51.720" v="329" actId="478"/>
        <pc:sldMkLst>
          <pc:docMk/>
          <pc:sldMk cId="3418449585" sldId="267"/>
        </pc:sldMkLst>
        <pc:spChg chg="del">
          <ac:chgData name="KOUPIL Jan" userId="e926d9f2-b86a-408f-b8de-77ef0706564a" providerId="ADAL" clId="{D1564CBF-4729-4008-82CF-7E7A855693AD}" dt="2023-05-10T08:35:51.720" v="329" actId="478"/>
          <ac:spMkLst>
            <pc:docMk/>
            <pc:sldMk cId="3418449585" sldId="267"/>
            <ac:spMk id="4" creationId="{00000000-0000-0000-0000-000000000000}"/>
          </ac:spMkLst>
        </pc:spChg>
      </pc:sldChg>
      <pc:sldChg chg="delSp modSp mod">
        <pc:chgData name="KOUPIL Jan" userId="e926d9f2-b86a-408f-b8de-77ef0706564a" providerId="ADAL" clId="{D1564CBF-4729-4008-82CF-7E7A855693AD}" dt="2023-05-10T08:35:20.675" v="317" actId="478"/>
        <pc:sldMkLst>
          <pc:docMk/>
          <pc:sldMk cId="4279024986" sldId="268"/>
        </pc:sldMkLst>
        <pc:spChg chg="mod">
          <ac:chgData name="KOUPIL Jan" userId="e926d9f2-b86a-408f-b8de-77ef0706564a" providerId="ADAL" clId="{D1564CBF-4729-4008-82CF-7E7A855693AD}" dt="2023-05-10T08:32:05.354" v="185" actId="20577"/>
          <ac:spMkLst>
            <pc:docMk/>
            <pc:sldMk cId="4279024986" sldId="268"/>
            <ac:spMk id="3" creationId="{00000000-0000-0000-0000-000000000000}"/>
          </ac:spMkLst>
        </pc:spChg>
        <pc:spChg chg="del">
          <ac:chgData name="KOUPIL Jan" userId="e926d9f2-b86a-408f-b8de-77ef0706564a" providerId="ADAL" clId="{D1564CBF-4729-4008-82CF-7E7A855693AD}" dt="2023-05-10T08:35:20.675" v="317" actId="478"/>
          <ac:spMkLst>
            <pc:docMk/>
            <pc:sldMk cId="4279024986" sldId="268"/>
            <ac:spMk id="4" creationId="{00000000-0000-0000-0000-000000000000}"/>
          </ac:spMkLst>
        </pc:spChg>
      </pc:sldChg>
      <pc:sldChg chg="delSp modSp mod">
        <pc:chgData name="KOUPIL Jan" userId="e926d9f2-b86a-408f-b8de-77ef0706564a" providerId="ADAL" clId="{D1564CBF-4729-4008-82CF-7E7A855693AD}" dt="2023-05-10T08:35:17.870" v="316" actId="478"/>
        <pc:sldMkLst>
          <pc:docMk/>
          <pc:sldMk cId="1583158266" sldId="269"/>
        </pc:sldMkLst>
        <pc:spChg chg="mod">
          <ac:chgData name="KOUPIL Jan" userId="e926d9f2-b86a-408f-b8de-77ef0706564a" providerId="ADAL" clId="{D1564CBF-4729-4008-82CF-7E7A855693AD}" dt="2023-05-10T08:33:53.877" v="268" actId="20577"/>
          <ac:spMkLst>
            <pc:docMk/>
            <pc:sldMk cId="1583158266" sldId="269"/>
            <ac:spMk id="3" creationId="{00000000-0000-0000-0000-000000000000}"/>
          </ac:spMkLst>
        </pc:spChg>
        <pc:spChg chg="del mod">
          <ac:chgData name="KOUPIL Jan" userId="e926d9f2-b86a-408f-b8de-77ef0706564a" providerId="ADAL" clId="{D1564CBF-4729-4008-82CF-7E7A855693AD}" dt="2023-05-10T08:35:17.870" v="316" actId="478"/>
          <ac:spMkLst>
            <pc:docMk/>
            <pc:sldMk cId="1583158266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D1564CBF-4729-4008-82CF-7E7A855693AD}" dt="2023-05-10T08:34:37.886" v="310" actId="20577"/>
        <pc:sldMkLst>
          <pc:docMk/>
          <pc:sldMk cId="2617849163" sldId="270"/>
        </pc:sldMkLst>
        <pc:spChg chg="mod">
          <ac:chgData name="KOUPIL Jan" userId="e926d9f2-b86a-408f-b8de-77ef0706564a" providerId="ADAL" clId="{D1564CBF-4729-4008-82CF-7E7A855693AD}" dt="2023-05-10T08:34:37.886" v="310" actId="20577"/>
          <ac:spMkLst>
            <pc:docMk/>
            <pc:sldMk cId="2617849163" sldId="270"/>
            <ac:spMk id="3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37.836" v="324" actId="478"/>
        <pc:sldMkLst>
          <pc:docMk/>
          <pc:sldMk cId="812967165" sldId="271"/>
        </pc:sldMkLst>
        <pc:spChg chg="del">
          <ac:chgData name="KOUPIL Jan" userId="e926d9f2-b86a-408f-b8de-77ef0706564a" providerId="ADAL" clId="{D1564CBF-4729-4008-82CF-7E7A855693AD}" dt="2023-05-10T08:35:37.836" v="324" actId="478"/>
          <ac:spMkLst>
            <pc:docMk/>
            <pc:sldMk cId="812967165" sldId="271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35.086" v="323" actId="478"/>
        <pc:sldMkLst>
          <pc:docMk/>
          <pc:sldMk cId="2927990075" sldId="272"/>
        </pc:sldMkLst>
        <pc:spChg chg="del">
          <ac:chgData name="KOUPIL Jan" userId="e926d9f2-b86a-408f-b8de-77ef0706564a" providerId="ADAL" clId="{D1564CBF-4729-4008-82CF-7E7A855693AD}" dt="2023-05-10T08:35:35.086" v="323" actId="478"/>
          <ac:spMkLst>
            <pc:docMk/>
            <pc:sldMk cId="2927990075" sldId="272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32.581" v="322" actId="478"/>
        <pc:sldMkLst>
          <pc:docMk/>
          <pc:sldMk cId="2083658596" sldId="273"/>
        </pc:sldMkLst>
        <pc:spChg chg="del">
          <ac:chgData name="KOUPIL Jan" userId="e926d9f2-b86a-408f-b8de-77ef0706564a" providerId="ADAL" clId="{D1564CBF-4729-4008-82CF-7E7A855693AD}" dt="2023-05-10T08:35:32.581" v="322" actId="478"/>
          <ac:spMkLst>
            <pc:docMk/>
            <pc:sldMk cId="2083658596" sldId="273"/>
            <ac:spMk id="4" creationId="{00000000-0000-0000-0000-000000000000}"/>
          </ac:spMkLst>
        </pc:spChg>
      </pc:sldChg>
      <pc:sldChg chg="delSp mod modNotesTx">
        <pc:chgData name="KOUPIL Jan" userId="e926d9f2-b86a-408f-b8de-77ef0706564a" providerId="ADAL" clId="{D1564CBF-4729-4008-82CF-7E7A855693AD}" dt="2023-05-10T08:35:29.916" v="321" actId="478"/>
        <pc:sldMkLst>
          <pc:docMk/>
          <pc:sldMk cId="2101331118" sldId="274"/>
        </pc:sldMkLst>
        <pc:spChg chg="del">
          <ac:chgData name="KOUPIL Jan" userId="e926d9f2-b86a-408f-b8de-77ef0706564a" providerId="ADAL" clId="{D1564CBF-4729-4008-82CF-7E7A855693AD}" dt="2023-05-10T08:35:29.916" v="321" actId="478"/>
          <ac:spMkLst>
            <pc:docMk/>
            <pc:sldMk cId="2101331118" sldId="274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48.673" v="328" actId="478"/>
        <pc:sldMkLst>
          <pc:docMk/>
          <pc:sldMk cId="3792652108" sldId="275"/>
        </pc:sldMkLst>
        <pc:spChg chg="del">
          <ac:chgData name="KOUPIL Jan" userId="e926d9f2-b86a-408f-b8de-77ef0706564a" providerId="ADAL" clId="{D1564CBF-4729-4008-82CF-7E7A855693AD}" dt="2023-05-10T08:35:48.673" v="328" actId="478"/>
          <ac:spMkLst>
            <pc:docMk/>
            <pc:sldMk cId="3792652108" sldId="275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46.743" v="327" actId="478"/>
        <pc:sldMkLst>
          <pc:docMk/>
          <pc:sldMk cId="3906221633" sldId="276"/>
        </pc:sldMkLst>
        <pc:spChg chg="del">
          <ac:chgData name="KOUPIL Jan" userId="e926d9f2-b86a-408f-b8de-77ef0706564a" providerId="ADAL" clId="{D1564CBF-4729-4008-82CF-7E7A855693AD}" dt="2023-05-10T08:35:46.743" v="327" actId="478"/>
          <ac:spMkLst>
            <pc:docMk/>
            <pc:sldMk cId="3906221633" sldId="276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44.445" v="326" actId="478"/>
        <pc:sldMkLst>
          <pc:docMk/>
          <pc:sldMk cId="3203937365" sldId="277"/>
        </pc:sldMkLst>
        <pc:spChg chg="del">
          <ac:chgData name="KOUPIL Jan" userId="e926d9f2-b86a-408f-b8de-77ef0706564a" providerId="ADAL" clId="{D1564CBF-4729-4008-82CF-7E7A855693AD}" dt="2023-05-10T08:35:44.445" v="326" actId="478"/>
          <ac:spMkLst>
            <pc:docMk/>
            <pc:sldMk cId="3203937365" sldId="277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42.257" v="325" actId="478"/>
        <pc:sldMkLst>
          <pc:docMk/>
          <pc:sldMk cId="2285483229" sldId="278"/>
        </pc:sldMkLst>
        <pc:spChg chg="del">
          <ac:chgData name="KOUPIL Jan" userId="e926d9f2-b86a-408f-b8de-77ef0706564a" providerId="ADAL" clId="{D1564CBF-4729-4008-82CF-7E7A855693AD}" dt="2023-05-10T08:35:42.257" v="325" actId="478"/>
          <ac:spMkLst>
            <pc:docMk/>
            <pc:sldMk cId="2285483229" sldId="278"/>
            <ac:spMk id="4" creationId="{00000000-0000-0000-0000-000000000000}"/>
          </ac:spMkLst>
        </pc:spChg>
      </pc:sldChg>
      <pc:sldChg chg="delSp modSp mod">
        <pc:chgData name="KOUPIL Jan" userId="e926d9f2-b86a-408f-b8de-77ef0706564a" providerId="ADAL" clId="{D1564CBF-4729-4008-82CF-7E7A855693AD}" dt="2023-05-10T08:55:34.757" v="339" actId="20577"/>
        <pc:sldMkLst>
          <pc:docMk/>
          <pc:sldMk cId="3130414770" sldId="279"/>
        </pc:sldMkLst>
        <pc:spChg chg="mod">
          <ac:chgData name="KOUPIL Jan" userId="e926d9f2-b86a-408f-b8de-77ef0706564a" providerId="ADAL" clId="{D1564CBF-4729-4008-82CF-7E7A855693AD}" dt="2023-05-10T08:55:34.757" v="339" actId="20577"/>
          <ac:spMkLst>
            <pc:docMk/>
            <pc:sldMk cId="3130414770" sldId="279"/>
            <ac:spMk id="3" creationId="{00000000-0000-0000-0000-000000000000}"/>
          </ac:spMkLst>
        </pc:spChg>
        <pc:spChg chg="del">
          <ac:chgData name="KOUPIL Jan" userId="e926d9f2-b86a-408f-b8de-77ef0706564a" providerId="ADAL" clId="{D1564CBF-4729-4008-82CF-7E7A855693AD}" dt="2023-05-10T08:35:22.904" v="318" actId="478"/>
          <ac:spMkLst>
            <pc:docMk/>
            <pc:sldMk cId="3130414770" sldId="279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D1564CBF-4729-4008-82CF-7E7A855693AD}" dt="2023-05-10T08:35:26.910" v="320" actId="478"/>
        <pc:sldMkLst>
          <pc:docMk/>
          <pc:sldMk cId="4092033261" sldId="280"/>
        </pc:sldMkLst>
        <pc:spChg chg="del">
          <ac:chgData name="KOUPIL Jan" userId="e926d9f2-b86a-408f-b8de-77ef0706564a" providerId="ADAL" clId="{D1564CBF-4729-4008-82CF-7E7A855693AD}" dt="2023-05-10T08:35:26.910" v="320" actId="478"/>
          <ac:spMkLst>
            <pc:docMk/>
            <pc:sldMk cId="4092033261" sldId="280"/>
            <ac:spMk id="4" creationId="{00000000-0000-0000-0000-000000000000}"/>
          </ac:spMkLst>
        </pc:spChg>
      </pc:sldChg>
      <pc:sldChg chg="delSp modSp mod">
        <pc:chgData name="KOUPIL Jan" userId="e926d9f2-b86a-408f-b8de-77ef0706564a" providerId="ADAL" clId="{D1564CBF-4729-4008-82CF-7E7A855693AD}" dt="2023-05-10T08:35:24.865" v="319" actId="478"/>
        <pc:sldMkLst>
          <pc:docMk/>
          <pc:sldMk cId="2795763181" sldId="281"/>
        </pc:sldMkLst>
        <pc:spChg chg="mod">
          <ac:chgData name="KOUPIL Jan" userId="e926d9f2-b86a-408f-b8de-77ef0706564a" providerId="ADAL" clId="{D1564CBF-4729-4008-82CF-7E7A855693AD}" dt="2022-02-17T11:01:19.917" v="160" actId="27636"/>
          <ac:spMkLst>
            <pc:docMk/>
            <pc:sldMk cId="2795763181" sldId="281"/>
            <ac:spMk id="3" creationId="{00000000-0000-0000-0000-000000000000}"/>
          </ac:spMkLst>
        </pc:spChg>
        <pc:spChg chg="del">
          <ac:chgData name="KOUPIL Jan" userId="e926d9f2-b86a-408f-b8de-77ef0706564a" providerId="ADAL" clId="{D1564CBF-4729-4008-82CF-7E7A855693AD}" dt="2023-05-10T08:35:24.865" v="319" actId="478"/>
          <ac:spMkLst>
            <pc:docMk/>
            <pc:sldMk cId="2795763181" sldId="281"/>
            <ac:spMk id="4" creationId="{00000000-0000-0000-0000-000000000000}"/>
          </ac:spMkLst>
        </pc:spChg>
      </pc:sldChg>
    </pc:docChg>
  </pc:docChgLst>
  <pc:docChgLst>
    <pc:chgData name="KOUPIL Jan" userId="e926d9f2-b86a-408f-b8de-77ef0706564a" providerId="ADAL" clId="{1FE1AACC-1EE2-4B2D-A907-E5384430E1F6}"/>
    <pc:docChg chg="modSld sldOrd">
      <pc:chgData name="KOUPIL Jan" userId="e926d9f2-b86a-408f-b8de-77ef0706564a" providerId="ADAL" clId="{1FE1AACC-1EE2-4B2D-A907-E5384430E1F6}" dt="2022-02-13T20:41:20.993" v="31"/>
      <pc:docMkLst>
        <pc:docMk/>
      </pc:docMkLst>
      <pc:sldChg chg="modSp mod">
        <pc:chgData name="KOUPIL Jan" userId="e926d9f2-b86a-408f-b8de-77ef0706564a" providerId="ADAL" clId="{1FE1AACC-1EE2-4B2D-A907-E5384430E1F6}" dt="2022-02-10T09:35:27.335" v="5" actId="20577"/>
        <pc:sldMkLst>
          <pc:docMk/>
          <pc:sldMk cId="1948221741" sldId="262"/>
        </pc:sldMkLst>
        <pc:spChg chg="mod">
          <ac:chgData name="KOUPIL Jan" userId="e926d9f2-b86a-408f-b8de-77ef0706564a" providerId="ADAL" clId="{1FE1AACC-1EE2-4B2D-A907-E5384430E1F6}" dt="2022-02-10T09:35:27.335" v="5" actId="20577"/>
          <ac:spMkLst>
            <pc:docMk/>
            <pc:sldMk cId="1948221741" sldId="262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1FE1AACC-1EE2-4B2D-A907-E5384430E1F6}" dt="2022-02-10T09:35:31.960" v="11" actId="20577"/>
        <pc:sldMkLst>
          <pc:docMk/>
          <pc:sldMk cId="2653717356" sldId="263"/>
        </pc:sldMkLst>
        <pc:spChg chg="mod">
          <ac:chgData name="KOUPIL Jan" userId="e926d9f2-b86a-408f-b8de-77ef0706564a" providerId="ADAL" clId="{1FE1AACC-1EE2-4B2D-A907-E5384430E1F6}" dt="2022-02-10T09:35:31.960" v="11" actId="20577"/>
          <ac:spMkLst>
            <pc:docMk/>
            <pc:sldMk cId="2653717356" sldId="263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1FE1AACC-1EE2-4B2D-A907-E5384430E1F6}" dt="2022-02-10T09:35:40.863" v="23" actId="20577"/>
        <pc:sldMkLst>
          <pc:docMk/>
          <pc:sldMk cId="1918996414" sldId="264"/>
        </pc:sldMkLst>
        <pc:spChg chg="mod">
          <ac:chgData name="KOUPIL Jan" userId="e926d9f2-b86a-408f-b8de-77ef0706564a" providerId="ADAL" clId="{1FE1AACC-1EE2-4B2D-A907-E5384430E1F6}" dt="2022-02-10T09:35:37.423" v="17" actId="20577"/>
          <ac:spMkLst>
            <pc:docMk/>
            <pc:sldMk cId="1918996414" sldId="264"/>
            <ac:spMk id="2" creationId="{00000000-0000-0000-0000-000000000000}"/>
          </ac:spMkLst>
        </pc:spChg>
        <pc:spChg chg="mod">
          <ac:chgData name="KOUPIL Jan" userId="e926d9f2-b86a-408f-b8de-77ef0706564a" providerId="ADAL" clId="{1FE1AACC-1EE2-4B2D-A907-E5384430E1F6}" dt="2022-02-10T09:35:40.863" v="23" actId="20577"/>
          <ac:spMkLst>
            <pc:docMk/>
            <pc:sldMk cId="1918996414" sldId="264"/>
            <ac:spMk id="3" creationId="{00000000-0000-0000-0000-000000000000}"/>
          </ac:spMkLst>
        </pc:spChg>
      </pc:sldChg>
      <pc:sldChg chg="ord">
        <pc:chgData name="KOUPIL Jan" userId="e926d9f2-b86a-408f-b8de-77ef0706564a" providerId="ADAL" clId="{1FE1AACC-1EE2-4B2D-A907-E5384430E1F6}" dt="2022-02-13T20:41:20.993" v="31"/>
        <pc:sldMkLst>
          <pc:docMk/>
          <pc:sldMk cId="812967165" sldId="271"/>
        </pc:sldMkLst>
      </pc:sldChg>
      <pc:sldChg chg="ord">
        <pc:chgData name="KOUPIL Jan" userId="e926d9f2-b86a-408f-b8de-77ef0706564a" providerId="ADAL" clId="{1FE1AACC-1EE2-4B2D-A907-E5384430E1F6}" dt="2022-02-13T20:41:20.993" v="31"/>
        <pc:sldMkLst>
          <pc:docMk/>
          <pc:sldMk cId="2927990075" sldId="272"/>
        </pc:sldMkLst>
      </pc:sldChg>
      <pc:sldChg chg="ord">
        <pc:chgData name="KOUPIL Jan" userId="e926d9f2-b86a-408f-b8de-77ef0706564a" providerId="ADAL" clId="{1FE1AACC-1EE2-4B2D-A907-E5384430E1F6}" dt="2022-02-13T20:41:20.993" v="31"/>
        <pc:sldMkLst>
          <pc:docMk/>
          <pc:sldMk cId="2083658596" sldId="273"/>
        </pc:sldMkLst>
      </pc:sldChg>
      <pc:sldChg chg="ord">
        <pc:chgData name="KOUPIL Jan" userId="e926d9f2-b86a-408f-b8de-77ef0706564a" providerId="ADAL" clId="{1FE1AACC-1EE2-4B2D-A907-E5384430E1F6}" dt="2022-02-13T20:41:20.993" v="31"/>
        <pc:sldMkLst>
          <pc:docMk/>
          <pc:sldMk cId="2101331118" sldId="274"/>
        </pc:sldMkLst>
      </pc:sldChg>
      <pc:sldChg chg="ord">
        <pc:chgData name="KOUPIL Jan" userId="e926d9f2-b86a-408f-b8de-77ef0706564a" providerId="ADAL" clId="{1FE1AACC-1EE2-4B2D-A907-E5384430E1F6}" dt="2022-02-13T20:40:52.395" v="29"/>
        <pc:sldMkLst>
          <pc:docMk/>
          <pc:sldMk cId="3792652108" sldId="275"/>
        </pc:sldMkLst>
      </pc:sldChg>
      <pc:sldChg chg="ord">
        <pc:chgData name="KOUPIL Jan" userId="e926d9f2-b86a-408f-b8de-77ef0706564a" providerId="ADAL" clId="{1FE1AACC-1EE2-4B2D-A907-E5384430E1F6}" dt="2022-02-13T20:40:52.395" v="29"/>
        <pc:sldMkLst>
          <pc:docMk/>
          <pc:sldMk cId="3906221633" sldId="276"/>
        </pc:sldMkLst>
      </pc:sldChg>
      <pc:sldChg chg="ord">
        <pc:chgData name="KOUPIL Jan" userId="e926d9f2-b86a-408f-b8de-77ef0706564a" providerId="ADAL" clId="{1FE1AACC-1EE2-4B2D-A907-E5384430E1F6}" dt="2022-02-13T20:40:52.395" v="29"/>
        <pc:sldMkLst>
          <pc:docMk/>
          <pc:sldMk cId="3203937365" sldId="277"/>
        </pc:sldMkLst>
      </pc:sldChg>
      <pc:sldChg chg="ord">
        <pc:chgData name="KOUPIL Jan" userId="e926d9f2-b86a-408f-b8de-77ef0706564a" providerId="ADAL" clId="{1FE1AACC-1EE2-4B2D-A907-E5384430E1F6}" dt="2022-02-13T20:40:52.395" v="29"/>
        <pc:sldMkLst>
          <pc:docMk/>
          <pc:sldMk cId="2285483229" sldId="278"/>
        </pc:sldMkLst>
      </pc:sldChg>
      <pc:sldChg chg="ord">
        <pc:chgData name="KOUPIL Jan" userId="e926d9f2-b86a-408f-b8de-77ef0706564a" providerId="ADAL" clId="{1FE1AACC-1EE2-4B2D-A907-E5384430E1F6}" dt="2022-02-13T20:41:20.993" v="31"/>
        <pc:sldMkLst>
          <pc:docMk/>
          <pc:sldMk cId="3130414770" sldId="279"/>
        </pc:sldMkLst>
      </pc:sldChg>
      <pc:sldChg chg="ord">
        <pc:chgData name="KOUPIL Jan" userId="e926d9f2-b86a-408f-b8de-77ef0706564a" providerId="ADAL" clId="{1FE1AACC-1EE2-4B2D-A907-E5384430E1F6}" dt="2022-02-13T20:41:20.993" v="31"/>
        <pc:sldMkLst>
          <pc:docMk/>
          <pc:sldMk cId="4092033261" sldId="280"/>
        </pc:sldMkLst>
      </pc:sldChg>
      <pc:sldChg chg="ord">
        <pc:chgData name="KOUPIL Jan" userId="e926d9f2-b86a-408f-b8de-77ef0706564a" providerId="ADAL" clId="{1FE1AACC-1EE2-4B2D-A907-E5384430E1F6}" dt="2022-02-13T20:41:20.993" v="31"/>
        <pc:sldMkLst>
          <pc:docMk/>
          <pc:sldMk cId="2795763181" sldId="2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10.05.2023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10.05.2023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Třeba </a:t>
            </a:r>
            <a:r>
              <a:rPr lang="cs-CZ" dirty="0" err="1"/>
              <a:t>IMovable</a:t>
            </a:r>
            <a:r>
              <a:rPr lang="cs-CZ" dirty="0"/>
              <a:t> – cokoli, co by se mohlo hnout (vlevo/vpravo/nahoru/dolu)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1422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6346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5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6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80203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0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3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223873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1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2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61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1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242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618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0244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2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031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80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96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replit.com/@JanKoupil/IComparable-dem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043021" cy="1646302"/>
          </a:xfrm>
        </p:spPr>
        <p:txBody>
          <a:bodyPr/>
          <a:lstStyle/>
          <a:p>
            <a:r>
              <a:rPr lang="cs-CZ" dirty="0"/>
              <a:t>OOP</a:t>
            </a:r>
            <a:br>
              <a:rPr lang="cs-CZ" dirty="0"/>
            </a:br>
            <a:r>
              <a:rPr lang="cs-CZ" dirty="0"/>
              <a:t>Dědičnost v C#</a:t>
            </a:r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Dědičnost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Některé třídy objektů se liší v detailech, ale základ mají společný</a:t>
            </a:r>
          </a:p>
          <a:p>
            <a:r>
              <a:rPr lang="cs-CZ" dirty="0"/>
              <a:t>Jejich kód nepíšeme znovu, necháme je "dědit" z nadřazené třídy</a:t>
            </a: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class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OdvozenaTrida</a:t>
            </a:r>
            <a:r>
              <a:rPr lang="cs-CZ" dirty="0">
                <a:latin typeface="Consolas" panose="020B0609020204030204" pitchFamily="49" charset="0"/>
              </a:rPr>
              <a:t> : </a:t>
            </a:r>
            <a:r>
              <a:rPr lang="cs-CZ" dirty="0" err="1">
                <a:latin typeface="Consolas" panose="020B0609020204030204" pitchFamily="49" charset="0"/>
              </a:rPr>
              <a:t>ZakladniTrida</a:t>
            </a:r>
            <a:r>
              <a:rPr lang="cs-CZ" dirty="0"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...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}</a:t>
            </a:r>
          </a:p>
          <a:p>
            <a:r>
              <a:rPr lang="cs-CZ" dirty="0"/>
              <a:t>a pokud není </a:t>
            </a:r>
            <a:r>
              <a:rPr lang="cs-CZ" dirty="0" err="1">
                <a:latin typeface="Consolas" panose="020B0609020204030204" pitchFamily="49" charset="0"/>
              </a:rPr>
              <a:t>OdvozenaTrida</a:t>
            </a:r>
            <a:r>
              <a:rPr lang="cs-CZ" dirty="0"/>
              <a:t> uzavřená (</a:t>
            </a:r>
            <a:r>
              <a:rPr lang="cs-CZ" dirty="0" err="1"/>
              <a:t>sealed</a:t>
            </a:r>
            <a:r>
              <a:rPr lang="cs-CZ" dirty="0"/>
              <a:t>)</a:t>
            </a: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class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OdvozenaPodtrida</a:t>
            </a:r>
            <a:r>
              <a:rPr lang="cs-CZ" dirty="0">
                <a:latin typeface="Consolas" panose="020B0609020204030204" pitchFamily="49" charset="0"/>
              </a:rPr>
              <a:t> : </a:t>
            </a:r>
            <a:r>
              <a:rPr lang="cs-CZ" dirty="0" err="1">
                <a:latin typeface="Consolas" panose="020B0609020204030204" pitchFamily="49" charset="0"/>
              </a:rPr>
              <a:t>OdvozenaTrida</a:t>
            </a:r>
            <a:r>
              <a:rPr lang="cs-CZ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 ...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684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cs-CZ" dirty="0"/>
              <a:t>Savec</a:t>
            </a:r>
            <a:r>
              <a:rPr lang="en-US" dirty="0"/>
              <a:t> { 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	</a:t>
            </a:r>
            <a:r>
              <a:rPr lang="en-US" dirty="0"/>
              <a:t>public void </a:t>
            </a:r>
            <a:r>
              <a:rPr lang="cs-CZ" dirty="0" err="1"/>
              <a:t>Dychej</a:t>
            </a:r>
            <a:r>
              <a:rPr lang="en-US" dirty="0"/>
              <a:t>() { 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		</a:t>
            </a:r>
            <a:r>
              <a:rPr lang="en-US" dirty="0"/>
              <a:t>... 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	</a:t>
            </a:r>
            <a:r>
              <a:rPr lang="en-US" dirty="0"/>
              <a:t>}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	public </a:t>
            </a:r>
            <a:r>
              <a:rPr lang="cs-CZ" dirty="0" err="1"/>
              <a:t>void</a:t>
            </a:r>
            <a:r>
              <a:rPr lang="cs-CZ" dirty="0"/>
              <a:t> </a:t>
            </a:r>
            <a:r>
              <a:rPr lang="cs-CZ" dirty="0" err="1"/>
              <a:t>SajMleko</a:t>
            </a:r>
            <a:r>
              <a:rPr lang="cs-CZ" dirty="0"/>
              <a:t>()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cs-CZ" dirty="0"/>
              <a:t>		</a:t>
            </a:r>
            <a:r>
              <a:rPr lang="en-US" dirty="0"/>
              <a:t>... </a:t>
            </a:r>
            <a:endParaRPr lang="cs-CZ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cs-CZ" dirty="0"/>
              <a:t>	</a:t>
            </a:r>
            <a:r>
              <a:rPr lang="en-US" dirty="0"/>
              <a:t>... </a:t>
            </a:r>
            <a:endParaRPr lang="cs-CZ" dirty="0"/>
          </a:p>
          <a:p>
            <a:pPr marL="0" indent="0">
              <a:buNone/>
            </a:pPr>
            <a:r>
              <a:rPr lang="en-US" dirty="0"/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3885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348344"/>
            <a:ext cx="3762104" cy="5693020"/>
          </a:xfrm>
        </p:spPr>
        <p:txBody>
          <a:bodyPr>
            <a:normAutofit/>
          </a:bodyPr>
          <a:lstStyle/>
          <a:p>
            <a:r>
              <a:rPr lang="cs-CZ" b="1" dirty="0"/>
              <a:t>Deklarace</a:t>
            </a: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class</a:t>
            </a:r>
            <a:r>
              <a:rPr lang="cs-CZ" dirty="0">
                <a:latin typeface="Consolas" panose="020B0609020204030204" pitchFamily="49" charset="0"/>
              </a:rPr>
              <a:t> Kun : Savec {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...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public </a:t>
            </a:r>
            <a:r>
              <a:rPr lang="cs-CZ" dirty="0" err="1">
                <a:latin typeface="Consolas" panose="020B0609020204030204" pitchFamily="49" charset="0"/>
              </a:rPr>
              <a:t>void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Cvalej</a:t>
            </a:r>
            <a:r>
              <a:rPr lang="cs-CZ" dirty="0">
                <a:latin typeface="Consolas" panose="020B0609020204030204" pitchFamily="49" charset="0"/>
              </a:rPr>
              <a:t>() {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	...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class</a:t>
            </a:r>
            <a:r>
              <a:rPr lang="cs-CZ" dirty="0">
                <a:latin typeface="Consolas" panose="020B0609020204030204" pitchFamily="49" charset="0"/>
              </a:rPr>
              <a:t> Velryba : Savec {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...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public </a:t>
            </a:r>
            <a:r>
              <a:rPr lang="cs-CZ" dirty="0" err="1">
                <a:latin typeface="Consolas" panose="020B0609020204030204" pitchFamily="49" charset="0"/>
              </a:rPr>
              <a:t>void</a:t>
            </a:r>
            <a:r>
              <a:rPr lang="cs-CZ" dirty="0">
                <a:latin typeface="Consolas" panose="020B0609020204030204" pitchFamily="49" charset="0"/>
              </a:rPr>
              <a:t> Plav() {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	...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Zástupný symbol pro obsah 2"/>
          <p:cNvSpPr txBox="1">
            <a:spLocks/>
          </p:cNvSpPr>
          <p:nvPr/>
        </p:nvSpPr>
        <p:spPr>
          <a:xfrm>
            <a:off x="6100353" y="2538550"/>
            <a:ext cx="3762104" cy="3023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Pou</a:t>
            </a:r>
            <a:r>
              <a:rPr lang="cs-CZ" b="1" dirty="0"/>
              <a:t>žití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Kun </a:t>
            </a:r>
            <a:r>
              <a:rPr lang="en-US" dirty="0" err="1">
                <a:latin typeface="Consolas" panose="020B0609020204030204" pitchFamily="49" charset="0"/>
              </a:rPr>
              <a:t>kobylka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cs-CZ" dirty="0">
                <a:latin typeface="Consolas" panose="020B0609020204030204" pitchFamily="49" charset="0"/>
              </a:rPr>
              <a:t>K</a:t>
            </a:r>
            <a:r>
              <a:rPr lang="en-US" dirty="0">
                <a:latin typeface="Consolas" panose="020B0609020204030204" pitchFamily="49" charset="0"/>
              </a:rPr>
              <a:t>un();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kobylka.Cvalej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kobylka.Dychej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kobylka.SajMleko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FF0000"/>
                </a:solidFill>
                <a:latin typeface="Consolas" panose="020B0609020204030204" pitchFamily="49" charset="0"/>
              </a:rPr>
              <a:t>kobylka.Plav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61900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15587" y="635409"/>
            <a:ext cx="7149739" cy="55885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Savec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kobylka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cs-CZ" dirty="0">
                <a:latin typeface="Consolas" panose="020B0609020204030204" pitchFamily="49" charset="0"/>
              </a:rPr>
              <a:t>K</a:t>
            </a:r>
            <a:r>
              <a:rPr lang="en-US" dirty="0">
                <a:latin typeface="Consolas" panose="020B0609020204030204" pitchFamily="49" charset="0"/>
              </a:rPr>
              <a:t>un();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//v pořádku – Kun je potomkem třídy Velryba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Savec </a:t>
            </a:r>
            <a:r>
              <a:rPr lang="cs-CZ" dirty="0" err="1">
                <a:latin typeface="Consolas" panose="020B0609020204030204" pitchFamily="49" charset="0"/>
              </a:rPr>
              <a:t>MobyDick</a:t>
            </a:r>
            <a:r>
              <a:rPr lang="cs-CZ" dirty="0">
                <a:latin typeface="Consolas" panose="020B0609020204030204" pitchFamily="49" charset="0"/>
              </a:rPr>
              <a:t> = </a:t>
            </a:r>
            <a:r>
              <a:rPr lang="cs-CZ" dirty="0" err="1">
                <a:latin typeface="Consolas" panose="020B0609020204030204" pitchFamily="49" charset="0"/>
              </a:rPr>
              <a:t>new</a:t>
            </a:r>
            <a:r>
              <a:rPr lang="cs-CZ" dirty="0">
                <a:latin typeface="Consolas" panose="020B0609020204030204" pitchFamily="49" charset="0"/>
              </a:rPr>
              <a:t> Velryba();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//v pořádku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kobylka.Dychej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//v pořádku, Savec má metodu definovánu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kobylka.Cvalej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//nelze – proměnná kobylka je typu savec, ten nemá cválání deklarováno</a:t>
            </a: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Kun </a:t>
            </a:r>
            <a:r>
              <a:rPr lang="cs-CZ" dirty="0" err="1">
                <a:latin typeface="Consolas" panose="020B0609020204030204" pitchFamily="49" charset="0"/>
              </a:rPr>
              <a:t>konik</a:t>
            </a:r>
            <a:r>
              <a:rPr lang="cs-CZ" dirty="0">
                <a:latin typeface="Consolas" panose="020B0609020204030204" pitchFamily="49" charset="0"/>
              </a:rPr>
              <a:t> = (Kun) kobylka;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//v pořádku, lze přetypovat, kobylka je třídy Kun</a:t>
            </a: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konik.Cvalej</a:t>
            </a:r>
            <a:r>
              <a:rPr lang="cs-CZ" dirty="0"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//v pořádku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Kun </a:t>
            </a:r>
            <a:r>
              <a:rPr lang="cs-CZ" dirty="0" err="1">
                <a:latin typeface="Consolas" panose="020B0609020204030204" pitchFamily="49" charset="0"/>
              </a:rPr>
              <a:t>krizenec</a:t>
            </a:r>
            <a:r>
              <a:rPr lang="cs-CZ" dirty="0">
                <a:latin typeface="Consolas" panose="020B0609020204030204" pitchFamily="49" charset="0"/>
              </a:rPr>
              <a:t> = (Kun) </a:t>
            </a:r>
            <a:r>
              <a:rPr lang="cs-CZ" dirty="0" err="1">
                <a:latin typeface="Consolas" panose="020B0609020204030204" pitchFamily="49" charset="0"/>
              </a:rPr>
              <a:t>MobyDick</a:t>
            </a:r>
            <a:r>
              <a:rPr lang="cs-CZ" dirty="0">
                <a:latin typeface="Consolas" panose="020B0609020204030204" pitchFamily="49" charset="0"/>
              </a:rPr>
              <a:t>;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cs-CZ" dirty="0" err="1">
                <a:solidFill>
                  <a:srgbClr val="00B050"/>
                </a:solidFill>
                <a:latin typeface="Consolas" panose="020B0609020204030204" pitchFamily="49" charset="0"/>
              </a:rPr>
              <a:t>MobyDick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 nebyl vytvořen jako potomek třídy Kun, ale teď se na to ještě nepřijde</a:t>
            </a: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krizenec.Cvalej</a:t>
            </a:r>
            <a:r>
              <a:rPr lang="cs-CZ" dirty="0"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//výjimka – nelze přetypovat</a:t>
            </a:r>
          </a:p>
        </p:txBody>
      </p:sp>
    </p:spTree>
    <p:extLst>
      <p:ext uri="{BB962C8B-B14F-4D97-AF65-F5344CB8AC3E}">
        <p14:creationId xmlns:p14="http://schemas.microsoft.com/office/powerpoint/2010/main" val="258317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599" y="609600"/>
            <a:ext cx="6749144" cy="1320800"/>
          </a:xfrm>
        </p:spPr>
        <p:txBody>
          <a:bodyPr/>
          <a:lstStyle/>
          <a:p>
            <a:r>
              <a:rPr lang="cs-CZ" dirty="0"/>
              <a:t>Kořenová třída: </a:t>
            </a:r>
            <a:r>
              <a:rPr lang="cs-CZ" dirty="0" err="1"/>
              <a:t>System.Object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Kompilátor ve skutečnost</a:t>
            </a:r>
            <a:r>
              <a:rPr lang="en-US" dirty="0" err="1"/>
              <a:t>i</a:t>
            </a:r>
            <a:r>
              <a:rPr lang="cs-CZ" dirty="0"/>
              <a:t> všechny deklarace tříd, které nemají uvedenu základní třídu, přepíše na něco jako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class</a:t>
            </a:r>
            <a:r>
              <a:rPr lang="cs-CZ" dirty="0">
                <a:latin typeface="Consolas" panose="020B0609020204030204" pitchFamily="49" charset="0"/>
              </a:rPr>
              <a:t> Savec : </a:t>
            </a:r>
            <a:r>
              <a:rPr lang="cs-CZ" dirty="0" err="1">
                <a:latin typeface="Consolas" panose="020B0609020204030204" pitchFamily="49" charset="0"/>
              </a:rPr>
              <a:t>System.Object</a:t>
            </a:r>
            <a:r>
              <a:rPr lang="cs-CZ" dirty="0">
                <a:latin typeface="Consolas" panose="020B0609020204030204" pitchFamily="49" charset="0"/>
              </a:rPr>
              <a:t>{ 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}</a:t>
            </a:r>
          </a:p>
          <a:p>
            <a:r>
              <a:rPr lang="cs-CZ" dirty="0"/>
              <a:t>Proto mají všechny objekty přístupnou metodu </a:t>
            </a:r>
            <a:r>
              <a:rPr lang="cs-CZ" dirty="0" err="1">
                <a:latin typeface="Consolas" panose="020B0609020204030204" pitchFamily="49" charset="0"/>
              </a:rPr>
              <a:t>ToString</a:t>
            </a:r>
            <a:r>
              <a:rPr lang="cs-CZ" dirty="0"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353101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Volání konstruktoru bázové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837715" cy="3880773"/>
          </a:xfrm>
        </p:spPr>
        <p:txBody>
          <a:bodyPr/>
          <a:lstStyle/>
          <a:p>
            <a:r>
              <a:rPr lang="cs-CZ" dirty="0"/>
              <a:t>Třída nedědí jen metody, ale i položky a vlastnosti</a:t>
            </a:r>
          </a:p>
          <a:p>
            <a:r>
              <a:rPr lang="cs-CZ" dirty="0"/>
              <a:t>Ty je obvykle třeba inicializovat – to dělá konstruktor</a:t>
            </a:r>
          </a:p>
          <a:p>
            <a:r>
              <a:rPr lang="cs-CZ" dirty="0"/>
              <a:t>Je dobrým zvykem deklarovat volání konstruktoru základní třídy </a:t>
            </a:r>
            <a:br>
              <a:rPr lang="cs-CZ" dirty="0"/>
            </a:br>
            <a:r>
              <a:rPr lang="cs-CZ" dirty="0"/>
              <a:t>v odvozené třídě</a:t>
            </a: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221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599" y="609600"/>
            <a:ext cx="6897190" cy="1320800"/>
          </a:xfrm>
        </p:spPr>
        <p:txBody>
          <a:bodyPr/>
          <a:lstStyle/>
          <a:p>
            <a:r>
              <a:rPr lang="cs-CZ" dirty="0"/>
              <a:t>Explicitní uvedení konstruktoru bázové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341327" cy="3880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cs-CZ" dirty="0">
                <a:latin typeface="Consolas" panose="020B0609020204030204" pitchFamily="49" charset="0"/>
              </a:rPr>
              <a:t>Savec</a:t>
            </a:r>
            <a:r>
              <a:rPr lang="en-US" dirty="0">
                <a:latin typeface="Consolas" panose="020B0609020204030204" pitchFamily="49" charset="0"/>
              </a:rPr>
              <a:t> {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public </a:t>
            </a:r>
            <a:r>
              <a:rPr lang="cs-CZ" dirty="0">
                <a:latin typeface="Consolas" panose="020B0609020204030204" pitchFamily="49" charset="0"/>
              </a:rPr>
              <a:t>Savec</a:t>
            </a:r>
            <a:r>
              <a:rPr lang="en-US" dirty="0">
                <a:latin typeface="Consolas" panose="020B0609020204030204" pitchFamily="49" charset="0"/>
              </a:rPr>
              <a:t>(string </a:t>
            </a:r>
            <a:r>
              <a:rPr lang="cs-CZ" dirty="0" err="1">
                <a:latin typeface="Consolas" panose="020B0609020204030204" pitchFamily="49" charset="0"/>
              </a:rPr>
              <a:t>jmeno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konstruktor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základní třídy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</a:rPr>
              <a:t> ...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}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...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cs-CZ" dirty="0">
                <a:latin typeface="Consolas" panose="020B0609020204030204" pitchFamily="49" charset="0"/>
              </a:rPr>
              <a:t>Kun</a:t>
            </a:r>
            <a:r>
              <a:rPr lang="en-US" dirty="0">
                <a:latin typeface="Consolas" panose="020B0609020204030204" pitchFamily="49" charset="0"/>
              </a:rPr>
              <a:t> : </a:t>
            </a:r>
            <a:r>
              <a:rPr lang="cs-CZ" dirty="0">
                <a:latin typeface="Consolas" panose="020B0609020204030204" pitchFamily="49" charset="0"/>
              </a:rPr>
              <a:t>Savec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odvozená třída </a:t>
            </a:r>
            <a:r>
              <a:rPr lang="en-US" dirty="0">
                <a:latin typeface="Consolas" panose="020B0609020204030204" pitchFamily="49" charset="0"/>
              </a:rPr>
              <a:t>{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public </a:t>
            </a:r>
            <a:r>
              <a:rPr lang="cs-CZ" dirty="0">
                <a:latin typeface="Consolas" panose="020B0609020204030204" pitchFamily="49" charset="0"/>
              </a:rPr>
              <a:t>Kun</a:t>
            </a:r>
            <a:r>
              <a:rPr lang="en-US" dirty="0">
                <a:latin typeface="Consolas" panose="020B0609020204030204" pitchFamily="49" charset="0"/>
              </a:rPr>
              <a:t>(string </a:t>
            </a:r>
            <a:r>
              <a:rPr lang="cs-CZ" dirty="0" err="1">
                <a:latin typeface="Consolas" panose="020B0609020204030204" pitchFamily="49" charset="0"/>
              </a:rPr>
              <a:t>jmeno</a:t>
            </a:r>
            <a:r>
              <a:rPr lang="en-US" dirty="0">
                <a:latin typeface="Consolas" panose="020B0609020204030204" pitchFamily="49" charset="0"/>
              </a:rPr>
              <a:t>) : base(</a:t>
            </a:r>
            <a:r>
              <a:rPr lang="cs-CZ" dirty="0" err="1">
                <a:latin typeface="Consolas" panose="020B0609020204030204" pitchFamily="49" charset="0"/>
              </a:rPr>
              <a:t>jmeno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zavolá Savec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B050"/>
                </a:solidFill>
                <a:latin typeface="Consolas" panose="020B0609020204030204" pitchFamily="49" charset="0"/>
              </a:rPr>
              <a:t>jmeno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{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</a:rPr>
              <a:t>...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}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...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cs-CZ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1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598" y="609600"/>
            <a:ext cx="8028973" cy="1320800"/>
          </a:xfrm>
        </p:spPr>
        <p:txBody>
          <a:bodyPr>
            <a:normAutofit/>
          </a:bodyPr>
          <a:lstStyle/>
          <a:p>
            <a:r>
              <a:rPr lang="cs-CZ" dirty="0"/>
              <a:t>Implicitní volání konstruktoru</a:t>
            </a:r>
            <a:br>
              <a:rPr lang="cs-CZ" dirty="0"/>
            </a:br>
            <a:r>
              <a:rPr lang="cs-CZ" dirty="0"/>
              <a:t>bázové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846219"/>
            <a:ext cx="7341327" cy="4423953"/>
          </a:xfrm>
        </p:spPr>
        <p:txBody>
          <a:bodyPr>
            <a:normAutofit fontScale="70000" lnSpcReduction="20000"/>
          </a:bodyPr>
          <a:lstStyle/>
          <a:p>
            <a:r>
              <a:rPr lang="cs-CZ" dirty="0"/>
              <a:t>Pokud neuvedeme konstruktor, kompilátor zavolá nejprve výchozí konstruktor bázové třídy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cs-CZ" dirty="0">
                <a:latin typeface="Consolas" panose="020B0609020204030204" pitchFamily="49" charset="0"/>
              </a:rPr>
              <a:t>Savec</a:t>
            </a:r>
            <a:r>
              <a:rPr lang="en-US" dirty="0">
                <a:latin typeface="Consolas" panose="020B0609020204030204" pitchFamily="49" charset="0"/>
              </a:rPr>
              <a:t> {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public </a:t>
            </a:r>
            <a:r>
              <a:rPr lang="cs-CZ" dirty="0">
                <a:latin typeface="Consolas" panose="020B0609020204030204" pitchFamily="49" charset="0"/>
              </a:rPr>
              <a:t>Savec</a:t>
            </a:r>
            <a:r>
              <a:rPr lang="en-US" dirty="0">
                <a:latin typeface="Consolas" panose="020B0609020204030204" pitchFamily="49" charset="0"/>
              </a:rPr>
              <a:t>(string </a:t>
            </a:r>
            <a:r>
              <a:rPr lang="cs-CZ" dirty="0" err="1">
                <a:latin typeface="Consolas" panose="020B0609020204030204" pitchFamily="49" charset="0"/>
              </a:rPr>
              <a:t>jmeno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konstruktor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základní třídy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</a:rPr>
              <a:t> ...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}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...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cs-CZ" dirty="0">
              <a:latin typeface="Consolas" panose="020B0609020204030204" pitchFamily="49" charset="0"/>
            </a:endParaRPr>
          </a:p>
          <a:p>
            <a:r>
              <a:rPr lang="cs-CZ" dirty="0"/>
              <a:t>Bude přepsáno na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cs-CZ" dirty="0">
                <a:latin typeface="Consolas" panose="020B0609020204030204" pitchFamily="49" charset="0"/>
              </a:rPr>
              <a:t>Kun</a:t>
            </a:r>
            <a:r>
              <a:rPr lang="en-US" dirty="0">
                <a:latin typeface="Consolas" panose="020B0609020204030204" pitchFamily="49" charset="0"/>
              </a:rPr>
              <a:t> : </a:t>
            </a:r>
            <a:r>
              <a:rPr lang="cs-CZ" dirty="0">
                <a:latin typeface="Consolas" panose="020B0609020204030204" pitchFamily="49" charset="0"/>
              </a:rPr>
              <a:t>Savec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odvozená třída </a:t>
            </a:r>
            <a:r>
              <a:rPr lang="en-US" dirty="0">
                <a:latin typeface="Consolas" panose="020B0609020204030204" pitchFamily="49" charset="0"/>
              </a:rPr>
              <a:t>{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public </a:t>
            </a:r>
            <a:r>
              <a:rPr lang="cs-CZ" dirty="0">
                <a:latin typeface="Consolas" panose="020B0609020204030204" pitchFamily="49" charset="0"/>
              </a:rPr>
              <a:t>Kun</a:t>
            </a:r>
            <a:r>
              <a:rPr lang="en-US" dirty="0">
                <a:latin typeface="Consolas" panose="020B0609020204030204" pitchFamily="49" charset="0"/>
              </a:rPr>
              <a:t>(string </a:t>
            </a:r>
            <a:r>
              <a:rPr lang="cs-CZ" dirty="0" err="1">
                <a:latin typeface="Consolas" panose="020B0609020204030204" pitchFamily="49" charset="0"/>
              </a:rPr>
              <a:t>jmeno</a:t>
            </a:r>
            <a:r>
              <a:rPr lang="en-US" dirty="0">
                <a:latin typeface="Consolas" panose="020B0609020204030204" pitchFamily="49" charset="0"/>
              </a:rPr>
              <a:t>) : base()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zavolá Savec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beze </a:t>
            </a:r>
            <a:r>
              <a:rPr lang="cs-CZ" dirty="0" err="1">
                <a:solidFill>
                  <a:srgbClr val="00B050"/>
                </a:solidFill>
                <a:latin typeface="Consolas" panose="020B0609020204030204" pitchFamily="49" charset="0"/>
              </a:rPr>
              <a:t>jmena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{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</a:rPr>
              <a:t>...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} 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...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/>
              <a:t>Což projde pouze v případě, že Kun vůbec výchozí konstruktor má</a:t>
            </a:r>
          </a:p>
        </p:txBody>
      </p:sp>
    </p:spTree>
    <p:extLst>
      <p:ext uri="{BB962C8B-B14F-4D97-AF65-F5344CB8AC3E}">
        <p14:creationId xmlns:p14="http://schemas.microsoft.com/office/powerpoint/2010/main" val="191899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Předeklarování metod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Bez ničeho</a:t>
            </a:r>
            <a:r>
              <a:rPr lang="en-US" dirty="0"/>
              <a:t> : </a:t>
            </a:r>
            <a:r>
              <a:rPr lang="en-US" dirty="0" err="1"/>
              <a:t>Varov</a:t>
            </a:r>
            <a:r>
              <a:rPr lang="cs-CZ" dirty="0" err="1"/>
              <a:t>ání</a:t>
            </a:r>
            <a:r>
              <a:rPr lang="cs-CZ" dirty="0"/>
              <a:t> (ale zkompiluje se)</a:t>
            </a:r>
          </a:p>
          <a:p>
            <a:r>
              <a:rPr lang="cs-CZ" dirty="0"/>
              <a:t>S pomocí </a:t>
            </a:r>
            <a:r>
              <a:rPr lang="cs-CZ" dirty="0" err="1"/>
              <a:t>new</a:t>
            </a:r>
            <a:r>
              <a:rPr lang="cs-CZ" dirty="0"/>
              <a:t> : Skrytí</a:t>
            </a:r>
            <a:r>
              <a:rPr lang="en-US" dirty="0"/>
              <a:t> </a:t>
            </a:r>
            <a:r>
              <a:rPr lang="cs-CZ" dirty="0"/>
              <a:t>(</a:t>
            </a:r>
            <a:r>
              <a:rPr lang="cs-CZ" dirty="0" err="1"/>
              <a:t>Hiding</a:t>
            </a:r>
            <a:r>
              <a:rPr lang="cs-CZ" dirty="0"/>
              <a:t>) původní metody, voláme pomocí </a:t>
            </a:r>
            <a:r>
              <a:rPr lang="cs-CZ" dirty="0">
                <a:latin typeface="Consolas" panose="020B0609020204030204" pitchFamily="49" charset="0"/>
              </a:rPr>
              <a:t>base</a:t>
            </a:r>
          </a:p>
          <a:p>
            <a:r>
              <a:rPr lang="cs-CZ" dirty="0" err="1"/>
              <a:t>Virtual</a:t>
            </a:r>
            <a:r>
              <a:rPr lang="cs-CZ" dirty="0"/>
              <a:t> &amp; </a:t>
            </a:r>
            <a:r>
              <a:rPr lang="cs-CZ" dirty="0" err="1"/>
              <a:t>Override</a:t>
            </a:r>
            <a:r>
              <a:rPr lang="cs-CZ" dirty="0"/>
              <a:t> : Předpokládá se skrytí &amp; předefinování</a:t>
            </a:r>
          </a:p>
          <a:p>
            <a:endParaRPr lang="cs-CZ" dirty="0"/>
          </a:p>
          <a:p>
            <a:pPr>
              <a:buFont typeface="Symbol" panose="05050102010706020507" pitchFamily="18" charset="2"/>
              <a:buChar char="Þ"/>
            </a:pPr>
            <a:r>
              <a:rPr lang="cs-CZ" dirty="0"/>
              <a:t>tzv. </a:t>
            </a:r>
            <a:r>
              <a:rPr lang="cs-CZ" b="1" dirty="0"/>
              <a:t>polymorfizmus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cs-CZ" dirty="0"/>
              <a:t>Na stejné volání třídy odpovídají podle toho, "co jsou"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cs-CZ" dirty="0"/>
              <a:t>Př.: Zvíře a "</a:t>
            </a:r>
            <a:r>
              <a:rPr lang="cs-CZ" dirty="0" err="1"/>
              <a:t>OzviSe</a:t>
            </a:r>
            <a:r>
              <a:rPr lang="cs-CZ" dirty="0"/>
              <a:t>()"</a:t>
            </a:r>
          </a:p>
        </p:txBody>
      </p:sp>
    </p:spTree>
    <p:extLst>
      <p:ext uri="{BB962C8B-B14F-4D97-AF65-F5344CB8AC3E}">
        <p14:creationId xmlns:p14="http://schemas.microsoft.com/office/powerpoint/2010/main" val="235424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Protected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Př</a:t>
            </a:r>
            <a:r>
              <a:rPr lang="cs-CZ" dirty="0">
                <a:latin typeface="Consolas" panose="020B0609020204030204" pitchFamily="49" charset="0"/>
              </a:rPr>
              <a:t>: </a:t>
            </a:r>
            <a:r>
              <a:rPr lang="cs-CZ" dirty="0" err="1">
                <a:latin typeface="Consolas" panose="020B0609020204030204" pitchFamily="49" charset="0"/>
              </a:rPr>
              <a:t>protected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int</a:t>
            </a:r>
            <a:r>
              <a:rPr lang="cs-CZ" dirty="0">
                <a:latin typeface="Consolas" panose="020B0609020204030204" pitchFamily="49" charset="0"/>
              </a:rPr>
              <a:t> hodnota</a:t>
            </a:r>
          </a:p>
          <a:p>
            <a:endParaRPr lang="cs-CZ" dirty="0"/>
          </a:p>
          <a:p>
            <a:r>
              <a:rPr lang="cs-CZ" dirty="0"/>
              <a:t>Na půl cesty mezi </a:t>
            </a:r>
            <a:r>
              <a:rPr lang="cs-CZ" dirty="0" err="1"/>
              <a:t>private</a:t>
            </a:r>
            <a:r>
              <a:rPr lang="cs-CZ" dirty="0"/>
              <a:t> a public</a:t>
            </a:r>
          </a:p>
          <a:p>
            <a:pPr lvl="1"/>
            <a:r>
              <a:rPr lang="cs-CZ" dirty="0"/>
              <a:t>Pro základní třídu a třídy nad ní: přístupné jako </a:t>
            </a:r>
            <a:r>
              <a:rPr lang="cs-CZ" b="1" dirty="0"/>
              <a:t>public</a:t>
            </a:r>
          </a:p>
          <a:p>
            <a:pPr lvl="1"/>
            <a:r>
              <a:rPr lang="cs-CZ" dirty="0"/>
              <a:t>Pro odvozené třídy (celý strom): přístupné jako </a:t>
            </a:r>
            <a:r>
              <a:rPr lang="cs-CZ" b="1" dirty="0"/>
              <a:t>public</a:t>
            </a:r>
          </a:p>
          <a:p>
            <a:pPr lvl="1"/>
            <a:r>
              <a:rPr lang="cs-CZ" dirty="0"/>
              <a:t>Pro ostatní třídy: nepřístupné jako </a:t>
            </a:r>
            <a:r>
              <a:rPr lang="cs-CZ" b="1" dirty="0" err="1"/>
              <a:t>private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918947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Vytvořte třídu </a:t>
            </a:r>
            <a:r>
              <a:rPr lang="cs-CZ" dirty="0" err="1"/>
              <a:t>Obdelnik</a:t>
            </a:r>
            <a:endParaRPr lang="cs-CZ" dirty="0"/>
          </a:p>
          <a:p>
            <a:pPr lvl="1"/>
            <a:r>
              <a:rPr lang="cs-CZ" dirty="0"/>
              <a:t>S vlastnostmi </a:t>
            </a:r>
            <a:r>
              <a:rPr lang="cs-CZ" dirty="0" err="1"/>
              <a:t>StranaA</a:t>
            </a:r>
            <a:r>
              <a:rPr lang="cs-CZ" dirty="0"/>
              <a:t> a </a:t>
            </a:r>
            <a:r>
              <a:rPr lang="cs-CZ" dirty="0" err="1"/>
              <a:t>StranaB</a:t>
            </a:r>
            <a:r>
              <a:rPr lang="cs-CZ" dirty="0"/>
              <a:t> (public </a:t>
            </a:r>
            <a:r>
              <a:rPr lang="cs-CZ" dirty="0" err="1"/>
              <a:t>read</a:t>
            </a:r>
            <a:r>
              <a:rPr lang="cs-CZ" dirty="0"/>
              <a:t>, </a:t>
            </a:r>
            <a:r>
              <a:rPr lang="cs-CZ" dirty="0" err="1"/>
              <a:t>private</a:t>
            </a:r>
            <a:r>
              <a:rPr lang="cs-CZ" dirty="0"/>
              <a:t> </a:t>
            </a:r>
            <a:r>
              <a:rPr lang="cs-CZ" dirty="0" err="1"/>
              <a:t>write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S metodami Obvod a Obsah a </a:t>
            </a:r>
            <a:r>
              <a:rPr lang="cs-CZ" dirty="0" err="1"/>
              <a:t>ToString</a:t>
            </a:r>
            <a:r>
              <a:rPr lang="cs-CZ" dirty="0"/>
              <a:t>()</a:t>
            </a:r>
          </a:p>
          <a:p>
            <a:pPr lvl="1"/>
            <a:r>
              <a:rPr lang="cs-CZ" dirty="0"/>
              <a:t>S konstruktorem, který přijímá dvě délky</a:t>
            </a:r>
            <a:r>
              <a:rPr lang="en-US" dirty="0"/>
              <a:t> a </a:t>
            </a:r>
            <a:r>
              <a:rPr lang="en-US" dirty="0" err="1"/>
              <a:t>ukl</a:t>
            </a:r>
            <a:r>
              <a:rPr lang="cs-CZ" dirty="0" err="1"/>
              <a:t>ádá</a:t>
            </a:r>
            <a:r>
              <a:rPr lang="cs-CZ" dirty="0"/>
              <a:t> je</a:t>
            </a:r>
          </a:p>
          <a:p>
            <a:r>
              <a:rPr lang="cs-CZ" dirty="0"/>
              <a:t>Vytvořte třídu </a:t>
            </a:r>
            <a:r>
              <a:rPr lang="cs-CZ" dirty="0" err="1"/>
              <a:t>Ctverec</a:t>
            </a:r>
            <a:r>
              <a:rPr lang="cs-CZ" dirty="0"/>
              <a:t> odvozenou z </a:t>
            </a:r>
            <a:r>
              <a:rPr lang="cs-CZ" dirty="0" err="1"/>
              <a:t>Obdelnik</a:t>
            </a:r>
            <a:endParaRPr lang="cs-CZ" dirty="0"/>
          </a:p>
          <a:p>
            <a:pPr lvl="1"/>
            <a:r>
              <a:rPr lang="cs-CZ" dirty="0"/>
              <a:t>Její konstruktor bude přijímat jedinou hodnotu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18449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Abstraktní třída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Klíčové slovo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Abstract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err="1"/>
              <a:t>Pou</a:t>
            </a:r>
            <a:r>
              <a:rPr lang="cs-CZ" dirty="0"/>
              <a:t>žijeme ji tehdy, pokud několik tříd obsahuje stejný kód – uděláme z ní společného rodiče pro všechny, abychom se neopakovali</a:t>
            </a:r>
          </a:p>
          <a:p>
            <a:r>
              <a:rPr lang="cs-CZ" dirty="0"/>
              <a:t>Nelze vytvořit její </a:t>
            </a:r>
            <a:r>
              <a:rPr lang="cs-CZ" dirty="0" err="1"/>
              <a:t>instanc</a:t>
            </a:r>
            <a:r>
              <a:rPr lang="en-US" dirty="0" err="1"/>
              <a:t>i</a:t>
            </a:r>
            <a:r>
              <a:rPr lang="en-US" dirty="0"/>
              <a:t> </a:t>
            </a:r>
            <a:endParaRPr lang="cs-CZ" dirty="0"/>
          </a:p>
          <a:p>
            <a:endParaRPr lang="cs-CZ" dirty="0"/>
          </a:p>
          <a:p>
            <a:r>
              <a:rPr lang="cs-CZ" dirty="0"/>
              <a:t>Např. Savec z prvního příkladu je vhodný jako abstraktní třída – dodává "to společné" všem savcům, ale nelze udělat "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Savec</a:t>
            </a:r>
            <a:r>
              <a:rPr lang="cs-CZ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792652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Abstraktní metoda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nějakou metodu označíme jako abstraktní, pak neuvádíme její tělo, jen její "</a:t>
            </a:r>
            <a:r>
              <a:rPr lang="cs-CZ" dirty="0" err="1"/>
              <a:t>pattern</a:t>
            </a:r>
            <a:r>
              <a:rPr lang="cs-CZ" dirty="0"/>
              <a:t>" (návratový typ, název a typy parametrů)</a:t>
            </a:r>
          </a:p>
          <a:p>
            <a:r>
              <a:rPr lang="cs-CZ" dirty="0"/>
              <a:t>Třída, která obsahuje abstraktní metodu je automaticky abstraktní a nejde </a:t>
            </a:r>
            <a:r>
              <a:rPr lang="cs-CZ" dirty="0" err="1"/>
              <a:t>instancovat</a:t>
            </a:r>
            <a:endParaRPr lang="cs-CZ" dirty="0"/>
          </a:p>
          <a:p>
            <a:r>
              <a:rPr lang="cs-CZ" dirty="0"/>
              <a:t>Instanci lze vytvořit až z odvozené třídy, která dodává implementaci všech abstraktních metod</a:t>
            </a:r>
          </a:p>
        </p:txBody>
      </p:sp>
    </p:spTree>
    <p:extLst>
      <p:ext uri="{BB962C8B-B14F-4D97-AF65-F5344CB8AC3E}">
        <p14:creationId xmlns:p14="http://schemas.microsoft.com/office/powerpoint/2010/main" val="390622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Sealed</a:t>
            </a:r>
            <a:r>
              <a:rPr lang="cs-CZ" dirty="0"/>
              <a:t> – uzavřená třída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Dědičnost je silný nástroj, ale vyžaduje "myslet dopředu"</a:t>
            </a:r>
          </a:p>
          <a:p>
            <a:r>
              <a:rPr lang="cs-CZ" dirty="0"/>
              <a:t>Pokud nějakou třídu pečlivě nepřipravíme jako "vhodnou k dědění", pak nejspíš vhodná není</a:t>
            </a:r>
          </a:p>
          <a:p>
            <a:r>
              <a:rPr lang="cs-CZ" dirty="0"/>
              <a:t>Pak bychom ji měli uzavřít – označit klíčovým slovem "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sealed</a:t>
            </a:r>
            <a:r>
              <a:rPr lang="cs-CZ" dirty="0"/>
              <a:t>". Z takové třídy jiná třída už dědit nemůže</a:t>
            </a:r>
          </a:p>
        </p:txBody>
      </p:sp>
    </p:spTree>
    <p:extLst>
      <p:ext uri="{BB962C8B-B14F-4D97-AF65-F5344CB8AC3E}">
        <p14:creationId xmlns:p14="http://schemas.microsoft.com/office/powerpoint/2010/main" val="3203937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Sealed</a:t>
            </a:r>
            <a:r>
              <a:rPr lang="cs-CZ" dirty="0"/>
              <a:t> </a:t>
            </a:r>
            <a:r>
              <a:rPr lang="cs-CZ" dirty="0" err="1"/>
              <a:t>method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Je-li nějaká metoda uzavřena, pak ji už žádná odvozená třída nemůže "přepsat" 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cs-CZ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548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Interface – </a:t>
            </a:r>
            <a:r>
              <a:rPr lang="en-US" dirty="0" err="1"/>
              <a:t>rozhran</a:t>
            </a:r>
            <a:r>
              <a:rPr lang="cs-CZ" dirty="0"/>
              <a:t>í – deklaruje, jaké má mít třída metody a vlastnosti, ale ne, jak mají být implementovány</a:t>
            </a:r>
          </a:p>
          <a:p>
            <a:r>
              <a:rPr lang="cs-CZ" dirty="0"/>
              <a:t>Neobsahuje tedy položky ani těla metod, jen jejich "</a:t>
            </a:r>
            <a:r>
              <a:rPr lang="cs-CZ" dirty="0" err="1"/>
              <a:t>pattern</a:t>
            </a:r>
            <a:r>
              <a:rPr lang="cs-CZ" dirty="0"/>
              <a:t>"</a:t>
            </a:r>
          </a:p>
          <a:p>
            <a:r>
              <a:rPr lang="cs-CZ" dirty="0"/>
              <a:t>Je podobné abstraktní třídě, ale stejné interface mohou naplňovat dvě třídy se zcela jiným stromem kořenových tříd</a:t>
            </a:r>
          </a:p>
          <a:p>
            <a:r>
              <a:rPr lang="cs-CZ" dirty="0"/>
              <a:t>Název má začínat velkým písmenem I (konvence)</a:t>
            </a:r>
          </a:p>
          <a:p>
            <a:endParaRPr lang="cs-CZ" dirty="0"/>
          </a:p>
          <a:p>
            <a:r>
              <a:rPr lang="cs-CZ" dirty="0"/>
              <a:t>Třída, která rozhraní splňuje (implementuje), musí obsahovat deklarace všech předepsaných metod a vlastností</a:t>
            </a:r>
          </a:p>
        </p:txBody>
      </p:sp>
    </p:spTree>
    <p:extLst>
      <p:ext uri="{BB962C8B-B14F-4D97-AF65-F5344CB8AC3E}">
        <p14:creationId xmlns:p14="http://schemas.microsoft.com/office/powerpoint/2010/main" val="812967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Interface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Bicykl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DopravniProstredek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IPojizdny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cs-CZ" dirty="0"/>
              <a:t>Jedna třída může implementovat více rozhraní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Motocykl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DopravniProstredek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IMotorovy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IPojizdny</a:t>
            </a:r>
            <a:endParaRPr lang="cs-CZ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cs-CZ" dirty="0"/>
          </a:p>
          <a:p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27990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jako typu proměnné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IPojizdny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motorka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Motocykl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(15, 150000,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"Suzuki"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motorka.PocetKol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);</a:t>
            </a:r>
          </a:p>
          <a:p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IMotorovy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jinaMotorka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Motocykl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(25, 325000,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cs-CZ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Harley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- </a:t>
            </a:r>
            <a:r>
              <a:rPr lang="cs-CZ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Davidson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jinaMotorka.Napln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cs-CZ" dirty="0"/>
          </a:p>
          <a:p>
            <a:endParaRPr lang="cs-CZ" dirty="0"/>
          </a:p>
          <a:p>
            <a:r>
              <a:rPr lang="cs-CZ" dirty="0"/>
              <a:t>Máme k dispozici jen metody rozhraní, ne vlastní metody třídy</a:t>
            </a:r>
          </a:p>
        </p:txBody>
      </p:sp>
    </p:spTree>
    <p:extLst>
      <p:ext uri="{BB962C8B-B14F-4D97-AF65-F5344CB8AC3E}">
        <p14:creationId xmlns:p14="http://schemas.microsoft.com/office/powerpoint/2010/main" val="2083658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Poznámky k interface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interface nemohu deklarovat konstruktor ani destruktor</a:t>
            </a:r>
          </a:p>
          <a:p>
            <a:r>
              <a:rPr lang="cs-CZ" dirty="0"/>
              <a:t>V interface nepoužíváme modifikátory přístupu (public / </a:t>
            </a:r>
            <a:r>
              <a:rPr lang="cs-CZ" dirty="0" err="1"/>
              <a:t>protected</a:t>
            </a:r>
            <a:r>
              <a:rPr lang="cs-CZ" dirty="0"/>
              <a:t> / </a:t>
            </a:r>
            <a:r>
              <a:rPr lang="cs-CZ" dirty="0" err="1"/>
              <a:t>private</a:t>
            </a:r>
            <a:r>
              <a:rPr lang="cs-CZ" dirty="0"/>
              <a:t>), vše je implicitně public</a:t>
            </a:r>
          </a:p>
          <a:p>
            <a:r>
              <a:rPr lang="cs-CZ" dirty="0"/>
              <a:t>Deklarace interface nesmí mít vnořené deklarace typů (</a:t>
            </a:r>
            <a:r>
              <a:rPr lang="cs-CZ" dirty="0" err="1"/>
              <a:t>enum</a:t>
            </a:r>
            <a:r>
              <a:rPr lang="cs-CZ" dirty="0"/>
              <a:t>, </a:t>
            </a:r>
            <a:r>
              <a:rPr lang="cs-CZ" dirty="0" err="1"/>
              <a:t>struct</a:t>
            </a:r>
            <a:r>
              <a:rPr lang="cs-CZ" dirty="0"/>
              <a:t>, </a:t>
            </a:r>
            <a:r>
              <a:rPr lang="cs-CZ" dirty="0" err="1"/>
              <a:t>class</a:t>
            </a:r>
            <a:r>
              <a:rPr lang="cs-CZ" dirty="0"/>
              <a:t>)</a:t>
            </a:r>
          </a:p>
          <a:p>
            <a:r>
              <a:rPr lang="cs-CZ" dirty="0"/>
              <a:t>Interface může dědit z jiného interface (správně říkáme "rozšiřovat")</a:t>
            </a:r>
          </a:p>
        </p:txBody>
      </p:sp>
    </p:spTree>
    <p:extLst>
      <p:ext uri="{BB962C8B-B14F-4D97-AF65-F5344CB8AC3E}">
        <p14:creationId xmlns:p14="http://schemas.microsoft.com/office/powerpoint/2010/main" val="2101331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 minula máte třídy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Obdelnik</a:t>
            </a:r>
            <a:r>
              <a:rPr lang="cs-CZ" dirty="0"/>
              <a:t> a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Ctverec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cs-CZ" dirty="0"/>
              <a:t>Dopište k nim třídu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Kruh</a:t>
            </a:r>
            <a:endParaRPr lang="cs-CZ" dirty="0">
              <a:highlight>
                <a:srgbClr val="FFFFFF"/>
              </a:highlight>
            </a:endParaRPr>
          </a:p>
          <a:p>
            <a:pPr lvl="1"/>
            <a:r>
              <a:rPr lang="cs-CZ" dirty="0"/>
              <a:t>s RO vlastností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polomer</a:t>
            </a:r>
            <a:r>
              <a:rPr lang="cs-CZ" dirty="0"/>
              <a:t> (hodnotu předáme v konstruktoru)</a:t>
            </a:r>
          </a:p>
          <a:p>
            <a:pPr lvl="1"/>
            <a:r>
              <a:rPr lang="cs-CZ" dirty="0"/>
              <a:t>s metodami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Obvod() </a:t>
            </a:r>
            <a:r>
              <a:rPr lang="cs-CZ" dirty="0"/>
              <a:t>a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Obsah()</a:t>
            </a:r>
          </a:p>
          <a:p>
            <a:r>
              <a:rPr lang="cs-CZ" dirty="0"/>
              <a:t>Vytvořte interface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IUtvar</a:t>
            </a:r>
            <a:r>
              <a:rPr lang="cs-CZ" dirty="0"/>
              <a:t>, s metodou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Obvod() </a:t>
            </a:r>
            <a:r>
              <a:rPr lang="cs-CZ" dirty="0"/>
              <a:t>a zařiďte, aby jej implementoval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Obdelnik</a:t>
            </a:r>
            <a:r>
              <a:rPr lang="cs-CZ" dirty="0"/>
              <a:t> i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Kruh</a:t>
            </a:r>
          </a:p>
          <a:p>
            <a:pPr lvl="1"/>
            <a:r>
              <a:rPr lang="cs-CZ" dirty="0"/>
              <a:t>Splňuje teď </a:t>
            </a:r>
            <a:r>
              <a:rPr lang="cs-CZ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IUtvar</a:t>
            </a:r>
            <a:r>
              <a:rPr lang="cs-CZ" dirty="0"/>
              <a:t> i </a:t>
            </a:r>
            <a:r>
              <a:rPr lang="cs-CZ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Ctverec</a:t>
            </a:r>
            <a:r>
              <a:rPr lang="cs-CZ" dirty="0"/>
              <a:t>?</a:t>
            </a:r>
          </a:p>
          <a:p>
            <a:r>
              <a:rPr lang="cs-CZ" dirty="0"/>
              <a:t>Vyzkoušejte </a:t>
            </a:r>
            <a:r>
              <a:rPr lang="cs-CZ" dirty="0" err="1"/>
              <a:t>instancovat</a:t>
            </a:r>
            <a:r>
              <a:rPr lang="cs-CZ" dirty="0"/>
              <a:t> některé z tříd a uložit je do proměnné s typem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IUtvar</a:t>
            </a:r>
            <a:r>
              <a:rPr lang="cs-CZ" dirty="0"/>
              <a:t>. Ověřte jaké metody jsou přístupné na těchto objektech přístupné.</a:t>
            </a:r>
          </a:p>
        </p:txBody>
      </p:sp>
    </p:spTree>
    <p:extLst>
      <p:ext uri="{BB962C8B-B14F-4D97-AF65-F5344CB8AC3E}">
        <p14:creationId xmlns:p14="http://schemas.microsoft.com/office/powerpoint/2010/main" val="4092033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Reálný interface: </a:t>
            </a:r>
            <a:r>
              <a:rPr lang="cs-CZ" dirty="0" err="1"/>
              <a:t>IComparable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Třída splňuje interface </a:t>
            </a:r>
            <a:r>
              <a:rPr lang="cs-CZ" sz="1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IComparable</a:t>
            </a:r>
            <a:r>
              <a:rPr lang="cs-CZ" dirty="0"/>
              <a:t>, pokud má implementovánu metodu </a:t>
            </a:r>
            <a:r>
              <a:rPr lang="cs-CZ" sz="1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CompareTo</a:t>
            </a:r>
            <a:r>
              <a:rPr lang="cs-CZ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sz="1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cs-CZ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sz="1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</a:t>
            </a:r>
            <a:r>
              <a:rPr lang="cs-CZ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cs-CZ" dirty="0"/>
              <a:t>Tato metoda vrací</a:t>
            </a:r>
          </a:p>
          <a:p>
            <a:pPr lvl="1"/>
            <a:r>
              <a:rPr lang="cs-CZ" dirty="0"/>
              <a:t>-1, pokud vlastní objekt předchází druhému</a:t>
            </a:r>
          </a:p>
          <a:p>
            <a:pPr lvl="1"/>
            <a:r>
              <a:rPr lang="cs-CZ" dirty="0"/>
              <a:t>0, pokud jsou objekty při třídění stejné</a:t>
            </a:r>
          </a:p>
          <a:p>
            <a:pPr lvl="1"/>
            <a:r>
              <a:rPr lang="cs-CZ" dirty="0"/>
              <a:t>+1, pokud druhý objekt předchází vlastní</a:t>
            </a:r>
          </a:p>
          <a:p>
            <a:pPr lvl="1"/>
            <a:endParaRPr lang="cs-CZ" dirty="0"/>
          </a:p>
          <a:p>
            <a:r>
              <a:rPr lang="cs-CZ" dirty="0"/>
              <a:t>Pokud je </a:t>
            </a:r>
            <a:r>
              <a:rPr lang="cs-CZ" sz="1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IComparable</a:t>
            </a:r>
            <a:r>
              <a:rPr lang="cs-CZ" dirty="0"/>
              <a:t> splněno, můžeme podle něj např. setřídit pole</a:t>
            </a:r>
          </a:p>
          <a:p>
            <a:r>
              <a:rPr lang="cs-CZ" dirty="0"/>
              <a:t>Podívejte se na ukázku s porovnáváním/řazením karet: </a:t>
            </a:r>
            <a:r>
              <a:rPr lang="cs-CZ" dirty="0">
                <a:hlinkClick r:id="rId2"/>
              </a:rPr>
              <a:t>https://replit.com/@JanKoupil/</a:t>
            </a:r>
            <a:r>
              <a:rPr lang="cs-CZ">
                <a:hlinkClick r:id="rId2"/>
              </a:rPr>
              <a:t>IComparable-demo</a:t>
            </a:r>
            <a:r>
              <a:rPr lang="cs-CZ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95763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Hierarchie příznaků metody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Interface</a:t>
            </a:r>
            <a:r>
              <a:rPr lang="cs-CZ" dirty="0"/>
              <a:t> nebo abstraktní metoda předepisuje název a </a:t>
            </a:r>
            <a:r>
              <a:rPr lang="cs-CZ" dirty="0" err="1"/>
              <a:t>pattern</a:t>
            </a:r>
            <a:endParaRPr lang="cs-CZ" dirty="0"/>
          </a:p>
          <a:p>
            <a:endParaRPr lang="cs-CZ" dirty="0"/>
          </a:p>
          <a:p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</a:t>
            </a:r>
            <a:r>
              <a:rPr lang="cs-CZ" dirty="0"/>
              <a:t> metoda je první implementace metody</a:t>
            </a:r>
          </a:p>
          <a:p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cs-CZ" dirty="0"/>
              <a:t> je další implementace metody</a:t>
            </a:r>
          </a:p>
          <a:p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Sealed</a:t>
            </a:r>
            <a:r>
              <a:rPr lang="cs-CZ" dirty="0"/>
              <a:t> je poslední implementace metody</a:t>
            </a:r>
          </a:p>
          <a:p>
            <a:endParaRPr lang="cs-CZ" dirty="0"/>
          </a:p>
          <a:p>
            <a:r>
              <a:rPr lang="cs-CZ" dirty="0"/>
              <a:t>Kdykoliv se v hierarchii tříd potká více deklarací metody s těmito klíčovými slovy, realizuje se "nižší" implementace</a:t>
            </a:r>
          </a:p>
        </p:txBody>
      </p:sp>
    </p:spTree>
    <p:extLst>
      <p:ext uri="{BB962C8B-B14F-4D97-AF65-F5344CB8AC3E}">
        <p14:creationId xmlns:p14="http://schemas.microsoft.com/office/powerpoint/2010/main" val="3130414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Potřebujeme existující třídu rozšířit chováním, nechceme ji ale "umazat" (</a:t>
            </a:r>
            <a:r>
              <a:rPr lang="cs-CZ" dirty="0" err="1"/>
              <a:t>dirty</a:t>
            </a:r>
            <a:r>
              <a:rPr lang="cs-CZ" dirty="0"/>
              <a:t>) pro všechna použití</a:t>
            </a:r>
          </a:p>
          <a:p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statick</a:t>
            </a:r>
            <a:r>
              <a:rPr lang="cs-CZ" dirty="0"/>
              <a:t>é třídě deklarujeme zvláštní syntaxí</a:t>
            </a:r>
          </a:p>
          <a:p>
            <a:pPr marL="0" indent="0">
              <a:buNone/>
            </a:pPr>
            <a:endParaRPr lang="cs-CZ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Util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% 2 == 0;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24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8" y="313510"/>
            <a:ext cx="8985505" cy="5727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Util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InverseValue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-i;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% 2 == 0;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IsInsideInterval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i,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lowerThreshold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upperThreshold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)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&gt;=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lowerThreshold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&amp;&amp; i &lt;=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upperThreshold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3158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330926"/>
            <a:ext cx="6347714" cy="62527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11;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i.IsEven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i.InverseValue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i.IsInInterval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(5, 17));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i = 22;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i.IsEven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i.InverseValue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i.IsInInterval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(5, 17));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17849163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23295</TotalTime>
  <Words>1485</Words>
  <Application>Microsoft Office PowerPoint</Application>
  <PresentationFormat>Widescreen</PresentationFormat>
  <Paragraphs>223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Consolas</vt:lpstr>
      <vt:lpstr>Symbol</vt:lpstr>
      <vt:lpstr>Trebuchet MS</vt:lpstr>
      <vt:lpstr>Wingdings 3</vt:lpstr>
      <vt:lpstr>Fazeta</vt:lpstr>
      <vt:lpstr>OOP Dědičnost v C#</vt:lpstr>
      <vt:lpstr>Dědičnost</vt:lpstr>
      <vt:lpstr>PowerPoint Presentation</vt:lpstr>
      <vt:lpstr>PowerPoint Presentation</vt:lpstr>
      <vt:lpstr>PowerPoint Presentation</vt:lpstr>
      <vt:lpstr>Kořenová třída: System.Object</vt:lpstr>
      <vt:lpstr>Volání konstruktoru bázové třídy</vt:lpstr>
      <vt:lpstr>Explicitní uvedení konstruktoru bázové třídy</vt:lpstr>
      <vt:lpstr>Implicitní volání konstruktoru bázové třídy</vt:lpstr>
      <vt:lpstr>Předeklarování metod</vt:lpstr>
      <vt:lpstr>Protected</vt:lpstr>
      <vt:lpstr>Cvičení</vt:lpstr>
      <vt:lpstr>Abstraktní třída</vt:lpstr>
      <vt:lpstr>Abstraktní metoda</vt:lpstr>
      <vt:lpstr>Sealed – uzavřená třída</vt:lpstr>
      <vt:lpstr>Sealed method</vt:lpstr>
      <vt:lpstr>Interface</vt:lpstr>
      <vt:lpstr>Implementace Interface</vt:lpstr>
      <vt:lpstr>Použití jako typu proměnné</vt:lpstr>
      <vt:lpstr>Poznámky k interface</vt:lpstr>
      <vt:lpstr>Cvičení</vt:lpstr>
      <vt:lpstr>Reálný interface: IComparable</vt:lpstr>
      <vt:lpstr>Hierarchie příznaků metody</vt:lpstr>
      <vt:lpstr>Extensions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1429</cp:revision>
  <dcterms:created xsi:type="dcterms:W3CDTF">2013-03-17T20:03:48Z</dcterms:created>
  <dcterms:modified xsi:type="dcterms:W3CDTF">2023-05-10T08:55:45Z</dcterms:modified>
</cp:coreProperties>
</file>