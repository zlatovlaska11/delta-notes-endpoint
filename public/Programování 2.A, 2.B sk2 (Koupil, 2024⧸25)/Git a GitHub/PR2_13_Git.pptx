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ABABF-435E-4231-9B13-DDF1D4BA237C}" v="23" dt="2024-03-26T13:35:49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165ABABF-435E-4231-9B13-DDF1D4BA237C}"/>
    <pc:docChg chg="undo custSel addSld delSld modSld modNotesMaster modHandout">
      <pc:chgData name="KOUPIL Jan" userId="e926d9f2-b86a-408f-b8de-77ef0706564a" providerId="ADAL" clId="{165ABABF-435E-4231-9B13-DDF1D4BA237C}" dt="2024-04-05T10:22:07.490" v="3696" actId="20577"/>
      <pc:docMkLst>
        <pc:docMk/>
      </pc:docMkLst>
      <pc:sldChg chg="addSp modSp mod chgLayout modNotes">
        <pc:chgData name="KOUPIL Jan" userId="e926d9f2-b86a-408f-b8de-77ef0706564a" providerId="ADAL" clId="{165ABABF-435E-4231-9B13-DDF1D4BA237C}" dt="2024-03-26T09:09:35.482" v="3582"/>
        <pc:sldMkLst>
          <pc:docMk/>
          <pc:sldMk cId="2754185471" sldId="256"/>
        </pc:sldMkLst>
        <pc:spChg chg="mod ord">
          <ac:chgData name="KOUPIL Jan" userId="e926d9f2-b86a-408f-b8de-77ef0706564a" providerId="ADAL" clId="{165ABABF-435E-4231-9B13-DDF1D4BA237C}" dt="2024-03-25T20:38:46.665" v="1086" actId="20577"/>
          <ac:spMkLst>
            <pc:docMk/>
            <pc:sldMk cId="2754185471" sldId="256"/>
            <ac:spMk id="2" creationId="{00000000-0000-0000-0000-000000000000}"/>
          </ac:spMkLst>
        </pc:spChg>
        <pc:spChg chg="add mod ord">
          <ac:chgData name="KOUPIL Jan" userId="e926d9f2-b86a-408f-b8de-77ef0706564a" providerId="ADAL" clId="{165ABABF-435E-4231-9B13-DDF1D4BA237C}" dt="2024-03-25T20:39:18.993" v="1132" actId="27636"/>
          <ac:spMkLst>
            <pc:docMk/>
            <pc:sldMk cId="2754185471" sldId="256"/>
            <ac:spMk id="3" creationId="{8955DDC0-B5BF-5DCF-B1A9-6528C2A7F9D1}"/>
          </ac:spMkLst>
        </pc:spChg>
      </pc:sldChg>
      <pc:sldChg chg="modSp new mod">
        <pc:chgData name="KOUPIL Jan" userId="e926d9f2-b86a-408f-b8de-77ef0706564a" providerId="ADAL" clId="{165ABABF-435E-4231-9B13-DDF1D4BA237C}" dt="2024-03-26T08:52:56.562" v="3580" actId="20577"/>
        <pc:sldMkLst>
          <pc:docMk/>
          <pc:sldMk cId="716988644" sldId="257"/>
        </pc:sldMkLst>
        <pc:spChg chg="mod">
          <ac:chgData name="KOUPIL Jan" userId="e926d9f2-b86a-408f-b8de-77ef0706564a" providerId="ADAL" clId="{165ABABF-435E-4231-9B13-DDF1D4BA237C}" dt="2024-03-25T20:24:22.271" v="244" actId="20577"/>
          <ac:spMkLst>
            <pc:docMk/>
            <pc:sldMk cId="716988644" sldId="257"/>
            <ac:spMk id="2" creationId="{B1ECC8E5-3133-D272-71C9-0C0BCC483E23}"/>
          </ac:spMkLst>
        </pc:spChg>
        <pc:spChg chg="mod">
          <ac:chgData name="KOUPIL Jan" userId="e926d9f2-b86a-408f-b8de-77ef0706564a" providerId="ADAL" clId="{165ABABF-435E-4231-9B13-DDF1D4BA237C}" dt="2024-03-26T08:52:56.562" v="3580" actId="20577"/>
          <ac:spMkLst>
            <pc:docMk/>
            <pc:sldMk cId="716988644" sldId="257"/>
            <ac:spMk id="3" creationId="{04CBC1FE-E454-4F99-0295-08CF48A27B8B}"/>
          </ac:spMkLst>
        </pc:sp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3213014487" sldId="257"/>
        </pc:sldMkLst>
      </pc:sldChg>
      <pc:sldChg chg="addSp delSp modSp new mod">
        <pc:chgData name="KOUPIL Jan" userId="e926d9f2-b86a-408f-b8de-77ef0706564a" providerId="ADAL" clId="{165ABABF-435E-4231-9B13-DDF1D4BA237C}" dt="2024-03-26T13:37:03.740" v="3692" actId="1076"/>
        <pc:sldMkLst>
          <pc:docMk/>
          <pc:sldMk cId="231196805" sldId="258"/>
        </pc:sldMkLst>
        <pc:spChg chg="mod">
          <ac:chgData name="KOUPIL Jan" userId="e926d9f2-b86a-408f-b8de-77ef0706564a" providerId="ADAL" clId="{165ABABF-435E-4231-9B13-DDF1D4BA237C}" dt="2024-03-25T20:30:29.410" v="633" actId="20577"/>
          <ac:spMkLst>
            <pc:docMk/>
            <pc:sldMk cId="231196805" sldId="258"/>
            <ac:spMk id="2" creationId="{9819D541-5747-5076-4E97-B3C92BD5D164}"/>
          </ac:spMkLst>
        </pc:spChg>
        <pc:spChg chg="mod">
          <ac:chgData name="KOUPIL Jan" userId="e926d9f2-b86a-408f-b8de-77ef0706564a" providerId="ADAL" clId="{165ABABF-435E-4231-9B13-DDF1D4BA237C}" dt="2024-03-26T13:37:00.333" v="3691" actId="1076"/>
          <ac:spMkLst>
            <pc:docMk/>
            <pc:sldMk cId="231196805" sldId="258"/>
            <ac:spMk id="3" creationId="{D8EAF6C2-31F8-D64B-C4C5-4A7AEE2BF5A5}"/>
          </ac:spMkLst>
        </pc:spChg>
        <pc:spChg chg="add mod">
          <ac:chgData name="KOUPIL Jan" userId="e926d9f2-b86a-408f-b8de-77ef0706564a" providerId="ADAL" clId="{165ABABF-435E-4231-9B13-DDF1D4BA237C}" dt="2024-03-26T13:37:00.333" v="3691" actId="1076"/>
          <ac:spMkLst>
            <pc:docMk/>
            <pc:sldMk cId="231196805" sldId="258"/>
            <ac:spMk id="4" creationId="{882D8410-435C-264E-EC79-785E39971C18}"/>
          </ac:spMkLst>
        </pc:spChg>
        <pc:spChg chg="add mod">
          <ac:chgData name="KOUPIL Jan" userId="e926d9f2-b86a-408f-b8de-77ef0706564a" providerId="ADAL" clId="{165ABABF-435E-4231-9B13-DDF1D4BA237C}" dt="2024-03-26T13:37:03.740" v="3692" actId="1076"/>
          <ac:spMkLst>
            <pc:docMk/>
            <pc:sldMk cId="231196805" sldId="258"/>
            <ac:spMk id="5" creationId="{4E4E054A-70B0-A8F3-AD8A-6F71DDBB02A2}"/>
          </ac:spMkLst>
        </pc:spChg>
        <pc:spChg chg="add">
          <ac:chgData name="KOUPIL Jan" userId="e926d9f2-b86a-408f-b8de-77ef0706564a" providerId="ADAL" clId="{165ABABF-435E-4231-9B13-DDF1D4BA237C}" dt="2024-03-26T13:35:01.495" v="3623"/>
          <ac:spMkLst>
            <pc:docMk/>
            <pc:sldMk cId="231196805" sldId="258"/>
            <ac:spMk id="6" creationId="{9754D984-65D2-B9CD-9BAB-604152C2433F}"/>
          </ac:spMkLst>
        </pc:spChg>
        <pc:spChg chg="add">
          <ac:chgData name="KOUPIL Jan" userId="e926d9f2-b86a-408f-b8de-77ef0706564a" providerId="ADAL" clId="{165ABABF-435E-4231-9B13-DDF1D4BA237C}" dt="2024-03-26T13:35:46.189" v="3645"/>
          <ac:spMkLst>
            <pc:docMk/>
            <pc:sldMk cId="231196805" sldId="258"/>
            <ac:spMk id="7" creationId="{2D8E3C86-6456-5728-7E60-0F6D4116885A}"/>
          </ac:spMkLst>
        </pc:spChg>
        <pc:picChg chg="add del mod ord">
          <ac:chgData name="KOUPIL Jan" userId="e926d9f2-b86a-408f-b8de-77ef0706564a" providerId="ADAL" clId="{165ABABF-435E-4231-9B13-DDF1D4BA237C}" dt="2024-03-25T20:46:02.451" v="1188" actId="21"/>
          <ac:picMkLst>
            <pc:docMk/>
            <pc:sldMk cId="231196805" sldId="258"/>
            <ac:picMk id="6" creationId="{54680AC3-551A-87A2-FAE2-9DF8BA6ABA7D}"/>
          </ac:picMkLst>
        </pc:pic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2261282766" sldId="258"/>
        </pc:sldMkLst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85340536" sldId="259"/>
        </pc:sldMkLst>
      </pc:sldChg>
      <pc:sldChg chg="addSp delSp modSp new mod">
        <pc:chgData name="KOUPIL Jan" userId="e926d9f2-b86a-408f-b8de-77ef0706564a" providerId="ADAL" clId="{165ABABF-435E-4231-9B13-DDF1D4BA237C}" dt="2024-03-25T20:46:16.197" v="1203" actId="20577"/>
        <pc:sldMkLst>
          <pc:docMk/>
          <pc:sldMk cId="360246982" sldId="259"/>
        </pc:sldMkLst>
        <pc:spChg chg="mod">
          <ac:chgData name="KOUPIL Jan" userId="e926d9f2-b86a-408f-b8de-77ef0706564a" providerId="ADAL" clId="{165ABABF-435E-4231-9B13-DDF1D4BA237C}" dt="2024-03-25T20:46:16.197" v="1203" actId="20577"/>
          <ac:spMkLst>
            <pc:docMk/>
            <pc:sldMk cId="360246982" sldId="259"/>
            <ac:spMk id="2" creationId="{9E7AAC3D-560B-EE8A-388A-93D95E3EA7B5}"/>
          </ac:spMkLst>
        </pc:spChg>
        <pc:spChg chg="del">
          <ac:chgData name="KOUPIL Jan" userId="e926d9f2-b86a-408f-b8de-77ef0706564a" providerId="ADAL" clId="{165ABABF-435E-4231-9B13-DDF1D4BA237C}" dt="2024-03-25T20:46:07.115" v="1189"/>
          <ac:spMkLst>
            <pc:docMk/>
            <pc:sldMk cId="360246982" sldId="259"/>
            <ac:spMk id="3" creationId="{A819355A-5959-9503-9FA3-D95CDC0123E5}"/>
          </ac:spMkLst>
        </pc:spChg>
        <pc:picChg chg="add mod">
          <ac:chgData name="KOUPIL Jan" userId="e926d9f2-b86a-408f-b8de-77ef0706564a" providerId="ADAL" clId="{165ABABF-435E-4231-9B13-DDF1D4BA237C}" dt="2024-03-25T20:46:07.115" v="1189"/>
          <ac:picMkLst>
            <pc:docMk/>
            <pc:sldMk cId="360246982" sldId="259"/>
            <ac:picMk id="6" creationId="{54680AC3-551A-87A2-FAE2-9DF8BA6ABA7D}"/>
          </ac:picMkLst>
        </pc:picChg>
      </pc:sldChg>
      <pc:sldChg chg="addSp modSp new mod">
        <pc:chgData name="KOUPIL Jan" userId="e926d9f2-b86a-408f-b8de-77ef0706564a" providerId="ADAL" clId="{165ABABF-435E-4231-9B13-DDF1D4BA237C}" dt="2024-03-25T20:57:14.986" v="1616" actId="14100"/>
        <pc:sldMkLst>
          <pc:docMk/>
          <pc:sldMk cId="1231895923" sldId="260"/>
        </pc:sldMkLst>
        <pc:spChg chg="mod">
          <ac:chgData name="KOUPIL Jan" userId="e926d9f2-b86a-408f-b8de-77ef0706564a" providerId="ADAL" clId="{165ABABF-435E-4231-9B13-DDF1D4BA237C}" dt="2024-03-25T20:57:14.986" v="1616" actId="14100"/>
          <ac:spMkLst>
            <pc:docMk/>
            <pc:sldMk cId="1231895923" sldId="260"/>
            <ac:spMk id="2" creationId="{D3F067F5-011B-6C67-BD2A-D9496713FAB3}"/>
          </ac:spMkLst>
        </pc:spChg>
        <pc:spChg chg="mod">
          <ac:chgData name="KOUPIL Jan" userId="e926d9f2-b86a-408f-b8de-77ef0706564a" providerId="ADAL" clId="{165ABABF-435E-4231-9B13-DDF1D4BA237C}" dt="2024-03-25T20:55:02.550" v="1599" actId="6549"/>
          <ac:spMkLst>
            <pc:docMk/>
            <pc:sldMk cId="1231895923" sldId="260"/>
            <ac:spMk id="3" creationId="{235BE95A-285D-332B-A3DD-2B0B5E6ED9A8}"/>
          </ac:spMkLst>
        </pc:spChg>
        <pc:spChg chg="add mod">
          <ac:chgData name="KOUPIL Jan" userId="e926d9f2-b86a-408f-b8de-77ef0706564a" providerId="ADAL" clId="{165ABABF-435E-4231-9B13-DDF1D4BA237C}" dt="2024-03-25T20:54:58.990" v="1598" actId="6549"/>
          <ac:spMkLst>
            <pc:docMk/>
            <pc:sldMk cId="1231895923" sldId="260"/>
            <ac:spMk id="4" creationId="{85DE42A4-36E8-CDB1-C91E-5F7994121152}"/>
          </ac:spMkLst>
        </pc:spChg>
        <pc:picChg chg="add mod">
          <ac:chgData name="KOUPIL Jan" userId="e926d9f2-b86a-408f-b8de-77ef0706564a" providerId="ADAL" clId="{165ABABF-435E-4231-9B13-DDF1D4BA237C}" dt="2024-03-25T20:56:09.366" v="1602" actId="14100"/>
          <ac:picMkLst>
            <pc:docMk/>
            <pc:sldMk cId="1231895923" sldId="260"/>
            <ac:picMk id="6" creationId="{94CF52D6-45D5-6887-AEE7-54FFC251BEE8}"/>
          </ac:picMkLst>
        </pc:pic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2441573300" sldId="260"/>
        </pc:sldMkLst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146349344" sldId="261"/>
        </pc:sldMkLst>
      </pc:sldChg>
      <pc:sldChg chg="addSp delSp modSp new mod">
        <pc:chgData name="KOUPIL Jan" userId="e926d9f2-b86a-408f-b8de-77ef0706564a" providerId="ADAL" clId="{165ABABF-435E-4231-9B13-DDF1D4BA237C}" dt="2024-03-25T20:50:14.165" v="1362" actId="22"/>
        <pc:sldMkLst>
          <pc:docMk/>
          <pc:sldMk cId="1172481369" sldId="261"/>
        </pc:sldMkLst>
        <pc:spChg chg="mod">
          <ac:chgData name="KOUPIL Jan" userId="e926d9f2-b86a-408f-b8de-77ef0706564a" providerId="ADAL" clId="{165ABABF-435E-4231-9B13-DDF1D4BA237C}" dt="2024-03-25T20:50:11.077" v="1361" actId="20577"/>
          <ac:spMkLst>
            <pc:docMk/>
            <pc:sldMk cId="1172481369" sldId="261"/>
            <ac:spMk id="2" creationId="{74155C62-CDA4-63B8-EF43-C9E8FB18655E}"/>
          </ac:spMkLst>
        </pc:spChg>
        <pc:spChg chg="del">
          <ac:chgData name="KOUPIL Jan" userId="e926d9f2-b86a-408f-b8de-77ef0706564a" providerId="ADAL" clId="{165ABABF-435E-4231-9B13-DDF1D4BA237C}" dt="2024-03-25T20:50:14.165" v="1362" actId="22"/>
          <ac:spMkLst>
            <pc:docMk/>
            <pc:sldMk cId="1172481369" sldId="261"/>
            <ac:spMk id="3" creationId="{A9AD054A-A83F-FE48-03A0-FEDB6567C6F6}"/>
          </ac:spMkLst>
        </pc:spChg>
        <pc:picChg chg="add mod ord">
          <ac:chgData name="KOUPIL Jan" userId="e926d9f2-b86a-408f-b8de-77ef0706564a" providerId="ADAL" clId="{165ABABF-435E-4231-9B13-DDF1D4BA237C}" dt="2024-03-25T20:50:14.165" v="1362" actId="22"/>
          <ac:picMkLst>
            <pc:docMk/>
            <pc:sldMk cId="1172481369" sldId="261"/>
            <ac:picMk id="5" creationId="{DD4331B6-0C16-4EBB-FCBE-54BC54660BA9}"/>
          </ac:picMkLst>
        </pc:picChg>
      </pc:sldChg>
      <pc:sldChg chg="addSp modSp new mod">
        <pc:chgData name="KOUPIL Jan" userId="e926d9f2-b86a-408f-b8de-77ef0706564a" providerId="ADAL" clId="{165ABABF-435E-4231-9B13-DDF1D4BA237C}" dt="2024-03-25T21:00:31.547" v="1833" actId="20577"/>
        <pc:sldMkLst>
          <pc:docMk/>
          <pc:sldMk cId="303970310" sldId="262"/>
        </pc:sldMkLst>
        <pc:spChg chg="mod">
          <ac:chgData name="KOUPIL Jan" userId="e926d9f2-b86a-408f-b8de-77ef0706564a" providerId="ADAL" clId="{165ABABF-435E-4231-9B13-DDF1D4BA237C}" dt="2024-03-25T20:57:30.439" v="1648" actId="20577"/>
          <ac:spMkLst>
            <pc:docMk/>
            <pc:sldMk cId="303970310" sldId="262"/>
            <ac:spMk id="2" creationId="{37330D62-EF32-4029-7E03-D685C5B033CB}"/>
          </ac:spMkLst>
        </pc:spChg>
        <pc:spChg chg="mod">
          <ac:chgData name="KOUPIL Jan" userId="e926d9f2-b86a-408f-b8de-77ef0706564a" providerId="ADAL" clId="{165ABABF-435E-4231-9B13-DDF1D4BA237C}" dt="2024-03-25T20:59:50.328" v="1732" actId="2711"/>
          <ac:spMkLst>
            <pc:docMk/>
            <pc:sldMk cId="303970310" sldId="262"/>
            <ac:spMk id="3" creationId="{79268E65-1150-7223-AC3D-2BE35BAEC5DE}"/>
          </ac:spMkLst>
        </pc:spChg>
        <pc:spChg chg="add mod">
          <ac:chgData name="KOUPIL Jan" userId="e926d9f2-b86a-408f-b8de-77ef0706564a" providerId="ADAL" clId="{165ABABF-435E-4231-9B13-DDF1D4BA237C}" dt="2024-03-25T21:00:31.547" v="1833" actId="20577"/>
          <ac:spMkLst>
            <pc:docMk/>
            <pc:sldMk cId="303970310" sldId="262"/>
            <ac:spMk id="4" creationId="{D6FF49E4-0719-8F15-CDAD-A11AD9630EF5}"/>
          </ac:spMkLst>
        </pc:sp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2148053425" sldId="262"/>
        </pc:sldMkLst>
      </pc:sldChg>
      <pc:sldChg chg="addSp modSp new mod">
        <pc:chgData name="KOUPIL Jan" userId="e926d9f2-b86a-408f-b8de-77ef0706564a" providerId="ADAL" clId="{165ABABF-435E-4231-9B13-DDF1D4BA237C}" dt="2024-03-25T21:04:56.761" v="2137" actId="20577"/>
        <pc:sldMkLst>
          <pc:docMk/>
          <pc:sldMk cId="87240730" sldId="263"/>
        </pc:sldMkLst>
        <pc:spChg chg="mod">
          <ac:chgData name="KOUPIL Jan" userId="e926d9f2-b86a-408f-b8de-77ef0706564a" providerId="ADAL" clId="{165ABABF-435E-4231-9B13-DDF1D4BA237C}" dt="2024-03-25T21:00:40.952" v="1848" actId="20577"/>
          <ac:spMkLst>
            <pc:docMk/>
            <pc:sldMk cId="87240730" sldId="263"/>
            <ac:spMk id="2" creationId="{297765AF-BE46-251F-FE6E-DEAA7D73A573}"/>
          </ac:spMkLst>
        </pc:spChg>
        <pc:spChg chg="mod">
          <ac:chgData name="KOUPIL Jan" userId="e926d9f2-b86a-408f-b8de-77ef0706564a" providerId="ADAL" clId="{165ABABF-435E-4231-9B13-DDF1D4BA237C}" dt="2024-03-25T21:03:42.339" v="2012" actId="14100"/>
          <ac:spMkLst>
            <pc:docMk/>
            <pc:sldMk cId="87240730" sldId="263"/>
            <ac:spMk id="3" creationId="{75DE4C8C-13A3-5980-5FC7-90736592CF9C}"/>
          </ac:spMkLst>
        </pc:spChg>
        <pc:spChg chg="add mod">
          <ac:chgData name="KOUPIL Jan" userId="e926d9f2-b86a-408f-b8de-77ef0706564a" providerId="ADAL" clId="{165ABABF-435E-4231-9B13-DDF1D4BA237C}" dt="2024-03-25T21:04:56.761" v="2137" actId="20577"/>
          <ac:spMkLst>
            <pc:docMk/>
            <pc:sldMk cId="87240730" sldId="263"/>
            <ac:spMk id="4" creationId="{4F5924AD-134C-E771-C04C-9DBF063F87EC}"/>
          </ac:spMkLst>
        </pc:sp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1254896326" sldId="263"/>
        </pc:sldMkLst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1703233791" sldId="264"/>
        </pc:sldMkLst>
      </pc:sldChg>
      <pc:sldChg chg="modSp new mod">
        <pc:chgData name="KOUPIL Jan" userId="e926d9f2-b86a-408f-b8de-77ef0706564a" providerId="ADAL" clId="{165ABABF-435E-4231-9B13-DDF1D4BA237C}" dt="2024-03-25T21:08:36.040" v="2335" actId="20577"/>
        <pc:sldMkLst>
          <pc:docMk/>
          <pc:sldMk cId="3716650133" sldId="264"/>
        </pc:sldMkLst>
        <pc:spChg chg="mod">
          <ac:chgData name="KOUPIL Jan" userId="e926d9f2-b86a-408f-b8de-77ef0706564a" providerId="ADAL" clId="{165ABABF-435E-4231-9B13-DDF1D4BA237C}" dt="2024-03-25T21:08:36.040" v="2335" actId="20577"/>
          <ac:spMkLst>
            <pc:docMk/>
            <pc:sldMk cId="3716650133" sldId="264"/>
            <ac:spMk id="2" creationId="{B6FDCCD8-3512-EBC8-698A-629682104819}"/>
          </ac:spMkLst>
        </pc:spChg>
        <pc:spChg chg="mod">
          <ac:chgData name="KOUPIL Jan" userId="e926d9f2-b86a-408f-b8de-77ef0706564a" providerId="ADAL" clId="{165ABABF-435E-4231-9B13-DDF1D4BA237C}" dt="2024-03-25T21:08:12.484" v="2319" actId="20577"/>
          <ac:spMkLst>
            <pc:docMk/>
            <pc:sldMk cId="3716650133" sldId="264"/>
            <ac:spMk id="3" creationId="{2DB23594-B820-3F49-70B4-2DB56DACC8E3}"/>
          </ac:spMkLst>
        </pc:spChg>
      </pc:sldChg>
      <pc:sldChg chg="modSp new mod">
        <pc:chgData name="KOUPIL Jan" userId="e926d9f2-b86a-408f-b8de-77ef0706564a" providerId="ADAL" clId="{165ABABF-435E-4231-9B13-DDF1D4BA237C}" dt="2024-04-05T10:22:07.490" v="3696" actId="20577"/>
        <pc:sldMkLst>
          <pc:docMk/>
          <pc:sldMk cId="851751660" sldId="265"/>
        </pc:sldMkLst>
        <pc:spChg chg="mod">
          <ac:chgData name="KOUPIL Jan" userId="e926d9f2-b86a-408f-b8de-77ef0706564a" providerId="ADAL" clId="{165ABABF-435E-4231-9B13-DDF1D4BA237C}" dt="2024-03-25T21:05:04.400" v="2152" actId="20577"/>
          <ac:spMkLst>
            <pc:docMk/>
            <pc:sldMk cId="851751660" sldId="265"/>
            <ac:spMk id="2" creationId="{4F75DEDE-F44E-4E8F-B1F5-8E8427FBF809}"/>
          </ac:spMkLst>
        </pc:spChg>
        <pc:spChg chg="mod">
          <ac:chgData name="KOUPIL Jan" userId="e926d9f2-b86a-408f-b8de-77ef0706564a" providerId="ADAL" clId="{165ABABF-435E-4231-9B13-DDF1D4BA237C}" dt="2024-04-05T10:22:07.490" v="3696" actId="20577"/>
          <ac:spMkLst>
            <pc:docMk/>
            <pc:sldMk cId="851751660" sldId="265"/>
            <ac:spMk id="3" creationId="{6426001C-A2D8-2BF8-944C-9B3CCBA67794}"/>
          </ac:spMkLst>
        </pc:spChg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2267046438" sldId="265"/>
        </pc:sldMkLst>
      </pc:sldChg>
      <pc:sldChg chg="del">
        <pc:chgData name="KOUPIL Jan" userId="e926d9f2-b86a-408f-b8de-77ef0706564a" providerId="ADAL" clId="{165ABABF-435E-4231-9B13-DDF1D4BA237C}" dt="2024-03-25T20:20:52.528" v="0" actId="47"/>
        <pc:sldMkLst>
          <pc:docMk/>
          <pc:sldMk cId="2250872385" sldId="266"/>
        </pc:sldMkLst>
      </pc:sldChg>
      <pc:sldChg chg="modSp new mod">
        <pc:chgData name="KOUPIL Jan" userId="e926d9f2-b86a-408f-b8de-77ef0706564a" providerId="ADAL" clId="{165ABABF-435E-4231-9B13-DDF1D4BA237C}" dt="2024-03-25T21:13:12.458" v="3013" actId="20577"/>
        <pc:sldMkLst>
          <pc:docMk/>
          <pc:sldMk cId="2513700351" sldId="266"/>
        </pc:sldMkLst>
        <pc:spChg chg="mod">
          <ac:chgData name="KOUPIL Jan" userId="e926d9f2-b86a-408f-b8de-77ef0706564a" providerId="ADAL" clId="{165ABABF-435E-4231-9B13-DDF1D4BA237C}" dt="2024-03-25T21:05:43.794" v="2181" actId="20577"/>
          <ac:spMkLst>
            <pc:docMk/>
            <pc:sldMk cId="2513700351" sldId="266"/>
            <ac:spMk id="2" creationId="{BFA2264C-7420-78D4-5D0F-DAD0277A42AE}"/>
          </ac:spMkLst>
        </pc:spChg>
        <pc:spChg chg="mod">
          <ac:chgData name="KOUPIL Jan" userId="e926d9f2-b86a-408f-b8de-77ef0706564a" providerId="ADAL" clId="{165ABABF-435E-4231-9B13-DDF1D4BA237C}" dt="2024-03-25T21:13:12.458" v="3013" actId="20577"/>
          <ac:spMkLst>
            <pc:docMk/>
            <pc:sldMk cId="2513700351" sldId="266"/>
            <ac:spMk id="3" creationId="{534A8C82-268A-8880-5F14-E886A312A2E8}"/>
          </ac:spMkLst>
        </pc:spChg>
      </pc:sldChg>
      <pc:sldChg chg="addSp modSp new mod">
        <pc:chgData name="KOUPIL Jan" userId="e926d9f2-b86a-408f-b8de-77ef0706564a" providerId="ADAL" clId="{165ABABF-435E-4231-9B13-DDF1D4BA237C}" dt="2024-03-25T21:18:52.937" v="3386" actId="113"/>
        <pc:sldMkLst>
          <pc:docMk/>
          <pc:sldMk cId="768903927" sldId="267"/>
        </pc:sldMkLst>
        <pc:spChg chg="mod">
          <ac:chgData name="KOUPIL Jan" userId="e926d9f2-b86a-408f-b8de-77ef0706564a" providerId="ADAL" clId="{165ABABF-435E-4231-9B13-DDF1D4BA237C}" dt="2024-03-25T21:18:46.349" v="3381" actId="21"/>
          <ac:spMkLst>
            <pc:docMk/>
            <pc:sldMk cId="768903927" sldId="267"/>
            <ac:spMk id="2" creationId="{7ED17411-5BDE-2418-61F6-60F88CAD18BA}"/>
          </ac:spMkLst>
        </pc:spChg>
        <pc:spChg chg="mod">
          <ac:chgData name="KOUPIL Jan" userId="e926d9f2-b86a-408f-b8de-77ef0706564a" providerId="ADAL" clId="{165ABABF-435E-4231-9B13-DDF1D4BA237C}" dt="2024-03-25T21:17:18.964" v="3331" actId="14100"/>
          <ac:spMkLst>
            <pc:docMk/>
            <pc:sldMk cId="768903927" sldId="267"/>
            <ac:spMk id="3" creationId="{F6302150-5372-FFFF-3542-A6088B74528E}"/>
          </ac:spMkLst>
        </pc:spChg>
        <pc:spChg chg="add mod">
          <ac:chgData name="KOUPIL Jan" userId="e926d9f2-b86a-408f-b8de-77ef0706564a" providerId="ADAL" clId="{165ABABF-435E-4231-9B13-DDF1D4BA237C}" dt="2024-03-25T21:18:52.937" v="3386" actId="113"/>
          <ac:spMkLst>
            <pc:docMk/>
            <pc:sldMk cId="768903927" sldId="267"/>
            <ac:spMk id="4" creationId="{C94ED26E-A54D-4EF9-43E3-3381781BF2FB}"/>
          </ac:spMkLst>
        </pc:spChg>
      </pc:sldChg>
      <pc:sldChg chg="addSp delSp modSp new mod setBg">
        <pc:chgData name="KOUPIL Jan" userId="e926d9f2-b86a-408f-b8de-77ef0706564a" providerId="ADAL" clId="{165ABABF-435E-4231-9B13-DDF1D4BA237C}" dt="2024-03-25T21:21:13.875" v="3404" actId="14100"/>
        <pc:sldMkLst>
          <pc:docMk/>
          <pc:sldMk cId="702302855" sldId="268"/>
        </pc:sldMkLst>
        <pc:spChg chg="del">
          <ac:chgData name="KOUPIL Jan" userId="e926d9f2-b86a-408f-b8de-77ef0706564a" providerId="ADAL" clId="{165ABABF-435E-4231-9B13-DDF1D4BA237C}" dt="2024-03-25T21:20:29.671" v="3391" actId="478"/>
          <ac:spMkLst>
            <pc:docMk/>
            <pc:sldMk cId="702302855" sldId="268"/>
            <ac:spMk id="2" creationId="{8CBA19CB-CAC5-F962-ADEF-B343416F8A10}"/>
          </ac:spMkLst>
        </pc:spChg>
        <pc:spChg chg="del">
          <ac:chgData name="KOUPIL Jan" userId="e926d9f2-b86a-408f-b8de-77ef0706564a" providerId="ADAL" clId="{165ABABF-435E-4231-9B13-DDF1D4BA237C}" dt="2024-03-25T21:20:25.801" v="3388"/>
          <ac:spMkLst>
            <pc:docMk/>
            <pc:sldMk cId="702302855" sldId="268"/>
            <ac:spMk id="3" creationId="{76293D0C-3F58-06C2-5039-D003A331FD69}"/>
          </ac:spMkLst>
        </pc:spChg>
        <pc:spChg chg="add mod">
          <ac:chgData name="KOUPIL Jan" userId="e926d9f2-b86a-408f-b8de-77ef0706564a" providerId="ADAL" clId="{165ABABF-435E-4231-9B13-DDF1D4BA237C}" dt="2024-03-25T21:20:58.248" v="3401" actId="122"/>
          <ac:spMkLst>
            <pc:docMk/>
            <pc:sldMk cId="702302855" sldId="268"/>
            <ac:spMk id="7" creationId="{951C4C48-0F12-4A54-C170-6659E51ED008}"/>
          </ac:spMkLst>
        </pc:spChg>
        <pc:spChg chg="add">
          <ac:chgData name="KOUPIL Jan" userId="e926d9f2-b86a-408f-b8de-77ef0706564a" providerId="ADAL" clId="{165ABABF-435E-4231-9B13-DDF1D4BA237C}" dt="2024-03-25T21:20:32.011" v="3392" actId="26606"/>
          <ac:spMkLst>
            <pc:docMk/>
            <pc:sldMk cId="702302855" sldId="268"/>
            <ac:spMk id="22" creationId="{03E8462A-FEBA-4848-81CC-3F8DA3E477BE}"/>
          </ac:spMkLst>
        </pc:spChg>
        <pc:spChg chg="add">
          <ac:chgData name="KOUPIL Jan" userId="e926d9f2-b86a-408f-b8de-77ef0706564a" providerId="ADAL" clId="{165ABABF-435E-4231-9B13-DDF1D4BA237C}" dt="2024-03-25T21:20:32.011" v="3392" actId="26606"/>
          <ac:spMkLst>
            <pc:docMk/>
            <pc:sldMk cId="702302855" sldId="268"/>
            <ac:spMk id="35" creationId="{7941F9B1-B01B-4A84-89D9-B169AEB4E456}"/>
          </ac:spMkLst>
        </pc:spChg>
        <pc:grpChg chg="add">
          <ac:chgData name="KOUPIL Jan" userId="e926d9f2-b86a-408f-b8de-77ef0706564a" providerId="ADAL" clId="{165ABABF-435E-4231-9B13-DDF1D4BA237C}" dt="2024-03-25T21:20:32.011" v="3392" actId="26606"/>
          <ac:grpSpMkLst>
            <pc:docMk/>
            <pc:sldMk cId="702302855" sldId="268"/>
            <ac:grpSpMk id="10" creationId="{609316A9-990D-4EC3-A671-70EE5C1493A4}"/>
          </ac:grpSpMkLst>
        </pc:grpChg>
        <pc:grpChg chg="add">
          <ac:chgData name="KOUPIL Jan" userId="e926d9f2-b86a-408f-b8de-77ef0706564a" providerId="ADAL" clId="{165ABABF-435E-4231-9B13-DDF1D4BA237C}" dt="2024-03-25T21:20:32.011" v="3392" actId="26606"/>
          <ac:grpSpMkLst>
            <pc:docMk/>
            <pc:sldMk cId="702302855" sldId="268"/>
            <ac:grpSpMk id="24" creationId="{2109F83F-40FE-4DB3-84CC-09FB3340D06D}"/>
          </ac:grpSpMkLst>
        </pc:grpChg>
        <pc:picChg chg="add mod">
          <ac:chgData name="KOUPIL Jan" userId="e926d9f2-b86a-408f-b8de-77ef0706564a" providerId="ADAL" clId="{165ABABF-435E-4231-9B13-DDF1D4BA237C}" dt="2024-03-25T21:21:13.875" v="3404" actId="14100"/>
          <ac:picMkLst>
            <pc:docMk/>
            <pc:sldMk cId="702302855" sldId="268"/>
            <ac:picMk id="5" creationId="{14ED9880-62D8-B3EA-C85F-B47EB42B7D39}"/>
          </ac:picMkLst>
        </pc:picChg>
      </pc:sldChg>
      <pc:sldChg chg="addSp modSp new mod">
        <pc:chgData name="KOUPIL Jan" userId="e926d9f2-b86a-408f-b8de-77ef0706564a" providerId="ADAL" clId="{165ABABF-435E-4231-9B13-DDF1D4BA237C}" dt="2024-03-26T09:18:49.099" v="3621" actId="20577"/>
        <pc:sldMkLst>
          <pc:docMk/>
          <pc:sldMk cId="2435872758" sldId="269"/>
        </pc:sldMkLst>
        <pc:spChg chg="mod">
          <ac:chgData name="KOUPIL Jan" userId="e926d9f2-b86a-408f-b8de-77ef0706564a" providerId="ADAL" clId="{165ABABF-435E-4231-9B13-DDF1D4BA237C}" dt="2024-03-25T21:23:27.177" v="3464" actId="14100"/>
          <ac:spMkLst>
            <pc:docMk/>
            <pc:sldMk cId="2435872758" sldId="269"/>
            <ac:spMk id="2" creationId="{5E961BB3-93BB-DA19-D89E-122448DC859E}"/>
          </ac:spMkLst>
        </pc:spChg>
        <pc:spChg chg="mod">
          <ac:chgData name="KOUPIL Jan" userId="e926d9f2-b86a-408f-b8de-77ef0706564a" providerId="ADAL" clId="{165ABABF-435E-4231-9B13-DDF1D4BA237C}" dt="2024-03-25T21:26:12.805" v="3568" actId="255"/>
          <ac:spMkLst>
            <pc:docMk/>
            <pc:sldMk cId="2435872758" sldId="269"/>
            <ac:spMk id="3" creationId="{BE2664B7-7CF1-7066-ADA6-5F50AE955C52}"/>
          </ac:spMkLst>
        </pc:spChg>
        <pc:spChg chg="add mod">
          <ac:chgData name="KOUPIL Jan" userId="e926d9f2-b86a-408f-b8de-77ef0706564a" providerId="ADAL" clId="{165ABABF-435E-4231-9B13-DDF1D4BA237C}" dt="2024-03-25T21:26:54.165" v="3578" actId="1076"/>
          <ac:spMkLst>
            <pc:docMk/>
            <pc:sldMk cId="2435872758" sldId="269"/>
            <ac:spMk id="4" creationId="{0169D782-1297-B7D5-1AE3-456A4D4158E7}"/>
          </ac:spMkLst>
        </pc:spChg>
        <pc:spChg chg="add mod">
          <ac:chgData name="KOUPIL Jan" userId="e926d9f2-b86a-408f-b8de-77ef0706564a" providerId="ADAL" clId="{165ABABF-435E-4231-9B13-DDF1D4BA237C}" dt="2024-03-26T09:18:49.099" v="3621" actId="20577"/>
          <ac:spMkLst>
            <pc:docMk/>
            <pc:sldMk cId="2435872758" sldId="269"/>
            <ac:spMk id="6" creationId="{D8464CD3-901B-E0F7-AC18-8ED31E6E7B39}"/>
          </ac:spMkLst>
        </pc:spChg>
      </pc:sldChg>
    </pc:docChg>
  </pc:docChgLst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3B581296-CC48-4D6E-B07A-ACC98C03D474}"/>
    <pc:docChg chg="undo custSel addSld delSld modSld">
      <pc:chgData name="KOUPIL Jan" userId="e926d9f2-b86a-408f-b8de-77ef0706564a" providerId="ADAL" clId="{3B581296-CC48-4D6E-B07A-ACC98C03D474}" dt="2024-02-07T14:40:48.678" v="3556" actId="20577"/>
      <pc:docMkLst>
        <pc:docMk/>
      </pc:docMkLst>
      <pc:sldChg chg="modSp mod">
        <pc:chgData name="KOUPIL Jan" userId="e926d9f2-b86a-408f-b8de-77ef0706564a" providerId="ADAL" clId="{3B581296-CC48-4D6E-B07A-ACC98C03D474}" dt="2024-02-07T14:30:28.217" v="2851" actId="20577"/>
        <pc:sldMkLst>
          <pc:docMk/>
          <pc:sldMk cId="2754185471" sldId="256"/>
        </pc:sldMkLst>
        <pc:spChg chg="mod">
          <ac:chgData name="KOUPIL Jan" userId="e926d9f2-b86a-408f-b8de-77ef0706564a" providerId="ADAL" clId="{3B581296-CC48-4D6E-B07A-ACC98C03D474}" dt="2024-02-07T14:30:28.217" v="2851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addSp delSp modSp mod">
        <pc:chgData name="KOUPIL Jan" userId="e926d9f2-b86a-408f-b8de-77ef0706564a" providerId="ADAL" clId="{3B581296-CC48-4D6E-B07A-ACC98C03D474}" dt="2024-02-07T14:02:11.025" v="705" actId="20577"/>
        <pc:sldMkLst>
          <pc:docMk/>
          <pc:sldMk cId="3213014487" sldId="257"/>
        </pc:sldMkLst>
        <pc:spChg chg="mod">
          <ac:chgData name="KOUPIL Jan" userId="e926d9f2-b86a-408f-b8de-77ef0706564a" providerId="ADAL" clId="{3B581296-CC48-4D6E-B07A-ACC98C03D474}" dt="2024-02-07T14:01:23.622" v="553" actId="20577"/>
          <ac:spMkLst>
            <pc:docMk/>
            <pc:sldMk cId="3213014487" sldId="257"/>
            <ac:spMk id="2" creationId="{00000000-0000-0000-0000-000000000000}"/>
          </ac:spMkLst>
        </pc:spChg>
        <pc:spChg chg="add del mod">
          <ac:chgData name="KOUPIL Jan" userId="e926d9f2-b86a-408f-b8de-77ef0706564a" providerId="ADAL" clId="{3B581296-CC48-4D6E-B07A-ACC98C03D474}" dt="2024-02-07T13:59:08.708" v="99" actId="478"/>
          <ac:spMkLst>
            <pc:docMk/>
            <pc:sldMk cId="3213014487" sldId="257"/>
            <ac:spMk id="3" creationId="{6E29A2B0-217D-2C92-F4A0-FD1F8E3CECDD}"/>
          </ac:spMkLst>
        </pc:spChg>
        <pc:spChg chg="del">
          <ac:chgData name="KOUPIL Jan" userId="e926d9f2-b86a-408f-b8de-77ef0706564a" providerId="ADAL" clId="{3B581296-CC48-4D6E-B07A-ACC98C03D474}" dt="2024-02-07T13:59:06.011" v="98" actId="478"/>
          <ac:spMkLst>
            <pc:docMk/>
            <pc:sldMk cId="3213014487" sldId="257"/>
            <ac:spMk id="5" creationId="{595C6BEF-8DDB-DAD6-3E31-B15C6C354B33}"/>
          </ac:spMkLst>
        </pc:spChg>
        <pc:spChg chg="mod">
          <ac:chgData name="KOUPIL Jan" userId="e926d9f2-b86a-408f-b8de-77ef0706564a" providerId="ADAL" clId="{3B581296-CC48-4D6E-B07A-ACC98C03D474}" dt="2024-02-07T14:02:11.025" v="705" actId="20577"/>
          <ac:spMkLst>
            <pc:docMk/>
            <pc:sldMk cId="3213014487" sldId="257"/>
            <ac:spMk id="6" creationId="{02CE9DEE-3BC4-8282-B5BA-70491C4C2C11}"/>
          </ac:spMkLst>
        </pc:spChg>
      </pc:sldChg>
      <pc:sldChg chg="del">
        <pc:chgData name="KOUPIL Jan" userId="e926d9f2-b86a-408f-b8de-77ef0706564a" providerId="ADAL" clId="{3B581296-CC48-4D6E-B07A-ACC98C03D474}" dt="2024-02-07T13:58:45.174" v="84" actId="47"/>
        <pc:sldMkLst>
          <pc:docMk/>
          <pc:sldMk cId="898551462" sldId="258"/>
        </pc:sldMkLst>
      </pc:sldChg>
      <pc:sldChg chg="new del">
        <pc:chgData name="KOUPIL Jan" userId="e926d9f2-b86a-408f-b8de-77ef0706564a" providerId="ADAL" clId="{3B581296-CC48-4D6E-B07A-ACC98C03D474}" dt="2024-02-07T14:02:45.887" v="707" actId="680"/>
        <pc:sldMkLst>
          <pc:docMk/>
          <pc:sldMk cId="1783851936" sldId="258"/>
        </pc:sldMkLst>
      </pc:sldChg>
      <pc:sldChg chg="modSp new mod">
        <pc:chgData name="KOUPIL Jan" userId="e926d9f2-b86a-408f-b8de-77ef0706564a" providerId="ADAL" clId="{3B581296-CC48-4D6E-B07A-ACC98C03D474}" dt="2024-02-07T14:33:06.089" v="2924" actId="20577"/>
        <pc:sldMkLst>
          <pc:docMk/>
          <pc:sldMk cId="2261282766" sldId="258"/>
        </pc:sldMkLst>
        <pc:spChg chg="mod">
          <ac:chgData name="KOUPIL Jan" userId="e926d9f2-b86a-408f-b8de-77ef0706564a" providerId="ADAL" clId="{3B581296-CC48-4D6E-B07A-ACC98C03D474}" dt="2024-02-07T14:21:18.520" v="1684" actId="20577"/>
          <ac:spMkLst>
            <pc:docMk/>
            <pc:sldMk cId="2261282766" sldId="258"/>
            <ac:spMk id="2" creationId="{41C7EF64-9EEF-808D-520A-3227E2F8E823}"/>
          </ac:spMkLst>
        </pc:spChg>
        <pc:spChg chg="mod">
          <ac:chgData name="KOUPIL Jan" userId="e926d9f2-b86a-408f-b8de-77ef0706564a" providerId="ADAL" clId="{3B581296-CC48-4D6E-B07A-ACC98C03D474}" dt="2024-02-07T14:33:06.089" v="2924" actId="20577"/>
          <ac:spMkLst>
            <pc:docMk/>
            <pc:sldMk cId="2261282766" sldId="258"/>
            <ac:spMk id="3" creationId="{6A835370-0938-659A-D74D-13C1932267D8}"/>
          </ac:spMkLst>
        </pc:spChg>
      </pc:sldChg>
      <pc:sldChg chg="modSp new mod">
        <pc:chgData name="KOUPIL Jan" userId="e926d9f2-b86a-408f-b8de-77ef0706564a" providerId="ADAL" clId="{3B581296-CC48-4D6E-B07A-ACC98C03D474}" dt="2024-02-07T14:04:32.751" v="978" actId="20577"/>
        <pc:sldMkLst>
          <pc:docMk/>
          <pc:sldMk cId="85340536" sldId="259"/>
        </pc:sldMkLst>
        <pc:spChg chg="mod">
          <ac:chgData name="KOUPIL Jan" userId="e926d9f2-b86a-408f-b8de-77ef0706564a" providerId="ADAL" clId="{3B581296-CC48-4D6E-B07A-ACC98C03D474}" dt="2024-02-07T14:03:25.915" v="828" actId="20577"/>
          <ac:spMkLst>
            <pc:docMk/>
            <pc:sldMk cId="85340536" sldId="259"/>
            <ac:spMk id="2" creationId="{9CD4023C-18E3-54EB-03D1-DDD4677576D9}"/>
          </ac:spMkLst>
        </pc:spChg>
        <pc:spChg chg="mod">
          <ac:chgData name="KOUPIL Jan" userId="e926d9f2-b86a-408f-b8de-77ef0706564a" providerId="ADAL" clId="{3B581296-CC48-4D6E-B07A-ACC98C03D474}" dt="2024-02-07T14:04:32.751" v="978" actId="20577"/>
          <ac:spMkLst>
            <pc:docMk/>
            <pc:sldMk cId="85340536" sldId="259"/>
            <ac:spMk id="3" creationId="{580DBEF9-9BC3-551D-EF68-03290CD260B9}"/>
          </ac:spMkLst>
        </pc:spChg>
      </pc:sldChg>
      <pc:sldChg chg="new del">
        <pc:chgData name="KOUPIL Jan" userId="e926d9f2-b86a-408f-b8de-77ef0706564a" providerId="ADAL" clId="{3B581296-CC48-4D6E-B07A-ACC98C03D474}" dt="2024-02-07T14:03:18.271" v="808" actId="680"/>
        <pc:sldMkLst>
          <pc:docMk/>
          <pc:sldMk cId="841568694" sldId="259"/>
        </pc:sldMkLst>
      </pc:sldChg>
      <pc:sldChg chg="del">
        <pc:chgData name="KOUPIL Jan" userId="e926d9f2-b86a-408f-b8de-77ef0706564a" providerId="ADAL" clId="{3B581296-CC48-4D6E-B07A-ACC98C03D474}" dt="2024-02-07T13:58:45.965" v="85" actId="47"/>
        <pc:sldMkLst>
          <pc:docMk/>
          <pc:sldMk cId="3800240951" sldId="259"/>
        </pc:sldMkLst>
      </pc:sldChg>
      <pc:sldChg chg="modSp new mod">
        <pc:chgData name="KOUPIL Jan" userId="e926d9f2-b86a-408f-b8de-77ef0706564a" providerId="ADAL" clId="{3B581296-CC48-4D6E-B07A-ACC98C03D474}" dt="2024-02-07T14:10:26.037" v="1382" actId="20577"/>
        <pc:sldMkLst>
          <pc:docMk/>
          <pc:sldMk cId="2441573300" sldId="260"/>
        </pc:sldMkLst>
        <pc:spChg chg="mod">
          <ac:chgData name="KOUPIL Jan" userId="e926d9f2-b86a-408f-b8de-77ef0706564a" providerId="ADAL" clId="{3B581296-CC48-4D6E-B07A-ACC98C03D474}" dt="2024-02-07T14:04:47.247" v="996" actId="20577"/>
          <ac:spMkLst>
            <pc:docMk/>
            <pc:sldMk cId="2441573300" sldId="260"/>
            <ac:spMk id="2" creationId="{31F78528-6F24-6C09-85F9-33D6ABACA14E}"/>
          </ac:spMkLst>
        </pc:spChg>
        <pc:spChg chg="mod">
          <ac:chgData name="KOUPIL Jan" userId="e926d9f2-b86a-408f-b8de-77ef0706564a" providerId="ADAL" clId="{3B581296-CC48-4D6E-B07A-ACC98C03D474}" dt="2024-02-07T14:10:26.037" v="1382" actId="20577"/>
          <ac:spMkLst>
            <pc:docMk/>
            <pc:sldMk cId="2441573300" sldId="260"/>
            <ac:spMk id="3" creationId="{C129A58F-F247-13EA-4603-EA8AA844D4B2}"/>
          </ac:spMkLst>
        </pc:spChg>
      </pc:sldChg>
      <pc:sldChg chg="addSp modSp new mod">
        <pc:chgData name="KOUPIL Jan" userId="e926d9f2-b86a-408f-b8de-77ef0706564a" providerId="ADAL" clId="{3B581296-CC48-4D6E-B07A-ACC98C03D474}" dt="2024-02-07T14:19:15.370" v="1672" actId="20577"/>
        <pc:sldMkLst>
          <pc:docMk/>
          <pc:sldMk cId="146349344" sldId="261"/>
        </pc:sldMkLst>
        <pc:spChg chg="mod">
          <ac:chgData name="KOUPIL Jan" userId="e926d9f2-b86a-408f-b8de-77ef0706564a" providerId="ADAL" clId="{3B581296-CC48-4D6E-B07A-ACC98C03D474}" dt="2024-02-07T14:14:52.163" v="1457" actId="20577"/>
          <ac:spMkLst>
            <pc:docMk/>
            <pc:sldMk cId="146349344" sldId="261"/>
            <ac:spMk id="2" creationId="{C6E6F63B-2B1D-B3A6-F180-7F61FE9B97D6}"/>
          </ac:spMkLst>
        </pc:spChg>
        <pc:spChg chg="mod">
          <ac:chgData name="KOUPIL Jan" userId="e926d9f2-b86a-408f-b8de-77ef0706564a" providerId="ADAL" clId="{3B581296-CC48-4D6E-B07A-ACC98C03D474}" dt="2024-02-07T14:19:12.805" v="1668" actId="20577"/>
          <ac:spMkLst>
            <pc:docMk/>
            <pc:sldMk cId="146349344" sldId="261"/>
            <ac:spMk id="3" creationId="{9011D6CB-4EF3-B88F-B438-7A17040B631B}"/>
          </ac:spMkLst>
        </pc:spChg>
        <pc:spChg chg="add mod">
          <ac:chgData name="KOUPIL Jan" userId="e926d9f2-b86a-408f-b8de-77ef0706564a" providerId="ADAL" clId="{3B581296-CC48-4D6E-B07A-ACC98C03D474}" dt="2024-02-07T14:19:15.370" v="1672" actId="20577"/>
          <ac:spMkLst>
            <pc:docMk/>
            <pc:sldMk cId="146349344" sldId="261"/>
            <ac:spMk id="5" creationId="{A69A9928-4397-5158-06F4-E7FD11F90235}"/>
          </ac:spMkLst>
        </pc:spChg>
      </pc:sldChg>
      <pc:sldChg chg="addSp delSp modSp new mod">
        <pc:chgData name="KOUPIL Jan" userId="e926d9f2-b86a-408f-b8de-77ef0706564a" providerId="ADAL" clId="{3B581296-CC48-4D6E-B07A-ACC98C03D474}" dt="2024-02-07T14:19:07.798" v="1664" actId="6549"/>
        <pc:sldMkLst>
          <pc:docMk/>
          <pc:sldMk cId="2148053425" sldId="262"/>
        </pc:sldMkLst>
        <pc:spChg chg="mod">
          <ac:chgData name="KOUPIL Jan" userId="e926d9f2-b86a-408f-b8de-77ef0706564a" providerId="ADAL" clId="{3B581296-CC48-4D6E-B07A-ACC98C03D474}" dt="2024-02-07T14:13:02.675" v="1446" actId="20577"/>
          <ac:spMkLst>
            <pc:docMk/>
            <pc:sldMk cId="2148053425" sldId="262"/>
            <ac:spMk id="2" creationId="{8367FB03-8083-D5BB-2E89-E6CC7FC5E518}"/>
          </ac:spMkLst>
        </pc:spChg>
        <pc:spChg chg="del">
          <ac:chgData name="KOUPIL Jan" userId="e926d9f2-b86a-408f-b8de-77ef0706564a" providerId="ADAL" clId="{3B581296-CC48-4D6E-B07A-ACC98C03D474}" dt="2024-02-07T14:12:43.050" v="1429" actId="478"/>
          <ac:spMkLst>
            <pc:docMk/>
            <pc:sldMk cId="2148053425" sldId="262"/>
            <ac:spMk id="3" creationId="{541F2280-A5B3-8242-FA92-61230CAE23F0}"/>
          </ac:spMkLst>
        </pc:spChg>
        <pc:spChg chg="add mod">
          <ac:chgData name="KOUPIL Jan" userId="e926d9f2-b86a-408f-b8de-77ef0706564a" providerId="ADAL" clId="{3B581296-CC48-4D6E-B07A-ACC98C03D474}" dt="2024-02-07T14:19:07.798" v="1664" actId="6549"/>
          <ac:spMkLst>
            <pc:docMk/>
            <pc:sldMk cId="2148053425" sldId="262"/>
            <ac:spMk id="5" creationId="{5FB6FA85-1E79-3F5A-A522-1CDC2846AB55}"/>
          </ac:spMkLst>
        </pc:spChg>
      </pc:sldChg>
      <pc:sldChg chg="modSp new mod">
        <pc:chgData name="KOUPIL Jan" userId="e926d9f2-b86a-408f-b8de-77ef0706564a" providerId="ADAL" clId="{3B581296-CC48-4D6E-B07A-ACC98C03D474}" dt="2024-02-07T14:32:38.851" v="2896" actId="20577"/>
        <pc:sldMkLst>
          <pc:docMk/>
          <pc:sldMk cId="1254896326" sldId="263"/>
        </pc:sldMkLst>
        <pc:spChg chg="mod">
          <ac:chgData name="KOUPIL Jan" userId="e926d9f2-b86a-408f-b8de-77ef0706564a" providerId="ADAL" clId="{3B581296-CC48-4D6E-B07A-ACC98C03D474}" dt="2024-02-07T14:32:38.851" v="2896" actId="20577"/>
          <ac:spMkLst>
            <pc:docMk/>
            <pc:sldMk cId="1254896326" sldId="263"/>
            <ac:spMk id="2" creationId="{D2D0DA49-BE95-5FA1-E539-E1A7B243AA19}"/>
          </ac:spMkLst>
        </pc:spChg>
        <pc:spChg chg="mod">
          <ac:chgData name="KOUPIL Jan" userId="e926d9f2-b86a-408f-b8de-77ef0706564a" providerId="ADAL" clId="{3B581296-CC48-4D6E-B07A-ACC98C03D474}" dt="2024-02-07T14:32:28.521" v="2890" actId="20577"/>
          <ac:spMkLst>
            <pc:docMk/>
            <pc:sldMk cId="1254896326" sldId="263"/>
            <ac:spMk id="3" creationId="{67DBC3C4-011B-FA18-7477-6AEBEAAEF6A1}"/>
          </ac:spMkLst>
        </pc:spChg>
      </pc:sldChg>
      <pc:sldChg chg="modSp new mod">
        <pc:chgData name="KOUPIL Jan" userId="e926d9f2-b86a-408f-b8de-77ef0706564a" providerId="ADAL" clId="{3B581296-CC48-4D6E-B07A-ACC98C03D474}" dt="2024-02-07T14:33:23.575" v="2926" actId="20577"/>
        <pc:sldMkLst>
          <pc:docMk/>
          <pc:sldMk cId="1703233791" sldId="264"/>
        </pc:sldMkLst>
        <pc:spChg chg="mod">
          <ac:chgData name="KOUPIL Jan" userId="e926d9f2-b86a-408f-b8de-77ef0706564a" providerId="ADAL" clId="{3B581296-CC48-4D6E-B07A-ACC98C03D474}" dt="2024-02-07T14:25:06.365" v="2161" actId="20577"/>
          <ac:spMkLst>
            <pc:docMk/>
            <pc:sldMk cId="1703233791" sldId="264"/>
            <ac:spMk id="2" creationId="{327B6EF3-C7B8-FC40-6096-AA1D5695B80A}"/>
          </ac:spMkLst>
        </pc:spChg>
        <pc:spChg chg="mod">
          <ac:chgData name="KOUPIL Jan" userId="e926d9f2-b86a-408f-b8de-77ef0706564a" providerId="ADAL" clId="{3B581296-CC48-4D6E-B07A-ACC98C03D474}" dt="2024-02-07T14:33:23.575" v="2926" actId="20577"/>
          <ac:spMkLst>
            <pc:docMk/>
            <pc:sldMk cId="1703233791" sldId="264"/>
            <ac:spMk id="3" creationId="{FA7F5F62-A1C9-FBBF-DB38-BCCFCAADBAF1}"/>
          </ac:spMkLst>
        </pc:spChg>
      </pc:sldChg>
      <pc:sldChg chg="modSp new mod">
        <pc:chgData name="KOUPIL Jan" userId="e926d9f2-b86a-408f-b8de-77ef0706564a" providerId="ADAL" clId="{3B581296-CC48-4D6E-B07A-ACC98C03D474}" dt="2024-02-07T14:35:17.501" v="2957" actId="20577"/>
        <pc:sldMkLst>
          <pc:docMk/>
          <pc:sldMk cId="2267046438" sldId="265"/>
        </pc:sldMkLst>
        <pc:spChg chg="mod">
          <ac:chgData name="KOUPIL Jan" userId="e926d9f2-b86a-408f-b8de-77ef0706564a" providerId="ADAL" clId="{3B581296-CC48-4D6E-B07A-ACC98C03D474}" dt="2024-02-07T14:28:39.947" v="2586" actId="20577"/>
          <ac:spMkLst>
            <pc:docMk/>
            <pc:sldMk cId="2267046438" sldId="265"/>
            <ac:spMk id="2" creationId="{97B535CD-AB66-908B-8A3F-6207EE25FA3D}"/>
          </ac:spMkLst>
        </pc:spChg>
        <pc:spChg chg="mod">
          <ac:chgData name="KOUPIL Jan" userId="e926d9f2-b86a-408f-b8de-77ef0706564a" providerId="ADAL" clId="{3B581296-CC48-4D6E-B07A-ACC98C03D474}" dt="2024-02-07T14:35:17.501" v="2957" actId="20577"/>
          <ac:spMkLst>
            <pc:docMk/>
            <pc:sldMk cId="2267046438" sldId="265"/>
            <ac:spMk id="3" creationId="{5FCE61E2-0782-53FB-3173-1B8364613541}"/>
          </ac:spMkLst>
        </pc:spChg>
      </pc:sldChg>
      <pc:sldChg chg="modSp new mod">
        <pc:chgData name="KOUPIL Jan" userId="e926d9f2-b86a-408f-b8de-77ef0706564a" providerId="ADAL" clId="{3B581296-CC48-4D6E-B07A-ACC98C03D474}" dt="2024-02-07T14:40:48.678" v="3556" actId="20577"/>
        <pc:sldMkLst>
          <pc:docMk/>
          <pc:sldMk cId="2250872385" sldId="266"/>
        </pc:sldMkLst>
        <pc:spChg chg="mod">
          <ac:chgData name="KOUPIL Jan" userId="e926d9f2-b86a-408f-b8de-77ef0706564a" providerId="ADAL" clId="{3B581296-CC48-4D6E-B07A-ACC98C03D474}" dt="2024-02-07T14:37:14.150" v="3005" actId="20577"/>
          <ac:spMkLst>
            <pc:docMk/>
            <pc:sldMk cId="2250872385" sldId="266"/>
            <ac:spMk id="2" creationId="{8C5D29A1-7E5E-0F47-6A24-A0D66089B542}"/>
          </ac:spMkLst>
        </pc:spChg>
        <pc:spChg chg="mod">
          <ac:chgData name="KOUPIL Jan" userId="e926d9f2-b86a-408f-b8de-77ef0706564a" providerId="ADAL" clId="{3B581296-CC48-4D6E-B07A-ACC98C03D474}" dt="2024-02-07T14:40:48.678" v="3556" actId="20577"/>
          <ac:spMkLst>
            <pc:docMk/>
            <pc:sldMk cId="2250872385" sldId="266"/>
            <ac:spMk id="3" creationId="{07617DB5-4740-77C4-1C97-F6E234C2EEB2}"/>
          </ac:spMkLst>
        </pc:spChg>
      </pc:sldChg>
    </pc:docChg>
  </pc:docChgLst>
  <pc:docChgLst>
    <pc:chgData name="KOUPIL Jan" userId="e926d9f2-b86a-408f-b8de-77ef0706564a" providerId="ADAL" clId="{7050973B-9D79-479B-9284-0AFCA217D787}"/>
    <pc:docChg chg="undo custSel addSld modSld sldOrd">
      <pc:chgData name="KOUPIL Jan" userId="e926d9f2-b86a-408f-b8de-77ef0706564a" providerId="ADAL" clId="{7050973B-9D79-479B-9284-0AFCA217D787}" dt="2024-01-11T06:50:15.677" v="1269" actId="20577"/>
      <pc:docMkLst>
        <pc:docMk/>
      </pc:docMkLst>
      <pc:sldChg chg="delSp modSp mod">
        <pc:chgData name="KOUPIL Jan" userId="e926d9f2-b86a-408f-b8de-77ef0706564a" providerId="ADAL" clId="{7050973B-9D79-479B-9284-0AFCA217D787}" dt="2024-01-08T11:00:07.561" v="153" actId="478"/>
        <pc:sldMkLst>
          <pc:docMk/>
          <pc:sldMk cId="3213014487" sldId="257"/>
        </pc:sldMkLst>
        <pc:spChg chg="mod">
          <ac:chgData name="KOUPIL Jan" userId="e926d9f2-b86a-408f-b8de-77ef0706564a" providerId="ADAL" clId="{7050973B-9D79-479B-9284-0AFCA217D787}" dt="2023-03-01T15:53:45.076" v="13" actId="6549"/>
          <ac:spMkLst>
            <pc:docMk/>
            <pc:sldMk cId="3213014487" sldId="257"/>
            <ac:spMk id="3" creationId="{00000000-0000-0000-0000-000000000000}"/>
          </ac:spMkLst>
        </pc:spChg>
        <pc:spChg chg="del">
          <ac:chgData name="KOUPIL Jan" userId="e926d9f2-b86a-408f-b8de-77ef0706564a" providerId="ADAL" clId="{7050973B-9D79-479B-9284-0AFCA217D787}" dt="2024-01-08T11:00:07.561" v="153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7050973B-9D79-479B-9284-0AFCA217D787}" dt="2024-01-08T11:00:04.539" v="152" actId="478"/>
        <pc:sldMkLst>
          <pc:docMk/>
          <pc:sldMk cId="2584911359" sldId="258"/>
        </pc:sldMkLst>
        <pc:spChg chg="del">
          <ac:chgData name="KOUPIL Jan" userId="e926d9f2-b86a-408f-b8de-77ef0706564a" providerId="ADAL" clId="{7050973B-9D79-479B-9284-0AFCA217D787}" dt="2024-01-08T11:00:04.539" v="152" actId="478"/>
          <ac:spMkLst>
            <pc:docMk/>
            <pc:sldMk cId="2584911359" sldId="258"/>
            <ac:spMk id="4" creationId="{8D6FE4FE-E3C5-40BA-97B1-F51ED4D0D9FE}"/>
          </ac:spMkLst>
        </pc:spChg>
      </pc:sldChg>
      <pc:sldChg chg="delSp mod ord">
        <pc:chgData name="KOUPIL Jan" userId="e926d9f2-b86a-408f-b8de-77ef0706564a" providerId="ADAL" clId="{7050973B-9D79-479B-9284-0AFCA217D787}" dt="2024-01-08T11:00:16.120" v="155" actId="478"/>
        <pc:sldMkLst>
          <pc:docMk/>
          <pc:sldMk cId="1969915623" sldId="259"/>
        </pc:sldMkLst>
        <pc:spChg chg="del">
          <ac:chgData name="KOUPIL Jan" userId="e926d9f2-b86a-408f-b8de-77ef0706564a" providerId="ADAL" clId="{7050973B-9D79-479B-9284-0AFCA217D787}" dt="2024-01-08T11:00:16.120" v="155" actId="478"/>
          <ac:spMkLst>
            <pc:docMk/>
            <pc:sldMk cId="1969915623" sldId="259"/>
            <ac:spMk id="4" creationId="{F3E94008-68EB-447B-ABD3-1430E4110D3F}"/>
          </ac:spMkLst>
        </pc:spChg>
      </pc:sldChg>
      <pc:sldChg chg="addSp delSp modSp mod">
        <pc:chgData name="KOUPIL Jan" userId="e926d9f2-b86a-408f-b8de-77ef0706564a" providerId="ADAL" clId="{7050973B-9D79-479B-9284-0AFCA217D787}" dt="2024-01-08T16:09:34.510" v="998" actId="20577"/>
        <pc:sldMkLst>
          <pc:docMk/>
          <pc:sldMk cId="4203029208" sldId="260"/>
        </pc:sldMkLst>
        <pc:spChg chg="mod">
          <ac:chgData name="KOUPIL Jan" userId="e926d9f2-b86a-408f-b8de-77ef0706564a" providerId="ADAL" clId="{7050973B-9D79-479B-9284-0AFCA217D787}" dt="2024-01-08T10:59:05.214" v="133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7050973B-9D79-479B-9284-0AFCA217D787}" dt="2024-01-08T16:09:34.510" v="998" actId="20577"/>
          <ac:spMkLst>
            <pc:docMk/>
            <pc:sldMk cId="4203029208" sldId="260"/>
            <ac:spMk id="3" creationId="{6E90B8E0-323E-46AB-B95A-B8A21787EC30}"/>
          </ac:spMkLst>
        </pc:spChg>
        <pc:spChg chg="del">
          <ac:chgData name="KOUPIL Jan" userId="e926d9f2-b86a-408f-b8de-77ef0706564a" providerId="ADAL" clId="{7050973B-9D79-479B-9284-0AFCA217D787}" dt="2024-01-08T11:00:13.345" v="154" actId="478"/>
          <ac:spMkLst>
            <pc:docMk/>
            <pc:sldMk cId="4203029208" sldId="260"/>
            <ac:spMk id="4" creationId="{70420AC6-6A82-4877-B975-39C89B331158}"/>
          </ac:spMkLst>
        </pc:spChg>
        <pc:spChg chg="add mod">
          <ac:chgData name="KOUPIL Jan" userId="e926d9f2-b86a-408f-b8de-77ef0706564a" providerId="ADAL" clId="{7050973B-9D79-479B-9284-0AFCA217D787}" dt="2024-01-08T13:04:13.475" v="943" actId="1076"/>
          <ac:spMkLst>
            <pc:docMk/>
            <pc:sldMk cId="4203029208" sldId="260"/>
            <ac:spMk id="5" creationId="{AA038A04-708E-B029-9168-1949D29679FB}"/>
          </ac:spMkLst>
        </pc:spChg>
      </pc:sldChg>
      <pc:sldChg chg="addSp delSp modSp mod ord">
        <pc:chgData name="KOUPIL Jan" userId="e926d9f2-b86a-408f-b8de-77ef0706564a" providerId="ADAL" clId="{7050973B-9D79-479B-9284-0AFCA217D787}" dt="2024-01-08T16:09:59.134" v="1015" actId="27636"/>
        <pc:sldMkLst>
          <pc:docMk/>
          <pc:sldMk cId="855272509" sldId="261"/>
        </pc:sldMkLst>
        <pc:spChg chg="mod">
          <ac:chgData name="KOUPIL Jan" userId="e926d9f2-b86a-408f-b8de-77ef0706564a" providerId="ADAL" clId="{7050973B-9D79-479B-9284-0AFCA217D787}" dt="2024-01-08T10:59:20.827" v="144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7050973B-9D79-479B-9284-0AFCA217D787}" dt="2024-01-08T16:09:59.134" v="1015" actId="27636"/>
          <ac:spMkLst>
            <pc:docMk/>
            <pc:sldMk cId="855272509" sldId="261"/>
            <ac:spMk id="3" creationId="{37DE412A-4E82-4EEE-B45A-AB512374A142}"/>
          </ac:spMkLst>
        </pc:spChg>
        <pc:spChg chg="del mod">
          <ac:chgData name="KOUPIL Jan" userId="e926d9f2-b86a-408f-b8de-77ef0706564a" providerId="ADAL" clId="{7050973B-9D79-479B-9284-0AFCA217D787}" dt="2024-01-08T11:00:01.712" v="151" actId="478"/>
          <ac:spMkLst>
            <pc:docMk/>
            <pc:sldMk cId="855272509" sldId="261"/>
            <ac:spMk id="4" creationId="{D9AA80DC-B2AD-4919-B038-DAD9ACE14868}"/>
          </ac:spMkLst>
        </pc:spChg>
        <pc:spChg chg="add">
          <ac:chgData name="KOUPIL Jan" userId="e926d9f2-b86a-408f-b8de-77ef0706564a" providerId="ADAL" clId="{7050973B-9D79-479B-9284-0AFCA217D787}" dt="2024-01-08T11:06:48.999" v="318"/>
          <ac:spMkLst>
            <pc:docMk/>
            <pc:sldMk cId="855272509" sldId="261"/>
            <ac:spMk id="5" creationId="{AE141F47-44BD-70DB-19A1-042E6548E136}"/>
          </ac:spMkLst>
        </pc:spChg>
        <pc:spChg chg="add mod">
          <ac:chgData name="KOUPIL Jan" userId="e926d9f2-b86a-408f-b8de-77ef0706564a" providerId="ADAL" clId="{7050973B-9D79-479B-9284-0AFCA217D787}" dt="2024-01-08T13:04:08.546" v="942" actId="1076"/>
          <ac:spMkLst>
            <pc:docMk/>
            <pc:sldMk cId="855272509" sldId="261"/>
            <ac:spMk id="6" creationId="{C60F927B-A8D5-6FEA-D35D-41C259377AEE}"/>
          </ac:spMkLst>
        </pc:spChg>
        <pc:spChg chg="add del">
          <ac:chgData name="KOUPIL Jan" userId="e926d9f2-b86a-408f-b8de-77ef0706564a" providerId="ADAL" clId="{7050973B-9D79-479B-9284-0AFCA217D787}" dt="2024-01-08T11:13:03.572" v="633" actId="478"/>
          <ac:spMkLst>
            <pc:docMk/>
            <pc:sldMk cId="855272509" sldId="261"/>
            <ac:spMk id="7" creationId="{CF00EC7B-6783-7E4F-3A12-EF6D8E52022C}"/>
          </ac:spMkLst>
        </pc:spChg>
      </pc:sldChg>
      <pc:sldChg chg="delSp modSp mod">
        <pc:chgData name="KOUPIL Jan" userId="e926d9f2-b86a-408f-b8de-77ef0706564a" providerId="ADAL" clId="{7050973B-9D79-479B-9284-0AFCA217D787}" dt="2024-01-08T11:00:18.647" v="156" actId="478"/>
        <pc:sldMkLst>
          <pc:docMk/>
          <pc:sldMk cId="2310403303" sldId="262"/>
        </pc:sldMkLst>
        <pc:spChg chg="mod">
          <ac:chgData name="KOUPIL Jan" userId="e926d9f2-b86a-408f-b8de-77ef0706564a" providerId="ADAL" clId="{7050973B-9D79-479B-9284-0AFCA217D787}" dt="2024-01-08T10:58:13.721" v="100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7050973B-9D79-479B-9284-0AFCA217D787}" dt="2024-01-08T10:57:23.657" v="66" actId="20577"/>
          <ac:spMkLst>
            <pc:docMk/>
            <pc:sldMk cId="2310403303" sldId="262"/>
            <ac:spMk id="3" creationId="{0284C1CC-62BD-45C6-9437-0B002F427B0A}"/>
          </ac:spMkLst>
        </pc:spChg>
        <pc:spChg chg="del">
          <ac:chgData name="KOUPIL Jan" userId="e926d9f2-b86a-408f-b8de-77ef0706564a" providerId="ADAL" clId="{7050973B-9D79-479B-9284-0AFCA217D787}" dt="2024-01-08T11:00:18.647" v="156" actId="478"/>
          <ac:spMkLst>
            <pc:docMk/>
            <pc:sldMk cId="2310403303" sldId="262"/>
            <ac:spMk id="4" creationId="{F7B82FCF-9E68-41F3-B49A-7A62F7B5EF27}"/>
          </ac:spMkLst>
        </pc:spChg>
      </pc:sldChg>
      <pc:sldChg chg="delSp modSp new mod">
        <pc:chgData name="KOUPIL Jan" userId="e926d9f2-b86a-408f-b8de-77ef0706564a" providerId="ADAL" clId="{7050973B-9D79-479B-9284-0AFCA217D787}" dt="2024-01-08T11:00:20.563" v="157" actId="478"/>
        <pc:sldMkLst>
          <pc:docMk/>
          <pc:sldMk cId="3350151239" sldId="263"/>
        </pc:sldMkLst>
        <pc:spChg chg="mod">
          <ac:chgData name="KOUPIL Jan" userId="e926d9f2-b86a-408f-b8de-77ef0706564a" providerId="ADAL" clId="{7050973B-9D79-479B-9284-0AFCA217D787}" dt="2024-01-08T10:58:30.656" v="116" actId="20577"/>
          <ac:spMkLst>
            <pc:docMk/>
            <pc:sldMk cId="3350151239" sldId="263"/>
            <ac:spMk id="2" creationId="{CCBA4983-8D98-CDAD-6371-0C517732C68A}"/>
          </ac:spMkLst>
        </pc:spChg>
        <pc:spChg chg="mod">
          <ac:chgData name="KOUPIL Jan" userId="e926d9f2-b86a-408f-b8de-77ef0706564a" providerId="ADAL" clId="{7050973B-9D79-479B-9284-0AFCA217D787}" dt="2024-01-08T10:58:34.216" v="118" actId="20577"/>
          <ac:spMkLst>
            <pc:docMk/>
            <pc:sldMk cId="3350151239" sldId="263"/>
            <ac:spMk id="3" creationId="{37D61081-AFF7-DC61-8655-4F362129483A}"/>
          </ac:spMkLst>
        </pc:spChg>
        <pc:spChg chg="del">
          <ac:chgData name="KOUPIL Jan" userId="e926d9f2-b86a-408f-b8de-77ef0706564a" providerId="ADAL" clId="{7050973B-9D79-479B-9284-0AFCA217D787}" dt="2024-01-08T11:00:20.563" v="157" actId="478"/>
          <ac:spMkLst>
            <pc:docMk/>
            <pc:sldMk cId="3350151239" sldId="263"/>
            <ac:spMk id="4" creationId="{B44FD19A-3D33-FDB5-C5EE-5F876E088B3B}"/>
          </ac:spMkLst>
        </pc:spChg>
      </pc:sldChg>
      <pc:sldChg chg="modSp new mod">
        <pc:chgData name="KOUPIL Jan" userId="e926d9f2-b86a-408f-b8de-77ef0706564a" providerId="ADAL" clId="{7050973B-9D79-479B-9284-0AFCA217D787}" dt="2024-01-11T06:50:15.677" v="1269" actId="20577"/>
        <pc:sldMkLst>
          <pc:docMk/>
          <pc:sldMk cId="2401318459" sldId="264"/>
        </pc:sldMkLst>
        <pc:spChg chg="mod">
          <ac:chgData name="KOUPIL Jan" userId="e926d9f2-b86a-408f-b8de-77ef0706564a" providerId="ADAL" clId="{7050973B-9D79-479B-9284-0AFCA217D787}" dt="2024-01-11T06:50:15.677" v="1269" actId="20577"/>
          <ac:spMkLst>
            <pc:docMk/>
            <pc:sldMk cId="2401318459" sldId="264"/>
            <ac:spMk id="2" creationId="{3AEEDC78-9EF7-C7C7-0A82-AC0F28806CB1}"/>
          </ac:spMkLst>
        </pc:spChg>
        <pc:spChg chg="mod">
          <ac:chgData name="KOUPIL Jan" userId="e926d9f2-b86a-408f-b8de-77ef0706564a" providerId="ADAL" clId="{7050973B-9D79-479B-9284-0AFCA217D787}" dt="2024-01-11T06:50:02.742" v="1268" actId="20577"/>
          <ac:spMkLst>
            <pc:docMk/>
            <pc:sldMk cId="2401318459" sldId="264"/>
            <ac:spMk id="3" creationId="{5B4CDE46-C8FB-9482-37EA-279074EC9869}"/>
          </ac:spMkLst>
        </pc:spChg>
      </pc:sld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E8F3A511-A8E3-4752-8249-2A5E90F22323}"/>
    <pc:docChg chg="undo custSel addSld delSld modSld modMainMaster">
      <pc:chgData name="KOUPIL Jan" userId="e926d9f2-b86a-408f-b8de-77ef0706564a" providerId="ADAL" clId="{E8F3A511-A8E3-4752-8249-2A5E90F22323}" dt="2021-05-02T19:04:06.621" v="1508" actId="20577"/>
      <pc:docMkLst>
        <pc:docMk/>
      </pc:docMkLst>
      <pc:sldChg chg="modSp mod">
        <pc:chgData name="KOUPIL Jan" userId="e926d9f2-b86a-408f-b8de-77ef0706564a" providerId="ADAL" clId="{E8F3A511-A8E3-4752-8249-2A5E90F22323}" dt="2021-04-21T19:07:52.363" v="958" actId="14100"/>
        <pc:sldMkLst>
          <pc:docMk/>
          <pc:sldMk cId="2754185471" sldId="256"/>
        </pc:sldMkLst>
        <pc:spChg chg="mod">
          <ac:chgData name="KOUPIL Jan" userId="e926d9f2-b86a-408f-b8de-77ef0706564a" providerId="ADAL" clId="{E8F3A511-A8E3-4752-8249-2A5E90F22323}" dt="2021-04-21T19:07:52.363" v="958" actId="1410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E8F3A511-A8E3-4752-8249-2A5E90F22323}" dt="2021-05-02T19:01:31.898" v="1466"/>
        <pc:sldMkLst>
          <pc:docMk/>
          <pc:sldMk cId="3213014487" sldId="257"/>
        </pc:sldMkLst>
        <pc:spChg chg="mod">
          <ac:chgData name="KOUPIL Jan" userId="e926d9f2-b86a-408f-b8de-77ef0706564a" providerId="ADAL" clId="{E8F3A511-A8E3-4752-8249-2A5E90F22323}" dt="2021-04-21T12:56:43.804" v="837" actId="20577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4-23T16:32:08.535" v="1264" actId="20577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5-02T19:01:31.898" v="1466"/>
          <ac:spMkLst>
            <pc:docMk/>
            <pc:sldMk cId="3213014487" sldId="257"/>
            <ac:spMk id="4" creationId="{00000000-0000-0000-0000-000000000000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47314671" sldId="258"/>
        </pc:sldMkLst>
      </pc:sldChg>
      <pc:sldChg chg="modSp new mod">
        <pc:chgData name="KOUPIL Jan" userId="e926d9f2-b86a-408f-b8de-77ef0706564a" providerId="ADAL" clId="{E8F3A511-A8E3-4752-8249-2A5E90F22323}" dt="2021-05-02T19:01:28.538" v="1465"/>
        <pc:sldMkLst>
          <pc:docMk/>
          <pc:sldMk cId="2584911359" sldId="258"/>
        </pc:sldMkLst>
        <pc:spChg chg="mod">
          <ac:chgData name="KOUPIL Jan" userId="e926d9f2-b86a-408f-b8de-77ef0706564a" providerId="ADAL" clId="{E8F3A511-A8E3-4752-8249-2A5E90F22323}" dt="2021-04-21T12:59:40.288" v="913" actId="20577"/>
          <ac:spMkLst>
            <pc:docMk/>
            <pc:sldMk cId="2584911359" sldId="258"/>
            <ac:spMk id="2" creationId="{DE1F953A-2A68-4BF6-8298-27A70F1C993B}"/>
          </ac:spMkLst>
        </pc:spChg>
        <pc:spChg chg="mod">
          <ac:chgData name="KOUPIL Jan" userId="e926d9f2-b86a-408f-b8de-77ef0706564a" providerId="ADAL" clId="{E8F3A511-A8E3-4752-8249-2A5E90F22323}" dt="2021-04-23T20:25:54.076" v="1384" actId="2711"/>
          <ac:spMkLst>
            <pc:docMk/>
            <pc:sldMk cId="2584911359" sldId="258"/>
            <ac:spMk id="3" creationId="{426E92CA-1C34-46C8-A121-1D9BADBB1FF7}"/>
          </ac:spMkLst>
        </pc:spChg>
        <pc:spChg chg="mod">
          <ac:chgData name="KOUPIL Jan" userId="e926d9f2-b86a-408f-b8de-77ef0706564a" providerId="ADAL" clId="{E8F3A511-A8E3-4752-8249-2A5E90F22323}" dt="2021-05-02T19:01:28.538" v="1465"/>
          <ac:spMkLst>
            <pc:docMk/>
            <pc:sldMk cId="2584911359" sldId="258"/>
            <ac:spMk id="4" creationId="{8D6FE4FE-E3C5-40BA-97B1-F51ED4D0D9FE}"/>
          </ac:spMkLst>
        </pc:spChg>
      </pc:sldChg>
      <pc:sldChg chg="addSp delSp modSp new mod">
        <pc:chgData name="KOUPIL Jan" userId="e926d9f2-b86a-408f-b8de-77ef0706564a" providerId="ADAL" clId="{E8F3A511-A8E3-4752-8249-2A5E90F22323}" dt="2021-05-02T19:04:06.621" v="1508" actId="20577"/>
        <pc:sldMkLst>
          <pc:docMk/>
          <pc:sldMk cId="1969915623" sldId="259"/>
        </pc:sldMkLst>
        <pc:spChg chg="mod">
          <ac:chgData name="KOUPIL Jan" userId="e926d9f2-b86a-408f-b8de-77ef0706564a" providerId="ADAL" clId="{E8F3A511-A8E3-4752-8249-2A5E90F22323}" dt="2021-04-23T20:23:13.217" v="1287" actId="108"/>
          <ac:spMkLst>
            <pc:docMk/>
            <pc:sldMk cId="1969915623" sldId="259"/>
            <ac:spMk id="2" creationId="{47C38B65-5C1B-4C32-8919-552E5E8D2AC6}"/>
          </ac:spMkLst>
        </pc:spChg>
        <pc:spChg chg="mod">
          <ac:chgData name="KOUPIL Jan" userId="e926d9f2-b86a-408f-b8de-77ef0706564a" providerId="ADAL" clId="{E8F3A511-A8E3-4752-8249-2A5E90F22323}" dt="2021-05-02T19:04:06.621" v="1508" actId="20577"/>
          <ac:spMkLst>
            <pc:docMk/>
            <pc:sldMk cId="1969915623" sldId="259"/>
            <ac:spMk id="3" creationId="{6EDF24D0-0727-4A33-8ADB-753745345078}"/>
          </ac:spMkLst>
        </pc:spChg>
        <pc:spChg chg="add del mod">
          <ac:chgData name="KOUPIL Jan" userId="e926d9f2-b86a-408f-b8de-77ef0706564a" providerId="ADAL" clId="{E8F3A511-A8E3-4752-8249-2A5E90F22323}" dt="2021-05-02T19:00:08.717" v="1458" actId="20577"/>
          <ac:spMkLst>
            <pc:docMk/>
            <pc:sldMk cId="1969915623" sldId="259"/>
            <ac:spMk id="4" creationId="{F3E94008-68EB-447B-ABD3-1430E4110D3F}"/>
          </ac:spMkLst>
        </pc:spChg>
        <pc:spChg chg="add del">
          <ac:chgData name="KOUPIL Jan" userId="e926d9f2-b86a-408f-b8de-77ef0706564a" providerId="ADAL" clId="{E8F3A511-A8E3-4752-8249-2A5E90F22323}" dt="2021-04-23T20:28:42.943" v="1431"/>
          <ac:spMkLst>
            <pc:docMk/>
            <pc:sldMk cId="1969915623" sldId="259"/>
            <ac:spMk id="5" creationId="{8BF99921-177B-4971-9BD2-8CB167C3E53B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33212059" sldId="259"/>
        </pc:sldMkLst>
      </pc:sldChg>
      <pc:sldChg chg="modSp new mod">
        <pc:chgData name="KOUPIL Jan" userId="e926d9f2-b86a-408f-b8de-77ef0706564a" providerId="ADAL" clId="{E8F3A511-A8E3-4752-8249-2A5E90F22323}" dt="2021-05-02T19:01:17.036" v="1462" actId="20577"/>
        <pc:sldMkLst>
          <pc:docMk/>
          <pc:sldMk cId="4203029208" sldId="260"/>
        </pc:sldMkLst>
        <pc:spChg chg="mod">
          <ac:chgData name="KOUPIL Jan" userId="e926d9f2-b86a-408f-b8de-77ef0706564a" providerId="ADAL" clId="{E8F3A511-A8E3-4752-8249-2A5E90F22323}" dt="2021-04-21T12:55:43.110" v="794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E8F3A511-A8E3-4752-8249-2A5E90F22323}" dt="2021-05-02T19:01:17.036" v="1462" actId="20577"/>
          <ac:spMkLst>
            <pc:docMk/>
            <pc:sldMk cId="4203029208" sldId="260"/>
            <ac:spMk id="4" creationId="{70420AC6-6A82-4877-B975-39C89B33115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57207181" sldId="260"/>
        </pc:sldMkLst>
      </pc:sldChg>
      <pc:sldChg chg="modSp new mod">
        <pc:chgData name="KOUPIL Jan" userId="e926d9f2-b86a-408f-b8de-77ef0706564a" providerId="ADAL" clId="{E8F3A511-A8E3-4752-8249-2A5E90F22323}" dt="2021-05-02T19:01:21.701" v="1463"/>
        <pc:sldMkLst>
          <pc:docMk/>
          <pc:sldMk cId="855272509" sldId="261"/>
        </pc:sldMkLst>
        <pc:spChg chg="mod">
          <ac:chgData name="KOUPIL Jan" userId="e926d9f2-b86a-408f-b8de-77ef0706564a" providerId="ADAL" clId="{E8F3A511-A8E3-4752-8249-2A5E90F22323}" dt="2021-04-21T12:55:45.847" v="800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E8F3A511-A8E3-4752-8249-2A5E90F22323}" dt="2021-05-02T19:01:21.701" v="1463"/>
          <ac:spMkLst>
            <pc:docMk/>
            <pc:sldMk cId="855272509" sldId="261"/>
            <ac:spMk id="4" creationId="{D9AA80DC-B2AD-4919-B038-DAD9ACE1486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969331777" sldId="261"/>
        </pc:sldMkLst>
      </pc:sldChg>
      <pc:sldChg chg="modSp new mod">
        <pc:chgData name="KOUPIL Jan" userId="e926d9f2-b86a-408f-b8de-77ef0706564a" providerId="ADAL" clId="{E8F3A511-A8E3-4752-8249-2A5E90F22323}" dt="2021-05-02T19:01:25.457" v="1464"/>
        <pc:sldMkLst>
          <pc:docMk/>
          <pc:sldMk cId="2310403303" sldId="262"/>
        </pc:sldMkLst>
        <pc:spChg chg="mod">
          <ac:chgData name="KOUPIL Jan" userId="e926d9f2-b86a-408f-b8de-77ef0706564a" providerId="ADAL" clId="{E8F3A511-A8E3-4752-8249-2A5E90F22323}" dt="2021-04-21T12:55:51.187" v="808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E8F3A511-A8E3-4752-8249-2A5E90F22323}" dt="2021-04-21T12:55:57.653" v="829" actId="20577"/>
          <ac:spMkLst>
            <pc:docMk/>
            <pc:sldMk cId="2310403303" sldId="262"/>
            <ac:spMk id="3" creationId="{0284C1CC-62BD-45C6-9437-0B002F427B0A}"/>
          </ac:spMkLst>
        </pc:spChg>
        <pc:spChg chg="mod">
          <ac:chgData name="KOUPIL Jan" userId="e926d9f2-b86a-408f-b8de-77ef0706564a" providerId="ADAL" clId="{E8F3A511-A8E3-4752-8249-2A5E90F22323}" dt="2021-05-02T19:01:25.457" v="1464"/>
          <ac:spMkLst>
            <pc:docMk/>
            <pc:sldMk cId="2310403303" sldId="262"/>
            <ac:spMk id="4" creationId="{F7B82FCF-9E68-41F3-B49A-7A62F7B5EF27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195461452" sldId="262"/>
        </pc:sldMkLst>
      </pc:sldChg>
      <pc:sldChg chg="addSp delSp modSp new del mod">
        <pc:chgData name="KOUPIL Jan" userId="e926d9f2-b86a-408f-b8de-77ef0706564a" providerId="ADAL" clId="{E8F3A511-A8E3-4752-8249-2A5E90F22323}" dt="2021-04-21T12:58:05.485" v="897" actId="47"/>
        <pc:sldMkLst>
          <pc:docMk/>
          <pc:sldMk cId="1359906299" sldId="263"/>
        </pc:sldMkLst>
        <pc:spChg chg="mod">
          <ac:chgData name="KOUPIL Jan" userId="e926d9f2-b86a-408f-b8de-77ef0706564a" providerId="ADAL" clId="{E8F3A511-A8E3-4752-8249-2A5E90F22323}" dt="2021-04-21T12:56:53.143" v="851" actId="20577"/>
          <ac:spMkLst>
            <pc:docMk/>
            <pc:sldMk cId="1359906299" sldId="263"/>
            <ac:spMk id="2" creationId="{F027A084-CB8A-4E97-A8F1-3F09BF34AD2B}"/>
          </ac:spMkLst>
        </pc:spChg>
        <pc:spChg chg="mod">
          <ac:chgData name="KOUPIL Jan" userId="e926d9f2-b86a-408f-b8de-77ef0706564a" providerId="ADAL" clId="{E8F3A511-A8E3-4752-8249-2A5E90F22323}" dt="2021-04-21T12:57:41.461" v="891" actId="21"/>
          <ac:spMkLst>
            <pc:docMk/>
            <pc:sldMk cId="1359906299" sldId="263"/>
            <ac:spMk id="3" creationId="{9A514675-9B86-4785-919A-62C7C23BC102}"/>
          </ac:spMkLst>
        </pc:spChg>
        <pc:spChg chg="add del">
          <ac:chgData name="KOUPIL Jan" userId="e926d9f2-b86a-408f-b8de-77ef0706564a" providerId="ADAL" clId="{E8F3A511-A8E3-4752-8249-2A5E90F22323}" dt="2021-04-21T12:57:04.838" v="882"/>
          <ac:spMkLst>
            <pc:docMk/>
            <pc:sldMk cId="1359906299" sldId="263"/>
            <ac:spMk id="5" creationId="{370C0477-E8AB-45BC-A502-6448927F3FE5}"/>
          </ac:spMkLst>
        </pc:spChg>
        <pc:spChg chg="add del">
          <ac:chgData name="KOUPIL Jan" userId="e926d9f2-b86a-408f-b8de-77ef0706564a" providerId="ADAL" clId="{E8F3A511-A8E3-4752-8249-2A5E90F22323}" dt="2021-04-21T12:57:11.964" v="884"/>
          <ac:spMkLst>
            <pc:docMk/>
            <pc:sldMk cId="1359906299" sldId="263"/>
            <ac:spMk id="6" creationId="{FB3D80D7-E349-43BA-BA7D-28770FB0E8A5}"/>
          </ac:spMkLst>
        </pc:spChg>
        <pc:spChg chg="add del">
          <ac:chgData name="KOUPIL Jan" userId="e926d9f2-b86a-408f-b8de-77ef0706564a" providerId="ADAL" clId="{E8F3A511-A8E3-4752-8249-2A5E90F22323}" dt="2021-04-21T12:57:28.681" v="890"/>
          <ac:spMkLst>
            <pc:docMk/>
            <pc:sldMk cId="1359906299" sldId="263"/>
            <ac:spMk id="7" creationId="{2E173A00-E74F-4B6E-B25A-B8B5D489C129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08215380" sldId="26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05306772" sldId="26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88760000" sldId="26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764581005" sldId="26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29481206" sldId="26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24344326" sldId="26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60466784" sldId="26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370756390" sldId="27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536038781" sldId="27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254070863" sldId="27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40804871" sldId="27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92103281" sldId="27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95335622" sldId="27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51173342" sldId="27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07752239" sldId="27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292798029" sldId="27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413049805" sldId="27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16333401" sldId="28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553475423" sldId="28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31719450" sldId="28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576638829" sldId="28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41550817" sldId="28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58053116" sldId="28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72141019" sldId="28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646534460" sldId="28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74979833" sldId="28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78065162" sldId="28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06157245" sldId="29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90236175" sldId="291"/>
        </pc:sldMkLst>
      </pc:sldChg>
      <pc:sldMasterChg chg="modSldLayout">
        <pc:chgData name="KOUPIL Jan" userId="e926d9f2-b86a-408f-b8de-77ef0706564a" providerId="ADAL" clId="{E8F3A511-A8E3-4752-8249-2A5E90F22323}" dt="2021-05-02T19:00:47.350" v="1459"/>
        <pc:sldMasterMkLst>
          <pc:docMk/>
          <pc:sldMasterMk cId="856121564" sldId="2147483731"/>
        </pc:sldMasterMkLst>
        <pc:sldLayoutChg chg="modSp mod">
          <pc:chgData name="KOUPIL Jan" userId="e926d9f2-b86a-408f-b8de-77ef0706564a" providerId="ADAL" clId="{E8F3A511-A8E3-4752-8249-2A5E90F22323}" dt="2021-05-02T19:00:47.350" v="1459"/>
          <pc:sldLayoutMkLst>
            <pc:docMk/>
            <pc:sldMasterMk cId="856121564" sldId="2147483731"/>
            <pc:sldLayoutMk cId="2265024762" sldId="2147483733"/>
          </pc:sldLayoutMkLst>
          <pc:spChg chg="mod">
            <ac:chgData name="KOUPIL Jan" userId="e926d9f2-b86a-408f-b8de-77ef0706564a" providerId="ADAL" clId="{E8F3A511-A8E3-4752-8249-2A5E90F22323}" dt="2021-05-02T19:00:47.350" v="1459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</pc:sldLayoutChg>
      </pc:sldMasterChg>
    </pc:docChg>
  </pc:docChgLst>
  <pc:docChgLst>
    <pc:chgData name="KOUPIL Jan" userId="e926d9f2-b86a-408f-b8de-77ef0706564a" providerId="ADAL" clId="{DC3F188E-3A9D-4E0B-AE47-12A56EF7D56E}"/>
    <pc:docChg chg="undo custSel addSld delSld modSld">
      <pc:chgData name="KOUPIL Jan" userId="e926d9f2-b86a-408f-b8de-77ef0706564a" providerId="ADAL" clId="{DC3F188E-3A9D-4E0B-AE47-12A56EF7D56E}" dt="2024-02-05T10:50:23.482" v="1082" actId="20577"/>
      <pc:docMkLst>
        <pc:docMk/>
      </pc:docMkLst>
      <pc:sldChg chg="modSp mod">
        <pc:chgData name="KOUPIL Jan" userId="e926d9f2-b86a-408f-b8de-77ef0706564a" providerId="ADAL" clId="{DC3F188E-3A9D-4E0B-AE47-12A56EF7D56E}" dt="2024-02-03T10:00:08.267" v="59" actId="20577"/>
        <pc:sldMkLst>
          <pc:docMk/>
          <pc:sldMk cId="2754185471" sldId="256"/>
        </pc:sldMkLst>
        <pc:spChg chg="mod">
          <ac:chgData name="KOUPIL Jan" userId="e926d9f2-b86a-408f-b8de-77ef0706564a" providerId="ADAL" clId="{DC3F188E-3A9D-4E0B-AE47-12A56EF7D56E}" dt="2024-02-03T10:00:08.267" v="59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addSp delSp modSp mod modClrScheme chgLayout">
        <pc:chgData name="KOUPIL Jan" userId="e926d9f2-b86a-408f-b8de-77ef0706564a" providerId="ADAL" clId="{DC3F188E-3A9D-4E0B-AE47-12A56EF7D56E}" dt="2024-02-03T10:32:11.600" v="490" actId="20577"/>
        <pc:sldMkLst>
          <pc:docMk/>
          <pc:sldMk cId="3213014487" sldId="257"/>
        </pc:sldMkLst>
        <pc:spChg chg="mod ord">
          <ac:chgData name="KOUPIL Jan" userId="e926d9f2-b86a-408f-b8de-77ef0706564a" providerId="ADAL" clId="{DC3F188E-3A9D-4E0B-AE47-12A56EF7D56E}" dt="2024-02-03T10:16:22.575" v="80" actId="700"/>
          <ac:spMkLst>
            <pc:docMk/>
            <pc:sldMk cId="3213014487" sldId="257"/>
            <ac:spMk id="2" creationId="{00000000-0000-0000-0000-000000000000}"/>
          </ac:spMkLst>
        </pc:spChg>
        <pc:spChg chg="del mod">
          <ac:chgData name="KOUPIL Jan" userId="e926d9f2-b86a-408f-b8de-77ef0706564a" providerId="ADAL" clId="{DC3F188E-3A9D-4E0B-AE47-12A56EF7D56E}" dt="2024-02-03T10:16:09.838" v="79"/>
          <ac:spMkLst>
            <pc:docMk/>
            <pc:sldMk cId="3213014487" sldId="257"/>
            <ac:spMk id="3" creationId="{00000000-0000-0000-0000-000000000000}"/>
          </ac:spMkLst>
        </pc:spChg>
        <pc:spChg chg="add del mod">
          <ac:chgData name="KOUPIL Jan" userId="e926d9f2-b86a-408f-b8de-77ef0706564a" providerId="ADAL" clId="{DC3F188E-3A9D-4E0B-AE47-12A56EF7D56E}" dt="2024-02-03T10:16:02.886" v="78" actId="478"/>
          <ac:spMkLst>
            <pc:docMk/>
            <pc:sldMk cId="3213014487" sldId="257"/>
            <ac:spMk id="4" creationId="{9ED1A66C-B061-7E9A-00F2-4A9023DDD25F}"/>
          </ac:spMkLst>
        </pc:spChg>
        <pc:spChg chg="add mod ord">
          <ac:chgData name="KOUPIL Jan" userId="e926d9f2-b86a-408f-b8de-77ef0706564a" providerId="ADAL" clId="{DC3F188E-3A9D-4E0B-AE47-12A56EF7D56E}" dt="2024-02-03T10:19:26.186" v="238" actId="14100"/>
          <ac:spMkLst>
            <pc:docMk/>
            <pc:sldMk cId="3213014487" sldId="257"/>
            <ac:spMk id="5" creationId="{595C6BEF-8DDB-DAD6-3E31-B15C6C354B33}"/>
          </ac:spMkLst>
        </pc:spChg>
        <pc:spChg chg="add mod ord">
          <ac:chgData name="KOUPIL Jan" userId="e926d9f2-b86a-408f-b8de-77ef0706564a" providerId="ADAL" clId="{DC3F188E-3A9D-4E0B-AE47-12A56EF7D56E}" dt="2024-02-03T10:32:11.600" v="490" actId="20577"/>
          <ac:spMkLst>
            <pc:docMk/>
            <pc:sldMk cId="3213014487" sldId="257"/>
            <ac:spMk id="6" creationId="{02CE9DEE-3BC4-8282-B5BA-70491C4C2C11}"/>
          </ac:spMkLst>
        </pc:spChg>
        <pc:spChg chg="add">
          <ac:chgData name="KOUPIL Jan" userId="e926d9f2-b86a-408f-b8de-77ef0706564a" providerId="ADAL" clId="{DC3F188E-3A9D-4E0B-AE47-12A56EF7D56E}" dt="2024-02-03T10:29:41.814" v="379"/>
          <ac:spMkLst>
            <pc:docMk/>
            <pc:sldMk cId="3213014487" sldId="257"/>
            <ac:spMk id="7" creationId="{AF68BE77-8600-B68A-5E51-DF71B6A97B37}"/>
          </ac:spMkLst>
        </pc:spChg>
        <pc:spChg chg="add">
          <ac:chgData name="KOUPIL Jan" userId="e926d9f2-b86a-408f-b8de-77ef0706564a" providerId="ADAL" clId="{DC3F188E-3A9D-4E0B-AE47-12A56EF7D56E}" dt="2024-02-03T10:29:46.028" v="380"/>
          <ac:spMkLst>
            <pc:docMk/>
            <pc:sldMk cId="3213014487" sldId="257"/>
            <ac:spMk id="8" creationId="{22BEE267-3F5D-5D9B-58F3-68620403303B}"/>
          </ac:spMkLst>
        </pc:spChg>
        <pc:spChg chg="add">
          <ac:chgData name="KOUPIL Jan" userId="e926d9f2-b86a-408f-b8de-77ef0706564a" providerId="ADAL" clId="{DC3F188E-3A9D-4E0B-AE47-12A56EF7D56E}" dt="2024-02-03T10:29:49.388" v="381"/>
          <ac:spMkLst>
            <pc:docMk/>
            <pc:sldMk cId="3213014487" sldId="257"/>
            <ac:spMk id="9" creationId="{7F6C4A75-F7A5-FFDB-C691-26568F245576}"/>
          </ac:spMkLst>
        </pc:spChg>
      </pc:sldChg>
      <pc:sldChg chg="delSp modSp new mod">
        <pc:chgData name="KOUPIL Jan" userId="e926d9f2-b86a-408f-b8de-77ef0706564a" providerId="ADAL" clId="{DC3F188E-3A9D-4E0B-AE47-12A56EF7D56E}" dt="2024-02-05T10:50:23.482" v="1082" actId="20577"/>
        <pc:sldMkLst>
          <pc:docMk/>
          <pc:sldMk cId="898551462" sldId="258"/>
        </pc:sldMkLst>
        <pc:spChg chg="mod">
          <ac:chgData name="KOUPIL Jan" userId="e926d9f2-b86a-408f-b8de-77ef0706564a" providerId="ADAL" clId="{DC3F188E-3A9D-4E0B-AE47-12A56EF7D56E}" dt="2024-02-04T16:45:08.224" v="732" actId="6549"/>
          <ac:spMkLst>
            <pc:docMk/>
            <pc:sldMk cId="898551462" sldId="258"/>
            <ac:spMk id="2" creationId="{D1FE89E8-C707-522E-C447-4F61BD0A7D89}"/>
          </ac:spMkLst>
        </pc:spChg>
        <pc:spChg chg="mod">
          <ac:chgData name="KOUPIL Jan" userId="e926d9f2-b86a-408f-b8de-77ef0706564a" providerId="ADAL" clId="{DC3F188E-3A9D-4E0B-AE47-12A56EF7D56E}" dt="2024-02-05T10:50:23.482" v="1082" actId="20577"/>
          <ac:spMkLst>
            <pc:docMk/>
            <pc:sldMk cId="898551462" sldId="258"/>
            <ac:spMk id="3" creationId="{4DE2086B-00B4-7773-0A37-239DB7AC8F54}"/>
          </ac:spMkLst>
        </pc:spChg>
        <pc:spChg chg="del">
          <ac:chgData name="KOUPIL Jan" userId="e926d9f2-b86a-408f-b8de-77ef0706564a" providerId="ADAL" clId="{DC3F188E-3A9D-4E0B-AE47-12A56EF7D56E}" dt="2024-02-04T10:40:19.695" v="538" actId="478"/>
          <ac:spMkLst>
            <pc:docMk/>
            <pc:sldMk cId="898551462" sldId="258"/>
            <ac:spMk id="4" creationId="{61A3BA12-C168-A407-8CA4-9787C9F68EB5}"/>
          </ac:spMkLst>
        </pc:spChg>
        <pc:spChg chg="del">
          <ac:chgData name="KOUPIL Jan" userId="e926d9f2-b86a-408f-b8de-77ef0706564a" providerId="ADAL" clId="{DC3F188E-3A9D-4E0B-AE47-12A56EF7D56E}" dt="2024-02-04T10:30:11.712" v="522" actId="478"/>
          <ac:spMkLst>
            <pc:docMk/>
            <pc:sldMk cId="898551462" sldId="258"/>
            <ac:spMk id="5" creationId="{83447576-AEA7-F677-4172-8D379CFA9592}"/>
          </ac:spMkLst>
        </pc:spChg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584911359" sldId="258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1969915623" sldId="259"/>
        </pc:sldMkLst>
      </pc:sldChg>
      <pc:sldChg chg="addSp delSp modSp new mod">
        <pc:chgData name="KOUPIL Jan" userId="e926d9f2-b86a-408f-b8de-77ef0706564a" providerId="ADAL" clId="{DC3F188E-3A9D-4E0B-AE47-12A56EF7D56E}" dt="2024-02-04T10:38:04.871" v="536" actId="14100"/>
        <pc:sldMkLst>
          <pc:docMk/>
          <pc:sldMk cId="3800240951" sldId="259"/>
        </pc:sldMkLst>
        <pc:spChg chg="mod">
          <ac:chgData name="KOUPIL Jan" userId="e926d9f2-b86a-408f-b8de-77ef0706564a" providerId="ADAL" clId="{DC3F188E-3A9D-4E0B-AE47-12A56EF7D56E}" dt="2024-02-03T10:33:18.561" v="507" actId="20577"/>
          <ac:spMkLst>
            <pc:docMk/>
            <pc:sldMk cId="3800240951" sldId="259"/>
            <ac:spMk id="2" creationId="{3D0AC21A-23BC-9DB4-46BF-A345A94664D4}"/>
          </ac:spMkLst>
        </pc:spChg>
        <pc:spChg chg="del">
          <ac:chgData name="KOUPIL Jan" userId="e926d9f2-b86a-408f-b8de-77ef0706564a" providerId="ADAL" clId="{DC3F188E-3A9D-4E0B-AE47-12A56EF7D56E}" dt="2024-02-03T10:33:20.531" v="508"/>
          <ac:spMkLst>
            <pc:docMk/>
            <pc:sldMk cId="3800240951" sldId="259"/>
            <ac:spMk id="3" creationId="{AEFFD285-DB54-854D-EB2B-0BF8C9C6898B}"/>
          </ac:spMkLst>
        </pc:spChg>
        <pc:spChg chg="add del mod">
          <ac:chgData name="KOUPIL Jan" userId="e926d9f2-b86a-408f-b8de-77ef0706564a" providerId="ADAL" clId="{DC3F188E-3A9D-4E0B-AE47-12A56EF7D56E}" dt="2024-02-04T10:37:51.607" v="530" actId="478"/>
          <ac:spMkLst>
            <pc:docMk/>
            <pc:sldMk cId="3800240951" sldId="259"/>
            <ac:spMk id="3" creationId="{F23F8744-D51D-2475-9A3F-F40AAD6983C9}"/>
          </ac:spMkLst>
        </pc:spChg>
        <pc:spChg chg="del">
          <ac:chgData name="KOUPIL Jan" userId="e926d9f2-b86a-408f-b8de-77ef0706564a" providerId="ADAL" clId="{DC3F188E-3A9D-4E0B-AE47-12A56EF7D56E}" dt="2024-02-03T10:33:22.998" v="509" actId="478"/>
          <ac:spMkLst>
            <pc:docMk/>
            <pc:sldMk cId="3800240951" sldId="259"/>
            <ac:spMk id="4" creationId="{4478812F-7D7C-6B21-EAEE-E8469E892852}"/>
          </ac:spMkLst>
        </pc:spChg>
        <pc:spChg chg="del">
          <ac:chgData name="KOUPIL Jan" userId="e926d9f2-b86a-408f-b8de-77ef0706564a" providerId="ADAL" clId="{DC3F188E-3A9D-4E0B-AE47-12A56EF7D56E}" dt="2024-02-04T10:30:06.625" v="521" actId="478"/>
          <ac:spMkLst>
            <pc:docMk/>
            <pc:sldMk cId="3800240951" sldId="259"/>
            <ac:spMk id="5" creationId="{C8FA6599-23C2-822E-B9C8-33F0081B48EE}"/>
          </ac:spMkLst>
        </pc:spChg>
        <pc:spChg chg="add mod">
          <ac:chgData name="KOUPIL Jan" userId="e926d9f2-b86a-408f-b8de-77ef0706564a" providerId="ADAL" clId="{DC3F188E-3A9D-4E0B-AE47-12A56EF7D56E}" dt="2024-02-04T10:38:04.871" v="536" actId="14100"/>
          <ac:spMkLst>
            <pc:docMk/>
            <pc:sldMk cId="3800240951" sldId="259"/>
            <ac:spMk id="6" creationId="{EAD0E7C4-F38B-C067-5BD0-B4B5200AF955}"/>
          </ac:spMkLst>
        </pc:spChg>
      </pc:sldChg>
      <pc:sldChg chg="new del">
        <pc:chgData name="KOUPIL Jan" userId="e926d9f2-b86a-408f-b8de-77ef0706564a" providerId="ADAL" clId="{DC3F188E-3A9D-4E0B-AE47-12A56EF7D56E}" dt="2024-02-04T10:30:16.116" v="524" actId="47"/>
        <pc:sldMkLst>
          <pc:docMk/>
          <pc:sldMk cId="2865357257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4203029208" sldId="260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855272509" sldId="261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310403303" sldId="262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3350151239" sldId="263"/>
        </pc:sldMkLst>
      </pc:sldChg>
      <pc:sldChg chg="del">
        <pc:chgData name="KOUPIL Jan" userId="e926d9f2-b86a-408f-b8de-77ef0706564a" providerId="ADAL" clId="{DC3F188E-3A9D-4E0B-AE47-12A56EF7D56E}" dt="2024-02-03T10:06:10.446" v="60" actId="47"/>
        <pc:sldMkLst>
          <pc:docMk/>
          <pc:sldMk cId="2401318459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72" tIns="45386" rIns="90772" bIns="45386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72" tIns="45386" rIns="90772" bIns="45386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05.04.2024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0" cy="495028"/>
          </a:xfrm>
          <a:prstGeom prst="rect">
            <a:avLst/>
          </a:prstGeom>
        </p:spPr>
        <p:txBody>
          <a:bodyPr vert="horz" lIns="90772" tIns="45386" rIns="90772" bIns="45386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5" y="9371287"/>
            <a:ext cx="2918830" cy="495028"/>
          </a:xfrm>
          <a:prstGeom prst="rect">
            <a:avLst/>
          </a:prstGeom>
        </p:spPr>
        <p:txBody>
          <a:bodyPr vert="horz" lIns="90772" tIns="45386" rIns="90772" bIns="45386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72" tIns="45386" rIns="90772" bIns="45386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72" tIns="45386" rIns="90772" bIns="45386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05.04.2024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231900"/>
            <a:ext cx="5922963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72" tIns="45386" rIns="90772" bIns="45386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0"/>
          </a:xfrm>
          <a:prstGeom prst="rect">
            <a:avLst/>
          </a:prstGeom>
        </p:spPr>
        <p:txBody>
          <a:bodyPr vert="horz" lIns="90772" tIns="45386" rIns="90772" bIns="45386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0" cy="495028"/>
          </a:xfrm>
          <a:prstGeom prst="rect">
            <a:avLst/>
          </a:prstGeom>
        </p:spPr>
        <p:txBody>
          <a:bodyPr vert="horz" lIns="90772" tIns="45386" rIns="90772" bIns="45386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5" y="9371287"/>
            <a:ext cx="2918830" cy="495028"/>
          </a:xfrm>
          <a:prstGeom prst="rect">
            <a:avLst/>
          </a:prstGeom>
        </p:spPr>
        <p:txBody>
          <a:bodyPr vert="horz" lIns="90772" tIns="45386" rIns="90772" bIns="45386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06400" y="1231900"/>
            <a:ext cx="5922963" cy="3332163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lodato.github.io/visual-git-guide/index-en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cs/merge-strategi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5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Git a GitHub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955DDC0-B5BF-5DCF-B1A9-6528C2A7F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730" y="4050833"/>
            <a:ext cx="8250273" cy="1096899"/>
          </a:xfrm>
        </p:spPr>
        <p:txBody>
          <a:bodyPr>
            <a:normAutofit fontScale="85000" lnSpcReduction="10000"/>
          </a:bodyPr>
          <a:lstStyle/>
          <a:p>
            <a:r>
              <a:rPr lang="cs-CZ" dirty="0"/>
              <a:t>verze, subverze, klon, vývojová větev, nová verze naší minulé verze</a:t>
            </a:r>
          </a:p>
          <a:p>
            <a:endParaRPr lang="cs-CZ" dirty="0"/>
          </a:p>
          <a:p>
            <a:r>
              <a:rPr lang="cs-CZ" dirty="0"/>
              <a:t>Převzaté obrázky pochází z </a:t>
            </a:r>
            <a:r>
              <a:rPr lang="cs-CZ" dirty="0">
                <a:hlinkClick r:id="rId3"/>
              </a:rPr>
              <a:t>https://marklodato.github.io/visual-git-guide/index-en.html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ECC8E5-3133-D272-71C9-0C0BCC48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 čemu Git?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CBC1FE-E454-4F99-0295-08CF48A2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Pracujete ve Wordu se zapnutým automatickým ukládáním?</a:t>
            </a:r>
          </a:p>
          <a:p>
            <a:pPr lvl="1"/>
            <a:r>
              <a:rPr lang="cs-CZ" dirty="0"/>
              <a:t>Co hrozí kdyby nebylo?</a:t>
            </a:r>
          </a:p>
          <a:p>
            <a:pPr lvl="1"/>
            <a:r>
              <a:rPr lang="cs-CZ" dirty="0"/>
              <a:t>A když je, jak se vrátíte k odstavci, který jste napsali, pak smazali a teď znovu potřebujete? A když přitom nechcete ztratit současný text?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r>
              <a:rPr lang="cs-CZ" dirty="0"/>
              <a:t>Odpovědí je správa verzí ( = Git … podíl na trhu 89% v roce 2023)</a:t>
            </a:r>
          </a:p>
        </p:txBody>
      </p:sp>
    </p:spTree>
    <p:extLst>
      <p:ext uri="{BB962C8B-B14F-4D97-AF65-F5344CB8AC3E}">
        <p14:creationId xmlns:p14="http://schemas.microsoft.com/office/powerpoint/2010/main" val="71698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19D541-5747-5076-4E97-B3C92BD5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kroky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EAF6C2-31F8-D64B-C4C5-4A7AEE2B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4"/>
            <a:ext cx="3555301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init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add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i="1" dirty="0" err="1">
                <a:latin typeface="Consolas" panose="020B0609020204030204" pitchFamily="49" charset="0"/>
              </a:rPr>
              <a:t>filename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add</a:t>
            </a:r>
            <a:r>
              <a:rPr lang="cs-CZ" dirty="0">
                <a:latin typeface="Consolas" panose="020B0609020204030204" pitchFamily="49" charset="0"/>
              </a:rPr>
              <a:t> .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commit</a:t>
            </a:r>
            <a:r>
              <a:rPr lang="cs-CZ" dirty="0">
                <a:latin typeface="Consolas" panose="020B0609020204030204" pitchFamily="49" charset="0"/>
              </a:rPr>
              <a:t> [-m </a:t>
            </a:r>
            <a:r>
              <a:rPr lang="cs-CZ" dirty="0" err="1">
                <a:latin typeface="Consolas" panose="020B0609020204030204" pitchFamily="49" charset="0"/>
              </a:rPr>
              <a:t>message</a:t>
            </a:r>
            <a:r>
              <a:rPr lang="cs-CZ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log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status</a:t>
            </a: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882D8410-435C-264E-EC79-785E39971C18}"/>
              </a:ext>
            </a:extLst>
          </p:cNvPr>
          <p:cNvSpPr txBox="1">
            <a:spLocks/>
          </p:cNvSpPr>
          <p:nvPr/>
        </p:nvSpPr>
        <p:spPr>
          <a:xfrm>
            <a:off x="3948033" y="1488613"/>
            <a:ext cx="5325969" cy="3880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cs-CZ" dirty="0"/>
              <a:t>Inicializace nového </a:t>
            </a:r>
            <a:r>
              <a:rPr lang="cs-CZ" b="1" dirty="0" err="1"/>
              <a:t>repozitář</a:t>
            </a:r>
            <a:r>
              <a:rPr lang="cs-CZ" dirty="0" err="1"/>
              <a:t>e</a:t>
            </a:r>
            <a:r>
              <a:rPr lang="cs-CZ" dirty="0"/>
              <a:t> (skryté soubory)</a:t>
            </a:r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přidá </a:t>
            </a:r>
            <a:r>
              <a:rPr lang="cs-CZ" i="1" dirty="0" err="1"/>
              <a:t>filename</a:t>
            </a:r>
            <a:r>
              <a:rPr lang="cs-CZ" dirty="0"/>
              <a:t> do </a:t>
            </a:r>
            <a:r>
              <a:rPr lang="cs-CZ" b="1" dirty="0" err="1"/>
              <a:t>staging</a:t>
            </a:r>
            <a:r>
              <a:rPr lang="cs-CZ" b="1" dirty="0"/>
              <a:t> area</a:t>
            </a:r>
          </a:p>
          <a:p>
            <a:pPr marL="0" indent="0">
              <a:buNone/>
            </a:pPr>
            <a:r>
              <a:rPr lang="cs-CZ" dirty="0"/>
              <a:t>přidá </a:t>
            </a:r>
            <a:r>
              <a:rPr lang="cs-CZ" i="1" dirty="0"/>
              <a:t>všechny změny</a:t>
            </a:r>
            <a:r>
              <a:rPr lang="cs-CZ" dirty="0"/>
              <a:t> do </a:t>
            </a:r>
            <a:r>
              <a:rPr lang="cs-CZ" b="1" dirty="0" err="1"/>
              <a:t>staging</a:t>
            </a:r>
            <a:r>
              <a:rPr lang="cs-CZ" b="1" dirty="0"/>
              <a:t> area</a:t>
            </a:r>
            <a:endParaRPr lang="cs-CZ" dirty="0"/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uloží </a:t>
            </a:r>
            <a:r>
              <a:rPr lang="cs-CZ" dirty="0" err="1"/>
              <a:t>staging</a:t>
            </a:r>
            <a:r>
              <a:rPr lang="cs-CZ" dirty="0"/>
              <a:t> area jako nový </a:t>
            </a:r>
            <a:r>
              <a:rPr lang="cs-CZ" dirty="0" err="1"/>
              <a:t>snapshot</a:t>
            </a:r>
            <a:endParaRPr lang="cs-CZ" dirty="0"/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ukáže historii </a:t>
            </a:r>
            <a:r>
              <a:rPr lang="cs-CZ" b="1" dirty="0" err="1"/>
              <a:t>commitů</a:t>
            </a:r>
            <a:r>
              <a:rPr lang="cs-CZ" dirty="0"/>
              <a:t> (</a:t>
            </a:r>
            <a:r>
              <a:rPr lang="cs-CZ" dirty="0" err="1"/>
              <a:t>snapshotů</a:t>
            </a:r>
            <a:r>
              <a:rPr lang="cs-CZ" dirty="0"/>
              <a:t>)</a:t>
            </a:r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zobrazí stav </a:t>
            </a:r>
            <a:r>
              <a:rPr lang="cs-CZ" b="1" dirty="0" err="1"/>
              <a:t>working</a:t>
            </a:r>
            <a:r>
              <a:rPr lang="cs-CZ" b="1" dirty="0"/>
              <a:t> </a:t>
            </a:r>
            <a:r>
              <a:rPr lang="cs-CZ" b="1" dirty="0" err="1"/>
              <a:t>directory</a:t>
            </a:r>
            <a:r>
              <a:rPr lang="cs-CZ" dirty="0"/>
              <a:t> a </a:t>
            </a:r>
            <a:r>
              <a:rPr lang="cs-CZ" b="1" dirty="0" err="1"/>
              <a:t>staging</a:t>
            </a:r>
            <a:r>
              <a:rPr lang="cs-CZ" b="1" dirty="0"/>
              <a:t> area</a:t>
            </a:r>
          </a:p>
          <a:p>
            <a:pPr marL="0" indent="0">
              <a:buFont typeface="Wingdings 3" charset="2"/>
              <a:buNone/>
            </a:pP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4E4E054A-70B0-A8F3-AD8A-6F71DDBB02A2}"/>
              </a:ext>
            </a:extLst>
          </p:cNvPr>
          <p:cNvSpPr txBox="1"/>
          <p:nvPr/>
        </p:nvSpPr>
        <p:spPr>
          <a:xfrm>
            <a:off x="677334" y="6042583"/>
            <a:ext cx="8413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Změna editoru: 	</a:t>
            </a: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config</a:t>
            </a:r>
            <a:r>
              <a:rPr lang="cs-CZ" dirty="0">
                <a:latin typeface="Consolas" panose="020B0609020204030204" pitchFamily="49" charset="0"/>
              </a:rPr>
              <a:t> [--</a:t>
            </a:r>
            <a:r>
              <a:rPr lang="cs-CZ" dirty="0" err="1">
                <a:latin typeface="Consolas" panose="020B0609020204030204" pitchFamily="49" charset="0"/>
              </a:rPr>
              <a:t>global</a:t>
            </a:r>
            <a:r>
              <a:rPr lang="cs-CZ" dirty="0">
                <a:latin typeface="Consolas" panose="020B0609020204030204" pitchFamily="49" charset="0"/>
              </a:rPr>
              <a:t>] </a:t>
            </a:r>
            <a:r>
              <a:rPr lang="cs-CZ" dirty="0" err="1">
                <a:latin typeface="Consolas" panose="020B0609020204030204" pitchFamily="49" charset="0"/>
              </a:rPr>
              <a:t>core.editor</a:t>
            </a:r>
            <a:r>
              <a:rPr lang="cs-CZ" dirty="0">
                <a:latin typeface="Consolas" panose="020B0609020204030204" pitchFamily="49" charset="0"/>
              </a:rPr>
              <a:t> "</a:t>
            </a:r>
            <a:r>
              <a:rPr lang="cs-CZ" dirty="0" err="1">
                <a:latin typeface="Consolas" panose="020B0609020204030204" pitchFamily="49" charset="0"/>
              </a:rPr>
              <a:t>code</a:t>
            </a:r>
            <a:r>
              <a:rPr lang="cs-CZ" dirty="0">
                <a:latin typeface="Consolas" panose="020B0609020204030204" pitchFamily="49" charset="0"/>
              </a:rPr>
              <a:t> –w"</a:t>
            </a:r>
          </a:p>
          <a:p>
            <a:r>
              <a:rPr lang="cs-CZ" dirty="0"/>
              <a:t>Nastavení emailu	</a:t>
            </a: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config</a:t>
            </a:r>
            <a:r>
              <a:rPr lang="cs-CZ" dirty="0">
                <a:latin typeface="Consolas" panose="020B0609020204030204" pitchFamily="49" charset="0"/>
              </a:rPr>
              <a:t> [--</a:t>
            </a:r>
            <a:r>
              <a:rPr lang="cs-CZ" dirty="0" err="1">
                <a:latin typeface="Consolas" panose="020B0609020204030204" pitchFamily="49" charset="0"/>
              </a:rPr>
              <a:t>global</a:t>
            </a:r>
            <a:r>
              <a:rPr lang="cs-CZ" dirty="0">
                <a:latin typeface="Consolas" panose="020B0609020204030204" pitchFamily="49" charset="0"/>
              </a:rPr>
              <a:t>] </a:t>
            </a:r>
            <a:r>
              <a:rPr lang="cs-CZ" dirty="0" err="1">
                <a:latin typeface="Consolas" panose="020B0609020204030204" pitchFamily="49" charset="0"/>
              </a:rPr>
              <a:t>user.email</a:t>
            </a:r>
            <a:r>
              <a:rPr lang="cs-CZ" dirty="0">
                <a:latin typeface="Consolas" panose="020B0609020204030204" pitchFamily="49" charset="0"/>
              </a:rPr>
              <a:t> "you@example.com"</a:t>
            </a:r>
          </a:p>
        </p:txBody>
      </p:sp>
    </p:spTree>
    <p:extLst>
      <p:ext uri="{BB962C8B-B14F-4D97-AF65-F5344CB8AC3E}">
        <p14:creationId xmlns:p14="http://schemas.microsoft.com/office/powerpoint/2010/main" val="23119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7AAC3D-560B-EE8A-388A-93D95E3E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Basic </a:t>
            </a:r>
            <a:r>
              <a:rPr lang="cs-CZ" dirty="0" err="1"/>
              <a:t>workflow</a:t>
            </a:r>
            <a:endParaRPr lang="cs-CZ" dirty="0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4680AC3-551A-87A2-FAE2-9DF8BA6AB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118" y="2219856"/>
            <a:ext cx="7887801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155C62-CDA4-63B8-EF43-C9E8FB18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dělá </a:t>
            </a:r>
            <a:r>
              <a:rPr lang="cs-CZ" dirty="0" err="1"/>
              <a:t>commit</a:t>
            </a:r>
            <a:endParaRPr lang="cs-CZ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DD4331B6-0C16-4EBB-FCBE-54BC54660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856" y="2405620"/>
            <a:ext cx="7354326" cy="3391373"/>
          </a:xfrm>
        </p:spPr>
      </p:pic>
    </p:spTree>
    <p:extLst>
      <p:ext uri="{BB962C8B-B14F-4D97-AF65-F5344CB8AC3E}">
        <p14:creationId xmlns:p14="http://schemas.microsoft.com/office/powerpoint/2010/main" val="117248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F067F5-011B-6C67-BD2A-D9496713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799319" cy="1320800"/>
          </a:xfrm>
        </p:spPr>
        <p:txBody>
          <a:bodyPr/>
          <a:lstStyle/>
          <a:p>
            <a:r>
              <a:rPr lang="cs-CZ" dirty="0" err="1"/>
              <a:t>Checkout</a:t>
            </a:r>
            <a:r>
              <a:rPr lang="cs-CZ" dirty="0"/>
              <a:t>: přechod k jiné verzi, zobrazení rozdílu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5BE95A-285D-332B-A3DD-2B0B5E6E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776080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/>
              <a:t>git</a:t>
            </a:r>
            <a:r>
              <a:rPr lang="cs-CZ" dirty="0"/>
              <a:t> </a:t>
            </a:r>
            <a:r>
              <a:rPr lang="cs-CZ" dirty="0" err="1"/>
              <a:t>checkout</a:t>
            </a:r>
            <a:r>
              <a:rPr lang="cs-CZ" dirty="0"/>
              <a:t> </a:t>
            </a:r>
            <a:r>
              <a:rPr lang="cs-CZ" i="1" dirty="0" err="1"/>
              <a:t>identifier</a:t>
            </a:r>
            <a:endParaRPr lang="cs-CZ" i="1" dirty="0"/>
          </a:p>
          <a:p>
            <a:pPr marL="0" indent="0">
              <a:buNone/>
            </a:pPr>
            <a:endParaRPr lang="cs-CZ" i="1" dirty="0"/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85DE42A4-36E8-CDB1-C91E-5F7994121152}"/>
              </a:ext>
            </a:extLst>
          </p:cNvPr>
          <p:cNvSpPr txBox="1">
            <a:spLocks/>
          </p:cNvSpPr>
          <p:nvPr/>
        </p:nvSpPr>
        <p:spPr>
          <a:xfrm>
            <a:off x="3883653" y="2160589"/>
            <a:ext cx="682789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cs-CZ" i="1" dirty="0" err="1"/>
              <a:t>Identifier</a:t>
            </a:r>
            <a:r>
              <a:rPr lang="cs-CZ" dirty="0"/>
              <a:t> je SHA suma, tag nebo název větve</a:t>
            </a:r>
          </a:p>
          <a:p>
            <a:pPr marL="0" indent="0">
              <a:buFont typeface="Wingdings 3" charset="2"/>
              <a:buNone/>
            </a:pPr>
            <a:r>
              <a:rPr lang="cs-CZ" dirty="0"/>
              <a:t>	Stav </a:t>
            </a:r>
            <a:r>
              <a:rPr lang="cs-CZ" dirty="0" err="1"/>
              <a:t>Detached</a:t>
            </a:r>
            <a:r>
              <a:rPr lang="cs-CZ" dirty="0"/>
              <a:t> </a:t>
            </a:r>
            <a:r>
              <a:rPr lang="cs-CZ" dirty="0" err="1"/>
              <a:t>Head</a:t>
            </a:r>
            <a:r>
              <a:rPr lang="cs-CZ" dirty="0"/>
              <a:t> : všechny </a:t>
            </a:r>
            <a:r>
              <a:rPr lang="cs-CZ" dirty="0" err="1"/>
              <a:t>commity</a:t>
            </a:r>
            <a:r>
              <a:rPr lang="cs-CZ" dirty="0"/>
              <a:t> budou zahozeny, 							nepropíšou se na „čelo“ řetězce 							</a:t>
            </a:r>
            <a:r>
              <a:rPr lang="cs-CZ" dirty="0" err="1"/>
              <a:t>snapshotů</a:t>
            </a:r>
            <a:endParaRPr lang="cs-CZ" dirty="0"/>
          </a:p>
          <a:p>
            <a:pPr marL="0" indent="0">
              <a:buFont typeface="Wingdings 3" charset="2"/>
              <a:buNone/>
            </a:pPr>
            <a:endParaRPr lang="cs-CZ" i="1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4CF52D6-45D5-6887-AEE7-54FFC251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359020"/>
            <a:ext cx="5780470" cy="299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9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330D62-EF32-4029-7E03-D685C5B0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Tag: pojmenování </a:t>
            </a:r>
            <a:r>
              <a:rPr lang="cs-CZ" dirty="0" err="1"/>
              <a:t>commitu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268E65-1150-7223-AC3D-2BE35BAEC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335373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tag verze_1_2</a:t>
            </a:r>
          </a:p>
          <a:p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tag</a:t>
            </a:r>
          </a:p>
          <a:p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checkout</a:t>
            </a:r>
            <a:r>
              <a:rPr lang="cs-CZ" dirty="0">
                <a:latin typeface="Consolas" panose="020B0609020204030204" pitchFamily="49" charset="0"/>
              </a:rPr>
              <a:t> verze_1_1</a:t>
            </a:r>
          </a:p>
          <a:p>
            <a:endParaRPr lang="cs-CZ" dirty="0">
              <a:latin typeface="Consolas" panose="020B0609020204030204" pitchFamily="49" charset="0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D6FF49E4-0719-8F15-CDAD-A11AD9630EF5}"/>
              </a:ext>
            </a:extLst>
          </p:cNvPr>
          <p:cNvSpPr txBox="1">
            <a:spLocks/>
          </p:cNvSpPr>
          <p:nvPr/>
        </p:nvSpPr>
        <p:spPr>
          <a:xfrm>
            <a:off x="4012707" y="2160588"/>
            <a:ext cx="3335373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cs-CZ" dirty="0"/>
              <a:t>Označí aktuální </a:t>
            </a:r>
            <a:r>
              <a:rPr lang="cs-CZ" dirty="0" err="1"/>
              <a:t>commit</a:t>
            </a:r>
            <a:r>
              <a:rPr lang="cs-CZ" dirty="0"/>
              <a:t> tagem</a:t>
            </a:r>
          </a:p>
          <a:p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Vypíše všechny zavedené tagy</a:t>
            </a:r>
          </a:p>
          <a:p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Přejde na zadaný </a:t>
            </a:r>
            <a:r>
              <a:rPr lang="cs-CZ" dirty="0" err="1"/>
              <a:t>commit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397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765AF-BE46-251F-FE6E-DEAA7D73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Vývojové větve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DE4C8C-13A3-5980-5FC7-90736592C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94502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branch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i="1" dirty="0" err="1">
                <a:latin typeface="Consolas" panose="020B0609020204030204" pitchFamily="49" charset="0"/>
              </a:rPr>
              <a:t>branch_name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checkout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i="1" dirty="0" err="1">
                <a:latin typeface="Consolas" panose="020B0609020204030204" pitchFamily="49" charset="0"/>
              </a:rPr>
              <a:t>branch_name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checkout</a:t>
            </a:r>
            <a:r>
              <a:rPr lang="cs-CZ" dirty="0">
                <a:latin typeface="Consolas" panose="020B0609020204030204" pitchFamily="49" charset="0"/>
              </a:rPr>
              <a:t> –b </a:t>
            </a:r>
            <a:r>
              <a:rPr lang="cs-CZ" i="1" dirty="0" err="1">
                <a:latin typeface="Consolas" panose="020B0609020204030204" pitchFamily="49" charset="0"/>
              </a:rPr>
              <a:t>branch_name</a:t>
            </a: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branch</a:t>
            </a:r>
            <a:endParaRPr lang="cs-CZ" dirty="0">
              <a:latin typeface="Consolas" panose="020B0609020204030204" pitchFamily="49" charset="0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5924AD-134C-E771-C04C-9DBF063F87EC}"/>
              </a:ext>
            </a:extLst>
          </p:cNvPr>
          <p:cNvSpPr txBox="1">
            <a:spLocks/>
          </p:cNvSpPr>
          <p:nvPr/>
        </p:nvSpPr>
        <p:spPr>
          <a:xfrm>
            <a:off x="4397242" y="2160589"/>
            <a:ext cx="389450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cs-CZ" dirty="0"/>
              <a:t>Vytvoří novou větev</a:t>
            </a:r>
          </a:p>
          <a:p>
            <a:pPr marL="0" indent="0">
              <a:buFont typeface="Wingdings 3" charset="2"/>
              <a:buNone/>
            </a:pPr>
            <a:r>
              <a:rPr lang="cs-CZ" dirty="0"/>
              <a:t>Přejde do větve (na HEAD)</a:t>
            </a:r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Vytvoří větev a rovnou do ní přejde</a:t>
            </a:r>
          </a:p>
          <a:p>
            <a:pPr marL="0" indent="0">
              <a:buFont typeface="Wingdings 3" charset="2"/>
              <a:buNone/>
            </a:pPr>
            <a:endParaRPr lang="cs-CZ" dirty="0"/>
          </a:p>
          <a:p>
            <a:pPr marL="0" indent="0">
              <a:buFont typeface="Wingdings 3" charset="2"/>
              <a:buNone/>
            </a:pPr>
            <a:r>
              <a:rPr lang="cs-CZ" dirty="0"/>
              <a:t>Vypíše existující větve</a:t>
            </a:r>
          </a:p>
        </p:txBody>
      </p:sp>
    </p:spTree>
    <p:extLst>
      <p:ext uri="{BB962C8B-B14F-4D97-AF65-F5344CB8AC3E}">
        <p14:creationId xmlns:p14="http://schemas.microsoft.com/office/powerpoint/2010/main" val="8724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FDCCD8-3512-EBC8-698A-62968210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Spojování větví: </a:t>
            </a:r>
            <a:r>
              <a:rPr lang="cs-CZ" dirty="0" err="1"/>
              <a:t>git</a:t>
            </a:r>
            <a:r>
              <a:rPr lang="cs-CZ" dirty="0"/>
              <a:t> </a:t>
            </a:r>
            <a:r>
              <a:rPr lang="cs-CZ" dirty="0" err="1"/>
              <a:t>merge</a:t>
            </a:r>
            <a:r>
              <a:rPr lang="cs-CZ" dirty="0"/>
              <a:t> </a:t>
            </a:r>
            <a:r>
              <a:rPr lang="cs-CZ" i="1" dirty="0" err="1"/>
              <a:t>branch_name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B23594-B820-3F49-70B4-2DB56DAC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Fast-</a:t>
            </a:r>
            <a:r>
              <a:rPr lang="cs-CZ" dirty="0" err="1"/>
              <a:t>forwarding</a:t>
            </a:r>
            <a:r>
              <a:rPr lang="cs-CZ" dirty="0"/>
              <a:t> (nekonfliktní soubory)</a:t>
            </a:r>
          </a:p>
          <a:p>
            <a:r>
              <a:rPr lang="cs-CZ" dirty="0">
                <a:hlinkClick r:id="rId2"/>
              </a:rPr>
              <a:t>https://git-scm.com/docs/merge-strategies</a:t>
            </a:r>
            <a:r>
              <a:rPr lang="cs-CZ" dirty="0"/>
              <a:t> pro další případy</a:t>
            </a:r>
          </a:p>
          <a:p>
            <a:r>
              <a:rPr lang="cs-CZ" dirty="0"/>
              <a:t>Manuálně – v editoru pro případ souborů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665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830122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 descr="Obsah obrázku text, skica, kreslené, design&#10;&#10;Popis byl vytvořen automaticky">
            <a:extLst>
              <a:ext uri="{FF2B5EF4-FFF2-40B4-BE49-F238E27FC236}">
                <a16:creationId xmlns:a16="http://schemas.microsoft.com/office/drawing/2014/main" id="{14ED9880-62D8-B3EA-C85F-B47EB42B7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711" y="654417"/>
            <a:ext cx="3586577" cy="5179175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951C4C48-0F12-4A54-C170-6659E51ED008}"/>
              </a:ext>
            </a:extLst>
          </p:cNvPr>
          <p:cNvSpPr txBox="1"/>
          <p:nvPr/>
        </p:nvSpPr>
        <p:spPr>
          <a:xfrm>
            <a:off x="3038670" y="5907062"/>
            <a:ext cx="3178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dirty="0">
                <a:hlinkClick r:id="rId3"/>
              </a:rPr>
              <a:t>https://xkcd.com/1597/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230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75DEDE-F44E-4E8F-B1F5-8E8427FB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Master </a:t>
            </a:r>
            <a:r>
              <a:rPr lang="cs-CZ" dirty="0" err="1"/>
              <a:t>branch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26001C-A2D8-2BF8-944C-9B3CCBA67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Výchozí vývojová větev</a:t>
            </a:r>
          </a:p>
          <a:p>
            <a:r>
              <a:rPr lang="cs-CZ" dirty="0"/>
              <a:t>Obvykle by měla obsahovat jen ověřený kód, do ní se „</a:t>
            </a:r>
            <a:r>
              <a:rPr lang="cs-CZ" dirty="0" err="1"/>
              <a:t>merguje</a:t>
            </a:r>
            <a:r>
              <a:rPr lang="cs-CZ" dirty="0"/>
              <a:t>“ otestovaná funkcionalita z vývojových větví</a:t>
            </a:r>
          </a:p>
          <a:p>
            <a:pPr lvl="1"/>
            <a:r>
              <a:rPr lang="cs-CZ" dirty="0"/>
              <a:t>Např. tedy ohlášený bug =&gt; vytvořena větev pro jeho </a:t>
            </a:r>
            <a:r>
              <a:rPr lang="cs-CZ" dirty="0" err="1"/>
              <a:t>resolving</a:t>
            </a:r>
            <a:r>
              <a:rPr lang="cs-CZ" dirty="0"/>
              <a:t> =&gt; když projde dělá se zpětný </a:t>
            </a:r>
            <a:r>
              <a:rPr lang="cs-CZ" dirty="0" err="1"/>
              <a:t>merge</a:t>
            </a:r>
            <a:r>
              <a:rPr lang="cs-CZ" dirty="0"/>
              <a:t> do master</a:t>
            </a:r>
          </a:p>
          <a:p>
            <a:pPr lvl="1"/>
            <a:r>
              <a:rPr lang="cs-CZ" dirty="0"/>
              <a:t>Lze dělat odstraňování několika bugů </a:t>
            </a:r>
            <a:r>
              <a:rPr lang="cs-CZ"/>
              <a:t>a přidávání </a:t>
            </a:r>
            <a:r>
              <a:rPr lang="cs-CZ" dirty="0"/>
              <a:t>nových vlastností zároveň a navzájem si „nesahat pod ruce“</a:t>
            </a:r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175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A2264C-7420-78D4-5D0F-DAD0277A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.</a:t>
            </a:r>
            <a:r>
              <a:rPr lang="cs-CZ" dirty="0" err="1"/>
              <a:t>gitignore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4A8C82-268A-8880-5F14-E886A312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Umožňuje zakázat přidání konkrétních souborů, cest (i s </a:t>
            </a:r>
            <a:r>
              <a:rPr lang="cs-CZ" dirty="0" err="1"/>
              <a:t>wildcards</a:t>
            </a:r>
            <a:r>
              <a:rPr lang="cs-CZ" dirty="0"/>
              <a:t>) do </a:t>
            </a:r>
            <a:r>
              <a:rPr lang="cs-CZ" dirty="0" err="1"/>
              <a:t>staging</a:t>
            </a:r>
            <a:r>
              <a:rPr lang="cs-CZ" dirty="0"/>
              <a:t> area</a:t>
            </a:r>
          </a:p>
          <a:p>
            <a:endParaRPr lang="cs-CZ" dirty="0"/>
          </a:p>
          <a:p>
            <a:r>
              <a:rPr lang="cs-CZ" dirty="0"/>
              <a:t>Typicky</a:t>
            </a:r>
          </a:p>
          <a:p>
            <a:pPr lvl="1"/>
            <a:r>
              <a:rPr lang="cs-CZ" dirty="0"/>
              <a:t>Konfigurace ide</a:t>
            </a:r>
          </a:p>
          <a:p>
            <a:pPr lvl="1"/>
            <a:r>
              <a:rPr lang="cs-CZ" dirty="0"/>
              <a:t>Citlivá konfigurační data (hesla, tokeny, </a:t>
            </a:r>
            <a:r>
              <a:rPr lang="cs-CZ" dirty="0" err="1"/>
              <a:t>url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Binární buildy, exportované obrázky a 3D modely, …, „produkty“ kódu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370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D17411-5BDE-2418-61F6-60F88CAD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Online </a:t>
            </a:r>
            <a:r>
              <a:rPr lang="cs-CZ" dirty="0" err="1"/>
              <a:t>repozitář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302150-5372-FFFF-3542-A6088B74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557967" cy="3880773"/>
          </a:xfrm>
        </p:spPr>
        <p:txBody>
          <a:bodyPr/>
          <a:lstStyle/>
          <a:p>
            <a:r>
              <a:rPr lang="cs-CZ" dirty="0"/>
              <a:t>Registrace / přihlášení</a:t>
            </a:r>
          </a:p>
          <a:p>
            <a:r>
              <a:rPr lang="cs-CZ" dirty="0"/>
              <a:t>Inicializace</a:t>
            </a:r>
          </a:p>
          <a:p>
            <a:r>
              <a:rPr lang="cs-CZ" dirty="0"/>
              <a:t>Provoz </a:t>
            </a:r>
            <a:r>
              <a:rPr lang="cs-CZ" i="1" dirty="0"/>
              <a:t>(může vyžadovat hesla, tokeny, klíče)</a:t>
            </a:r>
          </a:p>
          <a:p>
            <a:pPr lvl="1"/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clone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i="1" dirty="0" err="1">
                <a:latin typeface="Consolas" panose="020B0609020204030204" pitchFamily="49" charset="0"/>
              </a:rPr>
              <a:t>repository</a:t>
            </a:r>
            <a:endParaRPr lang="cs-CZ" i="1" dirty="0">
              <a:latin typeface="Consolas" panose="020B0609020204030204" pitchFamily="49" charset="0"/>
            </a:endParaRPr>
          </a:p>
          <a:p>
            <a:pPr lvl="1"/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pull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/>
              <a:t>(před začátkem práce získá online </a:t>
            </a:r>
            <a:r>
              <a:rPr lang="cs-CZ" dirty="0" err="1"/>
              <a:t>repo</a:t>
            </a:r>
            <a:r>
              <a:rPr lang="cs-CZ" dirty="0"/>
              <a:t>)</a:t>
            </a:r>
          </a:p>
          <a:p>
            <a:pPr lvl="1"/>
            <a:r>
              <a:rPr lang="cs-CZ" dirty="0" err="1">
                <a:latin typeface="Consolas" panose="020B0609020204030204" pitchFamily="49" charset="0"/>
              </a:rPr>
              <a:t>git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push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/>
              <a:t>(po </a:t>
            </a:r>
            <a:r>
              <a:rPr lang="cs-CZ" dirty="0" err="1"/>
              <a:t>commitu</a:t>
            </a:r>
            <a:r>
              <a:rPr lang="cs-CZ" dirty="0"/>
              <a:t>/</a:t>
            </a:r>
            <a:r>
              <a:rPr lang="cs-CZ" dirty="0" err="1"/>
              <a:t>commitech</a:t>
            </a:r>
            <a:r>
              <a:rPr lang="cs-CZ" dirty="0"/>
              <a:t> odešle do online </a:t>
            </a:r>
            <a:r>
              <a:rPr lang="cs-CZ" dirty="0" err="1"/>
              <a:t>repo</a:t>
            </a:r>
            <a:r>
              <a:rPr lang="cs-CZ" dirty="0"/>
              <a:t>)</a:t>
            </a:r>
          </a:p>
          <a:p>
            <a:r>
              <a:rPr lang="cs-CZ" dirty="0"/>
              <a:t>Správa oprávnění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C94ED26E-A54D-4EF9-43E3-3381781BF2FB}"/>
              </a:ext>
            </a:extLst>
          </p:cNvPr>
          <p:cNvSpPr txBox="1">
            <a:spLocks/>
          </p:cNvSpPr>
          <p:nvPr/>
        </p:nvSpPr>
        <p:spPr>
          <a:xfrm>
            <a:off x="7741330" y="1930400"/>
            <a:ext cx="170451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b="1" dirty="0"/>
              <a:t>(Git ≠ GitHub)</a:t>
            </a:r>
          </a:p>
          <a:p>
            <a:endParaRPr lang="cs-CZ" dirty="0"/>
          </a:p>
          <a:p>
            <a:r>
              <a:rPr lang="cs-CZ" dirty="0" err="1"/>
              <a:t>Github</a:t>
            </a:r>
            <a:endParaRPr lang="cs-CZ" dirty="0"/>
          </a:p>
          <a:p>
            <a:r>
              <a:rPr lang="cs-CZ" dirty="0" err="1"/>
              <a:t>GitLab</a:t>
            </a:r>
            <a:endParaRPr lang="cs-CZ" dirty="0"/>
          </a:p>
          <a:p>
            <a:r>
              <a:rPr lang="cs-CZ" dirty="0" err="1"/>
              <a:t>BitBucket</a:t>
            </a:r>
            <a:endParaRPr lang="cs-CZ" dirty="0"/>
          </a:p>
          <a:p>
            <a:r>
              <a:rPr lang="cs-CZ" dirty="0" err="1"/>
              <a:t>Onedev</a:t>
            </a:r>
            <a:endParaRPr lang="cs-CZ" dirty="0"/>
          </a:p>
          <a:p>
            <a:r>
              <a:rPr lang="cs-CZ" dirty="0" err="1"/>
              <a:t>Gogs</a:t>
            </a:r>
            <a:endParaRPr lang="cs-CZ" dirty="0"/>
          </a:p>
          <a:p>
            <a:r>
              <a:rPr lang="cs-CZ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890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961BB3-93BB-DA19-D89E-122448DC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8683"/>
          </a:xfrm>
        </p:spPr>
        <p:txBody>
          <a:bodyPr/>
          <a:lstStyle/>
          <a:p>
            <a:r>
              <a:rPr lang="cs-CZ" dirty="0"/>
              <a:t>Tahák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2664B7-7CF1-7066-ADA6-5F50AE95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593"/>
            <a:ext cx="2589649" cy="4487770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effectLst/>
                <a:latin typeface="Calibri" panose="020F0502020204030204" pitchFamily="34" charset="0"/>
              </a:rPr>
              <a:t>init</a:t>
            </a:r>
            <a:endParaRPr lang="cs-CZ" sz="13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i="1" dirty="0" err="1">
                <a:effectLst/>
                <a:latin typeface="Calibri" panose="020F0502020204030204" pitchFamily="34" charset="0"/>
              </a:rPr>
              <a:t>Create</a:t>
            </a:r>
            <a:r>
              <a:rPr lang="cs-CZ" sz="1300" i="1" dirty="0">
                <a:effectLst/>
                <a:latin typeface="Calibri" panose="020F0502020204030204" pitchFamily="34" charset="0"/>
              </a:rPr>
              <a:t> readme.txt, dej enter na konec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effectLst/>
                <a:latin typeface="Calibri" panose="020F0502020204030204" pitchFamily="34" charset="0"/>
              </a:rPr>
              <a:t>git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status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add</a:t>
            </a:r>
            <a:r>
              <a:rPr lang="cs-CZ" sz="1300" dirty="0">
                <a:effectLst/>
                <a:latin typeface="Calibri" panose="020F0502020204030204" pitchFamily="34" charset="0"/>
              </a:rPr>
              <a:t> soubor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commit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- v editoru?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i="1" dirty="0">
                <a:effectLst/>
                <a:latin typeface="Calibri" panose="020F0502020204030204" pitchFamily="34" charset="0"/>
              </a:rPr>
              <a:t>Změň </a:t>
            </a:r>
            <a:r>
              <a:rPr lang="cs-CZ" sz="1300" i="1" dirty="0" err="1">
                <a:effectLst/>
                <a:latin typeface="Calibri" panose="020F0502020204030204" pitchFamily="34" charset="0"/>
              </a:rPr>
              <a:t>readme</a:t>
            </a:r>
            <a:endParaRPr lang="cs-CZ" sz="1300" i="1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add</a:t>
            </a:r>
            <a:r>
              <a:rPr lang="cs-CZ" sz="1300" dirty="0">
                <a:effectLst/>
                <a:latin typeface="Calibri" panose="020F0502020204030204" pitchFamily="34" charset="0"/>
              </a:rPr>
              <a:t> 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commit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-m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log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c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heckout</a:t>
            </a:r>
            <a:r>
              <a:rPr lang="cs-CZ" sz="1300" dirty="0">
                <a:effectLst/>
                <a:latin typeface="Calibri" panose="020F0502020204030204" pitchFamily="34" charset="0"/>
              </a:rPr>
              <a:t> SHA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c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heckout</a:t>
            </a:r>
            <a:r>
              <a:rPr lang="cs-CZ" sz="1300" dirty="0">
                <a:effectLst/>
                <a:latin typeface="Calibri" panose="020F0502020204030204" pitchFamily="34" charset="0"/>
              </a:rPr>
              <a:t> master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tag verze_1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log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i="1" dirty="0">
                <a:effectLst/>
                <a:latin typeface="Calibri" panose="020F0502020204030204" pitchFamily="34" charset="0"/>
              </a:rPr>
              <a:t>Změna </a:t>
            </a:r>
            <a:r>
              <a:rPr lang="cs-CZ" sz="1300" i="1" dirty="0" err="1">
                <a:effectLst/>
                <a:latin typeface="Calibri" panose="020F0502020204030204" pitchFamily="34" charset="0"/>
              </a:rPr>
              <a:t>readme</a:t>
            </a:r>
            <a:endParaRPr lang="cs-CZ" sz="1300" i="1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a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dd</a:t>
            </a:r>
            <a:r>
              <a:rPr lang="cs-CZ" sz="1300" dirty="0">
                <a:effectLst/>
                <a:latin typeface="Calibri" panose="020F0502020204030204" pitchFamily="34" charset="0"/>
              </a:rPr>
              <a:t>,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commit</a:t>
            </a:r>
            <a:endParaRPr lang="cs-CZ" sz="13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tag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300" dirty="0">
                <a:effectLst/>
                <a:latin typeface="Calibri" panose="020F0502020204030204" pitchFamily="34" charset="0"/>
              </a:rPr>
              <a:t> verze_1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i="1" dirty="0">
                <a:effectLst/>
                <a:latin typeface="Calibri" panose="020F0502020204030204" pitchFamily="34" charset="0"/>
              </a:rPr>
              <a:t>KUK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latin typeface="Calibri" panose="020F0502020204030204" pitchFamily="34" charset="0"/>
              </a:rPr>
              <a:t>g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it</a:t>
            </a:r>
            <a:r>
              <a:rPr lang="cs-CZ" sz="1300" dirty="0">
                <a:effectLst/>
                <a:latin typeface="Calibri" panose="020F0502020204030204" pitchFamily="34" charset="0"/>
              </a:rPr>
              <a:t>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300" dirty="0">
                <a:effectLst/>
                <a:latin typeface="Calibri" panose="020F0502020204030204" pitchFamily="34" charset="0"/>
              </a:rPr>
              <a:t> master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indent="0">
              <a:buNone/>
            </a:pPr>
            <a:endParaRPr lang="cs-CZ" sz="1300" dirty="0"/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0169D782-1297-B7D5-1AE3-456A4D4158E7}"/>
              </a:ext>
            </a:extLst>
          </p:cNvPr>
          <p:cNvSpPr txBox="1">
            <a:spLocks/>
          </p:cNvSpPr>
          <p:nvPr/>
        </p:nvSpPr>
        <p:spPr>
          <a:xfrm>
            <a:off x="3680843" y="1438184"/>
            <a:ext cx="2589649" cy="43678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cs-CZ" dirty="0">
                <a:latin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branch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Změna, ukazuj logy a </a:t>
            </a:r>
            <a:r>
              <a:rPr lang="cs-CZ" sz="1800" i="1" dirty="0" err="1">
                <a:effectLst/>
                <a:latin typeface="Calibri" panose="020F0502020204030204" pitchFamily="34" charset="0"/>
              </a:rPr>
              <a:t>diffy</a:t>
            </a:r>
            <a:endParaRPr lang="cs-CZ" sz="1800" i="1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commit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main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Změna něčeho jiného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Commit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 err="1">
                <a:effectLst/>
                <a:latin typeface="Calibri" panose="020F0502020204030204" pitchFamily="34" charset="0"/>
              </a:rPr>
              <a:t>branch</a:t>
            </a:r>
            <a:r>
              <a:rPr lang="cs-CZ" sz="1800" i="1" dirty="0">
                <a:effectLst/>
                <a:latin typeface="Calibri" panose="020F0502020204030204" pitchFamily="34" charset="0"/>
              </a:rPr>
              <a:t> //jen vylistuje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Kontrola, jak se věci mají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Pokračuju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main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//To byl fast forward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Změna souboru A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Checkout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main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Změna souboru A i B aby šla řešit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>
                <a:effectLst/>
                <a:latin typeface="Calibri" panose="020F0502020204030204" pitchFamily="34" charset="0"/>
              </a:rPr>
              <a:t>//3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way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800" dirty="0">
                <a:effectLst/>
                <a:latin typeface="Calibri" panose="020F0502020204030204" pitchFamily="34" charset="0"/>
              </a:rPr>
              <a:t> ort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cs-CZ" dirty="0"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</a:rPr>
              <a:t>Změna souboru A i B konfliktní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odbocka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>
                <a:effectLst/>
                <a:latin typeface="Calibri" panose="020F0502020204030204" pitchFamily="34" charset="0"/>
              </a:rPr>
              <a:t>//3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way</a:t>
            </a:r>
            <a:r>
              <a:rPr lang="cs-CZ" sz="1800" dirty="0">
                <a:effectLst/>
                <a:latin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800" dirty="0">
                <a:effectLst/>
                <a:latin typeface="Calibri" panose="020F0502020204030204" pitchFamily="34" charset="0"/>
              </a:rPr>
              <a:t> - </a:t>
            </a:r>
            <a:r>
              <a:rPr lang="cs-CZ" sz="1800" dirty="0" err="1">
                <a:effectLst/>
                <a:latin typeface="Calibri" panose="020F0502020204030204" pitchFamily="34" charset="0"/>
              </a:rPr>
              <a:t>conflict</a:t>
            </a:r>
            <a:endParaRPr lang="cs-CZ" sz="1800" dirty="0">
              <a:effectLst/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8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cs-CZ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8464CD3-901B-E0F7-AC18-8ED31E6E7B39}"/>
              </a:ext>
            </a:extLst>
          </p:cNvPr>
          <p:cNvSpPr txBox="1"/>
          <p:nvPr/>
        </p:nvSpPr>
        <p:spPr>
          <a:xfrm>
            <a:off x="6684352" y="1553593"/>
            <a:ext cx="175629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>
                <a:effectLst/>
                <a:latin typeface="Calibri" panose="020F0502020204030204" pitchFamily="34" charset="0"/>
              </a:rPr>
              <a:t>Konfigurace online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effectLst/>
                <a:latin typeface="Calibri" panose="020F0502020204030204" pitchFamily="34" charset="0"/>
              </a:rPr>
              <a:t>Clone</a:t>
            </a:r>
            <a:r>
              <a:rPr lang="cs-CZ" sz="1300" dirty="0">
                <a:effectLst/>
                <a:latin typeface="Calibri" panose="020F0502020204030204" pitchFamily="34" charset="0"/>
              </a:rPr>
              <a:t> existujícího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cs-CZ" sz="1300" dirty="0">
              <a:latin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dirty="0" err="1">
                <a:effectLst/>
                <a:latin typeface="Calibri" panose="020F0502020204030204" pitchFamily="34" charset="0"/>
              </a:rPr>
              <a:t>Fetch</a:t>
            </a:r>
            <a:r>
              <a:rPr lang="cs-CZ" sz="1300" dirty="0">
                <a:effectLst/>
                <a:latin typeface="Calibri" panose="020F0502020204030204" pitchFamily="34" charset="0"/>
              </a:rPr>
              <a:t> / vs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pull</a:t>
            </a:r>
            <a:r>
              <a:rPr lang="cs-CZ" sz="1300" dirty="0">
                <a:effectLst/>
                <a:latin typeface="Calibri" panose="020F0502020204030204" pitchFamily="34" charset="0"/>
              </a:rPr>
              <a:t> (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fetch</a:t>
            </a:r>
            <a:r>
              <a:rPr lang="cs-CZ" sz="1300" dirty="0">
                <a:effectLst/>
                <a:latin typeface="Calibri" panose="020F0502020204030204" pitchFamily="34" charset="0"/>
              </a:rPr>
              <a:t> + </a:t>
            </a:r>
            <a:r>
              <a:rPr lang="cs-CZ" sz="1300" dirty="0" err="1">
                <a:effectLst/>
                <a:latin typeface="Calibri" panose="020F0502020204030204" pitchFamily="34" charset="0"/>
              </a:rPr>
              <a:t>merge</a:t>
            </a:r>
            <a:r>
              <a:rPr lang="cs-CZ" sz="1300" dirty="0">
                <a:effectLst/>
                <a:latin typeface="Calibri" panose="020F0502020204030204" pitchFamily="34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>
                <a:latin typeface="Calibri" panose="020F0502020204030204" pitchFamily="34" charset="0"/>
              </a:rPr>
              <a:t>push</a:t>
            </a:r>
            <a:endParaRPr lang="cs-CZ" sz="13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872758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27193</TotalTime>
  <Words>671</Words>
  <Application>Microsoft Office PowerPoint</Application>
  <PresentationFormat>Širokoúhlá obrazovka</PresentationFormat>
  <Paragraphs>153</Paragraphs>
  <Slides>14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Wingdings</vt:lpstr>
      <vt:lpstr>Wingdings 3</vt:lpstr>
      <vt:lpstr>Fazeta</vt:lpstr>
      <vt:lpstr>Git a GitHub</vt:lpstr>
      <vt:lpstr>K čemu Git?</vt:lpstr>
      <vt:lpstr>První kroky</vt:lpstr>
      <vt:lpstr>Basic workflow</vt:lpstr>
      <vt:lpstr>Co dělá commit</vt:lpstr>
      <vt:lpstr>Checkout: přechod k jiné verzi, zobrazení rozdílu</vt:lpstr>
      <vt:lpstr>Tag: pojmenování commitu</vt:lpstr>
      <vt:lpstr>Vývojové větve</vt:lpstr>
      <vt:lpstr>Spojování větví: git merge branch_name</vt:lpstr>
      <vt:lpstr>Prezentace aplikace PowerPoint</vt:lpstr>
      <vt:lpstr>Master branch</vt:lpstr>
      <vt:lpstr>.gitignore</vt:lpstr>
      <vt:lpstr>Online repozitář</vt:lpstr>
      <vt:lpstr>Tahák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cp:lastPrinted>2024-03-26T09:09:38Z</cp:lastPrinted>
  <dcterms:created xsi:type="dcterms:W3CDTF">2013-03-17T20:03:48Z</dcterms:created>
  <dcterms:modified xsi:type="dcterms:W3CDTF">2024-04-05T10:22:09Z</dcterms:modified>
</cp:coreProperties>
</file>