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4" r:id="rId5"/>
    <p:sldId id="261" r:id="rId6"/>
    <p:sldId id="260" r:id="rId7"/>
    <p:sldId id="259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0973B-9D79-479B-9284-0AFCA217D787}" v="40" dt="2024-01-11T06:50:15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81" d="100"/>
          <a:sy n="81" d="100"/>
        </p:scale>
        <p:origin x="71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7050973B-9D79-479B-9284-0AFCA217D787}"/>
    <pc:docChg chg="undo custSel addSld modSld sldOrd">
      <pc:chgData name="KOUPIL Jan" userId="e926d9f2-b86a-408f-b8de-77ef0706564a" providerId="ADAL" clId="{7050973B-9D79-479B-9284-0AFCA217D787}" dt="2024-01-11T06:50:15.677" v="1269" actId="20577"/>
      <pc:docMkLst>
        <pc:docMk/>
      </pc:docMkLst>
      <pc:sldChg chg="delSp modSp mod">
        <pc:chgData name="KOUPIL Jan" userId="e926d9f2-b86a-408f-b8de-77ef0706564a" providerId="ADAL" clId="{7050973B-9D79-479B-9284-0AFCA217D787}" dt="2024-01-08T11:00:07.561" v="153" actId="478"/>
        <pc:sldMkLst>
          <pc:docMk/>
          <pc:sldMk cId="3213014487" sldId="257"/>
        </pc:sldMkLst>
        <pc:spChg chg="mod">
          <ac:chgData name="KOUPIL Jan" userId="e926d9f2-b86a-408f-b8de-77ef0706564a" providerId="ADAL" clId="{7050973B-9D79-479B-9284-0AFCA217D787}" dt="2023-03-01T15:53:45.076" v="13" actId="6549"/>
          <ac:spMkLst>
            <pc:docMk/>
            <pc:sldMk cId="3213014487" sldId="257"/>
            <ac:spMk id="3" creationId="{00000000-0000-0000-0000-000000000000}"/>
          </ac:spMkLst>
        </pc:spChg>
        <pc:spChg chg="del">
          <ac:chgData name="KOUPIL Jan" userId="e926d9f2-b86a-408f-b8de-77ef0706564a" providerId="ADAL" clId="{7050973B-9D79-479B-9284-0AFCA217D787}" dt="2024-01-08T11:00:07.561" v="153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7050973B-9D79-479B-9284-0AFCA217D787}" dt="2024-01-08T11:00:04.539" v="152" actId="478"/>
        <pc:sldMkLst>
          <pc:docMk/>
          <pc:sldMk cId="2584911359" sldId="258"/>
        </pc:sldMkLst>
        <pc:spChg chg="del">
          <ac:chgData name="KOUPIL Jan" userId="e926d9f2-b86a-408f-b8de-77ef0706564a" providerId="ADAL" clId="{7050973B-9D79-479B-9284-0AFCA217D787}" dt="2024-01-08T11:00:04.539" v="152" actId="478"/>
          <ac:spMkLst>
            <pc:docMk/>
            <pc:sldMk cId="2584911359" sldId="258"/>
            <ac:spMk id="4" creationId="{8D6FE4FE-E3C5-40BA-97B1-F51ED4D0D9FE}"/>
          </ac:spMkLst>
        </pc:spChg>
      </pc:sldChg>
      <pc:sldChg chg="delSp mod ord">
        <pc:chgData name="KOUPIL Jan" userId="e926d9f2-b86a-408f-b8de-77ef0706564a" providerId="ADAL" clId="{7050973B-9D79-479B-9284-0AFCA217D787}" dt="2024-01-08T11:00:16.120" v="155" actId="478"/>
        <pc:sldMkLst>
          <pc:docMk/>
          <pc:sldMk cId="1969915623" sldId="259"/>
        </pc:sldMkLst>
        <pc:spChg chg="del">
          <ac:chgData name="KOUPIL Jan" userId="e926d9f2-b86a-408f-b8de-77ef0706564a" providerId="ADAL" clId="{7050973B-9D79-479B-9284-0AFCA217D787}" dt="2024-01-08T11:00:16.120" v="155" actId="478"/>
          <ac:spMkLst>
            <pc:docMk/>
            <pc:sldMk cId="1969915623" sldId="259"/>
            <ac:spMk id="4" creationId="{F3E94008-68EB-447B-ABD3-1430E4110D3F}"/>
          </ac:spMkLst>
        </pc:spChg>
      </pc:sldChg>
      <pc:sldChg chg="addSp delSp modSp mod">
        <pc:chgData name="KOUPIL Jan" userId="e926d9f2-b86a-408f-b8de-77ef0706564a" providerId="ADAL" clId="{7050973B-9D79-479B-9284-0AFCA217D787}" dt="2024-01-08T16:09:34.510" v="998" actId="20577"/>
        <pc:sldMkLst>
          <pc:docMk/>
          <pc:sldMk cId="4203029208" sldId="260"/>
        </pc:sldMkLst>
        <pc:spChg chg="mod">
          <ac:chgData name="KOUPIL Jan" userId="e926d9f2-b86a-408f-b8de-77ef0706564a" providerId="ADAL" clId="{7050973B-9D79-479B-9284-0AFCA217D787}" dt="2024-01-08T10:59:05.214" v="133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7050973B-9D79-479B-9284-0AFCA217D787}" dt="2024-01-08T16:09:34.510" v="998" actId="20577"/>
          <ac:spMkLst>
            <pc:docMk/>
            <pc:sldMk cId="4203029208" sldId="260"/>
            <ac:spMk id="3" creationId="{6E90B8E0-323E-46AB-B95A-B8A21787EC30}"/>
          </ac:spMkLst>
        </pc:spChg>
        <pc:spChg chg="del">
          <ac:chgData name="KOUPIL Jan" userId="e926d9f2-b86a-408f-b8de-77ef0706564a" providerId="ADAL" clId="{7050973B-9D79-479B-9284-0AFCA217D787}" dt="2024-01-08T11:00:13.345" v="154" actId="478"/>
          <ac:spMkLst>
            <pc:docMk/>
            <pc:sldMk cId="4203029208" sldId="260"/>
            <ac:spMk id="4" creationId="{70420AC6-6A82-4877-B975-39C89B331158}"/>
          </ac:spMkLst>
        </pc:spChg>
        <pc:spChg chg="add mod">
          <ac:chgData name="KOUPIL Jan" userId="e926d9f2-b86a-408f-b8de-77ef0706564a" providerId="ADAL" clId="{7050973B-9D79-479B-9284-0AFCA217D787}" dt="2024-01-08T13:04:13.475" v="943" actId="1076"/>
          <ac:spMkLst>
            <pc:docMk/>
            <pc:sldMk cId="4203029208" sldId="260"/>
            <ac:spMk id="5" creationId="{AA038A04-708E-B029-9168-1949D29679FB}"/>
          </ac:spMkLst>
        </pc:spChg>
      </pc:sldChg>
      <pc:sldChg chg="addSp delSp modSp mod ord">
        <pc:chgData name="KOUPIL Jan" userId="e926d9f2-b86a-408f-b8de-77ef0706564a" providerId="ADAL" clId="{7050973B-9D79-479B-9284-0AFCA217D787}" dt="2024-01-08T16:09:59.134" v="1015" actId="27636"/>
        <pc:sldMkLst>
          <pc:docMk/>
          <pc:sldMk cId="855272509" sldId="261"/>
        </pc:sldMkLst>
        <pc:spChg chg="mod">
          <ac:chgData name="KOUPIL Jan" userId="e926d9f2-b86a-408f-b8de-77ef0706564a" providerId="ADAL" clId="{7050973B-9D79-479B-9284-0AFCA217D787}" dt="2024-01-08T10:59:20.827" v="144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7050973B-9D79-479B-9284-0AFCA217D787}" dt="2024-01-08T16:09:59.134" v="1015" actId="27636"/>
          <ac:spMkLst>
            <pc:docMk/>
            <pc:sldMk cId="855272509" sldId="261"/>
            <ac:spMk id="3" creationId="{37DE412A-4E82-4EEE-B45A-AB512374A142}"/>
          </ac:spMkLst>
        </pc:spChg>
        <pc:spChg chg="del mod">
          <ac:chgData name="KOUPIL Jan" userId="e926d9f2-b86a-408f-b8de-77ef0706564a" providerId="ADAL" clId="{7050973B-9D79-479B-9284-0AFCA217D787}" dt="2024-01-08T11:00:01.712" v="151" actId="478"/>
          <ac:spMkLst>
            <pc:docMk/>
            <pc:sldMk cId="855272509" sldId="261"/>
            <ac:spMk id="4" creationId="{D9AA80DC-B2AD-4919-B038-DAD9ACE14868}"/>
          </ac:spMkLst>
        </pc:spChg>
        <pc:spChg chg="add">
          <ac:chgData name="KOUPIL Jan" userId="e926d9f2-b86a-408f-b8de-77ef0706564a" providerId="ADAL" clId="{7050973B-9D79-479B-9284-0AFCA217D787}" dt="2024-01-08T11:06:48.999" v="318"/>
          <ac:spMkLst>
            <pc:docMk/>
            <pc:sldMk cId="855272509" sldId="261"/>
            <ac:spMk id="5" creationId="{AE141F47-44BD-70DB-19A1-042E6548E136}"/>
          </ac:spMkLst>
        </pc:spChg>
        <pc:spChg chg="add mod">
          <ac:chgData name="KOUPIL Jan" userId="e926d9f2-b86a-408f-b8de-77ef0706564a" providerId="ADAL" clId="{7050973B-9D79-479B-9284-0AFCA217D787}" dt="2024-01-08T13:04:08.546" v="942" actId="1076"/>
          <ac:spMkLst>
            <pc:docMk/>
            <pc:sldMk cId="855272509" sldId="261"/>
            <ac:spMk id="6" creationId="{C60F927B-A8D5-6FEA-D35D-41C259377AEE}"/>
          </ac:spMkLst>
        </pc:spChg>
        <pc:spChg chg="add del">
          <ac:chgData name="KOUPIL Jan" userId="e926d9f2-b86a-408f-b8de-77ef0706564a" providerId="ADAL" clId="{7050973B-9D79-479B-9284-0AFCA217D787}" dt="2024-01-08T11:13:03.572" v="633" actId="478"/>
          <ac:spMkLst>
            <pc:docMk/>
            <pc:sldMk cId="855272509" sldId="261"/>
            <ac:spMk id="7" creationId="{CF00EC7B-6783-7E4F-3A12-EF6D8E52022C}"/>
          </ac:spMkLst>
        </pc:spChg>
      </pc:sldChg>
      <pc:sldChg chg="delSp modSp mod">
        <pc:chgData name="KOUPIL Jan" userId="e926d9f2-b86a-408f-b8de-77ef0706564a" providerId="ADAL" clId="{7050973B-9D79-479B-9284-0AFCA217D787}" dt="2024-01-08T11:00:18.647" v="156" actId="478"/>
        <pc:sldMkLst>
          <pc:docMk/>
          <pc:sldMk cId="2310403303" sldId="262"/>
        </pc:sldMkLst>
        <pc:spChg chg="mod">
          <ac:chgData name="KOUPIL Jan" userId="e926d9f2-b86a-408f-b8de-77ef0706564a" providerId="ADAL" clId="{7050973B-9D79-479B-9284-0AFCA217D787}" dt="2024-01-08T10:58:13.721" v="100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7050973B-9D79-479B-9284-0AFCA217D787}" dt="2024-01-08T10:57:23.657" v="66" actId="20577"/>
          <ac:spMkLst>
            <pc:docMk/>
            <pc:sldMk cId="2310403303" sldId="262"/>
            <ac:spMk id="3" creationId="{0284C1CC-62BD-45C6-9437-0B002F427B0A}"/>
          </ac:spMkLst>
        </pc:spChg>
        <pc:spChg chg="del">
          <ac:chgData name="KOUPIL Jan" userId="e926d9f2-b86a-408f-b8de-77ef0706564a" providerId="ADAL" clId="{7050973B-9D79-479B-9284-0AFCA217D787}" dt="2024-01-08T11:00:18.647" v="156" actId="478"/>
          <ac:spMkLst>
            <pc:docMk/>
            <pc:sldMk cId="2310403303" sldId="262"/>
            <ac:spMk id="4" creationId="{F7B82FCF-9E68-41F3-B49A-7A62F7B5EF27}"/>
          </ac:spMkLst>
        </pc:spChg>
      </pc:sldChg>
      <pc:sldChg chg="delSp modSp new mod">
        <pc:chgData name="KOUPIL Jan" userId="e926d9f2-b86a-408f-b8de-77ef0706564a" providerId="ADAL" clId="{7050973B-9D79-479B-9284-0AFCA217D787}" dt="2024-01-08T11:00:20.563" v="157" actId="478"/>
        <pc:sldMkLst>
          <pc:docMk/>
          <pc:sldMk cId="3350151239" sldId="263"/>
        </pc:sldMkLst>
        <pc:spChg chg="mod">
          <ac:chgData name="KOUPIL Jan" userId="e926d9f2-b86a-408f-b8de-77ef0706564a" providerId="ADAL" clId="{7050973B-9D79-479B-9284-0AFCA217D787}" dt="2024-01-08T10:58:30.656" v="116" actId="20577"/>
          <ac:spMkLst>
            <pc:docMk/>
            <pc:sldMk cId="3350151239" sldId="263"/>
            <ac:spMk id="2" creationId="{CCBA4983-8D98-CDAD-6371-0C517732C68A}"/>
          </ac:spMkLst>
        </pc:spChg>
        <pc:spChg chg="mod">
          <ac:chgData name="KOUPIL Jan" userId="e926d9f2-b86a-408f-b8de-77ef0706564a" providerId="ADAL" clId="{7050973B-9D79-479B-9284-0AFCA217D787}" dt="2024-01-08T10:58:34.216" v="118" actId="20577"/>
          <ac:spMkLst>
            <pc:docMk/>
            <pc:sldMk cId="3350151239" sldId="263"/>
            <ac:spMk id="3" creationId="{37D61081-AFF7-DC61-8655-4F362129483A}"/>
          </ac:spMkLst>
        </pc:spChg>
        <pc:spChg chg="del">
          <ac:chgData name="KOUPIL Jan" userId="e926d9f2-b86a-408f-b8de-77ef0706564a" providerId="ADAL" clId="{7050973B-9D79-479B-9284-0AFCA217D787}" dt="2024-01-08T11:00:20.563" v="157" actId="478"/>
          <ac:spMkLst>
            <pc:docMk/>
            <pc:sldMk cId="3350151239" sldId="263"/>
            <ac:spMk id="4" creationId="{B44FD19A-3D33-FDB5-C5EE-5F876E088B3B}"/>
          </ac:spMkLst>
        </pc:spChg>
      </pc:sldChg>
      <pc:sldChg chg="modSp new mod">
        <pc:chgData name="KOUPIL Jan" userId="e926d9f2-b86a-408f-b8de-77ef0706564a" providerId="ADAL" clId="{7050973B-9D79-479B-9284-0AFCA217D787}" dt="2024-01-11T06:50:15.677" v="1269" actId="20577"/>
        <pc:sldMkLst>
          <pc:docMk/>
          <pc:sldMk cId="2401318459" sldId="264"/>
        </pc:sldMkLst>
        <pc:spChg chg="mod">
          <ac:chgData name="KOUPIL Jan" userId="e926d9f2-b86a-408f-b8de-77ef0706564a" providerId="ADAL" clId="{7050973B-9D79-479B-9284-0AFCA217D787}" dt="2024-01-11T06:50:15.677" v="1269" actId="20577"/>
          <ac:spMkLst>
            <pc:docMk/>
            <pc:sldMk cId="2401318459" sldId="264"/>
            <ac:spMk id="2" creationId="{3AEEDC78-9EF7-C7C7-0A82-AC0F28806CB1}"/>
          </ac:spMkLst>
        </pc:spChg>
        <pc:spChg chg="mod">
          <ac:chgData name="KOUPIL Jan" userId="e926d9f2-b86a-408f-b8de-77ef0706564a" providerId="ADAL" clId="{7050973B-9D79-479B-9284-0AFCA217D787}" dt="2024-01-11T06:50:02.742" v="1268" actId="20577"/>
          <ac:spMkLst>
            <pc:docMk/>
            <pc:sldMk cId="2401318459" sldId="264"/>
            <ac:spMk id="3" creationId="{5B4CDE46-C8FB-9482-37EA-279074EC9869}"/>
          </ac:spMkLst>
        </pc:spChg>
      </pc:sldChg>
    </pc:docChg>
  </pc:docChgLst>
  <pc:docChgLst>
    <pc:chgData name="KOUPIL Jan" userId="e926d9f2-b86a-408f-b8de-77ef0706564a" providerId="ADAL" clId="{0C21247A-97A0-4945-8F7B-E8ECB36324B2}"/>
    <pc:docChg chg="undo custSel addSld modSld modMainMaster modShowInfo">
      <pc:chgData name="KOUPIL Jan" userId="e926d9f2-b86a-408f-b8de-77ef0706564a" providerId="ADAL" clId="{0C21247A-97A0-4945-8F7B-E8ECB36324B2}" dt="2021-03-22T16:05:18.458" v="627" actId="404"/>
      <pc:docMkLst>
        <pc:docMk/>
      </pc:docMkLst>
      <pc:sldChg chg="addSp delSp mod">
        <pc:chgData name="KOUPIL Jan" userId="e926d9f2-b86a-408f-b8de-77ef0706564a" providerId="ADAL" clId="{0C21247A-97A0-4945-8F7B-E8ECB36324B2}" dt="2021-03-22T16:02:52.819" v="590" actId="478"/>
        <pc:sldMkLst>
          <pc:docMk/>
          <pc:sldMk cId="3213014487" sldId="257"/>
        </pc:sldMkLst>
        <pc:spChg chg="add del">
          <ac:chgData name="KOUPIL Jan" userId="e926d9f2-b86a-408f-b8de-77ef0706564a" providerId="ADAL" clId="{0C21247A-97A0-4945-8F7B-E8ECB36324B2}" dt="2021-03-22T16:02:52.819" v="590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addSp modSp new mod">
        <pc:chgData name="KOUPIL Jan" userId="e926d9f2-b86a-408f-b8de-77ef0706564a" providerId="ADAL" clId="{0C21247A-97A0-4945-8F7B-E8ECB36324B2}" dt="2021-03-22T16:03:08.074" v="591"/>
        <pc:sldMkLst>
          <pc:docMk/>
          <pc:sldMk cId="1646534460" sldId="287"/>
        </pc:sldMkLst>
        <pc:spChg chg="mod">
          <ac:chgData name="KOUPIL Jan" userId="e926d9f2-b86a-408f-b8de-77ef0706564a" providerId="ADAL" clId="{0C21247A-97A0-4945-8F7B-E8ECB36324B2}" dt="2021-03-22T15:38:28.569" v="37" actId="20577"/>
          <ac:spMkLst>
            <pc:docMk/>
            <pc:sldMk cId="1646534460" sldId="287"/>
            <ac:spMk id="2" creationId="{B9940179-AFF4-4C4D-B7B2-A308B9B9089E}"/>
          </ac:spMkLst>
        </pc:spChg>
        <pc:spChg chg="mod">
          <ac:chgData name="KOUPIL Jan" userId="e926d9f2-b86a-408f-b8de-77ef0706564a" providerId="ADAL" clId="{0C21247A-97A0-4945-8F7B-E8ECB36324B2}" dt="2021-03-22T15:41:00.746" v="138" actId="1076"/>
          <ac:spMkLst>
            <pc:docMk/>
            <pc:sldMk cId="1646534460" sldId="287"/>
            <ac:spMk id="3" creationId="{0D85DDC2-3A3C-4C71-9A7D-3AA3D58B739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646534460" sldId="287"/>
            <ac:spMk id="4" creationId="{B98EEA80-DF19-4E90-B5C9-4F8448BDAE13}"/>
          </ac:spMkLst>
        </pc:spChg>
        <pc:spChg chg="add mod">
          <ac:chgData name="KOUPIL Jan" userId="e926d9f2-b86a-408f-b8de-77ef0706564a" providerId="ADAL" clId="{0C21247A-97A0-4945-8F7B-E8ECB36324B2}" dt="2021-03-22T15:50:42.912" v="390" actId="20577"/>
          <ac:spMkLst>
            <pc:docMk/>
            <pc:sldMk cId="1646534460" sldId="287"/>
            <ac:spMk id="6" creationId="{FB8DAE42-A79B-4891-ABF3-8FD7C8C47C84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3:08.074" v="591"/>
        <pc:sldMkLst>
          <pc:docMk/>
          <pc:sldMk cId="4274979833" sldId="288"/>
        </pc:sldMkLst>
        <pc:spChg chg="mod">
          <ac:chgData name="KOUPIL Jan" userId="e926d9f2-b86a-408f-b8de-77ef0706564a" providerId="ADAL" clId="{0C21247A-97A0-4945-8F7B-E8ECB36324B2}" dt="2021-03-22T15:43:36.512" v="231" actId="20577"/>
          <ac:spMkLst>
            <pc:docMk/>
            <pc:sldMk cId="4274979833" sldId="288"/>
            <ac:spMk id="2" creationId="{023659F4-D853-4885-BA11-132E65B54A66}"/>
          </ac:spMkLst>
        </pc:spChg>
        <pc:spChg chg="mod">
          <ac:chgData name="KOUPIL Jan" userId="e926d9f2-b86a-408f-b8de-77ef0706564a" providerId="ADAL" clId="{0C21247A-97A0-4945-8F7B-E8ECB36324B2}" dt="2021-03-22T15:59:46.218" v="520" actId="20577"/>
          <ac:spMkLst>
            <pc:docMk/>
            <pc:sldMk cId="4274979833" sldId="288"/>
            <ac:spMk id="3" creationId="{E4E41B99-0FD6-4D66-A20E-348AD2D9C5B1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4274979833" sldId="288"/>
            <ac:spMk id="4" creationId="{8942C670-F71D-4DC6-AB38-3F25D12FB5EF}"/>
          </ac:spMkLst>
        </pc:spChg>
        <pc:spChg chg="add del mod">
          <ac:chgData name="KOUPIL Jan" userId="e926d9f2-b86a-408f-b8de-77ef0706564a" providerId="ADAL" clId="{0C21247A-97A0-4945-8F7B-E8ECB36324B2}" dt="2021-03-22T15:46:22.330" v="304"/>
          <ac:spMkLst>
            <pc:docMk/>
            <pc:sldMk cId="4274979833" sldId="288"/>
            <ac:spMk id="6" creationId="{DADAF91C-BD2B-45A7-BBBB-61CCA53FD19F}"/>
          </ac:spMkLst>
        </pc:spChg>
      </pc:sldChg>
      <pc:sldChg chg="modSp new mod">
        <pc:chgData name="KOUPIL Jan" userId="e926d9f2-b86a-408f-b8de-77ef0706564a" providerId="ADAL" clId="{0C21247A-97A0-4945-8F7B-E8ECB36324B2}" dt="2021-03-22T16:03:08.074" v="591"/>
        <pc:sldMkLst>
          <pc:docMk/>
          <pc:sldMk cId="178065162" sldId="289"/>
        </pc:sldMkLst>
        <pc:spChg chg="mod">
          <ac:chgData name="KOUPIL Jan" userId="e926d9f2-b86a-408f-b8de-77ef0706564a" providerId="ADAL" clId="{0C21247A-97A0-4945-8F7B-E8ECB36324B2}" dt="2021-03-22T15:51:30.456" v="412" actId="20577"/>
          <ac:spMkLst>
            <pc:docMk/>
            <pc:sldMk cId="178065162" sldId="289"/>
            <ac:spMk id="2" creationId="{F1259C09-0F56-4F77-8153-B068B4A36EA1}"/>
          </ac:spMkLst>
        </pc:spChg>
        <pc:spChg chg="mod">
          <ac:chgData name="KOUPIL Jan" userId="e926d9f2-b86a-408f-b8de-77ef0706564a" providerId="ADAL" clId="{0C21247A-97A0-4945-8F7B-E8ECB36324B2}" dt="2021-03-22T15:59:56.482" v="522" actId="20577"/>
          <ac:spMkLst>
            <pc:docMk/>
            <pc:sldMk cId="178065162" sldId="289"/>
            <ac:spMk id="3" creationId="{39BB37DC-F79F-4425-9806-1296A06F8F5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78065162" sldId="289"/>
            <ac:spMk id="4" creationId="{FE896390-EC54-4112-8741-D676CFA75322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5:18.458" v="627" actId="404"/>
        <pc:sldMkLst>
          <pc:docMk/>
          <pc:sldMk cId="1006157245" sldId="290"/>
        </pc:sldMkLst>
        <pc:spChg chg="mod">
          <ac:chgData name="KOUPIL Jan" userId="e926d9f2-b86a-408f-b8de-77ef0706564a" providerId="ADAL" clId="{0C21247A-97A0-4945-8F7B-E8ECB36324B2}" dt="2021-03-22T16:05:18.458" v="627" actId="404"/>
          <ac:spMkLst>
            <pc:docMk/>
            <pc:sldMk cId="1006157245" sldId="290"/>
            <ac:spMk id="2" creationId="{908DA485-F115-4D39-BD52-C4290CC4DF17}"/>
          </ac:spMkLst>
        </pc:spChg>
        <pc:spChg chg="mod">
          <ac:chgData name="KOUPIL Jan" userId="e926d9f2-b86a-408f-b8de-77ef0706564a" providerId="ADAL" clId="{0C21247A-97A0-4945-8F7B-E8ECB36324B2}" dt="2021-03-22T16:00:20.304" v="537"/>
          <ac:spMkLst>
            <pc:docMk/>
            <pc:sldMk cId="1006157245" sldId="290"/>
            <ac:spMk id="3" creationId="{AF18ED55-A2B7-407E-9660-2579BA8B7178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006157245" sldId="290"/>
            <ac:spMk id="4" creationId="{4028C468-1BA3-4C97-BC64-2E1F61FD3918}"/>
          </ac:spMkLst>
        </pc:spChg>
        <pc:spChg chg="add del mod">
          <ac:chgData name="KOUPIL Jan" userId="e926d9f2-b86a-408f-b8de-77ef0706564a" providerId="ADAL" clId="{0C21247A-97A0-4945-8F7B-E8ECB36324B2}" dt="2021-03-22T16:01:12.146" v="545" actId="21"/>
          <ac:spMkLst>
            <pc:docMk/>
            <pc:sldMk cId="1006157245" sldId="290"/>
            <ac:spMk id="6" creationId="{F670EDA0-BE27-4B6B-A1D5-79192E7D44B7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4:20.702" v="596" actId="404"/>
        <pc:sldMkLst>
          <pc:docMk/>
          <pc:sldMk cId="3990236175" sldId="291"/>
        </pc:sldMkLst>
        <pc:spChg chg="mod">
          <ac:chgData name="KOUPIL Jan" userId="e926d9f2-b86a-408f-b8de-77ef0706564a" providerId="ADAL" clId="{0C21247A-97A0-4945-8F7B-E8ECB36324B2}" dt="2021-03-22T16:01:22.757" v="576" actId="20577"/>
          <ac:spMkLst>
            <pc:docMk/>
            <pc:sldMk cId="3990236175" sldId="291"/>
            <ac:spMk id="2" creationId="{8E7350CC-8D39-4C6D-AAA4-70253E62A5D4}"/>
          </ac:spMkLst>
        </pc:spChg>
        <pc:spChg chg="del mod">
          <ac:chgData name="KOUPIL Jan" userId="e926d9f2-b86a-408f-b8de-77ef0706564a" providerId="ADAL" clId="{0C21247A-97A0-4945-8F7B-E8ECB36324B2}" dt="2021-03-22T16:01:24.694" v="578"/>
          <ac:spMkLst>
            <pc:docMk/>
            <pc:sldMk cId="3990236175" sldId="291"/>
            <ac:spMk id="3" creationId="{9B1ED339-7EE2-483A-99BC-8BB6DD7C2D5D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3990236175" sldId="291"/>
            <ac:spMk id="4" creationId="{39A91D52-2D9A-4397-B5FC-5B236B803480}"/>
          </ac:spMkLst>
        </pc:spChg>
        <pc:spChg chg="add mod">
          <ac:chgData name="KOUPIL Jan" userId="e926d9f2-b86a-408f-b8de-77ef0706564a" providerId="ADAL" clId="{0C21247A-97A0-4945-8F7B-E8ECB36324B2}" dt="2021-03-22T16:04:20.702" v="596" actId="404"/>
          <ac:spMkLst>
            <pc:docMk/>
            <pc:sldMk cId="3990236175" sldId="291"/>
            <ac:spMk id="5" creationId="{A0175A7D-48C8-4883-9637-776BCDF8F899}"/>
          </ac:spMkLst>
        </pc:spChg>
      </pc:sldChg>
      <pc:sldMasterChg chg="modSldLayout">
        <pc:chgData name="KOUPIL Jan" userId="e926d9f2-b86a-408f-b8de-77ef0706564a" providerId="ADAL" clId="{0C21247A-97A0-4945-8F7B-E8ECB36324B2}" dt="2021-03-22T16:03:08.888" v="592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0C21247A-97A0-4945-8F7B-E8ECB36324B2}" dt="2021-03-22T16:03:08.888" v="592"/>
          <pc:sldLayoutMkLst>
            <pc:docMk/>
            <pc:sldMasterMk cId="856121564" sldId="2147483731"/>
            <pc:sldLayoutMk cId="2265024762" sldId="2147483733"/>
          </pc:sldLayoutMkLst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4" creationId="{1C3080E4-572C-41B5-B3A1-1280098FF8D5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6" creationId="{D173D9A3-F8AA-4D4B-BC61-FE7950292652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del mod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7BDBC3FB-9C82-463B-958A-35590359207B}"/>
    <pc:docChg chg="custSel modSld modMainMaster modNotesMaster">
      <pc:chgData name="KOUPIL Jan" userId="e926d9f2-b86a-408f-b8de-77ef0706564a" providerId="ADAL" clId="{7BDBC3FB-9C82-463B-958A-35590359207B}" dt="2020-11-06T07:46:37.100" v="74" actId="20577"/>
      <pc:docMkLst>
        <pc:docMk/>
      </pc:docMkLst>
      <pc:sldChg chg="modSp modNotes">
        <pc:chgData name="KOUPIL Jan" userId="e926d9f2-b86a-408f-b8de-77ef0706564a" providerId="ADAL" clId="{7BDBC3FB-9C82-463B-958A-35590359207B}" dt="2020-10-08T20:03:56.381" v="0"/>
        <pc:sldMkLst>
          <pc:docMk/>
          <pc:sldMk cId="2754185471" sldId="25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213014487" sldId="25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13014487" sldId="257"/>
            <ac:spMk id="4" creationId="{00000000-0000-0000-0000-00000000000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4.651" v="26"/>
        <pc:sldMkLst>
          <pc:docMk/>
          <pc:sldMk cId="547314671" sldId="25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4.419" v="25" actId="478"/>
          <ac:spMkLst>
            <pc:docMk/>
            <pc:sldMk cId="547314671" sldId="258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4.651" v="26"/>
          <ac:spMkLst>
            <pc:docMk/>
            <pc:sldMk cId="547314671" sldId="258"/>
            <ac:spMk id="5" creationId="{DF40FD2A-8C5E-462C-8770-0D55B460A55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8.174" v="28"/>
        <pc:sldMkLst>
          <pc:docMk/>
          <pc:sldMk cId="2433212059" sldId="25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7.999" v="27" actId="478"/>
          <ac:spMkLst>
            <pc:docMk/>
            <pc:sldMk cId="2433212059" sldId="259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8.174" v="28"/>
          <ac:spMkLst>
            <pc:docMk/>
            <pc:sldMk cId="2433212059" sldId="259"/>
            <ac:spMk id="5" creationId="{9EC2A2CD-C1F1-4004-BC94-A7B924F52323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57207181" sldId="26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3:56.381" v="0"/>
        <pc:sldMkLst>
          <pc:docMk/>
          <pc:sldMk cId="969331777" sldId="26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195461452" sldId="26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08215380" sldId="26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05306772" sldId="26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05306772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88760000" sldId="26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8876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764581005" sldId="26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029481206" sldId="26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24344326" sldId="26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60466784" sldId="26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60466784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15:28.829" v="29"/>
        <pc:sldMkLst>
          <pc:docMk/>
          <pc:sldMk cId="3370756390" sldId="27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370756390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15:28.829" v="29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536038781" sldId="27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254070863" sldId="27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54070863" sldId="272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41:46.813" v="55" actId="20577"/>
        <pc:sldMkLst>
          <pc:docMk/>
          <pc:sldMk cId="2240804871" sldId="27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40804871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41:46.813" v="55" actId="20577"/>
          <ac:spMkLst>
            <pc:docMk/>
            <pc:sldMk cId="2240804871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40804871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92103281" sldId="27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95335622" sldId="27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451173342" sldId="27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07752239" sldId="27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292798029" sldId="27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413049805" sldId="27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16333401" sldId="28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1633340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1-06T07:46:37.100" v="74" actId="20577"/>
        <pc:sldMkLst>
          <pc:docMk/>
          <pc:sldMk cId="1553475423" sldId="28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1-06T07:46:37.100" v="74" actId="20577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531719450" sldId="28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531719450" sldId="28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576638829" sldId="28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576638829" sldId="28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41550817" sldId="28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41550817" sldId="28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258053116" sldId="28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58053116" sldId="28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58053116" sldId="28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972141019" sldId="28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972141019" sldId="286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7BDBC3FB-9C82-463B-958A-35590359207B}" dt="2020-10-08T20:03:56.38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7BDBC3FB-9C82-463B-958A-35590359207B}" dt="2020-10-08T20:03:56.38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7BDBC3FB-9C82-463B-958A-35590359207B}" dt="2020-10-08T20:03:56.38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  <pc:sldMasterChg chg="modSldLayout">
        <pc:chgData name="KOUPIL Jan" userId="e926d9f2-b86a-408f-b8de-77ef0706564a" providerId="ADAL" clId="{7BDBC3FB-9C82-463B-958A-35590359207B}" dt="2020-10-08T20:04:56.351" v="24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7BDBC3FB-9C82-463B-958A-35590359207B}" dt="2020-10-08T20:04:56.351" v="24"/>
          <pc:sldLayoutMkLst>
            <pc:docMk/>
            <pc:sldMasterMk cId="856121564" sldId="2147483731"/>
            <pc:sldLayoutMk cId="2265024762" sldId="2147483733"/>
          </pc:sldLayoutMkLst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4" creationId="{00000000-0000-0000-0000-000000000000}"/>
            </ac:spMkLst>
          </pc:spChg>
          <pc:spChg chg="del mod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5" creationId="{00000000-0000-0000-0000-000000000000}"/>
            </ac:spMkLst>
          </pc:spChg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6" creationId="{00000000-0000-0000-0000-00000000000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E8F3A511-A8E3-4752-8249-2A5E90F22323}"/>
    <pc:docChg chg="undo custSel addSld delSld modSld modMainMaster">
      <pc:chgData name="KOUPIL Jan" userId="e926d9f2-b86a-408f-b8de-77ef0706564a" providerId="ADAL" clId="{E8F3A511-A8E3-4752-8249-2A5E90F22323}" dt="2021-05-02T19:04:06.621" v="1508" actId="20577"/>
      <pc:docMkLst>
        <pc:docMk/>
      </pc:docMkLst>
      <pc:sldChg chg="modSp mod">
        <pc:chgData name="KOUPIL Jan" userId="e926d9f2-b86a-408f-b8de-77ef0706564a" providerId="ADAL" clId="{E8F3A511-A8E3-4752-8249-2A5E90F22323}" dt="2021-04-21T19:07:52.363" v="958" actId="14100"/>
        <pc:sldMkLst>
          <pc:docMk/>
          <pc:sldMk cId="2754185471" sldId="256"/>
        </pc:sldMkLst>
        <pc:spChg chg="mod">
          <ac:chgData name="KOUPIL Jan" userId="e926d9f2-b86a-408f-b8de-77ef0706564a" providerId="ADAL" clId="{E8F3A511-A8E3-4752-8249-2A5E90F22323}" dt="2021-04-21T19:07:52.363" v="958" actId="1410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E8F3A511-A8E3-4752-8249-2A5E90F22323}" dt="2021-05-02T19:01:31.898" v="1466"/>
        <pc:sldMkLst>
          <pc:docMk/>
          <pc:sldMk cId="3213014487" sldId="257"/>
        </pc:sldMkLst>
        <pc:spChg chg="mod">
          <ac:chgData name="KOUPIL Jan" userId="e926d9f2-b86a-408f-b8de-77ef0706564a" providerId="ADAL" clId="{E8F3A511-A8E3-4752-8249-2A5E90F22323}" dt="2021-04-21T12:56:43.804" v="837" actId="20577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4-23T16:32:08.535" v="1264" actId="20577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5-02T19:01:31.898" v="1466"/>
          <ac:spMkLst>
            <pc:docMk/>
            <pc:sldMk cId="3213014487" sldId="257"/>
            <ac:spMk id="4" creationId="{00000000-0000-0000-0000-000000000000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47314671" sldId="258"/>
        </pc:sldMkLst>
      </pc:sldChg>
      <pc:sldChg chg="modSp new mod">
        <pc:chgData name="KOUPIL Jan" userId="e926d9f2-b86a-408f-b8de-77ef0706564a" providerId="ADAL" clId="{E8F3A511-A8E3-4752-8249-2A5E90F22323}" dt="2021-05-02T19:01:28.538" v="1465"/>
        <pc:sldMkLst>
          <pc:docMk/>
          <pc:sldMk cId="2584911359" sldId="258"/>
        </pc:sldMkLst>
        <pc:spChg chg="mod">
          <ac:chgData name="KOUPIL Jan" userId="e926d9f2-b86a-408f-b8de-77ef0706564a" providerId="ADAL" clId="{E8F3A511-A8E3-4752-8249-2A5E90F22323}" dt="2021-04-21T12:59:40.288" v="913" actId="20577"/>
          <ac:spMkLst>
            <pc:docMk/>
            <pc:sldMk cId="2584911359" sldId="258"/>
            <ac:spMk id="2" creationId="{DE1F953A-2A68-4BF6-8298-27A70F1C993B}"/>
          </ac:spMkLst>
        </pc:spChg>
        <pc:spChg chg="mod">
          <ac:chgData name="KOUPIL Jan" userId="e926d9f2-b86a-408f-b8de-77ef0706564a" providerId="ADAL" clId="{E8F3A511-A8E3-4752-8249-2A5E90F22323}" dt="2021-04-23T20:25:54.076" v="1384" actId="2711"/>
          <ac:spMkLst>
            <pc:docMk/>
            <pc:sldMk cId="2584911359" sldId="258"/>
            <ac:spMk id="3" creationId="{426E92CA-1C34-46C8-A121-1D9BADBB1FF7}"/>
          </ac:spMkLst>
        </pc:spChg>
        <pc:spChg chg="mod">
          <ac:chgData name="KOUPIL Jan" userId="e926d9f2-b86a-408f-b8de-77ef0706564a" providerId="ADAL" clId="{E8F3A511-A8E3-4752-8249-2A5E90F22323}" dt="2021-05-02T19:01:28.538" v="1465"/>
          <ac:spMkLst>
            <pc:docMk/>
            <pc:sldMk cId="2584911359" sldId="258"/>
            <ac:spMk id="4" creationId="{8D6FE4FE-E3C5-40BA-97B1-F51ED4D0D9FE}"/>
          </ac:spMkLst>
        </pc:spChg>
      </pc:sldChg>
      <pc:sldChg chg="addSp delSp modSp new mod">
        <pc:chgData name="KOUPIL Jan" userId="e926d9f2-b86a-408f-b8de-77ef0706564a" providerId="ADAL" clId="{E8F3A511-A8E3-4752-8249-2A5E90F22323}" dt="2021-05-02T19:04:06.621" v="1508" actId="20577"/>
        <pc:sldMkLst>
          <pc:docMk/>
          <pc:sldMk cId="1969915623" sldId="259"/>
        </pc:sldMkLst>
        <pc:spChg chg="mod">
          <ac:chgData name="KOUPIL Jan" userId="e926d9f2-b86a-408f-b8de-77ef0706564a" providerId="ADAL" clId="{E8F3A511-A8E3-4752-8249-2A5E90F22323}" dt="2021-04-23T20:23:13.217" v="1287" actId="108"/>
          <ac:spMkLst>
            <pc:docMk/>
            <pc:sldMk cId="1969915623" sldId="259"/>
            <ac:spMk id="2" creationId="{47C38B65-5C1B-4C32-8919-552E5E8D2AC6}"/>
          </ac:spMkLst>
        </pc:spChg>
        <pc:spChg chg="mod">
          <ac:chgData name="KOUPIL Jan" userId="e926d9f2-b86a-408f-b8de-77ef0706564a" providerId="ADAL" clId="{E8F3A511-A8E3-4752-8249-2A5E90F22323}" dt="2021-05-02T19:04:06.621" v="1508" actId="20577"/>
          <ac:spMkLst>
            <pc:docMk/>
            <pc:sldMk cId="1969915623" sldId="259"/>
            <ac:spMk id="3" creationId="{6EDF24D0-0727-4A33-8ADB-753745345078}"/>
          </ac:spMkLst>
        </pc:spChg>
        <pc:spChg chg="add del mod">
          <ac:chgData name="KOUPIL Jan" userId="e926d9f2-b86a-408f-b8de-77ef0706564a" providerId="ADAL" clId="{E8F3A511-A8E3-4752-8249-2A5E90F22323}" dt="2021-05-02T19:00:08.717" v="1458" actId="20577"/>
          <ac:spMkLst>
            <pc:docMk/>
            <pc:sldMk cId="1969915623" sldId="259"/>
            <ac:spMk id="4" creationId="{F3E94008-68EB-447B-ABD3-1430E4110D3F}"/>
          </ac:spMkLst>
        </pc:spChg>
        <pc:spChg chg="add del">
          <ac:chgData name="KOUPIL Jan" userId="e926d9f2-b86a-408f-b8de-77ef0706564a" providerId="ADAL" clId="{E8F3A511-A8E3-4752-8249-2A5E90F22323}" dt="2021-04-23T20:28:42.943" v="1431"/>
          <ac:spMkLst>
            <pc:docMk/>
            <pc:sldMk cId="1969915623" sldId="259"/>
            <ac:spMk id="5" creationId="{8BF99921-177B-4971-9BD2-8CB167C3E53B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33212059" sldId="259"/>
        </pc:sldMkLst>
      </pc:sldChg>
      <pc:sldChg chg="modSp new mod">
        <pc:chgData name="KOUPIL Jan" userId="e926d9f2-b86a-408f-b8de-77ef0706564a" providerId="ADAL" clId="{E8F3A511-A8E3-4752-8249-2A5E90F22323}" dt="2021-05-02T19:01:17.036" v="1462" actId="20577"/>
        <pc:sldMkLst>
          <pc:docMk/>
          <pc:sldMk cId="4203029208" sldId="260"/>
        </pc:sldMkLst>
        <pc:spChg chg="mod">
          <ac:chgData name="KOUPIL Jan" userId="e926d9f2-b86a-408f-b8de-77ef0706564a" providerId="ADAL" clId="{E8F3A511-A8E3-4752-8249-2A5E90F22323}" dt="2021-04-21T12:55:43.110" v="794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E8F3A511-A8E3-4752-8249-2A5E90F22323}" dt="2021-05-02T19:01:17.036" v="1462" actId="20577"/>
          <ac:spMkLst>
            <pc:docMk/>
            <pc:sldMk cId="4203029208" sldId="260"/>
            <ac:spMk id="4" creationId="{70420AC6-6A82-4877-B975-39C89B33115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57207181" sldId="260"/>
        </pc:sldMkLst>
      </pc:sldChg>
      <pc:sldChg chg="modSp new mod">
        <pc:chgData name="KOUPIL Jan" userId="e926d9f2-b86a-408f-b8de-77ef0706564a" providerId="ADAL" clId="{E8F3A511-A8E3-4752-8249-2A5E90F22323}" dt="2021-05-02T19:01:21.701" v="1463"/>
        <pc:sldMkLst>
          <pc:docMk/>
          <pc:sldMk cId="855272509" sldId="261"/>
        </pc:sldMkLst>
        <pc:spChg chg="mod">
          <ac:chgData name="KOUPIL Jan" userId="e926d9f2-b86a-408f-b8de-77ef0706564a" providerId="ADAL" clId="{E8F3A511-A8E3-4752-8249-2A5E90F22323}" dt="2021-04-21T12:55:45.847" v="800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E8F3A511-A8E3-4752-8249-2A5E90F22323}" dt="2021-05-02T19:01:21.701" v="1463"/>
          <ac:spMkLst>
            <pc:docMk/>
            <pc:sldMk cId="855272509" sldId="261"/>
            <ac:spMk id="4" creationId="{D9AA80DC-B2AD-4919-B038-DAD9ACE1486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969331777" sldId="261"/>
        </pc:sldMkLst>
      </pc:sldChg>
      <pc:sldChg chg="modSp new mod">
        <pc:chgData name="KOUPIL Jan" userId="e926d9f2-b86a-408f-b8de-77ef0706564a" providerId="ADAL" clId="{E8F3A511-A8E3-4752-8249-2A5E90F22323}" dt="2021-05-02T19:01:25.457" v="1464"/>
        <pc:sldMkLst>
          <pc:docMk/>
          <pc:sldMk cId="2310403303" sldId="262"/>
        </pc:sldMkLst>
        <pc:spChg chg="mod">
          <ac:chgData name="KOUPIL Jan" userId="e926d9f2-b86a-408f-b8de-77ef0706564a" providerId="ADAL" clId="{E8F3A511-A8E3-4752-8249-2A5E90F22323}" dt="2021-04-21T12:55:51.187" v="808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E8F3A511-A8E3-4752-8249-2A5E90F22323}" dt="2021-04-21T12:55:57.653" v="829" actId="20577"/>
          <ac:spMkLst>
            <pc:docMk/>
            <pc:sldMk cId="2310403303" sldId="262"/>
            <ac:spMk id="3" creationId="{0284C1CC-62BD-45C6-9437-0B002F427B0A}"/>
          </ac:spMkLst>
        </pc:spChg>
        <pc:spChg chg="mod">
          <ac:chgData name="KOUPIL Jan" userId="e926d9f2-b86a-408f-b8de-77ef0706564a" providerId="ADAL" clId="{E8F3A511-A8E3-4752-8249-2A5E90F22323}" dt="2021-05-02T19:01:25.457" v="1464"/>
          <ac:spMkLst>
            <pc:docMk/>
            <pc:sldMk cId="2310403303" sldId="262"/>
            <ac:spMk id="4" creationId="{F7B82FCF-9E68-41F3-B49A-7A62F7B5EF27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195461452" sldId="262"/>
        </pc:sldMkLst>
      </pc:sldChg>
      <pc:sldChg chg="addSp delSp modSp new del mod">
        <pc:chgData name="KOUPIL Jan" userId="e926d9f2-b86a-408f-b8de-77ef0706564a" providerId="ADAL" clId="{E8F3A511-A8E3-4752-8249-2A5E90F22323}" dt="2021-04-21T12:58:05.485" v="897" actId="47"/>
        <pc:sldMkLst>
          <pc:docMk/>
          <pc:sldMk cId="1359906299" sldId="263"/>
        </pc:sldMkLst>
        <pc:spChg chg="mod">
          <ac:chgData name="KOUPIL Jan" userId="e926d9f2-b86a-408f-b8de-77ef0706564a" providerId="ADAL" clId="{E8F3A511-A8E3-4752-8249-2A5E90F22323}" dt="2021-04-21T12:56:53.143" v="851" actId="20577"/>
          <ac:spMkLst>
            <pc:docMk/>
            <pc:sldMk cId="1359906299" sldId="263"/>
            <ac:spMk id="2" creationId="{F027A084-CB8A-4E97-A8F1-3F09BF34AD2B}"/>
          </ac:spMkLst>
        </pc:spChg>
        <pc:spChg chg="mod">
          <ac:chgData name="KOUPIL Jan" userId="e926d9f2-b86a-408f-b8de-77ef0706564a" providerId="ADAL" clId="{E8F3A511-A8E3-4752-8249-2A5E90F22323}" dt="2021-04-21T12:57:41.461" v="891" actId="21"/>
          <ac:spMkLst>
            <pc:docMk/>
            <pc:sldMk cId="1359906299" sldId="263"/>
            <ac:spMk id="3" creationId="{9A514675-9B86-4785-919A-62C7C23BC102}"/>
          </ac:spMkLst>
        </pc:spChg>
        <pc:spChg chg="add del">
          <ac:chgData name="KOUPIL Jan" userId="e926d9f2-b86a-408f-b8de-77ef0706564a" providerId="ADAL" clId="{E8F3A511-A8E3-4752-8249-2A5E90F22323}" dt="2021-04-21T12:57:04.838" v="882"/>
          <ac:spMkLst>
            <pc:docMk/>
            <pc:sldMk cId="1359906299" sldId="263"/>
            <ac:spMk id="5" creationId="{370C0477-E8AB-45BC-A502-6448927F3FE5}"/>
          </ac:spMkLst>
        </pc:spChg>
        <pc:spChg chg="add del">
          <ac:chgData name="KOUPIL Jan" userId="e926d9f2-b86a-408f-b8de-77ef0706564a" providerId="ADAL" clId="{E8F3A511-A8E3-4752-8249-2A5E90F22323}" dt="2021-04-21T12:57:11.964" v="884"/>
          <ac:spMkLst>
            <pc:docMk/>
            <pc:sldMk cId="1359906299" sldId="263"/>
            <ac:spMk id="6" creationId="{FB3D80D7-E349-43BA-BA7D-28770FB0E8A5}"/>
          </ac:spMkLst>
        </pc:spChg>
        <pc:spChg chg="add del">
          <ac:chgData name="KOUPIL Jan" userId="e926d9f2-b86a-408f-b8de-77ef0706564a" providerId="ADAL" clId="{E8F3A511-A8E3-4752-8249-2A5E90F22323}" dt="2021-04-21T12:57:28.681" v="890"/>
          <ac:spMkLst>
            <pc:docMk/>
            <pc:sldMk cId="1359906299" sldId="263"/>
            <ac:spMk id="7" creationId="{2E173A00-E74F-4B6E-B25A-B8B5D489C129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08215380" sldId="26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05306772" sldId="26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88760000" sldId="26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764581005" sldId="26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29481206" sldId="26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24344326" sldId="26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60466784" sldId="26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370756390" sldId="27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536038781" sldId="27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254070863" sldId="27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40804871" sldId="27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92103281" sldId="27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95335622" sldId="27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51173342" sldId="27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07752239" sldId="27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292798029" sldId="27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413049805" sldId="27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16333401" sldId="28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553475423" sldId="28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31719450" sldId="28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576638829" sldId="28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41550817" sldId="28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58053116" sldId="28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72141019" sldId="28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646534460" sldId="28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74979833" sldId="28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78065162" sldId="28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06157245" sldId="29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90236175" sldId="291"/>
        </pc:sldMkLst>
      </pc:sldChg>
      <pc:sldMasterChg chg="modSldLayout">
        <pc:chgData name="KOUPIL Jan" userId="e926d9f2-b86a-408f-b8de-77ef0706564a" providerId="ADAL" clId="{E8F3A511-A8E3-4752-8249-2A5E90F22323}" dt="2021-05-02T19:00:47.350" v="1459"/>
        <pc:sldMasterMkLst>
          <pc:docMk/>
          <pc:sldMasterMk cId="856121564" sldId="2147483731"/>
        </pc:sldMasterMkLst>
        <pc:sldLayoutChg chg="modSp mod">
          <pc:chgData name="KOUPIL Jan" userId="e926d9f2-b86a-408f-b8de-77ef0706564a" providerId="ADAL" clId="{E8F3A511-A8E3-4752-8249-2A5E90F22323}" dt="2021-05-02T19:00:47.350" v="1459"/>
          <pc:sldLayoutMkLst>
            <pc:docMk/>
            <pc:sldMasterMk cId="856121564" sldId="2147483731"/>
            <pc:sldLayoutMk cId="2265024762" sldId="2147483733"/>
          </pc:sldLayoutMkLst>
          <pc:spChg chg="mod">
            <ac:chgData name="KOUPIL Jan" userId="e926d9f2-b86a-408f-b8de-77ef0706564a" providerId="ADAL" clId="{E8F3A511-A8E3-4752-8249-2A5E90F22323}" dt="2021-05-02T19:00:47.350" v="1459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</pc:sldLayoutChg>
      </pc:sldMasterChg>
    </pc:docChg>
  </pc:docChgLst>
  <pc:docChgLst>
    <pc:chgData name="KOUPIL Jan" userId="e926d9f2-b86a-408f-b8de-77ef0706564a" providerId="ADAL" clId="{A17D05EF-D0B7-4E8A-ADFB-2280E4B99DCC}"/>
    <pc:docChg chg="undo custSel modSld modMainMaster">
      <pc:chgData name="KOUPIL Jan" userId="e926d9f2-b86a-408f-b8de-77ef0706564a" providerId="ADAL" clId="{A17D05EF-D0B7-4E8A-ADFB-2280E4B99DCC}" dt="2018-10-19T07:02:06.923" v="834"/>
      <pc:docMkLst>
        <pc:docMk/>
      </pc:docMkLst>
      <pc:sldChg chg="modSp">
        <pc:chgData name="KOUPIL Jan" userId="e926d9f2-b86a-408f-b8de-77ef0706564a" providerId="ADAL" clId="{A17D05EF-D0B7-4E8A-ADFB-2280E4B99DCC}" dt="2018-10-19T06:32:32.080" v="615" actId="20577"/>
        <pc:sldMkLst>
          <pc:docMk/>
          <pc:sldMk cId="3213014487" sldId="257"/>
        </pc:sldMkLst>
        <pc:spChg chg="mod">
          <ac:chgData name="KOUPIL Jan" userId="e926d9f2-b86a-408f-b8de-77ef0706564a" providerId="ADAL" clId="{A17D05EF-D0B7-4E8A-ADFB-2280E4B99DCC}" dt="2018-10-19T06:32:32.080" v="615" actId="20577"/>
          <ac:spMkLst>
            <pc:docMk/>
            <pc:sldMk cId="321301448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4.216" v="632" actId="20577"/>
        <pc:sldMkLst>
          <pc:docMk/>
          <pc:sldMk cId="547314671" sldId="258"/>
        </pc:sldMkLst>
        <pc:spChg chg="mod">
          <ac:chgData name="KOUPIL Jan" userId="e926d9f2-b86a-408f-b8de-77ef0706564a" providerId="ADAL" clId="{A17D05EF-D0B7-4E8A-ADFB-2280E4B99DCC}" dt="2018-10-19T06:33:24.216" v="632" actId="20577"/>
          <ac:spMkLst>
            <pc:docMk/>
            <pc:sldMk cId="547314671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8.646" v="639" actId="20577"/>
        <pc:sldMkLst>
          <pc:docMk/>
          <pc:sldMk cId="2433212059" sldId="259"/>
        </pc:sldMkLst>
        <pc:spChg chg="mod">
          <ac:chgData name="KOUPIL Jan" userId="e926d9f2-b86a-408f-b8de-77ef0706564a" providerId="ADAL" clId="{A17D05EF-D0B7-4E8A-ADFB-2280E4B99DCC}" dt="2018-10-19T06:33:28.646" v="639" actId="20577"/>
          <ac:spMkLst>
            <pc:docMk/>
            <pc:sldMk cId="2433212059" sldId="25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3.812" v="646" actId="20577"/>
        <pc:sldMkLst>
          <pc:docMk/>
          <pc:sldMk cId="4257207181" sldId="260"/>
        </pc:sldMkLst>
        <pc:spChg chg="mod">
          <ac:chgData name="KOUPIL Jan" userId="e926d9f2-b86a-408f-b8de-77ef0706564a" providerId="ADAL" clId="{A17D05EF-D0B7-4E8A-ADFB-2280E4B99DCC}" dt="2018-10-19T06:33:33.812" v="646" actId="20577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8.622" v="651" actId="20577"/>
        <pc:sldMkLst>
          <pc:docMk/>
          <pc:sldMk cId="969331777" sldId="261"/>
        </pc:sldMkLst>
        <pc:spChg chg="mod">
          <ac:chgData name="KOUPIL Jan" userId="e926d9f2-b86a-408f-b8de-77ef0706564a" providerId="ADAL" clId="{A17D05EF-D0B7-4E8A-ADFB-2280E4B99DCC}" dt="2018-10-19T06:33:38.622" v="651" actId="20577"/>
          <ac:spMkLst>
            <pc:docMk/>
            <pc:sldMk cId="969331777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4.154" v="658" actId="20577"/>
        <pc:sldMkLst>
          <pc:docMk/>
          <pc:sldMk cId="3195461452" sldId="262"/>
        </pc:sldMkLst>
        <pc:spChg chg="mod">
          <ac:chgData name="KOUPIL Jan" userId="e926d9f2-b86a-408f-b8de-77ef0706564a" providerId="ADAL" clId="{A17D05EF-D0B7-4E8A-ADFB-2280E4B99DCC}" dt="2018-10-12T06:58:57.003" v="90" actId="1076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3:44.154" v="658" actId="20577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8.870" v="665" actId="20577"/>
        <pc:sldMkLst>
          <pc:docMk/>
          <pc:sldMk cId="4208215380" sldId="263"/>
        </pc:sldMkLst>
        <pc:spChg chg="mod">
          <ac:chgData name="KOUPIL Jan" userId="e926d9f2-b86a-408f-b8de-77ef0706564a" providerId="ADAL" clId="{A17D05EF-D0B7-4E8A-ADFB-2280E4B99DCC}" dt="2018-10-19T06:33:48.870" v="665" actId="20577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55.121" v="672" actId="20577"/>
        <pc:sldMkLst>
          <pc:docMk/>
          <pc:sldMk cId="3605306772" sldId="264"/>
        </pc:sldMkLst>
        <pc:spChg chg="mod">
          <ac:chgData name="KOUPIL Jan" userId="e926d9f2-b86a-408f-b8de-77ef0706564a" providerId="ADAL" clId="{A17D05EF-D0B7-4E8A-ADFB-2280E4B99DCC}" dt="2018-10-19T06:33:55.121" v="672" actId="20577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0.907" v="680" actId="20577"/>
        <pc:sldMkLst>
          <pc:docMk/>
          <pc:sldMk cId="3764581005" sldId="266"/>
        </pc:sldMkLst>
        <pc:spChg chg="mod">
          <ac:chgData name="KOUPIL Jan" userId="e926d9f2-b86a-408f-b8de-77ef0706564a" providerId="ADAL" clId="{A17D05EF-D0B7-4E8A-ADFB-2280E4B99DCC}" dt="2018-10-12T07:02:20.415" v="92" actId="20577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00.907" v="680" actId="20577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0.971" v="694" actId="20577"/>
        <pc:sldMkLst>
          <pc:docMk/>
          <pc:sldMk cId="1029481206" sldId="267"/>
        </pc:sldMkLst>
        <pc:spChg chg="mod">
          <ac:chgData name="KOUPIL Jan" userId="e926d9f2-b86a-408f-b8de-77ef0706564a" providerId="ADAL" clId="{A17D05EF-D0B7-4E8A-ADFB-2280E4B99DCC}" dt="2018-10-12T06:04:43.118" v="79" actId="20577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0.971" v="694" actId="20577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5.225" v="701" actId="20577"/>
        <pc:sldMkLst>
          <pc:docMk/>
          <pc:sldMk cId="2024344326" sldId="268"/>
        </pc:sldMkLst>
        <pc:spChg chg="mod">
          <ac:chgData name="KOUPIL Jan" userId="e926d9f2-b86a-408f-b8de-77ef0706564a" providerId="ADAL" clId="{A17D05EF-D0B7-4E8A-ADFB-2280E4B99DCC}" dt="2018-10-19T06:34:15.225" v="701" actId="20577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6.239" v="687" actId="20577"/>
        <pc:sldMkLst>
          <pc:docMk/>
          <pc:sldMk cId="3460466784" sldId="269"/>
        </pc:sldMkLst>
        <pc:spChg chg="mod">
          <ac:chgData name="KOUPIL Jan" userId="e926d9f2-b86a-408f-b8de-77ef0706564a" providerId="ADAL" clId="{A17D05EF-D0B7-4E8A-ADFB-2280E4B99DCC}" dt="2018-10-19T06:34:06.239" v="687" actId="20577"/>
          <ac:spMkLst>
            <pc:docMk/>
            <pc:sldMk cId="3460466784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9.294" v="707" actId="20577"/>
        <pc:sldMkLst>
          <pc:docMk/>
          <pc:sldMk cId="3370756390" sldId="270"/>
        </pc:sldMkLst>
        <pc:spChg chg="mod">
          <ac:chgData name="KOUPIL Jan" userId="e926d9f2-b86a-408f-b8de-77ef0706564a" providerId="ADAL" clId="{A17D05EF-D0B7-4E8A-ADFB-2280E4B99DCC}" dt="2018-10-12T06:06:26.038" v="84" actId="20577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9.294" v="707" actId="20577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24.206" v="714" actId="20577"/>
        <pc:sldMkLst>
          <pc:docMk/>
          <pc:sldMk cId="2536038781" sldId="271"/>
        </pc:sldMkLst>
        <pc:spChg chg="mod">
          <ac:chgData name="KOUPIL Jan" userId="e926d9f2-b86a-408f-b8de-77ef0706564a" providerId="ADAL" clId="{A17D05EF-D0B7-4E8A-ADFB-2280E4B99DCC}" dt="2018-10-19T06:34:24.206" v="714" actId="20577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6:06:52.887" v="89" actId="20577"/>
        <pc:sldMkLst>
          <pc:docMk/>
          <pc:sldMk cId="3254070863" sldId="272"/>
        </pc:sldMkLst>
        <pc:spChg chg="mod">
          <ac:chgData name="KOUPIL Jan" userId="e926d9f2-b86a-408f-b8de-77ef0706564a" providerId="ADAL" clId="{A17D05EF-D0B7-4E8A-ADFB-2280E4B99DCC}" dt="2018-10-12T06:06:52.887" v="89" actId="20577"/>
          <ac:spMkLst>
            <pc:docMk/>
            <pc:sldMk cId="3254070863" sldId="27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41:19.114" v="5" actId="20577"/>
        <pc:sldMkLst>
          <pc:docMk/>
          <pc:sldMk cId="2240804871" sldId="273"/>
        </pc:sldMkLst>
        <pc:spChg chg="mod">
          <ac:chgData name="KOUPIL Jan" userId="e926d9f2-b86a-408f-b8de-77ef0706564a" providerId="ADAL" clId="{A17D05EF-D0B7-4E8A-ADFB-2280E4B99DCC}" dt="2018-10-12T05:41:19.114" v="5" actId="20577"/>
          <ac:spMkLst>
            <pc:docMk/>
            <pc:sldMk cId="2240804871" sldId="27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13.413" v="760" actId="20577"/>
        <pc:sldMkLst>
          <pc:docMk/>
          <pc:sldMk cId="492103281" sldId="274"/>
        </pc:sldMkLst>
        <pc:spChg chg="mod">
          <ac:chgData name="KOUPIL Jan" userId="e926d9f2-b86a-408f-b8de-77ef0706564a" providerId="ADAL" clId="{A17D05EF-D0B7-4E8A-ADFB-2280E4B99DCC}" dt="2018-10-19T06:35:13.413" v="760" actId="20577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7.979" v="753" actId="20577"/>
        <pc:sldMkLst>
          <pc:docMk/>
          <pc:sldMk cId="3695335622" sldId="275"/>
        </pc:sldMkLst>
        <pc:spChg chg="mod">
          <ac:chgData name="KOUPIL Jan" userId="e926d9f2-b86a-408f-b8de-77ef0706564a" providerId="ADAL" clId="{A17D05EF-D0B7-4E8A-ADFB-2280E4B99DCC}" dt="2018-10-12T05:48:46.781" v="12" actId="20577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5:07.979" v="753" actId="20577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8:53.124" v="14" actId="6549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2.537" v="746" actId="20577"/>
        <pc:sldMkLst>
          <pc:docMk/>
          <pc:sldMk cId="2451173342" sldId="276"/>
        </pc:sldMkLst>
        <pc:spChg chg="mod">
          <ac:chgData name="KOUPIL Jan" userId="e926d9f2-b86a-408f-b8de-77ef0706564a" providerId="ADAL" clId="{A17D05EF-D0B7-4E8A-ADFB-2280E4B99DCC}" dt="2018-10-19T06:35:02.537" v="746" actId="20577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3.790" v="733" actId="20577"/>
        <pc:sldMkLst>
          <pc:docMk/>
          <pc:sldMk cId="3407752239" sldId="277"/>
        </pc:sldMkLst>
        <pc:spChg chg="mod">
          <ac:chgData name="KOUPIL Jan" userId="e926d9f2-b86a-408f-b8de-77ef0706564a" providerId="ADAL" clId="{A17D05EF-D0B7-4E8A-ADFB-2280E4B99DCC}" dt="2018-10-19T06:34:53.790" v="733" actId="20577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7.932" v="739" actId="20577"/>
        <pc:sldMkLst>
          <pc:docMk/>
          <pc:sldMk cId="1292798029" sldId="278"/>
        </pc:sldMkLst>
        <pc:spChg chg="mod">
          <ac:chgData name="KOUPIL Jan" userId="e926d9f2-b86a-408f-b8de-77ef0706564a" providerId="ADAL" clId="{A17D05EF-D0B7-4E8A-ADFB-2280E4B99DCC}" dt="2018-10-19T06:34:57.932" v="739" actId="20577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9:07.706" v="17" actId="20577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49.401" v="727" actId="20577"/>
        <pc:sldMkLst>
          <pc:docMk/>
          <pc:sldMk cId="1413049805" sldId="279"/>
        </pc:sldMkLst>
        <pc:spChg chg="mod">
          <ac:chgData name="KOUPIL Jan" userId="e926d9f2-b86a-408f-b8de-77ef0706564a" providerId="ADAL" clId="{A17D05EF-D0B7-4E8A-ADFB-2280E4B99DCC}" dt="2018-10-19T05:59:13.439" v="93" actId="20577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9.401" v="727" actId="20577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5:59:32.467" v="95" actId="20577"/>
        <pc:sldMkLst>
          <pc:docMk/>
          <pc:sldMk cId="416333401" sldId="280"/>
        </pc:sldMkLst>
        <pc:spChg chg="mod">
          <ac:chgData name="KOUPIL Jan" userId="e926d9f2-b86a-408f-b8de-77ef0706564a" providerId="ADAL" clId="{A17D05EF-D0B7-4E8A-ADFB-2280E4B99DCC}" dt="2018-10-19T05:59:32.467" v="95" actId="20577"/>
          <ac:spMkLst>
            <pc:docMk/>
            <pc:sldMk cId="416333401" sldId="280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7:02:06.923" v="834"/>
        <pc:sldMkLst>
          <pc:docMk/>
          <pc:sldMk cId="1553475423" sldId="281"/>
        </pc:sldMkLst>
        <pc:spChg chg="mod">
          <ac:chgData name="KOUPIL Jan" userId="e926d9f2-b86a-408f-b8de-77ef0706564a" providerId="ADAL" clId="{A17D05EF-D0B7-4E8A-ADFB-2280E4B99DCC}" dt="2018-10-19T06:32:21.666" v="605" actId="1076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7:02:06.923" v="834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3.639" v="721" actId="20577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4:01.592" v="27" actId="20577"/>
        <pc:sldMkLst>
          <pc:docMk/>
          <pc:sldMk cId="3576638829" sldId="283"/>
        </pc:sldMkLst>
        <pc:spChg chg="mod">
          <ac:chgData name="KOUPIL Jan" userId="e926d9f2-b86a-408f-b8de-77ef0706564a" providerId="ADAL" clId="{A17D05EF-D0B7-4E8A-ADFB-2280E4B99DCC}" dt="2018-10-12T05:54:01.592" v="27" actId="20577"/>
          <ac:spMkLst>
            <pc:docMk/>
            <pc:sldMk cId="3576638829" sldId="28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0:47.538" v="20" actId="20577"/>
        <pc:sldMkLst>
          <pc:docMk/>
          <pc:sldMk cId="3972141019" sldId="286"/>
        </pc:sldMkLst>
        <pc:spChg chg="mod">
          <ac:chgData name="KOUPIL Jan" userId="e926d9f2-b86a-408f-b8de-77ef0706564a" providerId="ADAL" clId="{A17D05EF-D0B7-4E8A-ADFB-2280E4B99DCC}" dt="2018-10-12T05:50:47.538" v="20" actId="20577"/>
          <ac:spMkLst>
            <pc:docMk/>
            <pc:sldMk cId="3972141019" sldId="286"/>
            <ac:spMk id="3" creationId="{00000000-0000-0000-0000-000000000000}"/>
          </ac:spMkLst>
        </pc:spChg>
      </pc:sldChg>
      <pc:sldMasterChg chg="modSldLayout">
        <pc:chgData name="KOUPIL Jan" userId="e926d9f2-b86a-408f-b8de-77ef0706564a" providerId="ADAL" clId="{A17D05EF-D0B7-4E8A-ADFB-2280E4B99DCC}" dt="2018-10-19T06:32:56.207" v="622" actId="20577"/>
        <pc:sldMasterMkLst>
          <pc:docMk/>
          <pc:sldMasterMk cId="3121953911" sldId="2147483714"/>
        </pc:sldMasterMkLst>
        <pc:sldLayoutChg chg="modSp">
          <pc:chgData name="KOUPIL Jan" userId="e926d9f2-b86a-408f-b8de-77ef0706564a" providerId="ADAL" clId="{A17D05EF-D0B7-4E8A-ADFB-2280E4B99DCC}" dt="2018-10-19T06:32:56.207" v="622" actId="20577"/>
          <pc:sldLayoutMkLst>
            <pc:docMk/>
            <pc:sldMasterMk cId="3121953911" sldId="2147483714"/>
            <pc:sldLayoutMk cId="2526814075" sldId="2147483716"/>
          </pc:sldLayoutMkLst>
          <pc:spChg chg="mod">
            <ac:chgData name="KOUPIL Jan" userId="e926d9f2-b86a-408f-b8de-77ef0706564a" providerId="ADAL" clId="{A17D05EF-D0B7-4E8A-ADFB-2280E4B99DCC}" dt="2018-10-19T06:32:56.207" v="622" actId="20577"/>
            <ac:spMkLst>
              <pc:docMk/>
              <pc:sldMasterMk cId="3121953911" sldId="2147483714"/>
              <pc:sldLayoutMk cId="2526814075" sldId="2147483716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11.01.2024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11.01.2024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Jan Koupil 2015-202</a:t>
            </a:r>
            <a:r>
              <a:rPr lang="cs-CZ" dirty="0"/>
              <a:t>1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1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9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8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9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386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3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1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api/system.collections.generic.list-1?view=net-5.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cs-c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api/system.collections.generic.dictionary-2?view=net-5.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standard/collecti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469680" cy="1646302"/>
          </a:xfrm>
        </p:spPr>
        <p:txBody>
          <a:bodyPr/>
          <a:lstStyle/>
          <a:p>
            <a:r>
              <a:rPr lang="cs-CZ" dirty="0"/>
              <a:t>Generické kolekce v C#</a:t>
            </a:r>
            <a:br>
              <a:rPr lang="cs-CZ" dirty="0"/>
            </a:br>
            <a:r>
              <a:rPr lang="cs-CZ" sz="4000" dirty="0"/>
              <a:t>(dynamické datové struktury)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46246"/>
            <a:ext cx="6347714" cy="4595118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Pole = série hodnot stejného typu</a:t>
            </a:r>
          </a:p>
          <a:p>
            <a:pPr lvl="1"/>
            <a:r>
              <a:rPr lang="cs-CZ" dirty="0"/>
              <a:t>Každý prvek má svůj index</a:t>
            </a:r>
          </a:p>
          <a:p>
            <a:pPr lvl="1"/>
            <a:r>
              <a:rPr lang="cs-CZ" dirty="0"/>
              <a:t>V paměti poměrně jednoduše implementováno</a:t>
            </a:r>
          </a:p>
          <a:p>
            <a:pPr lvl="1"/>
            <a:endParaRPr lang="cs-CZ" dirty="0"/>
          </a:p>
          <a:p>
            <a:r>
              <a:rPr lang="cs-CZ" dirty="0"/>
              <a:t>Jak vložit prvek do pole? Jak přidat na konec? </a:t>
            </a:r>
            <a:r>
              <a:rPr lang="cs-CZ"/>
              <a:t>Jak ubrat</a:t>
            </a:r>
            <a:r>
              <a:rPr lang="cs-CZ" dirty="0"/>
              <a:t>?</a:t>
            </a:r>
          </a:p>
          <a:p>
            <a:pPr lvl="1"/>
            <a:r>
              <a:rPr lang="cs-CZ" dirty="0"/>
              <a:t>Potřebujeme jiný datový typ než pole, který bude složitější „uvnitř“ ale bude se snadno používat. Těmto typům se říká </a:t>
            </a:r>
            <a:r>
              <a:rPr lang="cs-CZ" b="1" dirty="0">
                <a:solidFill>
                  <a:srgbClr val="C00000"/>
                </a:solidFill>
              </a:rPr>
              <a:t>kolekce</a:t>
            </a:r>
            <a:r>
              <a:rPr lang="cs-CZ" dirty="0"/>
              <a:t>.</a:t>
            </a:r>
          </a:p>
          <a:p>
            <a:pPr lvl="1"/>
            <a:r>
              <a:rPr lang="cs-CZ" dirty="0"/>
              <a:t>Kolekce by měla jít vytvořit tak, aby mohla obsahovat různé datové typy, ale zůstala její funkcionalita nezávisle na typu =&gt; musí být obecná, tzv. </a:t>
            </a:r>
            <a:r>
              <a:rPr lang="cs-CZ" b="1" dirty="0">
                <a:solidFill>
                  <a:srgbClr val="C00000"/>
                </a:solidFill>
              </a:rPr>
              <a:t>generická</a:t>
            </a:r>
            <a:r>
              <a:rPr lang="cs-CZ" dirty="0"/>
              <a:t>.</a:t>
            </a:r>
          </a:p>
          <a:p>
            <a:pPr lvl="1"/>
            <a:endParaRPr lang="cs-CZ" dirty="0"/>
          </a:p>
          <a:p>
            <a:pPr lvl="1"/>
            <a:r>
              <a:rPr lang="cs-CZ" dirty="0"/>
              <a:t>Typické použití: Máme ze seznamu (</a:t>
            </a:r>
            <a:r>
              <a:rPr lang="cs-CZ" i="1" dirty="0"/>
              <a:t>např. </a:t>
            </a:r>
            <a:r>
              <a:rPr lang="cs-CZ" i="1" dirty="0">
                <a:solidFill>
                  <a:srgbClr val="0070C0"/>
                </a:solidFill>
              </a:rPr>
              <a:t>pole osob</a:t>
            </a:r>
            <a:r>
              <a:rPr lang="cs-CZ" dirty="0"/>
              <a:t>) vybrat jen prvky s nějakou vlastností (</a:t>
            </a:r>
            <a:r>
              <a:rPr lang="cs-CZ" i="1" dirty="0">
                <a:solidFill>
                  <a:srgbClr val="0070C0"/>
                </a:solidFill>
              </a:rPr>
              <a:t>muži mezi 18 a 38 lety</a:t>
            </a:r>
            <a:r>
              <a:rPr lang="cs-CZ" dirty="0"/>
              <a:t>) a vrátit nový seznam</a:t>
            </a:r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1F953A-2A68-4BF6-8298-27A70F1C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List</a:t>
            </a:r>
            <a:br>
              <a:rPr lang="cs-CZ" dirty="0"/>
            </a:br>
            <a:r>
              <a:rPr lang="cs-CZ" sz="1200" dirty="0">
                <a:hlinkClick r:id="rId2"/>
              </a:rPr>
              <a:t>https://docs.microsoft.com/en-us/dotnet/api/system.collections.generic.list-1?view=net-5.0</a:t>
            </a:r>
            <a:r>
              <a:rPr lang="cs-CZ" sz="1200" dirty="0"/>
              <a:t>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6E92CA-1C34-46C8-A121-1D9BADBB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cs-CZ" dirty="0"/>
              <a:t>Jmenný prostor </a:t>
            </a:r>
            <a:r>
              <a:rPr lang="cs-CZ" dirty="0" err="1">
                <a:latin typeface="Consolas" panose="020B0609020204030204" pitchFamily="49" charset="0"/>
              </a:rPr>
              <a:t>System.Collections.Generic</a:t>
            </a:r>
            <a:endParaRPr lang="cs-CZ" dirty="0"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cs-CZ" dirty="0"/>
              <a:t>Konstruktor bez parametrů nebo s kolekcí</a:t>
            </a:r>
          </a:p>
          <a:p>
            <a:pPr lvl="1">
              <a:spcAft>
                <a:spcPts val="600"/>
              </a:spcAft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List&lt;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 seznam =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lvl="1">
              <a:spcAft>
                <a:spcPts val="600"/>
              </a:spcAft>
            </a:pP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polozky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 { </a:t>
            </a:r>
            <a:r>
              <a:rPr lang="cs-CZ" dirty="0">
                <a:solidFill>
                  <a:srgbClr val="A31515"/>
                </a:solidFill>
                <a:latin typeface="Consolas" panose="020B0609020204030204" pitchFamily="49" charset="0"/>
              </a:rPr>
              <a:t>"chleba"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cs-CZ" dirty="0">
                <a:solidFill>
                  <a:srgbClr val="A31515"/>
                </a:solidFill>
                <a:latin typeface="Consolas" panose="020B0609020204030204" pitchFamily="49" charset="0"/>
              </a:rPr>
              <a:t>"máslo"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cs-CZ" dirty="0">
                <a:solidFill>
                  <a:srgbClr val="A31515"/>
                </a:solidFill>
                <a:latin typeface="Consolas" panose="020B0609020204030204" pitchFamily="49" charset="0"/>
              </a:rPr>
              <a:t>"rohlíky"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  <a:r>
              <a:rPr lang="cs-CZ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List&lt;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 seznam =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&gt;(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polozky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endParaRPr lang="cs-CZ" dirty="0"/>
          </a:p>
          <a:p>
            <a:pPr>
              <a:spcAft>
                <a:spcPts val="600"/>
              </a:spcAft>
            </a:pPr>
            <a:r>
              <a:rPr lang="cs-CZ" dirty="0"/>
              <a:t>Důležité vlastnosti </a:t>
            </a:r>
            <a:r>
              <a:rPr lang="cs-CZ" dirty="0" err="1">
                <a:latin typeface="Consolas" panose="020B0609020204030204" pitchFamily="49" charset="0"/>
              </a:rPr>
              <a:t>Count</a:t>
            </a:r>
            <a:r>
              <a:rPr lang="cs-CZ" dirty="0"/>
              <a:t>, případně </a:t>
            </a:r>
            <a:r>
              <a:rPr lang="cs-CZ" dirty="0" err="1">
                <a:latin typeface="Consolas" panose="020B0609020204030204" pitchFamily="49" charset="0"/>
              </a:rPr>
              <a:t>Capacity</a:t>
            </a:r>
            <a:endParaRPr lang="cs-CZ" dirty="0"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cs-CZ" dirty="0"/>
              <a:t>Po inicializaci lze i přístup jako k poli pomocí []</a:t>
            </a:r>
          </a:p>
          <a:p>
            <a:pPr>
              <a:spcAft>
                <a:spcPts val="600"/>
              </a:spcAft>
            </a:pPr>
            <a:r>
              <a:rPr lang="cs-CZ" dirty="0"/>
              <a:t>Důležité metody </a:t>
            </a:r>
            <a:r>
              <a:rPr lang="cs-CZ" dirty="0" err="1">
                <a:latin typeface="Consolas" panose="020B0609020204030204" pitchFamily="49" charset="0"/>
              </a:rPr>
              <a:t>Add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>
                <a:latin typeface="+mj-lt"/>
              </a:rPr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Remove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RemoveAt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Insert()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IndexOf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ToArray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Clear</a:t>
            </a:r>
            <a:r>
              <a:rPr lang="cs-CZ" dirty="0">
                <a:latin typeface="Consolas" panose="020B0609020204030204" pitchFamily="49" charset="0"/>
              </a:rPr>
              <a:t>()</a:t>
            </a:r>
          </a:p>
          <a:p>
            <a:pPr>
              <a:spcAft>
                <a:spcPts val="600"/>
              </a:spcAft>
            </a:pPr>
            <a:r>
              <a:rPr lang="cs-CZ" dirty="0"/>
              <a:t>Procházení </a:t>
            </a:r>
            <a:r>
              <a:rPr lang="cs-CZ" dirty="0" err="1">
                <a:latin typeface="Consolas" panose="020B0609020204030204" pitchFamily="49" charset="0"/>
              </a:rPr>
              <a:t>for</a:t>
            </a:r>
            <a:r>
              <a:rPr lang="cs-CZ" dirty="0"/>
              <a:t> nebo </a:t>
            </a:r>
            <a:r>
              <a:rPr lang="cs-CZ" dirty="0" err="1">
                <a:latin typeface="Consolas" panose="020B0609020204030204" pitchFamily="49" charset="0"/>
              </a:rPr>
              <a:t>foreach</a:t>
            </a:r>
            <a:endParaRPr lang="cs-CZ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1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EDC78-9EF7-C7C7-0A82-AC0F2880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LinkedList</a:t>
            </a:r>
            <a:br>
              <a:rPr lang="cs-CZ" dirty="0"/>
            </a:br>
            <a:r>
              <a:rPr lang="cs-CZ" sz="1400" dirty="0">
                <a:hlinkClick r:id="rId2"/>
              </a:rPr>
              <a:t>https://learn.microsoft.com/cs-c</a:t>
            </a:r>
            <a:br>
              <a:rPr lang="cs-CZ" sz="1400" dirty="0"/>
            </a:br>
            <a:r>
              <a:rPr lang="cs-CZ" sz="1400" dirty="0"/>
              <a:t>z/dotnet/api/system.collections.generic.linkedlist-1?view=net-8.0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CDE46-C8FB-9482-37EA-279074EC9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Chování podobná listu ale … každý ví o následníkovi</a:t>
            </a:r>
          </a:p>
          <a:p>
            <a:pPr lvl="1"/>
            <a:r>
              <a:rPr lang="cs-CZ" dirty="0"/>
              <a:t>Snadná manipulace</a:t>
            </a:r>
          </a:p>
          <a:p>
            <a:pPr lvl="1"/>
            <a:r>
              <a:rPr lang="cs-CZ" dirty="0"/>
              <a:t>Komplikovaná adresace</a:t>
            </a:r>
          </a:p>
          <a:p>
            <a:r>
              <a:rPr lang="cs-CZ" dirty="0"/>
              <a:t>Metody: </a:t>
            </a:r>
            <a:r>
              <a:rPr lang="cs-CZ" dirty="0" err="1"/>
              <a:t>AddFirst</a:t>
            </a:r>
            <a:r>
              <a:rPr lang="cs-CZ" dirty="0"/>
              <a:t>(), </a:t>
            </a:r>
            <a:r>
              <a:rPr lang="cs-CZ" dirty="0" err="1"/>
              <a:t>AddLast</a:t>
            </a:r>
            <a:r>
              <a:rPr lang="cs-CZ" dirty="0"/>
              <a:t>(), </a:t>
            </a:r>
            <a:r>
              <a:rPr lang="cs-CZ" dirty="0" err="1"/>
              <a:t>AddBefore</a:t>
            </a:r>
            <a:r>
              <a:rPr lang="cs-CZ" dirty="0"/>
              <a:t>(), </a:t>
            </a:r>
            <a:r>
              <a:rPr lang="cs-CZ" dirty="0" err="1"/>
              <a:t>AddAfter</a:t>
            </a:r>
            <a:r>
              <a:rPr lang="cs-CZ" dirty="0"/>
              <a:t>() (a </a:t>
            </a:r>
            <a:r>
              <a:rPr lang="cs-CZ" dirty="0" err="1"/>
              <a:t>Remove</a:t>
            </a:r>
            <a:r>
              <a:rPr lang="cs-CZ" dirty="0"/>
              <a:t>…)</a:t>
            </a:r>
          </a:p>
          <a:p>
            <a:r>
              <a:rPr lang="cs-CZ" dirty="0"/>
              <a:t>Samozřejmě </a:t>
            </a:r>
            <a:r>
              <a:rPr lang="cs-CZ" dirty="0" err="1"/>
              <a:t>Clear</a:t>
            </a:r>
            <a:r>
              <a:rPr lang="cs-CZ" dirty="0"/>
              <a:t>(), </a:t>
            </a:r>
            <a:r>
              <a:rPr lang="cs-CZ" dirty="0" err="1"/>
              <a:t>Contains</a:t>
            </a:r>
            <a:r>
              <a:rPr lang="cs-CZ" dirty="0"/>
              <a:t>()</a:t>
            </a:r>
          </a:p>
          <a:p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88BBD-3B0F-0A53-15E4-BE96649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</a:t>
            </a:r>
            <a:r>
              <a:rPr lang="cs-CZ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1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D6028D-2E9E-496E-937C-6B4C774B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Queue</a:t>
            </a:r>
            <a:r>
              <a:rPr lang="cs-CZ" dirty="0"/>
              <a:t> (Fronta)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DE412A-4E82-4EEE-B45A-AB512374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2699"/>
            <a:ext cx="8596668" cy="4278664"/>
          </a:xfrm>
        </p:spPr>
        <p:txBody>
          <a:bodyPr>
            <a:normAutofit fontScale="85000" lnSpcReduction="20000"/>
          </a:bodyPr>
          <a:lstStyle/>
          <a:p>
            <a:r>
              <a:rPr lang="cs-CZ" dirty="0"/>
              <a:t>FIFO (</a:t>
            </a:r>
            <a:r>
              <a:rPr lang="cs-CZ" dirty="0" err="1"/>
              <a:t>First</a:t>
            </a:r>
            <a:r>
              <a:rPr lang="cs-CZ" dirty="0"/>
              <a:t> in – </a:t>
            </a:r>
            <a:r>
              <a:rPr lang="cs-CZ" dirty="0" err="1"/>
              <a:t>First</a:t>
            </a:r>
            <a:r>
              <a:rPr lang="cs-CZ" dirty="0"/>
              <a:t> out)</a:t>
            </a:r>
          </a:p>
          <a:p>
            <a:pPr lvl="1"/>
            <a:r>
              <a:rPr lang="cs-CZ" dirty="0"/>
              <a:t>Fronta v obchodě</a:t>
            </a:r>
          </a:p>
          <a:p>
            <a:pPr lvl="1"/>
            <a:r>
              <a:rPr lang="cs-CZ" dirty="0"/>
              <a:t>Auta u semaforu na křižovatce</a:t>
            </a:r>
          </a:p>
          <a:p>
            <a:pPr lvl="1"/>
            <a:r>
              <a:rPr lang="cs-CZ" dirty="0"/>
              <a:t>Požadavky na webový server</a:t>
            </a:r>
          </a:p>
          <a:p>
            <a:pPr lvl="1"/>
            <a:r>
              <a:rPr lang="cs-CZ" dirty="0"/>
              <a:t>Sekvence příkazů na procesoru</a:t>
            </a:r>
          </a:p>
          <a:p>
            <a:pPr lvl="1"/>
            <a:r>
              <a:rPr lang="cs-CZ" dirty="0"/>
              <a:t>Lze procházet i jako pole (</a:t>
            </a:r>
            <a:r>
              <a:rPr lang="cs-CZ" dirty="0" err="1"/>
              <a:t>for</a:t>
            </a:r>
            <a:r>
              <a:rPr lang="cs-CZ" dirty="0"/>
              <a:t>/</a:t>
            </a:r>
            <a:r>
              <a:rPr lang="cs-CZ" dirty="0" err="1"/>
              <a:t>foreach</a:t>
            </a:r>
            <a:r>
              <a:rPr lang="cs-CZ" dirty="0"/>
              <a:t>)</a:t>
            </a:r>
          </a:p>
          <a:p>
            <a:pPr lvl="1"/>
            <a:endParaRPr lang="cs-CZ" dirty="0"/>
          </a:p>
          <a:p>
            <a:r>
              <a:rPr lang="cs-CZ" dirty="0"/>
              <a:t>Důležité metody a vlastnosti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Count</a:t>
            </a:r>
            <a:r>
              <a:rPr lang="cs-CZ" dirty="0">
                <a:latin typeface="JetBrains Mono"/>
              </a:rPr>
              <a:t>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//počet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Enqueue</a:t>
            </a:r>
            <a:r>
              <a:rPr lang="cs-CZ" dirty="0">
                <a:latin typeface="JetBrains Mono"/>
              </a:rPr>
              <a:t>(</a:t>
            </a:r>
            <a:r>
              <a:rPr lang="cs-CZ" dirty="0" err="1">
                <a:latin typeface="JetBrains Mono"/>
              </a:rPr>
              <a:t>obj</a:t>
            </a:r>
            <a:r>
              <a:rPr lang="cs-CZ" dirty="0">
                <a:latin typeface="JetBrains Mono"/>
              </a:rPr>
              <a:t>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//přidá na konec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Dequeue</a:t>
            </a:r>
            <a:r>
              <a:rPr lang="cs-CZ" dirty="0">
                <a:latin typeface="JetBrains Mono"/>
              </a:rPr>
              <a:t>()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//odebere ze začátku a vrátí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Peek</a:t>
            </a:r>
            <a:r>
              <a:rPr lang="cs-CZ" dirty="0">
                <a:latin typeface="JetBrains Mono"/>
              </a:rPr>
              <a:t>()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//koukne na začátek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Clear</a:t>
            </a:r>
            <a:r>
              <a:rPr lang="cs-CZ" dirty="0">
                <a:latin typeface="JetBrains Mono"/>
              </a:rPr>
              <a:t>()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//vyprázdní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Contains</a:t>
            </a:r>
            <a:r>
              <a:rPr lang="cs-CZ" dirty="0">
                <a:latin typeface="JetBrains Mono"/>
              </a:rPr>
              <a:t>(</a:t>
            </a:r>
            <a:r>
              <a:rPr lang="cs-CZ" dirty="0" err="1">
                <a:latin typeface="JetBrains Mono"/>
              </a:rPr>
              <a:t>obj</a:t>
            </a:r>
            <a:r>
              <a:rPr lang="cs-CZ" dirty="0">
                <a:latin typeface="JetBrains Mono"/>
              </a:rPr>
              <a:t>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//ověří existenci prvku</a:t>
            </a:r>
          </a:p>
          <a:p>
            <a:pPr lvl="1"/>
            <a:endParaRPr lang="cs-CZ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60F927B-A8D5-6FEA-D35D-41C259377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064" y="1270000"/>
            <a:ext cx="4567827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Queue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&gt; fronta =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new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Queue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&gt;();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fronta.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Enqueue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"Karel"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fronta.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Enqueue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"Marie"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dalsiVeFronte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=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fronta.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Dequeue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(); </a:t>
            </a:r>
            <a:endParaRPr kumimoji="0" lang="cs-CZ" altLang="cs-CZ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27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F87BA8-6E84-4D72-83F6-74845A52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Stack</a:t>
            </a:r>
            <a:r>
              <a:rPr lang="cs-CZ" dirty="0"/>
              <a:t> (zásobník)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90B8E0-323E-46AB-B95A-B8A21787E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LIFO (Last in – </a:t>
            </a:r>
            <a:r>
              <a:rPr lang="cs-CZ" dirty="0" err="1"/>
              <a:t>First</a:t>
            </a:r>
            <a:r>
              <a:rPr lang="cs-CZ" dirty="0"/>
              <a:t> out)</a:t>
            </a:r>
          </a:p>
          <a:p>
            <a:pPr lvl="1"/>
            <a:r>
              <a:rPr lang="cs-CZ" dirty="0"/>
              <a:t>Sloupec talířů v jídelně při servírování</a:t>
            </a:r>
          </a:p>
          <a:p>
            <a:pPr lvl="1"/>
            <a:r>
              <a:rPr lang="cs-CZ" dirty="0"/>
              <a:t>Vozíky u supermarketu</a:t>
            </a:r>
          </a:p>
          <a:p>
            <a:pPr lvl="1"/>
            <a:r>
              <a:rPr lang="cs-CZ" dirty="0"/>
              <a:t>Data patřící metodám, volajícím další metody (call </a:t>
            </a:r>
            <a:r>
              <a:rPr lang="cs-CZ" dirty="0" err="1"/>
              <a:t>stack</a:t>
            </a:r>
            <a:r>
              <a:rPr lang="cs-CZ" dirty="0"/>
              <a:t>)</a:t>
            </a:r>
          </a:p>
          <a:p>
            <a:pPr lvl="1"/>
            <a:r>
              <a:rPr lang="cs-CZ" dirty="0"/>
              <a:t>Lze procházet i jako pole (</a:t>
            </a:r>
            <a:r>
              <a:rPr lang="cs-CZ" dirty="0" err="1"/>
              <a:t>for</a:t>
            </a:r>
            <a:r>
              <a:rPr lang="cs-CZ" dirty="0"/>
              <a:t>/</a:t>
            </a:r>
            <a:r>
              <a:rPr lang="cs-CZ" dirty="0" err="1"/>
              <a:t>foreach</a:t>
            </a:r>
            <a:r>
              <a:rPr lang="cs-CZ" dirty="0"/>
              <a:t>)</a:t>
            </a:r>
          </a:p>
          <a:p>
            <a:pPr lvl="1"/>
            <a:endParaRPr lang="cs-CZ" dirty="0"/>
          </a:p>
          <a:p>
            <a:r>
              <a:rPr lang="cs-CZ" dirty="0"/>
              <a:t>Důležité metody a vlastnosti</a:t>
            </a:r>
          </a:p>
          <a:p>
            <a:pPr lvl="1"/>
            <a:r>
              <a:rPr lang="cs-CZ" dirty="0" err="1">
                <a:latin typeface="JetBrains Mono"/>
              </a:rPr>
              <a:t>stack.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Count</a:t>
            </a:r>
            <a:r>
              <a:rPr lang="cs-CZ" dirty="0">
                <a:latin typeface="JetBrains Mono"/>
              </a:rPr>
              <a:t>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//počet</a:t>
            </a:r>
          </a:p>
          <a:p>
            <a:pPr lvl="1"/>
            <a:r>
              <a:rPr lang="cs-CZ" dirty="0" err="1">
                <a:latin typeface="JetBrains Mono"/>
              </a:rPr>
              <a:t>stack.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Push</a:t>
            </a:r>
            <a:r>
              <a:rPr lang="cs-CZ" dirty="0">
                <a:latin typeface="JetBrains Mono"/>
              </a:rPr>
              <a:t>(</a:t>
            </a:r>
            <a:r>
              <a:rPr lang="cs-CZ" dirty="0" err="1">
                <a:latin typeface="JetBrains Mono"/>
              </a:rPr>
              <a:t>obj</a:t>
            </a:r>
            <a:r>
              <a:rPr lang="cs-CZ" dirty="0">
                <a:latin typeface="JetBrains Mono"/>
              </a:rPr>
              <a:t>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//přidá nahoru</a:t>
            </a:r>
          </a:p>
          <a:p>
            <a:pPr lvl="1"/>
            <a:r>
              <a:rPr lang="cs-CZ" dirty="0" err="1">
                <a:latin typeface="JetBrains Mono"/>
              </a:rPr>
              <a:t>stack.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Pop</a:t>
            </a:r>
            <a:r>
              <a:rPr lang="cs-CZ" dirty="0">
                <a:latin typeface="JetBrains Mono"/>
              </a:rPr>
              <a:t>()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//odebere shora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Peek</a:t>
            </a:r>
            <a:r>
              <a:rPr lang="cs-CZ" dirty="0">
                <a:latin typeface="JetBrains Mono"/>
              </a:rPr>
              <a:t>()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//koukne na </a:t>
            </a:r>
            <a:r>
              <a:rPr lang="cs-CZ" i="1" dirty="0" err="1">
                <a:solidFill>
                  <a:srgbClr val="248700"/>
                </a:solidFill>
                <a:latin typeface="JetBrains Mono"/>
              </a:rPr>
              <a:t>nejbližsí</a:t>
            </a:r>
            <a:endParaRPr lang="cs-CZ" i="1" dirty="0">
              <a:solidFill>
                <a:srgbClr val="248700"/>
              </a:solidFill>
              <a:latin typeface="JetBrains Mono"/>
            </a:endParaRP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Clear</a:t>
            </a:r>
            <a:r>
              <a:rPr lang="cs-CZ" dirty="0">
                <a:latin typeface="JetBrains Mono"/>
              </a:rPr>
              <a:t>()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//vyprázdní</a:t>
            </a:r>
          </a:p>
          <a:p>
            <a:pPr lvl="1"/>
            <a:r>
              <a:rPr lang="cs-CZ" dirty="0" err="1">
                <a:latin typeface="JetBrains Mono"/>
              </a:rPr>
              <a:t>queue.</a:t>
            </a:r>
            <a:r>
              <a:rPr lang="cs-CZ" dirty="0" err="1">
                <a:solidFill>
                  <a:srgbClr val="00855F"/>
                </a:solidFill>
                <a:latin typeface="JetBrains Mono"/>
              </a:rPr>
              <a:t>Contains</a:t>
            </a:r>
            <a:r>
              <a:rPr lang="cs-CZ" dirty="0">
                <a:latin typeface="JetBrains Mono"/>
              </a:rPr>
              <a:t>(</a:t>
            </a:r>
            <a:r>
              <a:rPr lang="cs-CZ" dirty="0" err="1">
                <a:latin typeface="JetBrains Mono"/>
              </a:rPr>
              <a:t>obj</a:t>
            </a:r>
            <a:r>
              <a:rPr lang="cs-CZ" dirty="0">
                <a:latin typeface="JetBrains Mono"/>
              </a:rPr>
              <a:t>) </a:t>
            </a:r>
            <a:r>
              <a:rPr lang="cs-CZ" i="1" dirty="0">
                <a:solidFill>
                  <a:srgbClr val="248700"/>
                </a:solidFill>
                <a:latin typeface="JetBrains Mono"/>
              </a:rPr>
              <a:t>//ověří existenci prvku</a:t>
            </a:r>
          </a:p>
          <a:p>
            <a:pPr lvl="1"/>
            <a:endParaRPr lang="cs-CZ" dirty="0"/>
          </a:p>
          <a:p>
            <a:endParaRPr lang="cs-CZ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038A04-708E-B029-9168-1949D296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072" y="609600"/>
            <a:ext cx="3781888" cy="2031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Stack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&gt;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cisla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new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Stack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&gt;();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cisla.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Push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3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cisla.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Push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7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cisla.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Pop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()); </a:t>
            </a:r>
            <a: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//7</a:t>
            </a:r>
            <a:b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cisla.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Push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4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cisla.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Pop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()); </a:t>
            </a:r>
            <a: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//4</a:t>
            </a:r>
            <a:b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cisla.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Pop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()); </a:t>
            </a:r>
            <a:r>
              <a:rPr kumimoji="0" lang="cs-CZ" altLang="cs-CZ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//3</a:t>
            </a:r>
            <a:endParaRPr kumimoji="0" lang="cs-CZ" altLang="cs-CZ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029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C38B65-5C1B-4C32-8919-552E5E8D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Dictionary</a:t>
            </a:r>
            <a:br>
              <a:rPr lang="cs-CZ" dirty="0"/>
            </a:br>
            <a:r>
              <a:rPr lang="cs-CZ" sz="1200" dirty="0">
                <a:hlinkClick r:id="rId2"/>
              </a:rPr>
              <a:t>https://docs.microsoft.com/en-us/dotnet/api/system.collections.generic.dictionary-2?view=net-5.0</a:t>
            </a:r>
            <a:r>
              <a:rPr lang="cs-CZ" sz="1200" dirty="0"/>
              <a:t> </a:t>
            </a:r>
            <a:endParaRPr lang="cs-CZ" sz="32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DF24D0-0727-4A33-8ADB-753745345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cs-CZ" dirty="0"/>
              <a:t>Jmenný prostor </a:t>
            </a:r>
            <a:r>
              <a:rPr lang="cs-CZ" dirty="0" err="1">
                <a:latin typeface="Consolas" panose="020B0609020204030204" pitchFamily="49" charset="0"/>
              </a:rPr>
              <a:t>System.Collections.Generic</a:t>
            </a:r>
            <a:endParaRPr lang="cs-CZ" dirty="0"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cs-CZ" dirty="0"/>
              <a:t>Konstruktor bez parametrů nebo s </a:t>
            </a:r>
            <a:r>
              <a:rPr lang="cs-CZ" dirty="0" err="1"/>
              <a:t>dictionary</a:t>
            </a:r>
            <a:r>
              <a:rPr lang="cs-CZ" dirty="0"/>
              <a:t> (bude kopírovat)</a:t>
            </a:r>
          </a:p>
          <a:p>
            <a:pPr lvl="1">
              <a:spcAft>
                <a:spcPts val="600"/>
              </a:spcAft>
            </a:pP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Dictionary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ucty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</a:rPr>
              <a:t>Dictionary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</a:rPr>
              <a:t>, </a:t>
            </a:r>
            <a:r>
              <a:rPr lang="cs-CZ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lvl="1">
              <a:spcAft>
                <a:spcPts val="600"/>
              </a:spcAft>
            </a:pPr>
            <a:endParaRPr lang="cs-CZ" dirty="0"/>
          </a:p>
          <a:p>
            <a:pPr>
              <a:spcAft>
                <a:spcPts val="600"/>
              </a:spcAft>
            </a:pPr>
            <a:r>
              <a:rPr lang="cs-CZ" dirty="0"/>
              <a:t>Důležité vlastnosti </a:t>
            </a:r>
            <a:r>
              <a:rPr lang="cs-CZ" dirty="0" err="1">
                <a:latin typeface="Consolas" panose="020B0609020204030204" pitchFamily="49" charset="0"/>
              </a:rPr>
              <a:t>Count</a:t>
            </a:r>
            <a:r>
              <a:rPr lang="cs-CZ" dirty="0"/>
              <a:t>, </a:t>
            </a:r>
            <a:r>
              <a:rPr lang="cs-CZ" dirty="0" err="1"/>
              <a:t>K</a:t>
            </a:r>
            <a:r>
              <a:rPr lang="cs-CZ" dirty="0" err="1">
                <a:latin typeface="Consolas" panose="020B0609020204030204" pitchFamily="49" charset="0"/>
              </a:rPr>
              <a:t>eys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Values</a:t>
            </a:r>
            <a:endParaRPr lang="cs-CZ" dirty="0"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cs-CZ" dirty="0"/>
              <a:t>Pro inicializaci i modifikaci lze i přístup jako k poli pomocí [], ovšem v závorce je správný </a:t>
            </a:r>
            <a:r>
              <a:rPr lang="cs-CZ"/>
              <a:t>typ klíče</a:t>
            </a:r>
            <a:endParaRPr lang="cs-CZ" dirty="0"/>
          </a:p>
          <a:p>
            <a:pPr>
              <a:spcAft>
                <a:spcPts val="600"/>
              </a:spcAft>
            </a:pPr>
            <a:r>
              <a:rPr lang="cs-CZ" dirty="0"/>
              <a:t>Důležité metody </a:t>
            </a:r>
            <a:r>
              <a:rPr lang="cs-CZ" dirty="0" err="1">
                <a:latin typeface="Consolas" panose="020B0609020204030204" pitchFamily="49" charset="0"/>
              </a:rPr>
              <a:t>Add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>
                <a:latin typeface="+mj-lt"/>
              </a:rPr>
              <a:t>, </a:t>
            </a:r>
            <a:r>
              <a:rPr lang="cs-CZ" dirty="0" err="1">
                <a:latin typeface="Consolas" panose="020B0609020204030204" pitchFamily="49" charset="0"/>
              </a:rPr>
              <a:t>Clear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>
                <a:latin typeface="+mj-lt"/>
              </a:rPr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ContainsKey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ContainsValue</a:t>
            </a:r>
            <a:r>
              <a:rPr lang="cs-CZ" dirty="0">
                <a:latin typeface="Consolas" panose="020B0609020204030204" pitchFamily="49" charset="0"/>
              </a:rPr>
              <a:t>()</a:t>
            </a:r>
            <a:r>
              <a:rPr lang="cs-CZ" dirty="0"/>
              <a:t>,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Remove</a:t>
            </a:r>
            <a:r>
              <a:rPr lang="cs-CZ" dirty="0">
                <a:latin typeface="Consolas" panose="020B0609020204030204" pitchFamily="49" charset="0"/>
              </a:rPr>
              <a:t>()</a:t>
            </a:r>
          </a:p>
          <a:p>
            <a:pPr>
              <a:spcAft>
                <a:spcPts val="600"/>
              </a:spcAft>
            </a:pPr>
            <a:r>
              <a:rPr lang="cs-CZ" dirty="0"/>
              <a:t>Procházení </a:t>
            </a:r>
            <a:r>
              <a:rPr lang="en-US" dirty="0"/>
              <a:t>foreach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KeyValuePair</a:t>
            </a:r>
            <a:r>
              <a:rPr lang="en-US" dirty="0">
                <a:latin typeface="Consolas" panose="020B0609020204030204" pitchFamily="49" charset="0"/>
              </a:rPr>
              <a:t>&lt;string, </a:t>
            </a:r>
            <a:r>
              <a:rPr lang="cs-CZ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cs-CZ" dirty="0" err="1">
                <a:latin typeface="Consolas" panose="020B0609020204030204" pitchFamily="49" charset="0"/>
              </a:rPr>
              <a:t>zaznam</a:t>
            </a:r>
            <a:r>
              <a:rPr lang="en-US" dirty="0">
                <a:latin typeface="Consolas" panose="020B0609020204030204" pitchFamily="49" charset="0"/>
              </a:rPr>
              <a:t> in </a:t>
            </a:r>
            <a:r>
              <a:rPr lang="cs-CZ" dirty="0" err="1">
                <a:latin typeface="Consolas" panose="020B0609020204030204" pitchFamily="49" charset="0"/>
              </a:rPr>
              <a:t>ucty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cs-CZ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91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04BB0D-DC13-4A86-B94D-129D6779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– stále jen </a:t>
            </a:r>
            <a:r>
              <a:rPr lang="cs-CZ" dirty="0" err="1"/>
              <a:t>jednovláknové</a:t>
            </a:r>
            <a:r>
              <a:rPr lang="cs-CZ" dirty="0"/>
              <a:t>(!)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84C1CC-62BD-45C6-9437-0B002F427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SortedList</a:t>
            </a:r>
            <a:endParaRPr lang="cs-CZ" dirty="0"/>
          </a:p>
          <a:p>
            <a:r>
              <a:rPr lang="cs-CZ" dirty="0" err="1"/>
              <a:t>SortedSet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Ne-generické varianty</a:t>
            </a:r>
          </a:p>
          <a:p>
            <a:r>
              <a:rPr lang="cs-CZ" dirty="0" err="1"/>
              <a:t>ArrayList</a:t>
            </a:r>
            <a:endParaRPr lang="cs-CZ" dirty="0"/>
          </a:p>
          <a:p>
            <a:r>
              <a:rPr lang="cs-CZ" dirty="0" err="1"/>
              <a:t>HashTable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1040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4983-8D98-CDAD-6371-0C517732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Porovnání všech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1081-AFF7-DC61-8655-4F3621294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https://learn.microsoft.com/en-us/dotnet/standard/collections/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0151239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25387</TotalTime>
  <Words>730</Words>
  <Application>Microsoft Office PowerPoint</Application>
  <PresentationFormat>Widescreen</PresentationFormat>
  <Paragraphs>77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JetBrains Mono</vt:lpstr>
      <vt:lpstr>Trebuchet MS</vt:lpstr>
      <vt:lpstr>Wingdings 3</vt:lpstr>
      <vt:lpstr>Fazeta</vt:lpstr>
      <vt:lpstr>Generické kolekce v C# (dynamické datové struktury) </vt:lpstr>
      <vt:lpstr>Motivace</vt:lpstr>
      <vt:lpstr>List https://docs.microsoft.com/en-us/dotnet/api/system.collections.generic.list-1?view=net-5.0 </vt:lpstr>
      <vt:lpstr>LinkedList https://learn.microsoft.com/cs-c z/dotnet/api/system.collections.generic.linkedlist-1?view=net-8.0</vt:lpstr>
      <vt:lpstr>Queue (Fronta)</vt:lpstr>
      <vt:lpstr>Stack (zásobník)</vt:lpstr>
      <vt:lpstr>Dictionary https://docs.microsoft.com/en-us/dotnet/api/system.collections.generic.dictionary-2?view=net-5.0 </vt:lpstr>
      <vt:lpstr>Další – stále jen jednovláknové(!)</vt:lpstr>
      <vt:lpstr>Porovnání všech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1405</cp:revision>
  <dcterms:created xsi:type="dcterms:W3CDTF">2013-03-17T20:03:48Z</dcterms:created>
  <dcterms:modified xsi:type="dcterms:W3CDTF">2024-01-11T06:50:20Z</dcterms:modified>
</cp:coreProperties>
</file>