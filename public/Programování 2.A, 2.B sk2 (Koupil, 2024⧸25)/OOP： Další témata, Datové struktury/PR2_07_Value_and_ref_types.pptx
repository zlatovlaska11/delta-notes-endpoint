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31" r:id="rId1"/>
  </p:sldMasterIdLst>
  <p:notesMasterIdLst>
    <p:notesMasterId r:id="rId28"/>
  </p:notesMasterIdLst>
  <p:handoutMasterIdLst>
    <p:handoutMasterId r:id="rId29"/>
  </p:handoutMasterIdLst>
  <p:sldIdLst>
    <p:sldId id="256" r:id="rId2"/>
    <p:sldId id="257" r:id="rId3"/>
    <p:sldId id="258" r:id="rId4"/>
    <p:sldId id="259" r:id="rId5"/>
    <p:sldId id="261" r:id="rId6"/>
    <p:sldId id="262" r:id="rId7"/>
    <p:sldId id="260" r:id="rId8"/>
    <p:sldId id="263" r:id="rId9"/>
    <p:sldId id="264" r:id="rId10"/>
    <p:sldId id="265" r:id="rId11"/>
    <p:sldId id="266" r:id="rId12"/>
    <p:sldId id="268" r:id="rId13"/>
    <p:sldId id="269" r:id="rId14"/>
    <p:sldId id="270" r:id="rId15"/>
    <p:sldId id="267" r:id="rId16"/>
    <p:sldId id="271" r:id="rId17"/>
    <p:sldId id="272" r:id="rId18"/>
    <p:sldId id="273" r:id="rId19"/>
    <p:sldId id="274" r:id="rId20"/>
    <p:sldId id="275" r:id="rId21"/>
    <p:sldId id="277" r:id="rId22"/>
    <p:sldId id="278" r:id="rId23"/>
    <p:sldId id="276" r:id="rId24"/>
    <p:sldId id="279" r:id="rId25"/>
    <p:sldId id="280" r:id="rId26"/>
    <p:sldId id="281" r:id="rId2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řední styl 2 – zvýraznění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92" autoAdjust="0"/>
    <p:restoredTop sz="94653" autoAdjust="0"/>
  </p:normalViewPr>
  <p:slideViewPr>
    <p:cSldViewPr snapToGrid="0">
      <p:cViewPr varScale="1">
        <p:scale>
          <a:sx n="81" d="100"/>
          <a:sy n="81" d="100"/>
        </p:scale>
        <p:origin x="725" y="6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153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9" d="100"/>
          <a:sy n="89" d="100"/>
        </p:scale>
        <p:origin x="3798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OUPIL Jan" userId="e926d9f2-b86a-408f-b8de-77ef0706564a" providerId="ADAL" clId="{6CD2F2BE-BC8D-436C-B9F1-AF0AECDA24BE}"/>
    <pc:docChg chg="modSld">
      <pc:chgData name="KOUPIL Jan" userId="e926d9f2-b86a-408f-b8de-77ef0706564a" providerId="ADAL" clId="{6CD2F2BE-BC8D-436C-B9F1-AF0AECDA24BE}" dt="2024-01-03T09:08:24.209" v="11" actId="20577"/>
      <pc:docMkLst>
        <pc:docMk/>
      </pc:docMkLst>
      <pc:sldChg chg="modSp mod">
        <pc:chgData name="KOUPIL Jan" userId="e926d9f2-b86a-408f-b8de-77ef0706564a" providerId="ADAL" clId="{6CD2F2BE-BC8D-436C-B9F1-AF0AECDA24BE}" dt="2024-01-03T09:08:24.209" v="11" actId="20577"/>
        <pc:sldMkLst>
          <pc:docMk/>
          <pc:sldMk cId="1496079182" sldId="258"/>
        </pc:sldMkLst>
        <pc:spChg chg="mod">
          <ac:chgData name="KOUPIL Jan" userId="e926d9f2-b86a-408f-b8de-77ef0706564a" providerId="ADAL" clId="{6CD2F2BE-BC8D-436C-B9F1-AF0AECDA24BE}" dt="2024-01-03T09:08:24.209" v="11" actId="20577"/>
          <ac:spMkLst>
            <pc:docMk/>
            <pc:sldMk cId="1496079182" sldId="258"/>
            <ac:spMk id="3" creationId="{00000000-0000-0000-0000-000000000000}"/>
          </ac:spMkLst>
        </pc:spChg>
      </pc:sldChg>
    </pc:docChg>
  </pc:docChgLst>
  <pc:docChgLst>
    <pc:chgData name="KOUPIL Jan" userId="e926d9f2-b86a-408f-b8de-77ef0706564a" providerId="ADAL" clId="{E96F5405-1444-432B-8692-1A73CCDB2A1E}"/>
    <pc:docChg chg="custSel modSld modMainMaster modNotesMaster">
      <pc:chgData name="KOUPIL Jan" userId="e926d9f2-b86a-408f-b8de-77ef0706564a" providerId="ADAL" clId="{E96F5405-1444-432B-8692-1A73CCDB2A1E}" dt="2020-10-08T20:09:40.845" v="2" actId="27636"/>
      <pc:docMkLst>
        <pc:docMk/>
      </pc:docMkLst>
      <pc:sldChg chg="modSp modTransition modNotes">
        <pc:chgData name="KOUPIL Jan" userId="e926d9f2-b86a-408f-b8de-77ef0706564a" providerId="ADAL" clId="{E96F5405-1444-432B-8692-1A73CCDB2A1E}" dt="2020-10-08T20:09:40.606" v="1"/>
        <pc:sldMkLst>
          <pc:docMk/>
          <pc:sldMk cId="2754185471" sldId="256"/>
        </pc:sldMkLst>
        <pc:spChg chg="mod">
          <ac:chgData name="KOUPIL Jan" userId="e926d9f2-b86a-408f-b8de-77ef0706564a" providerId="ADAL" clId="{E96F5405-1444-432B-8692-1A73CCDB2A1E}" dt="2020-10-08T20:09:40.606" v="1"/>
          <ac:spMkLst>
            <pc:docMk/>
            <pc:sldMk cId="2754185471" sldId="256"/>
            <ac:spMk id="2" creationId="{00000000-0000-0000-0000-000000000000}"/>
          </ac:spMkLst>
        </pc:spChg>
      </pc:sldChg>
      <pc:sldChg chg="modSp modTransition">
        <pc:chgData name="KOUPIL Jan" userId="e926d9f2-b86a-408f-b8de-77ef0706564a" providerId="ADAL" clId="{E96F5405-1444-432B-8692-1A73CCDB2A1E}" dt="2020-10-08T20:09:40.606" v="1"/>
        <pc:sldMkLst>
          <pc:docMk/>
          <pc:sldMk cId="1356847357" sldId="257"/>
        </pc:sldMkLst>
        <pc:spChg chg="mod">
          <ac:chgData name="KOUPIL Jan" userId="e926d9f2-b86a-408f-b8de-77ef0706564a" providerId="ADAL" clId="{E96F5405-1444-432B-8692-1A73CCDB2A1E}" dt="2020-10-08T20:09:40.606" v="1"/>
          <ac:spMkLst>
            <pc:docMk/>
            <pc:sldMk cId="1356847357" sldId="257"/>
            <ac:spMk id="2" creationId="{00000000-0000-0000-0000-000000000000}"/>
          </ac:spMkLst>
        </pc:spChg>
        <pc:spChg chg="mod">
          <ac:chgData name="KOUPIL Jan" userId="e926d9f2-b86a-408f-b8de-77ef0706564a" providerId="ADAL" clId="{E96F5405-1444-432B-8692-1A73CCDB2A1E}" dt="2020-10-08T20:09:40.606" v="1"/>
          <ac:spMkLst>
            <pc:docMk/>
            <pc:sldMk cId="1356847357" sldId="257"/>
            <ac:spMk id="3" creationId="{00000000-0000-0000-0000-000000000000}"/>
          </ac:spMkLst>
        </pc:spChg>
        <pc:spChg chg="mod">
          <ac:chgData name="KOUPIL Jan" userId="e926d9f2-b86a-408f-b8de-77ef0706564a" providerId="ADAL" clId="{E96F5405-1444-432B-8692-1A73CCDB2A1E}" dt="2020-10-08T20:09:40.606" v="1"/>
          <ac:spMkLst>
            <pc:docMk/>
            <pc:sldMk cId="1356847357" sldId="257"/>
            <ac:spMk id="4" creationId="{00000000-0000-0000-0000-000000000000}"/>
          </ac:spMkLst>
        </pc:spChg>
      </pc:sldChg>
      <pc:sldChg chg="modSp modTransition">
        <pc:chgData name="KOUPIL Jan" userId="e926d9f2-b86a-408f-b8de-77ef0706564a" providerId="ADAL" clId="{E96F5405-1444-432B-8692-1A73CCDB2A1E}" dt="2020-10-08T20:09:40.606" v="1"/>
        <pc:sldMkLst>
          <pc:docMk/>
          <pc:sldMk cId="1496079182" sldId="258"/>
        </pc:sldMkLst>
        <pc:spChg chg="mod">
          <ac:chgData name="KOUPIL Jan" userId="e926d9f2-b86a-408f-b8de-77ef0706564a" providerId="ADAL" clId="{E96F5405-1444-432B-8692-1A73CCDB2A1E}" dt="2020-10-08T20:09:40.606" v="1"/>
          <ac:spMkLst>
            <pc:docMk/>
            <pc:sldMk cId="1496079182" sldId="258"/>
            <ac:spMk id="2" creationId="{00000000-0000-0000-0000-000000000000}"/>
          </ac:spMkLst>
        </pc:spChg>
        <pc:spChg chg="mod">
          <ac:chgData name="KOUPIL Jan" userId="e926d9f2-b86a-408f-b8de-77ef0706564a" providerId="ADAL" clId="{E96F5405-1444-432B-8692-1A73CCDB2A1E}" dt="2020-10-08T20:09:40.606" v="1"/>
          <ac:spMkLst>
            <pc:docMk/>
            <pc:sldMk cId="1496079182" sldId="258"/>
            <ac:spMk id="3" creationId="{00000000-0000-0000-0000-000000000000}"/>
          </ac:spMkLst>
        </pc:spChg>
        <pc:spChg chg="mod">
          <ac:chgData name="KOUPIL Jan" userId="e926d9f2-b86a-408f-b8de-77ef0706564a" providerId="ADAL" clId="{E96F5405-1444-432B-8692-1A73CCDB2A1E}" dt="2020-10-08T20:09:40.606" v="1"/>
          <ac:spMkLst>
            <pc:docMk/>
            <pc:sldMk cId="1496079182" sldId="258"/>
            <ac:spMk id="4" creationId="{00000000-0000-0000-0000-000000000000}"/>
          </ac:spMkLst>
        </pc:spChg>
      </pc:sldChg>
      <pc:sldChg chg="modSp modTransition">
        <pc:chgData name="KOUPIL Jan" userId="e926d9f2-b86a-408f-b8de-77ef0706564a" providerId="ADAL" clId="{E96F5405-1444-432B-8692-1A73CCDB2A1E}" dt="2020-10-08T20:09:40.606" v="1"/>
        <pc:sldMkLst>
          <pc:docMk/>
          <pc:sldMk cId="885294794" sldId="259"/>
        </pc:sldMkLst>
        <pc:spChg chg="mod">
          <ac:chgData name="KOUPIL Jan" userId="e926d9f2-b86a-408f-b8de-77ef0706564a" providerId="ADAL" clId="{E96F5405-1444-432B-8692-1A73CCDB2A1E}" dt="2020-10-08T20:09:40.606" v="1"/>
          <ac:spMkLst>
            <pc:docMk/>
            <pc:sldMk cId="885294794" sldId="259"/>
            <ac:spMk id="2" creationId="{00000000-0000-0000-0000-000000000000}"/>
          </ac:spMkLst>
        </pc:spChg>
        <pc:spChg chg="mod">
          <ac:chgData name="KOUPIL Jan" userId="e926d9f2-b86a-408f-b8de-77ef0706564a" providerId="ADAL" clId="{E96F5405-1444-432B-8692-1A73CCDB2A1E}" dt="2020-10-08T20:09:40.606" v="1"/>
          <ac:spMkLst>
            <pc:docMk/>
            <pc:sldMk cId="885294794" sldId="259"/>
            <ac:spMk id="3" creationId="{00000000-0000-0000-0000-000000000000}"/>
          </ac:spMkLst>
        </pc:spChg>
        <pc:spChg chg="mod">
          <ac:chgData name="KOUPIL Jan" userId="e926d9f2-b86a-408f-b8de-77ef0706564a" providerId="ADAL" clId="{E96F5405-1444-432B-8692-1A73CCDB2A1E}" dt="2020-10-08T20:09:40.606" v="1"/>
          <ac:spMkLst>
            <pc:docMk/>
            <pc:sldMk cId="885294794" sldId="259"/>
            <ac:spMk id="4" creationId="{00000000-0000-0000-0000-000000000000}"/>
          </ac:spMkLst>
        </pc:spChg>
      </pc:sldChg>
      <pc:sldChg chg="modSp modTransition">
        <pc:chgData name="KOUPIL Jan" userId="e926d9f2-b86a-408f-b8de-77ef0706564a" providerId="ADAL" clId="{E96F5405-1444-432B-8692-1A73CCDB2A1E}" dt="2020-10-08T20:09:40.606" v="1"/>
        <pc:sldMkLst>
          <pc:docMk/>
          <pc:sldMk cId="3037606013" sldId="260"/>
        </pc:sldMkLst>
        <pc:spChg chg="mod">
          <ac:chgData name="KOUPIL Jan" userId="e926d9f2-b86a-408f-b8de-77ef0706564a" providerId="ADAL" clId="{E96F5405-1444-432B-8692-1A73CCDB2A1E}" dt="2020-10-08T20:09:40.606" v="1"/>
          <ac:spMkLst>
            <pc:docMk/>
            <pc:sldMk cId="3037606013" sldId="260"/>
            <ac:spMk id="2" creationId="{00000000-0000-0000-0000-000000000000}"/>
          </ac:spMkLst>
        </pc:spChg>
        <pc:spChg chg="mod">
          <ac:chgData name="KOUPIL Jan" userId="e926d9f2-b86a-408f-b8de-77ef0706564a" providerId="ADAL" clId="{E96F5405-1444-432B-8692-1A73CCDB2A1E}" dt="2020-10-08T20:09:40.606" v="1"/>
          <ac:spMkLst>
            <pc:docMk/>
            <pc:sldMk cId="3037606013" sldId="260"/>
            <ac:spMk id="3" creationId="{00000000-0000-0000-0000-000000000000}"/>
          </ac:spMkLst>
        </pc:spChg>
        <pc:spChg chg="mod">
          <ac:chgData name="KOUPIL Jan" userId="e926d9f2-b86a-408f-b8de-77ef0706564a" providerId="ADAL" clId="{E96F5405-1444-432B-8692-1A73CCDB2A1E}" dt="2020-10-08T20:09:40.606" v="1"/>
          <ac:spMkLst>
            <pc:docMk/>
            <pc:sldMk cId="3037606013" sldId="260"/>
            <ac:spMk id="4" creationId="{00000000-0000-0000-0000-000000000000}"/>
          </ac:spMkLst>
        </pc:spChg>
      </pc:sldChg>
      <pc:sldChg chg="modSp modTransition">
        <pc:chgData name="KOUPIL Jan" userId="e926d9f2-b86a-408f-b8de-77ef0706564a" providerId="ADAL" clId="{E96F5405-1444-432B-8692-1A73CCDB2A1E}" dt="2020-10-08T20:09:40.606" v="1"/>
        <pc:sldMkLst>
          <pc:docMk/>
          <pc:sldMk cId="3013882295" sldId="261"/>
        </pc:sldMkLst>
        <pc:spChg chg="mod">
          <ac:chgData name="KOUPIL Jan" userId="e926d9f2-b86a-408f-b8de-77ef0706564a" providerId="ADAL" clId="{E96F5405-1444-432B-8692-1A73CCDB2A1E}" dt="2020-10-08T20:09:40.606" v="1"/>
          <ac:spMkLst>
            <pc:docMk/>
            <pc:sldMk cId="3013882295" sldId="261"/>
            <ac:spMk id="3" creationId="{00000000-0000-0000-0000-000000000000}"/>
          </ac:spMkLst>
        </pc:spChg>
        <pc:spChg chg="mod">
          <ac:chgData name="KOUPIL Jan" userId="e926d9f2-b86a-408f-b8de-77ef0706564a" providerId="ADAL" clId="{E96F5405-1444-432B-8692-1A73CCDB2A1E}" dt="2020-10-08T20:09:40.606" v="1"/>
          <ac:spMkLst>
            <pc:docMk/>
            <pc:sldMk cId="3013882295" sldId="261"/>
            <ac:spMk id="4" creationId="{00000000-0000-0000-0000-000000000000}"/>
          </ac:spMkLst>
        </pc:spChg>
      </pc:sldChg>
      <pc:sldChg chg="modSp modTransition">
        <pc:chgData name="KOUPIL Jan" userId="e926d9f2-b86a-408f-b8de-77ef0706564a" providerId="ADAL" clId="{E96F5405-1444-432B-8692-1A73CCDB2A1E}" dt="2020-10-08T20:09:40.606" v="1"/>
        <pc:sldMkLst>
          <pc:docMk/>
          <pc:sldMk cId="1464410644" sldId="262"/>
        </pc:sldMkLst>
        <pc:spChg chg="mod">
          <ac:chgData name="KOUPIL Jan" userId="e926d9f2-b86a-408f-b8de-77ef0706564a" providerId="ADAL" clId="{E96F5405-1444-432B-8692-1A73CCDB2A1E}" dt="2020-10-08T20:09:40.606" v="1"/>
          <ac:spMkLst>
            <pc:docMk/>
            <pc:sldMk cId="1464410644" sldId="262"/>
            <ac:spMk id="2" creationId="{00000000-0000-0000-0000-000000000000}"/>
          </ac:spMkLst>
        </pc:spChg>
        <pc:spChg chg="mod">
          <ac:chgData name="KOUPIL Jan" userId="e926d9f2-b86a-408f-b8de-77ef0706564a" providerId="ADAL" clId="{E96F5405-1444-432B-8692-1A73CCDB2A1E}" dt="2020-10-08T20:09:40.606" v="1"/>
          <ac:spMkLst>
            <pc:docMk/>
            <pc:sldMk cId="1464410644" sldId="262"/>
            <ac:spMk id="3" creationId="{00000000-0000-0000-0000-000000000000}"/>
          </ac:spMkLst>
        </pc:spChg>
        <pc:picChg chg="mod">
          <ac:chgData name="KOUPIL Jan" userId="e926d9f2-b86a-408f-b8de-77ef0706564a" providerId="ADAL" clId="{E96F5405-1444-432B-8692-1A73CCDB2A1E}" dt="2020-10-08T20:09:40.606" v="1"/>
          <ac:picMkLst>
            <pc:docMk/>
            <pc:sldMk cId="1464410644" sldId="262"/>
            <ac:picMk id="5" creationId="{00000000-0000-0000-0000-000000000000}"/>
          </ac:picMkLst>
        </pc:picChg>
      </pc:sldChg>
      <pc:sldChg chg="modSp modTransition">
        <pc:chgData name="KOUPIL Jan" userId="e926d9f2-b86a-408f-b8de-77ef0706564a" providerId="ADAL" clId="{E96F5405-1444-432B-8692-1A73CCDB2A1E}" dt="2020-10-08T20:09:40.606" v="1"/>
        <pc:sldMkLst>
          <pc:docMk/>
          <pc:sldMk cId="4269656078" sldId="263"/>
        </pc:sldMkLst>
        <pc:spChg chg="mod">
          <ac:chgData name="KOUPIL Jan" userId="e926d9f2-b86a-408f-b8de-77ef0706564a" providerId="ADAL" clId="{E96F5405-1444-432B-8692-1A73CCDB2A1E}" dt="2020-10-08T20:09:40.606" v="1"/>
          <ac:spMkLst>
            <pc:docMk/>
            <pc:sldMk cId="4269656078" sldId="263"/>
            <ac:spMk id="2" creationId="{00000000-0000-0000-0000-000000000000}"/>
          </ac:spMkLst>
        </pc:spChg>
        <pc:spChg chg="mod">
          <ac:chgData name="KOUPIL Jan" userId="e926d9f2-b86a-408f-b8de-77ef0706564a" providerId="ADAL" clId="{E96F5405-1444-432B-8692-1A73CCDB2A1E}" dt="2020-10-08T20:09:40.606" v="1"/>
          <ac:spMkLst>
            <pc:docMk/>
            <pc:sldMk cId="4269656078" sldId="263"/>
            <ac:spMk id="3" creationId="{00000000-0000-0000-0000-000000000000}"/>
          </ac:spMkLst>
        </pc:spChg>
        <pc:spChg chg="mod">
          <ac:chgData name="KOUPIL Jan" userId="e926d9f2-b86a-408f-b8de-77ef0706564a" providerId="ADAL" clId="{E96F5405-1444-432B-8692-1A73CCDB2A1E}" dt="2020-10-08T20:09:40.606" v="1"/>
          <ac:spMkLst>
            <pc:docMk/>
            <pc:sldMk cId="4269656078" sldId="263"/>
            <ac:spMk id="4" creationId="{00000000-0000-0000-0000-000000000000}"/>
          </ac:spMkLst>
        </pc:spChg>
      </pc:sldChg>
      <pc:sldChg chg="modSp modTransition">
        <pc:chgData name="KOUPIL Jan" userId="e926d9f2-b86a-408f-b8de-77ef0706564a" providerId="ADAL" clId="{E96F5405-1444-432B-8692-1A73CCDB2A1E}" dt="2020-10-08T20:09:40.606" v="1"/>
        <pc:sldMkLst>
          <pc:docMk/>
          <pc:sldMk cId="1224952359" sldId="264"/>
        </pc:sldMkLst>
        <pc:spChg chg="mod">
          <ac:chgData name="KOUPIL Jan" userId="e926d9f2-b86a-408f-b8de-77ef0706564a" providerId="ADAL" clId="{E96F5405-1444-432B-8692-1A73CCDB2A1E}" dt="2020-10-08T20:09:40.606" v="1"/>
          <ac:spMkLst>
            <pc:docMk/>
            <pc:sldMk cId="1224952359" sldId="264"/>
            <ac:spMk id="2" creationId="{00000000-0000-0000-0000-000000000000}"/>
          </ac:spMkLst>
        </pc:spChg>
        <pc:spChg chg="mod">
          <ac:chgData name="KOUPIL Jan" userId="e926d9f2-b86a-408f-b8de-77ef0706564a" providerId="ADAL" clId="{E96F5405-1444-432B-8692-1A73CCDB2A1E}" dt="2020-10-08T20:09:40.606" v="1"/>
          <ac:spMkLst>
            <pc:docMk/>
            <pc:sldMk cId="1224952359" sldId="264"/>
            <ac:spMk id="3" creationId="{00000000-0000-0000-0000-000000000000}"/>
          </ac:spMkLst>
        </pc:spChg>
        <pc:spChg chg="mod">
          <ac:chgData name="KOUPIL Jan" userId="e926d9f2-b86a-408f-b8de-77ef0706564a" providerId="ADAL" clId="{E96F5405-1444-432B-8692-1A73CCDB2A1E}" dt="2020-10-08T20:09:40.606" v="1"/>
          <ac:spMkLst>
            <pc:docMk/>
            <pc:sldMk cId="1224952359" sldId="264"/>
            <ac:spMk id="4" creationId="{00000000-0000-0000-0000-000000000000}"/>
          </ac:spMkLst>
        </pc:spChg>
      </pc:sldChg>
      <pc:sldChg chg="modSp modTransition">
        <pc:chgData name="KOUPIL Jan" userId="e926d9f2-b86a-408f-b8de-77ef0706564a" providerId="ADAL" clId="{E96F5405-1444-432B-8692-1A73CCDB2A1E}" dt="2020-10-08T20:09:40.606" v="1"/>
        <pc:sldMkLst>
          <pc:docMk/>
          <pc:sldMk cId="2362139888" sldId="265"/>
        </pc:sldMkLst>
        <pc:spChg chg="mod">
          <ac:chgData name="KOUPIL Jan" userId="e926d9f2-b86a-408f-b8de-77ef0706564a" providerId="ADAL" clId="{E96F5405-1444-432B-8692-1A73CCDB2A1E}" dt="2020-10-08T20:09:40.606" v="1"/>
          <ac:spMkLst>
            <pc:docMk/>
            <pc:sldMk cId="2362139888" sldId="265"/>
            <ac:spMk id="2" creationId="{00000000-0000-0000-0000-000000000000}"/>
          </ac:spMkLst>
        </pc:spChg>
        <pc:spChg chg="mod">
          <ac:chgData name="KOUPIL Jan" userId="e926d9f2-b86a-408f-b8de-77ef0706564a" providerId="ADAL" clId="{E96F5405-1444-432B-8692-1A73CCDB2A1E}" dt="2020-10-08T20:09:40.606" v="1"/>
          <ac:spMkLst>
            <pc:docMk/>
            <pc:sldMk cId="2362139888" sldId="265"/>
            <ac:spMk id="3" creationId="{00000000-0000-0000-0000-000000000000}"/>
          </ac:spMkLst>
        </pc:spChg>
        <pc:spChg chg="mod">
          <ac:chgData name="KOUPIL Jan" userId="e926d9f2-b86a-408f-b8de-77ef0706564a" providerId="ADAL" clId="{E96F5405-1444-432B-8692-1A73CCDB2A1E}" dt="2020-10-08T20:09:40.606" v="1"/>
          <ac:spMkLst>
            <pc:docMk/>
            <pc:sldMk cId="2362139888" sldId="265"/>
            <ac:spMk id="4" creationId="{00000000-0000-0000-0000-000000000000}"/>
          </ac:spMkLst>
        </pc:spChg>
      </pc:sldChg>
      <pc:sldChg chg="modSp modTransition">
        <pc:chgData name="KOUPIL Jan" userId="e926d9f2-b86a-408f-b8de-77ef0706564a" providerId="ADAL" clId="{E96F5405-1444-432B-8692-1A73CCDB2A1E}" dt="2020-10-08T20:09:40.606" v="1"/>
        <pc:sldMkLst>
          <pc:docMk/>
          <pc:sldMk cId="3915254801" sldId="266"/>
        </pc:sldMkLst>
        <pc:spChg chg="mod">
          <ac:chgData name="KOUPIL Jan" userId="e926d9f2-b86a-408f-b8de-77ef0706564a" providerId="ADAL" clId="{E96F5405-1444-432B-8692-1A73CCDB2A1E}" dt="2020-10-08T20:09:40.606" v="1"/>
          <ac:spMkLst>
            <pc:docMk/>
            <pc:sldMk cId="3915254801" sldId="266"/>
            <ac:spMk id="2" creationId="{00000000-0000-0000-0000-000000000000}"/>
          </ac:spMkLst>
        </pc:spChg>
        <pc:spChg chg="mod">
          <ac:chgData name="KOUPIL Jan" userId="e926d9f2-b86a-408f-b8de-77ef0706564a" providerId="ADAL" clId="{E96F5405-1444-432B-8692-1A73CCDB2A1E}" dt="2020-10-08T20:09:40.606" v="1"/>
          <ac:spMkLst>
            <pc:docMk/>
            <pc:sldMk cId="3915254801" sldId="266"/>
            <ac:spMk id="3" creationId="{00000000-0000-0000-0000-000000000000}"/>
          </ac:spMkLst>
        </pc:spChg>
        <pc:spChg chg="mod">
          <ac:chgData name="KOUPIL Jan" userId="e926d9f2-b86a-408f-b8de-77ef0706564a" providerId="ADAL" clId="{E96F5405-1444-432B-8692-1A73CCDB2A1E}" dt="2020-10-08T20:09:40.606" v="1"/>
          <ac:spMkLst>
            <pc:docMk/>
            <pc:sldMk cId="3915254801" sldId="266"/>
            <ac:spMk id="4" creationId="{00000000-0000-0000-0000-000000000000}"/>
          </ac:spMkLst>
        </pc:spChg>
      </pc:sldChg>
      <pc:sldChg chg="modSp mod modTransition">
        <pc:chgData name="KOUPIL Jan" userId="e926d9f2-b86a-408f-b8de-77ef0706564a" providerId="ADAL" clId="{E96F5405-1444-432B-8692-1A73CCDB2A1E}" dt="2020-10-08T20:09:40.845" v="2" actId="27636"/>
        <pc:sldMkLst>
          <pc:docMk/>
          <pc:sldMk cId="774207194" sldId="267"/>
        </pc:sldMkLst>
        <pc:spChg chg="mod">
          <ac:chgData name="KOUPIL Jan" userId="e926d9f2-b86a-408f-b8de-77ef0706564a" providerId="ADAL" clId="{E96F5405-1444-432B-8692-1A73CCDB2A1E}" dt="2020-10-08T20:09:40.606" v="1"/>
          <ac:spMkLst>
            <pc:docMk/>
            <pc:sldMk cId="774207194" sldId="267"/>
            <ac:spMk id="2" creationId="{00000000-0000-0000-0000-000000000000}"/>
          </ac:spMkLst>
        </pc:spChg>
        <pc:spChg chg="mod">
          <ac:chgData name="KOUPIL Jan" userId="e926d9f2-b86a-408f-b8de-77ef0706564a" providerId="ADAL" clId="{E96F5405-1444-432B-8692-1A73CCDB2A1E}" dt="2020-10-08T20:09:40.845" v="2" actId="27636"/>
          <ac:spMkLst>
            <pc:docMk/>
            <pc:sldMk cId="774207194" sldId="267"/>
            <ac:spMk id="3" creationId="{00000000-0000-0000-0000-000000000000}"/>
          </ac:spMkLst>
        </pc:spChg>
        <pc:spChg chg="mod">
          <ac:chgData name="KOUPIL Jan" userId="e926d9f2-b86a-408f-b8de-77ef0706564a" providerId="ADAL" clId="{E96F5405-1444-432B-8692-1A73CCDB2A1E}" dt="2020-10-08T20:09:40.606" v="1"/>
          <ac:spMkLst>
            <pc:docMk/>
            <pc:sldMk cId="774207194" sldId="267"/>
            <ac:spMk id="4" creationId="{00000000-0000-0000-0000-000000000000}"/>
          </ac:spMkLst>
        </pc:spChg>
      </pc:sldChg>
      <pc:sldChg chg="modSp modTransition">
        <pc:chgData name="KOUPIL Jan" userId="e926d9f2-b86a-408f-b8de-77ef0706564a" providerId="ADAL" clId="{E96F5405-1444-432B-8692-1A73CCDB2A1E}" dt="2020-10-08T20:09:40.606" v="1"/>
        <pc:sldMkLst>
          <pc:docMk/>
          <pc:sldMk cId="3395872295" sldId="268"/>
        </pc:sldMkLst>
        <pc:spChg chg="mod">
          <ac:chgData name="KOUPIL Jan" userId="e926d9f2-b86a-408f-b8de-77ef0706564a" providerId="ADAL" clId="{E96F5405-1444-432B-8692-1A73CCDB2A1E}" dt="2020-10-08T20:09:40.606" v="1"/>
          <ac:spMkLst>
            <pc:docMk/>
            <pc:sldMk cId="3395872295" sldId="268"/>
            <ac:spMk id="2" creationId="{00000000-0000-0000-0000-000000000000}"/>
          </ac:spMkLst>
        </pc:spChg>
        <pc:spChg chg="mod">
          <ac:chgData name="KOUPIL Jan" userId="e926d9f2-b86a-408f-b8de-77ef0706564a" providerId="ADAL" clId="{E96F5405-1444-432B-8692-1A73CCDB2A1E}" dt="2020-10-08T20:09:40.606" v="1"/>
          <ac:spMkLst>
            <pc:docMk/>
            <pc:sldMk cId="3395872295" sldId="268"/>
            <ac:spMk id="3" creationId="{00000000-0000-0000-0000-000000000000}"/>
          </ac:spMkLst>
        </pc:spChg>
        <pc:spChg chg="mod">
          <ac:chgData name="KOUPIL Jan" userId="e926d9f2-b86a-408f-b8de-77ef0706564a" providerId="ADAL" clId="{E96F5405-1444-432B-8692-1A73CCDB2A1E}" dt="2020-10-08T20:09:40.606" v="1"/>
          <ac:spMkLst>
            <pc:docMk/>
            <pc:sldMk cId="3395872295" sldId="268"/>
            <ac:spMk id="4" creationId="{00000000-0000-0000-0000-000000000000}"/>
          </ac:spMkLst>
        </pc:spChg>
      </pc:sldChg>
      <pc:sldChg chg="modSp modTransition">
        <pc:chgData name="KOUPIL Jan" userId="e926d9f2-b86a-408f-b8de-77ef0706564a" providerId="ADAL" clId="{E96F5405-1444-432B-8692-1A73CCDB2A1E}" dt="2020-10-08T20:09:40.606" v="1"/>
        <pc:sldMkLst>
          <pc:docMk/>
          <pc:sldMk cId="605255095" sldId="269"/>
        </pc:sldMkLst>
        <pc:spChg chg="mod">
          <ac:chgData name="KOUPIL Jan" userId="e926d9f2-b86a-408f-b8de-77ef0706564a" providerId="ADAL" clId="{E96F5405-1444-432B-8692-1A73CCDB2A1E}" dt="2020-10-08T20:09:40.606" v="1"/>
          <ac:spMkLst>
            <pc:docMk/>
            <pc:sldMk cId="605255095" sldId="269"/>
            <ac:spMk id="2" creationId="{00000000-0000-0000-0000-000000000000}"/>
          </ac:spMkLst>
        </pc:spChg>
        <pc:spChg chg="mod">
          <ac:chgData name="KOUPIL Jan" userId="e926d9f2-b86a-408f-b8de-77ef0706564a" providerId="ADAL" clId="{E96F5405-1444-432B-8692-1A73CCDB2A1E}" dt="2020-10-08T20:09:40.606" v="1"/>
          <ac:spMkLst>
            <pc:docMk/>
            <pc:sldMk cId="605255095" sldId="269"/>
            <ac:spMk id="3" creationId="{00000000-0000-0000-0000-000000000000}"/>
          </ac:spMkLst>
        </pc:spChg>
        <pc:spChg chg="mod">
          <ac:chgData name="KOUPIL Jan" userId="e926d9f2-b86a-408f-b8de-77ef0706564a" providerId="ADAL" clId="{E96F5405-1444-432B-8692-1A73CCDB2A1E}" dt="2020-10-08T20:09:40.606" v="1"/>
          <ac:spMkLst>
            <pc:docMk/>
            <pc:sldMk cId="605255095" sldId="269"/>
            <ac:spMk id="4" creationId="{00000000-0000-0000-0000-000000000000}"/>
          </ac:spMkLst>
        </pc:spChg>
      </pc:sldChg>
      <pc:sldChg chg="modSp modTransition">
        <pc:chgData name="KOUPIL Jan" userId="e926d9f2-b86a-408f-b8de-77ef0706564a" providerId="ADAL" clId="{E96F5405-1444-432B-8692-1A73CCDB2A1E}" dt="2020-10-08T20:09:40.606" v="1"/>
        <pc:sldMkLst>
          <pc:docMk/>
          <pc:sldMk cId="258101847" sldId="270"/>
        </pc:sldMkLst>
        <pc:spChg chg="mod">
          <ac:chgData name="KOUPIL Jan" userId="e926d9f2-b86a-408f-b8de-77ef0706564a" providerId="ADAL" clId="{E96F5405-1444-432B-8692-1A73CCDB2A1E}" dt="2020-10-08T20:09:40.606" v="1"/>
          <ac:spMkLst>
            <pc:docMk/>
            <pc:sldMk cId="258101847" sldId="270"/>
            <ac:spMk id="2" creationId="{00000000-0000-0000-0000-000000000000}"/>
          </ac:spMkLst>
        </pc:spChg>
        <pc:spChg chg="mod">
          <ac:chgData name="KOUPIL Jan" userId="e926d9f2-b86a-408f-b8de-77ef0706564a" providerId="ADAL" clId="{E96F5405-1444-432B-8692-1A73CCDB2A1E}" dt="2020-10-08T20:09:40.606" v="1"/>
          <ac:spMkLst>
            <pc:docMk/>
            <pc:sldMk cId="258101847" sldId="270"/>
            <ac:spMk id="3" creationId="{00000000-0000-0000-0000-000000000000}"/>
          </ac:spMkLst>
        </pc:spChg>
        <pc:spChg chg="mod">
          <ac:chgData name="KOUPIL Jan" userId="e926d9f2-b86a-408f-b8de-77ef0706564a" providerId="ADAL" clId="{E96F5405-1444-432B-8692-1A73CCDB2A1E}" dt="2020-10-08T20:09:40.606" v="1"/>
          <ac:spMkLst>
            <pc:docMk/>
            <pc:sldMk cId="258101847" sldId="270"/>
            <ac:spMk id="4" creationId="{00000000-0000-0000-0000-000000000000}"/>
          </ac:spMkLst>
        </pc:spChg>
      </pc:sldChg>
      <pc:sldChg chg="modSp modTransition">
        <pc:chgData name="KOUPIL Jan" userId="e926d9f2-b86a-408f-b8de-77ef0706564a" providerId="ADAL" clId="{E96F5405-1444-432B-8692-1A73CCDB2A1E}" dt="2020-10-08T20:09:40.606" v="1"/>
        <pc:sldMkLst>
          <pc:docMk/>
          <pc:sldMk cId="4025110823" sldId="271"/>
        </pc:sldMkLst>
        <pc:spChg chg="mod">
          <ac:chgData name="KOUPIL Jan" userId="e926d9f2-b86a-408f-b8de-77ef0706564a" providerId="ADAL" clId="{E96F5405-1444-432B-8692-1A73CCDB2A1E}" dt="2020-10-08T20:09:40.606" v="1"/>
          <ac:spMkLst>
            <pc:docMk/>
            <pc:sldMk cId="4025110823" sldId="271"/>
            <ac:spMk id="2" creationId="{00000000-0000-0000-0000-000000000000}"/>
          </ac:spMkLst>
        </pc:spChg>
        <pc:spChg chg="mod">
          <ac:chgData name="KOUPIL Jan" userId="e926d9f2-b86a-408f-b8de-77ef0706564a" providerId="ADAL" clId="{E96F5405-1444-432B-8692-1A73CCDB2A1E}" dt="2020-10-08T20:09:40.606" v="1"/>
          <ac:spMkLst>
            <pc:docMk/>
            <pc:sldMk cId="4025110823" sldId="271"/>
            <ac:spMk id="3" creationId="{00000000-0000-0000-0000-000000000000}"/>
          </ac:spMkLst>
        </pc:spChg>
        <pc:spChg chg="mod">
          <ac:chgData name="KOUPIL Jan" userId="e926d9f2-b86a-408f-b8de-77ef0706564a" providerId="ADAL" clId="{E96F5405-1444-432B-8692-1A73CCDB2A1E}" dt="2020-10-08T20:09:40.606" v="1"/>
          <ac:spMkLst>
            <pc:docMk/>
            <pc:sldMk cId="4025110823" sldId="271"/>
            <ac:spMk id="4" creationId="{00000000-0000-0000-0000-000000000000}"/>
          </ac:spMkLst>
        </pc:spChg>
      </pc:sldChg>
      <pc:sldChg chg="modSp modTransition">
        <pc:chgData name="KOUPIL Jan" userId="e926d9f2-b86a-408f-b8de-77ef0706564a" providerId="ADAL" clId="{E96F5405-1444-432B-8692-1A73CCDB2A1E}" dt="2020-10-08T20:09:40.606" v="1"/>
        <pc:sldMkLst>
          <pc:docMk/>
          <pc:sldMk cId="3299245860" sldId="272"/>
        </pc:sldMkLst>
        <pc:spChg chg="mod">
          <ac:chgData name="KOUPIL Jan" userId="e926d9f2-b86a-408f-b8de-77ef0706564a" providerId="ADAL" clId="{E96F5405-1444-432B-8692-1A73CCDB2A1E}" dt="2020-10-08T20:09:40.606" v="1"/>
          <ac:spMkLst>
            <pc:docMk/>
            <pc:sldMk cId="3299245860" sldId="272"/>
            <ac:spMk id="2" creationId="{00000000-0000-0000-0000-000000000000}"/>
          </ac:spMkLst>
        </pc:spChg>
        <pc:spChg chg="mod">
          <ac:chgData name="KOUPIL Jan" userId="e926d9f2-b86a-408f-b8de-77ef0706564a" providerId="ADAL" clId="{E96F5405-1444-432B-8692-1A73CCDB2A1E}" dt="2020-10-08T20:09:40.606" v="1"/>
          <ac:spMkLst>
            <pc:docMk/>
            <pc:sldMk cId="3299245860" sldId="272"/>
            <ac:spMk id="3" creationId="{00000000-0000-0000-0000-000000000000}"/>
          </ac:spMkLst>
        </pc:spChg>
        <pc:spChg chg="mod">
          <ac:chgData name="KOUPIL Jan" userId="e926d9f2-b86a-408f-b8de-77ef0706564a" providerId="ADAL" clId="{E96F5405-1444-432B-8692-1A73CCDB2A1E}" dt="2020-10-08T20:09:40.606" v="1"/>
          <ac:spMkLst>
            <pc:docMk/>
            <pc:sldMk cId="3299245860" sldId="272"/>
            <ac:spMk id="4" creationId="{00000000-0000-0000-0000-000000000000}"/>
          </ac:spMkLst>
        </pc:spChg>
      </pc:sldChg>
      <pc:sldChg chg="modSp modTransition">
        <pc:chgData name="KOUPIL Jan" userId="e926d9f2-b86a-408f-b8de-77ef0706564a" providerId="ADAL" clId="{E96F5405-1444-432B-8692-1A73CCDB2A1E}" dt="2020-10-08T20:09:40.606" v="1"/>
        <pc:sldMkLst>
          <pc:docMk/>
          <pc:sldMk cId="3570655926" sldId="273"/>
        </pc:sldMkLst>
        <pc:spChg chg="mod">
          <ac:chgData name="KOUPIL Jan" userId="e926d9f2-b86a-408f-b8de-77ef0706564a" providerId="ADAL" clId="{E96F5405-1444-432B-8692-1A73CCDB2A1E}" dt="2020-10-08T20:09:40.606" v="1"/>
          <ac:spMkLst>
            <pc:docMk/>
            <pc:sldMk cId="3570655926" sldId="273"/>
            <ac:spMk id="2" creationId="{00000000-0000-0000-0000-000000000000}"/>
          </ac:spMkLst>
        </pc:spChg>
        <pc:spChg chg="mod">
          <ac:chgData name="KOUPIL Jan" userId="e926d9f2-b86a-408f-b8de-77ef0706564a" providerId="ADAL" clId="{E96F5405-1444-432B-8692-1A73CCDB2A1E}" dt="2020-10-08T20:09:40.606" v="1"/>
          <ac:spMkLst>
            <pc:docMk/>
            <pc:sldMk cId="3570655926" sldId="273"/>
            <ac:spMk id="3" creationId="{00000000-0000-0000-0000-000000000000}"/>
          </ac:spMkLst>
        </pc:spChg>
        <pc:spChg chg="mod">
          <ac:chgData name="KOUPIL Jan" userId="e926d9f2-b86a-408f-b8de-77ef0706564a" providerId="ADAL" clId="{E96F5405-1444-432B-8692-1A73CCDB2A1E}" dt="2020-10-08T20:09:40.606" v="1"/>
          <ac:spMkLst>
            <pc:docMk/>
            <pc:sldMk cId="3570655926" sldId="273"/>
            <ac:spMk id="4" creationId="{00000000-0000-0000-0000-000000000000}"/>
          </ac:spMkLst>
        </pc:spChg>
      </pc:sldChg>
      <pc:sldChg chg="modSp modTransition">
        <pc:chgData name="KOUPIL Jan" userId="e926d9f2-b86a-408f-b8de-77ef0706564a" providerId="ADAL" clId="{E96F5405-1444-432B-8692-1A73CCDB2A1E}" dt="2020-10-08T20:09:40.606" v="1"/>
        <pc:sldMkLst>
          <pc:docMk/>
          <pc:sldMk cId="183642721" sldId="274"/>
        </pc:sldMkLst>
        <pc:spChg chg="mod">
          <ac:chgData name="KOUPIL Jan" userId="e926d9f2-b86a-408f-b8de-77ef0706564a" providerId="ADAL" clId="{E96F5405-1444-432B-8692-1A73CCDB2A1E}" dt="2020-10-08T20:09:40.606" v="1"/>
          <ac:spMkLst>
            <pc:docMk/>
            <pc:sldMk cId="183642721" sldId="274"/>
            <ac:spMk id="2" creationId="{00000000-0000-0000-0000-000000000000}"/>
          </ac:spMkLst>
        </pc:spChg>
        <pc:spChg chg="mod">
          <ac:chgData name="KOUPIL Jan" userId="e926d9f2-b86a-408f-b8de-77ef0706564a" providerId="ADAL" clId="{E96F5405-1444-432B-8692-1A73CCDB2A1E}" dt="2020-10-08T20:09:40.606" v="1"/>
          <ac:spMkLst>
            <pc:docMk/>
            <pc:sldMk cId="183642721" sldId="274"/>
            <ac:spMk id="3" creationId="{00000000-0000-0000-0000-000000000000}"/>
          </ac:spMkLst>
        </pc:spChg>
        <pc:spChg chg="mod">
          <ac:chgData name="KOUPIL Jan" userId="e926d9f2-b86a-408f-b8de-77ef0706564a" providerId="ADAL" clId="{E96F5405-1444-432B-8692-1A73CCDB2A1E}" dt="2020-10-08T20:09:40.606" v="1"/>
          <ac:spMkLst>
            <pc:docMk/>
            <pc:sldMk cId="183642721" sldId="274"/>
            <ac:spMk id="4" creationId="{00000000-0000-0000-0000-000000000000}"/>
          </ac:spMkLst>
        </pc:spChg>
        <pc:picChg chg="mod">
          <ac:chgData name="KOUPIL Jan" userId="e926d9f2-b86a-408f-b8de-77ef0706564a" providerId="ADAL" clId="{E96F5405-1444-432B-8692-1A73CCDB2A1E}" dt="2020-10-08T20:09:40.606" v="1"/>
          <ac:picMkLst>
            <pc:docMk/>
            <pc:sldMk cId="183642721" sldId="274"/>
            <ac:picMk id="5" creationId="{00000000-0000-0000-0000-000000000000}"/>
          </ac:picMkLst>
        </pc:picChg>
      </pc:sldChg>
      <pc:sldChg chg="modSp modTransition">
        <pc:chgData name="KOUPIL Jan" userId="e926d9f2-b86a-408f-b8de-77ef0706564a" providerId="ADAL" clId="{E96F5405-1444-432B-8692-1A73CCDB2A1E}" dt="2020-10-08T20:09:40.606" v="1"/>
        <pc:sldMkLst>
          <pc:docMk/>
          <pc:sldMk cId="4003581321" sldId="275"/>
        </pc:sldMkLst>
        <pc:spChg chg="mod">
          <ac:chgData name="KOUPIL Jan" userId="e926d9f2-b86a-408f-b8de-77ef0706564a" providerId="ADAL" clId="{E96F5405-1444-432B-8692-1A73CCDB2A1E}" dt="2020-10-08T20:09:40.606" v="1"/>
          <ac:spMkLst>
            <pc:docMk/>
            <pc:sldMk cId="4003581321" sldId="275"/>
            <ac:spMk id="2" creationId="{00000000-0000-0000-0000-000000000000}"/>
          </ac:spMkLst>
        </pc:spChg>
        <pc:spChg chg="mod">
          <ac:chgData name="KOUPIL Jan" userId="e926d9f2-b86a-408f-b8de-77ef0706564a" providerId="ADAL" clId="{E96F5405-1444-432B-8692-1A73CCDB2A1E}" dt="2020-10-08T20:09:40.606" v="1"/>
          <ac:spMkLst>
            <pc:docMk/>
            <pc:sldMk cId="4003581321" sldId="275"/>
            <ac:spMk id="3" creationId="{00000000-0000-0000-0000-000000000000}"/>
          </ac:spMkLst>
        </pc:spChg>
        <pc:spChg chg="mod">
          <ac:chgData name="KOUPIL Jan" userId="e926d9f2-b86a-408f-b8de-77ef0706564a" providerId="ADAL" clId="{E96F5405-1444-432B-8692-1A73CCDB2A1E}" dt="2020-10-08T20:09:40.606" v="1"/>
          <ac:spMkLst>
            <pc:docMk/>
            <pc:sldMk cId="4003581321" sldId="275"/>
            <ac:spMk id="4" creationId="{00000000-0000-0000-0000-000000000000}"/>
          </ac:spMkLst>
        </pc:spChg>
      </pc:sldChg>
      <pc:sldChg chg="modSp modTransition">
        <pc:chgData name="KOUPIL Jan" userId="e926d9f2-b86a-408f-b8de-77ef0706564a" providerId="ADAL" clId="{E96F5405-1444-432B-8692-1A73CCDB2A1E}" dt="2020-10-08T20:09:40.606" v="1"/>
        <pc:sldMkLst>
          <pc:docMk/>
          <pc:sldMk cId="2346757299" sldId="276"/>
        </pc:sldMkLst>
        <pc:spChg chg="mod">
          <ac:chgData name="KOUPIL Jan" userId="e926d9f2-b86a-408f-b8de-77ef0706564a" providerId="ADAL" clId="{E96F5405-1444-432B-8692-1A73CCDB2A1E}" dt="2020-10-08T20:09:40.606" v="1"/>
          <ac:spMkLst>
            <pc:docMk/>
            <pc:sldMk cId="2346757299" sldId="276"/>
            <ac:spMk id="2" creationId="{00000000-0000-0000-0000-000000000000}"/>
          </ac:spMkLst>
        </pc:spChg>
        <pc:spChg chg="mod">
          <ac:chgData name="KOUPIL Jan" userId="e926d9f2-b86a-408f-b8de-77ef0706564a" providerId="ADAL" clId="{E96F5405-1444-432B-8692-1A73CCDB2A1E}" dt="2020-10-08T20:09:40.606" v="1"/>
          <ac:spMkLst>
            <pc:docMk/>
            <pc:sldMk cId="2346757299" sldId="276"/>
            <ac:spMk id="3" creationId="{00000000-0000-0000-0000-000000000000}"/>
          </ac:spMkLst>
        </pc:spChg>
        <pc:spChg chg="mod">
          <ac:chgData name="KOUPIL Jan" userId="e926d9f2-b86a-408f-b8de-77ef0706564a" providerId="ADAL" clId="{E96F5405-1444-432B-8692-1A73CCDB2A1E}" dt="2020-10-08T20:09:40.606" v="1"/>
          <ac:spMkLst>
            <pc:docMk/>
            <pc:sldMk cId="2346757299" sldId="276"/>
            <ac:spMk id="4" creationId="{00000000-0000-0000-0000-000000000000}"/>
          </ac:spMkLst>
        </pc:spChg>
      </pc:sldChg>
      <pc:sldChg chg="modSp modTransition">
        <pc:chgData name="KOUPIL Jan" userId="e926d9f2-b86a-408f-b8de-77ef0706564a" providerId="ADAL" clId="{E96F5405-1444-432B-8692-1A73CCDB2A1E}" dt="2020-10-08T20:09:40.606" v="1"/>
        <pc:sldMkLst>
          <pc:docMk/>
          <pc:sldMk cId="3438143605" sldId="277"/>
        </pc:sldMkLst>
        <pc:spChg chg="mod">
          <ac:chgData name="KOUPIL Jan" userId="e926d9f2-b86a-408f-b8de-77ef0706564a" providerId="ADAL" clId="{E96F5405-1444-432B-8692-1A73CCDB2A1E}" dt="2020-10-08T20:09:40.606" v="1"/>
          <ac:spMkLst>
            <pc:docMk/>
            <pc:sldMk cId="3438143605" sldId="277"/>
            <ac:spMk id="2" creationId="{00000000-0000-0000-0000-000000000000}"/>
          </ac:spMkLst>
        </pc:spChg>
        <pc:spChg chg="mod">
          <ac:chgData name="KOUPIL Jan" userId="e926d9f2-b86a-408f-b8de-77ef0706564a" providerId="ADAL" clId="{E96F5405-1444-432B-8692-1A73CCDB2A1E}" dt="2020-10-08T20:09:40.606" v="1"/>
          <ac:spMkLst>
            <pc:docMk/>
            <pc:sldMk cId="3438143605" sldId="277"/>
            <ac:spMk id="3" creationId="{00000000-0000-0000-0000-000000000000}"/>
          </ac:spMkLst>
        </pc:spChg>
        <pc:spChg chg="mod">
          <ac:chgData name="KOUPIL Jan" userId="e926d9f2-b86a-408f-b8de-77ef0706564a" providerId="ADAL" clId="{E96F5405-1444-432B-8692-1A73CCDB2A1E}" dt="2020-10-08T20:09:40.606" v="1"/>
          <ac:spMkLst>
            <pc:docMk/>
            <pc:sldMk cId="3438143605" sldId="277"/>
            <ac:spMk id="4" creationId="{00000000-0000-0000-0000-000000000000}"/>
          </ac:spMkLst>
        </pc:spChg>
        <pc:picChg chg="mod">
          <ac:chgData name="KOUPIL Jan" userId="e926d9f2-b86a-408f-b8de-77ef0706564a" providerId="ADAL" clId="{E96F5405-1444-432B-8692-1A73CCDB2A1E}" dt="2020-10-08T20:09:40.606" v="1"/>
          <ac:picMkLst>
            <pc:docMk/>
            <pc:sldMk cId="3438143605" sldId="277"/>
            <ac:picMk id="5" creationId="{00000000-0000-0000-0000-000000000000}"/>
          </ac:picMkLst>
        </pc:picChg>
      </pc:sldChg>
      <pc:sldChg chg="modSp modTransition">
        <pc:chgData name="KOUPIL Jan" userId="e926d9f2-b86a-408f-b8de-77ef0706564a" providerId="ADAL" clId="{E96F5405-1444-432B-8692-1A73CCDB2A1E}" dt="2020-10-08T20:09:40.606" v="1"/>
        <pc:sldMkLst>
          <pc:docMk/>
          <pc:sldMk cId="3251915317" sldId="278"/>
        </pc:sldMkLst>
        <pc:spChg chg="mod">
          <ac:chgData name="KOUPIL Jan" userId="e926d9f2-b86a-408f-b8de-77ef0706564a" providerId="ADAL" clId="{E96F5405-1444-432B-8692-1A73CCDB2A1E}" dt="2020-10-08T20:09:40.606" v="1"/>
          <ac:spMkLst>
            <pc:docMk/>
            <pc:sldMk cId="3251915317" sldId="278"/>
            <ac:spMk id="2" creationId="{00000000-0000-0000-0000-000000000000}"/>
          </ac:spMkLst>
        </pc:spChg>
        <pc:spChg chg="mod">
          <ac:chgData name="KOUPIL Jan" userId="e926d9f2-b86a-408f-b8de-77ef0706564a" providerId="ADAL" clId="{E96F5405-1444-432B-8692-1A73CCDB2A1E}" dt="2020-10-08T20:09:40.606" v="1"/>
          <ac:spMkLst>
            <pc:docMk/>
            <pc:sldMk cId="3251915317" sldId="278"/>
            <ac:spMk id="3" creationId="{00000000-0000-0000-0000-000000000000}"/>
          </ac:spMkLst>
        </pc:spChg>
        <pc:spChg chg="mod">
          <ac:chgData name="KOUPIL Jan" userId="e926d9f2-b86a-408f-b8de-77ef0706564a" providerId="ADAL" clId="{E96F5405-1444-432B-8692-1A73CCDB2A1E}" dt="2020-10-08T20:09:40.606" v="1"/>
          <ac:spMkLst>
            <pc:docMk/>
            <pc:sldMk cId="3251915317" sldId="278"/>
            <ac:spMk id="4" creationId="{00000000-0000-0000-0000-000000000000}"/>
          </ac:spMkLst>
        </pc:spChg>
        <pc:picChg chg="mod">
          <ac:chgData name="KOUPIL Jan" userId="e926d9f2-b86a-408f-b8de-77ef0706564a" providerId="ADAL" clId="{E96F5405-1444-432B-8692-1A73CCDB2A1E}" dt="2020-10-08T20:09:40.606" v="1"/>
          <ac:picMkLst>
            <pc:docMk/>
            <pc:sldMk cId="3251915317" sldId="278"/>
            <ac:picMk id="5" creationId="{00000000-0000-0000-0000-000000000000}"/>
          </ac:picMkLst>
        </pc:picChg>
      </pc:sldChg>
      <pc:sldChg chg="modSp modTransition">
        <pc:chgData name="KOUPIL Jan" userId="e926d9f2-b86a-408f-b8de-77ef0706564a" providerId="ADAL" clId="{E96F5405-1444-432B-8692-1A73CCDB2A1E}" dt="2020-10-08T20:09:40.606" v="1"/>
        <pc:sldMkLst>
          <pc:docMk/>
          <pc:sldMk cId="3387612641" sldId="279"/>
        </pc:sldMkLst>
        <pc:spChg chg="mod">
          <ac:chgData name="KOUPIL Jan" userId="e926d9f2-b86a-408f-b8de-77ef0706564a" providerId="ADAL" clId="{E96F5405-1444-432B-8692-1A73CCDB2A1E}" dt="2020-10-08T20:09:40.606" v="1"/>
          <ac:spMkLst>
            <pc:docMk/>
            <pc:sldMk cId="3387612641" sldId="279"/>
            <ac:spMk id="2" creationId="{00000000-0000-0000-0000-000000000000}"/>
          </ac:spMkLst>
        </pc:spChg>
        <pc:spChg chg="mod">
          <ac:chgData name="KOUPIL Jan" userId="e926d9f2-b86a-408f-b8de-77ef0706564a" providerId="ADAL" clId="{E96F5405-1444-432B-8692-1A73CCDB2A1E}" dt="2020-10-08T20:09:40.606" v="1"/>
          <ac:spMkLst>
            <pc:docMk/>
            <pc:sldMk cId="3387612641" sldId="279"/>
            <ac:spMk id="3" creationId="{00000000-0000-0000-0000-000000000000}"/>
          </ac:spMkLst>
        </pc:spChg>
        <pc:spChg chg="mod">
          <ac:chgData name="KOUPIL Jan" userId="e926d9f2-b86a-408f-b8de-77ef0706564a" providerId="ADAL" clId="{E96F5405-1444-432B-8692-1A73CCDB2A1E}" dt="2020-10-08T20:09:40.606" v="1"/>
          <ac:spMkLst>
            <pc:docMk/>
            <pc:sldMk cId="3387612641" sldId="279"/>
            <ac:spMk id="4" creationId="{00000000-0000-0000-0000-000000000000}"/>
          </ac:spMkLst>
        </pc:spChg>
      </pc:sldChg>
      <pc:sldChg chg="modSp modTransition">
        <pc:chgData name="KOUPIL Jan" userId="e926d9f2-b86a-408f-b8de-77ef0706564a" providerId="ADAL" clId="{E96F5405-1444-432B-8692-1A73CCDB2A1E}" dt="2020-10-08T20:09:40.606" v="1"/>
        <pc:sldMkLst>
          <pc:docMk/>
          <pc:sldMk cId="755027397" sldId="280"/>
        </pc:sldMkLst>
        <pc:spChg chg="mod">
          <ac:chgData name="KOUPIL Jan" userId="e926d9f2-b86a-408f-b8de-77ef0706564a" providerId="ADAL" clId="{E96F5405-1444-432B-8692-1A73CCDB2A1E}" dt="2020-10-08T20:09:40.606" v="1"/>
          <ac:spMkLst>
            <pc:docMk/>
            <pc:sldMk cId="755027397" sldId="280"/>
            <ac:spMk id="2" creationId="{00000000-0000-0000-0000-000000000000}"/>
          </ac:spMkLst>
        </pc:spChg>
        <pc:spChg chg="mod">
          <ac:chgData name="KOUPIL Jan" userId="e926d9f2-b86a-408f-b8de-77ef0706564a" providerId="ADAL" clId="{E96F5405-1444-432B-8692-1A73CCDB2A1E}" dt="2020-10-08T20:09:40.606" v="1"/>
          <ac:spMkLst>
            <pc:docMk/>
            <pc:sldMk cId="755027397" sldId="280"/>
            <ac:spMk id="3" creationId="{00000000-0000-0000-0000-000000000000}"/>
          </ac:spMkLst>
        </pc:spChg>
        <pc:spChg chg="mod">
          <ac:chgData name="KOUPIL Jan" userId="e926d9f2-b86a-408f-b8de-77ef0706564a" providerId="ADAL" clId="{E96F5405-1444-432B-8692-1A73CCDB2A1E}" dt="2020-10-08T20:09:40.606" v="1"/>
          <ac:spMkLst>
            <pc:docMk/>
            <pc:sldMk cId="755027397" sldId="280"/>
            <ac:spMk id="4" creationId="{00000000-0000-0000-0000-000000000000}"/>
          </ac:spMkLst>
        </pc:spChg>
      </pc:sldChg>
      <pc:sldChg chg="modSp modTransition">
        <pc:chgData name="KOUPIL Jan" userId="e926d9f2-b86a-408f-b8de-77ef0706564a" providerId="ADAL" clId="{E96F5405-1444-432B-8692-1A73CCDB2A1E}" dt="2020-10-08T20:09:40.606" v="1"/>
        <pc:sldMkLst>
          <pc:docMk/>
          <pc:sldMk cId="1735194559" sldId="281"/>
        </pc:sldMkLst>
        <pc:spChg chg="mod">
          <ac:chgData name="KOUPIL Jan" userId="e926d9f2-b86a-408f-b8de-77ef0706564a" providerId="ADAL" clId="{E96F5405-1444-432B-8692-1A73CCDB2A1E}" dt="2020-10-08T20:09:40.606" v="1"/>
          <ac:spMkLst>
            <pc:docMk/>
            <pc:sldMk cId="1735194559" sldId="281"/>
            <ac:spMk id="2" creationId="{00000000-0000-0000-0000-000000000000}"/>
          </ac:spMkLst>
        </pc:spChg>
        <pc:spChg chg="mod">
          <ac:chgData name="KOUPIL Jan" userId="e926d9f2-b86a-408f-b8de-77ef0706564a" providerId="ADAL" clId="{E96F5405-1444-432B-8692-1A73CCDB2A1E}" dt="2020-10-08T20:09:40.606" v="1"/>
          <ac:spMkLst>
            <pc:docMk/>
            <pc:sldMk cId="1735194559" sldId="281"/>
            <ac:spMk id="3" creationId="{00000000-0000-0000-0000-000000000000}"/>
          </ac:spMkLst>
        </pc:spChg>
        <pc:spChg chg="mod">
          <ac:chgData name="KOUPIL Jan" userId="e926d9f2-b86a-408f-b8de-77ef0706564a" providerId="ADAL" clId="{E96F5405-1444-432B-8692-1A73CCDB2A1E}" dt="2020-10-08T20:09:40.606" v="1"/>
          <ac:spMkLst>
            <pc:docMk/>
            <pc:sldMk cId="1735194559" sldId="281"/>
            <ac:spMk id="4" creationId="{00000000-0000-0000-0000-000000000000}"/>
          </ac:spMkLst>
        </pc:spChg>
      </pc:sldChg>
      <pc:sldMasterChg chg="modSp modSldLayout">
        <pc:chgData name="KOUPIL Jan" userId="e926d9f2-b86a-408f-b8de-77ef0706564a" providerId="ADAL" clId="{E96F5405-1444-432B-8692-1A73CCDB2A1E}" dt="2020-10-08T20:09:40.606" v="1"/>
        <pc:sldMasterMkLst>
          <pc:docMk/>
          <pc:sldMasterMk cId="3121953911" sldId="2147483714"/>
        </pc:sldMasterMkLst>
        <pc:spChg chg="mod">
          <ac:chgData name="KOUPIL Jan" userId="e926d9f2-b86a-408f-b8de-77ef0706564a" providerId="ADAL" clId="{E96F5405-1444-432B-8692-1A73CCDB2A1E}" dt="2020-10-08T20:09:40.606" v="1"/>
          <ac:spMkLst>
            <pc:docMk/>
            <pc:sldMasterMk cId="3121953911" sldId="2147483714"/>
            <ac:spMk id="2" creationId="{00000000-0000-0000-0000-000000000000}"/>
          </ac:spMkLst>
        </pc:spChg>
        <pc:spChg chg="mod">
          <ac:chgData name="KOUPIL Jan" userId="e926d9f2-b86a-408f-b8de-77ef0706564a" providerId="ADAL" clId="{E96F5405-1444-432B-8692-1A73CCDB2A1E}" dt="2020-10-08T20:09:40.606" v="1"/>
          <ac:spMkLst>
            <pc:docMk/>
            <pc:sldMasterMk cId="3121953911" sldId="2147483714"/>
            <ac:spMk id="3" creationId="{00000000-0000-0000-0000-000000000000}"/>
          </ac:spMkLst>
        </pc:spChg>
        <pc:spChg chg="mod">
          <ac:chgData name="KOUPIL Jan" userId="e926d9f2-b86a-408f-b8de-77ef0706564a" providerId="ADAL" clId="{E96F5405-1444-432B-8692-1A73CCDB2A1E}" dt="2020-10-08T20:09:40.606" v="1"/>
          <ac:spMkLst>
            <pc:docMk/>
            <pc:sldMasterMk cId="3121953911" sldId="2147483714"/>
            <ac:spMk id="4" creationId="{00000000-0000-0000-0000-000000000000}"/>
          </ac:spMkLst>
        </pc:spChg>
        <pc:spChg chg="mod">
          <ac:chgData name="KOUPIL Jan" userId="e926d9f2-b86a-408f-b8de-77ef0706564a" providerId="ADAL" clId="{E96F5405-1444-432B-8692-1A73CCDB2A1E}" dt="2020-10-08T20:09:40.606" v="1"/>
          <ac:spMkLst>
            <pc:docMk/>
            <pc:sldMasterMk cId="3121953911" sldId="2147483714"/>
            <ac:spMk id="5" creationId="{00000000-0000-0000-0000-000000000000}"/>
          </ac:spMkLst>
        </pc:spChg>
        <pc:spChg chg="mod">
          <ac:chgData name="KOUPIL Jan" userId="e926d9f2-b86a-408f-b8de-77ef0706564a" providerId="ADAL" clId="{E96F5405-1444-432B-8692-1A73CCDB2A1E}" dt="2020-10-08T20:09:40.606" v="1"/>
          <ac:spMkLst>
            <pc:docMk/>
            <pc:sldMasterMk cId="3121953911" sldId="2147483714"/>
            <ac:spMk id="6" creationId="{00000000-0000-0000-0000-000000000000}"/>
          </ac:spMkLst>
        </pc:spChg>
        <pc:spChg chg="mod">
          <ac:chgData name="KOUPIL Jan" userId="e926d9f2-b86a-408f-b8de-77ef0706564a" providerId="ADAL" clId="{E96F5405-1444-432B-8692-1A73CCDB2A1E}" dt="2020-10-08T20:09:40.606" v="1"/>
          <ac:spMkLst>
            <pc:docMk/>
            <pc:sldMasterMk cId="3121953911" sldId="2147483714"/>
            <ac:spMk id="7" creationId="{00000000-0000-0000-0000-000000000000}"/>
          </ac:spMkLst>
        </pc:spChg>
        <pc:spChg chg="mod">
          <ac:chgData name="KOUPIL Jan" userId="e926d9f2-b86a-408f-b8de-77ef0706564a" providerId="ADAL" clId="{E96F5405-1444-432B-8692-1A73CCDB2A1E}" dt="2020-10-08T20:09:40.606" v="1"/>
          <ac:spMkLst>
            <pc:docMk/>
            <pc:sldMasterMk cId="3121953911" sldId="2147483714"/>
            <ac:spMk id="10" creationId="{00000000-0000-0000-0000-000000000000}"/>
          </ac:spMkLst>
        </pc:spChg>
        <pc:spChg chg="mod">
          <ac:chgData name="KOUPIL Jan" userId="e926d9f2-b86a-408f-b8de-77ef0706564a" providerId="ADAL" clId="{E96F5405-1444-432B-8692-1A73CCDB2A1E}" dt="2020-10-08T20:09:40.606" v="1"/>
          <ac:spMkLst>
            <pc:docMk/>
            <pc:sldMasterMk cId="3121953911" sldId="2147483714"/>
            <ac:spMk id="11" creationId="{00000000-0000-0000-0000-000000000000}"/>
          </ac:spMkLst>
        </pc:spChg>
        <pc:spChg chg="mod">
          <ac:chgData name="KOUPIL Jan" userId="e926d9f2-b86a-408f-b8de-77ef0706564a" providerId="ADAL" clId="{E96F5405-1444-432B-8692-1A73CCDB2A1E}" dt="2020-10-08T20:09:40.606" v="1"/>
          <ac:spMkLst>
            <pc:docMk/>
            <pc:sldMasterMk cId="3121953911" sldId="2147483714"/>
            <ac:spMk id="12" creationId="{00000000-0000-0000-0000-000000000000}"/>
          </ac:spMkLst>
        </pc:spChg>
        <pc:spChg chg="mod">
          <ac:chgData name="KOUPIL Jan" userId="e926d9f2-b86a-408f-b8de-77ef0706564a" providerId="ADAL" clId="{E96F5405-1444-432B-8692-1A73CCDB2A1E}" dt="2020-10-08T20:09:40.606" v="1"/>
          <ac:spMkLst>
            <pc:docMk/>
            <pc:sldMasterMk cId="3121953911" sldId="2147483714"/>
            <ac:spMk id="13" creationId="{00000000-0000-0000-0000-000000000000}"/>
          </ac:spMkLst>
        </pc:spChg>
        <pc:spChg chg="mod">
          <ac:chgData name="KOUPIL Jan" userId="e926d9f2-b86a-408f-b8de-77ef0706564a" providerId="ADAL" clId="{E96F5405-1444-432B-8692-1A73CCDB2A1E}" dt="2020-10-08T20:09:40.606" v="1"/>
          <ac:spMkLst>
            <pc:docMk/>
            <pc:sldMasterMk cId="3121953911" sldId="2147483714"/>
            <ac:spMk id="14" creationId="{00000000-0000-0000-0000-000000000000}"/>
          </ac:spMkLst>
        </pc:spChg>
        <pc:spChg chg="mod">
          <ac:chgData name="KOUPIL Jan" userId="e926d9f2-b86a-408f-b8de-77ef0706564a" providerId="ADAL" clId="{E96F5405-1444-432B-8692-1A73CCDB2A1E}" dt="2020-10-08T20:09:40.606" v="1"/>
          <ac:spMkLst>
            <pc:docMk/>
            <pc:sldMasterMk cId="3121953911" sldId="2147483714"/>
            <ac:spMk id="15" creationId="{00000000-0000-0000-0000-000000000000}"/>
          </ac:spMkLst>
        </pc:spChg>
        <pc:spChg chg="mod">
          <ac:chgData name="KOUPIL Jan" userId="e926d9f2-b86a-408f-b8de-77ef0706564a" providerId="ADAL" clId="{E96F5405-1444-432B-8692-1A73CCDB2A1E}" dt="2020-10-08T20:09:40.606" v="1"/>
          <ac:spMkLst>
            <pc:docMk/>
            <pc:sldMasterMk cId="3121953911" sldId="2147483714"/>
            <ac:spMk id="16" creationId="{00000000-0000-0000-0000-000000000000}"/>
          </ac:spMkLst>
        </pc:spChg>
        <pc:grpChg chg="mod">
          <ac:chgData name="KOUPIL Jan" userId="e926d9f2-b86a-408f-b8de-77ef0706564a" providerId="ADAL" clId="{E96F5405-1444-432B-8692-1A73CCDB2A1E}" dt="2020-10-08T20:09:40.606" v="1"/>
          <ac:grpSpMkLst>
            <pc:docMk/>
            <pc:sldMasterMk cId="3121953911" sldId="2147483714"/>
            <ac:grpSpMk id="17" creationId="{00000000-0000-0000-0000-000000000000}"/>
          </ac:grpSpMkLst>
        </pc:grpChg>
        <pc:cxnChg chg="mod">
          <ac:chgData name="KOUPIL Jan" userId="e926d9f2-b86a-408f-b8de-77ef0706564a" providerId="ADAL" clId="{E96F5405-1444-432B-8692-1A73CCDB2A1E}" dt="2020-10-08T20:09:40.606" v="1"/>
          <ac:cxnSpMkLst>
            <pc:docMk/>
            <pc:sldMasterMk cId="3121953911" sldId="2147483714"/>
            <ac:cxnSpMk id="8" creationId="{00000000-0000-0000-0000-000000000000}"/>
          </ac:cxnSpMkLst>
        </pc:cxnChg>
        <pc:cxnChg chg="mod">
          <ac:chgData name="KOUPIL Jan" userId="e926d9f2-b86a-408f-b8de-77ef0706564a" providerId="ADAL" clId="{E96F5405-1444-432B-8692-1A73CCDB2A1E}" dt="2020-10-08T20:09:40.606" v="1"/>
          <ac:cxnSpMkLst>
            <pc:docMk/>
            <pc:sldMasterMk cId="3121953911" sldId="2147483714"/>
            <ac:cxnSpMk id="9" creationId="{00000000-0000-0000-0000-000000000000}"/>
          </ac:cxnSpMkLst>
        </pc:cxnChg>
        <pc:sldLayoutChg chg="modSp">
          <pc:chgData name="KOUPIL Jan" userId="e926d9f2-b86a-408f-b8de-77ef0706564a" providerId="ADAL" clId="{E96F5405-1444-432B-8692-1A73CCDB2A1E}" dt="2020-10-08T20:09:40.606" v="1"/>
          <pc:sldLayoutMkLst>
            <pc:docMk/>
            <pc:sldMasterMk cId="3121953911" sldId="2147483714"/>
            <pc:sldLayoutMk cId="3901306825" sldId="2147483715"/>
          </pc:sldLayoutMkLst>
          <pc:spChg chg="mod">
            <ac:chgData name="KOUPIL Jan" userId="e926d9f2-b86a-408f-b8de-77ef0706564a" providerId="ADAL" clId="{E96F5405-1444-432B-8692-1A73CCDB2A1E}" dt="2020-10-08T20:09:40.606" v="1"/>
            <ac:spMkLst>
              <pc:docMk/>
              <pc:sldMasterMk cId="3121953911" sldId="2147483714"/>
              <pc:sldLayoutMk cId="3901306825" sldId="2147483715"/>
              <ac:spMk id="2" creationId="{00000000-0000-0000-0000-000000000000}"/>
            </ac:spMkLst>
          </pc:spChg>
          <pc:spChg chg="mod">
            <ac:chgData name="KOUPIL Jan" userId="e926d9f2-b86a-408f-b8de-77ef0706564a" providerId="ADAL" clId="{E96F5405-1444-432B-8692-1A73CCDB2A1E}" dt="2020-10-08T20:09:40.606" v="1"/>
            <ac:spMkLst>
              <pc:docMk/>
              <pc:sldMasterMk cId="3121953911" sldId="2147483714"/>
              <pc:sldLayoutMk cId="3901306825" sldId="2147483715"/>
              <ac:spMk id="3" creationId="{00000000-0000-0000-0000-000000000000}"/>
            </ac:spMkLst>
          </pc:spChg>
          <pc:spChg chg="mod">
            <ac:chgData name="KOUPIL Jan" userId="e926d9f2-b86a-408f-b8de-77ef0706564a" providerId="ADAL" clId="{E96F5405-1444-432B-8692-1A73CCDB2A1E}" dt="2020-10-08T20:09:40.606" v="1"/>
            <ac:spMkLst>
              <pc:docMk/>
              <pc:sldMasterMk cId="3121953911" sldId="2147483714"/>
              <pc:sldLayoutMk cId="3901306825" sldId="2147483715"/>
              <ac:spMk id="18" creationId="{00000000-0000-0000-0000-000000000000}"/>
            </ac:spMkLst>
          </pc:spChg>
          <pc:spChg chg="mod">
            <ac:chgData name="KOUPIL Jan" userId="e926d9f2-b86a-408f-b8de-77ef0706564a" providerId="ADAL" clId="{E96F5405-1444-432B-8692-1A73CCDB2A1E}" dt="2020-10-08T20:09:40.606" v="1"/>
            <ac:spMkLst>
              <pc:docMk/>
              <pc:sldMasterMk cId="3121953911" sldId="2147483714"/>
              <pc:sldLayoutMk cId="3901306825" sldId="2147483715"/>
              <ac:spMk id="30" creationId="{00000000-0000-0000-0000-000000000000}"/>
            </ac:spMkLst>
          </pc:spChg>
          <pc:spChg chg="mod">
            <ac:chgData name="KOUPIL Jan" userId="e926d9f2-b86a-408f-b8de-77ef0706564a" providerId="ADAL" clId="{E96F5405-1444-432B-8692-1A73CCDB2A1E}" dt="2020-10-08T20:09:40.606" v="1"/>
            <ac:spMkLst>
              <pc:docMk/>
              <pc:sldMasterMk cId="3121953911" sldId="2147483714"/>
              <pc:sldLayoutMk cId="3901306825" sldId="2147483715"/>
              <ac:spMk id="31" creationId="{00000000-0000-0000-0000-000000000000}"/>
            </ac:spMkLst>
          </pc:spChg>
          <pc:spChg chg="mod">
            <ac:chgData name="KOUPIL Jan" userId="e926d9f2-b86a-408f-b8de-77ef0706564a" providerId="ADAL" clId="{E96F5405-1444-432B-8692-1A73CCDB2A1E}" dt="2020-10-08T20:09:40.606" v="1"/>
            <ac:spMkLst>
              <pc:docMk/>
              <pc:sldMasterMk cId="3121953911" sldId="2147483714"/>
              <pc:sldLayoutMk cId="3901306825" sldId="2147483715"/>
              <ac:spMk id="32" creationId="{00000000-0000-0000-0000-000000000000}"/>
            </ac:spMkLst>
          </pc:spChg>
          <pc:spChg chg="mod">
            <ac:chgData name="KOUPIL Jan" userId="e926d9f2-b86a-408f-b8de-77ef0706564a" providerId="ADAL" clId="{E96F5405-1444-432B-8692-1A73CCDB2A1E}" dt="2020-10-08T20:09:40.606" v="1"/>
            <ac:spMkLst>
              <pc:docMk/>
              <pc:sldMasterMk cId="3121953911" sldId="2147483714"/>
              <pc:sldLayoutMk cId="3901306825" sldId="2147483715"/>
              <ac:spMk id="33" creationId="{00000000-0000-0000-0000-000000000000}"/>
            </ac:spMkLst>
          </pc:spChg>
          <pc:spChg chg="mod">
            <ac:chgData name="KOUPIL Jan" userId="e926d9f2-b86a-408f-b8de-77ef0706564a" providerId="ADAL" clId="{E96F5405-1444-432B-8692-1A73CCDB2A1E}" dt="2020-10-08T20:09:40.606" v="1"/>
            <ac:spMkLst>
              <pc:docMk/>
              <pc:sldMasterMk cId="3121953911" sldId="2147483714"/>
              <pc:sldLayoutMk cId="3901306825" sldId="2147483715"/>
              <ac:spMk id="34" creationId="{00000000-0000-0000-0000-000000000000}"/>
            </ac:spMkLst>
          </pc:spChg>
          <pc:spChg chg="mod">
            <ac:chgData name="KOUPIL Jan" userId="e926d9f2-b86a-408f-b8de-77ef0706564a" providerId="ADAL" clId="{E96F5405-1444-432B-8692-1A73CCDB2A1E}" dt="2020-10-08T20:09:40.606" v="1"/>
            <ac:spMkLst>
              <pc:docMk/>
              <pc:sldMasterMk cId="3121953911" sldId="2147483714"/>
              <pc:sldLayoutMk cId="3901306825" sldId="2147483715"/>
              <ac:spMk id="35" creationId="{00000000-0000-0000-0000-000000000000}"/>
            </ac:spMkLst>
          </pc:spChg>
          <pc:spChg chg="mod">
            <ac:chgData name="KOUPIL Jan" userId="e926d9f2-b86a-408f-b8de-77ef0706564a" providerId="ADAL" clId="{E96F5405-1444-432B-8692-1A73CCDB2A1E}" dt="2020-10-08T20:09:40.606" v="1"/>
            <ac:spMkLst>
              <pc:docMk/>
              <pc:sldMasterMk cId="3121953911" sldId="2147483714"/>
              <pc:sldLayoutMk cId="3901306825" sldId="2147483715"/>
              <ac:spMk id="36" creationId="{00000000-0000-0000-0000-000000000000}"/>
            </ac:spMkLst>
          </pc:spChg>
          <pc:grpChg chg="mod">
            <ac:chgData name="KOUPIL Jan" userId="e926d9f2-b86a-408f-b8de-77ef0706564a" providerId="ADAL" clId="{E96F5405-1444-432B-8692-1A73CCDB2A1E}" dt="2020-10-08T20:09:40.606" v="1"/>
            <ac:grpSpMkLst>
              <pc:docMk/>
              <pc:sldMasterMk cId="3121953911" sldId="2147483714"/>
              <pc:sldLayoutMk cId="3901306825" sldId="2147483715"/>
              <ac:grpSpMk id="7" creationId="{00000000-0000-0000-0000-000000000000}"/>
            </ac:grpSpMkLst>
          </pc:grpChg>
          <pc:cxnChg chg="mod">
            <ac:chgData name="KOUPIL Jan" userId="e926d9f2-b86a-408f-b8de-77ef0706564a" providerId="ADAL" clId="{E96F5405-1444-432B-8692-1A73CCDB2A1E}" dt="2020-10-08T20:09:40.606" v="1"/>
            <ac:cxnSpMkLst>
              <pc:docMk/>
              <pc:sldMasterMk cId="3121953911" sldId="2147483714"/>
              <pc:sldLayoutMk cId="3901306825" sldId="2147483715"/>
              <ac:cxnSpMk id="28" creationId="{00000000-0000-0000-0000-000000000000}"/>
            </ac:cxnSpMkLst>
          </pc:cxnChg>
          <pc:cxnChg chg="mod">
            <ac:chgData name="KOUPIL Jan" userId="e926d9f2-b86a-408f-b8de-77ef0706564a" providerId="ADAL" clId="{E96F5405-1444-432B-8692-1A73CCDB2A1E}" dt="2020-10-08T20:09:40.606" v="1"/>
            <ac:cxnSpMkLst>
              <pc:docMk/>
              <pc:sldMasterMk cId="3121953911" sldId="2147483714"/>
              <pc:sldLayoutMk cId="3901306825" sldId="2147483715"/>
              <ac:cxnSpMk id="29" creationId="{00000000-0000-0000-0000-000000000000}"/>
            </ac:cxnSpMkLst>
          </pc:cxnChg>
        </pc:sldLayoutChg>
        <pc:sldLayoutChg chg="modSp">
          <pc:chgData name="KOUPIL Jan" userId="e926d9f2-b86a-408f-b8de-77ef0706564a" providerId="ADAL" clId="{E96F5405-1444-432B-8692-1A73CCDB2A1E}" dt="2020-10-08T20:09:40.606" v="1"/>
          <pc:sldLayoutMkLst>
            <pc:docMk/>
            <pc:sldMasterMk cId="3121953911" sldId="2147483714"/>
            <pc:sldLayoutMk cId="3730192378" sldId="2147483717"/>
          </pc:sldLayoutMkLst>
          <pc:spChg chg="mod">
            <ac:chgData name="KOUPIL Jan" userId="e926d9f2-b86a-408f-b8de-77ef0706564a" providerId="ADAL" clId="{E96F5405-1444-432B-8692-1A73CCDB2A1E}" dt="2020-10-08T20:09:40.606" v="1"/>
            <ac:spMkLst>
              <pc:docMk/>
              <pc:sldMasterMk cId="3121953911" sldId="2147483714"/>
              <pc:sldLayoutMk cId="3730192378" sldId="2147483717"/>
              <ac:spMk id="2" creationId="{00000000-0000-0000-0000-000000000000}"/>
            </ac:spMkLst>
          </pc:spChg>
          <pc:spChg chg="mod">
            <ac:chgData name="KOUPIL Jan" userId="e926d9f2-b86a-408f-b8de-77ef0706564a" providerId="ADAL" clId="{E96F5405-1444-432B-8692-1A73CCDB2A1E}" dt="2020-10-08T20:09:40.606" v="1"/>
            <ac:spMkLst>
              <pc:docMk/>
              <pc:sldMasterMk cId="3121953911" sldId="2147483714"/>
              <pc:sldLayoutMk cId="3730192378" sldId="2147483717"/>
              <ac:spMk id="3" creationId="{00000000-0000-0000-0000-000000000000}"/>
            </ac:spMkLst>
          </pc:spChg>
        </pc:sldLayoutChg>
        <pc:sldLayoutChg chg="modSp">
          <pc:chgData name="KOUPIL Jan" userId="e926d9f2-b86a-408f-b8de-77ef0706564a" providerId="ADAL" clId="{E96F5405-1444-432B-8692-1A73CCDB2A1E}" dt="2020-10-08T20:09:40.606" v="1"/>
          <pc:sldLayoutMkLst>
            <pc:docMk/>
            <pc:sldMasterMk cId="3121953911" sldId="2147483714"/>
            <pc:sldLayoutMk cId="4230502660" sldId="2147483718"/>
          </pc:sldLayoutMkLst>
          <pc:spChg chg="mod">
            <ac:chgData name="KOUPIL Jan" userId="e926d9f2-b86a-408f-b8de-77ef0706564a" providerId="ADAL" clId="{E96F5405-1444-432B-8692-1A73CCDB2A1E}" dt="2020-10-08T20:09:40.606" v="1"/>
            <ac:spMkLst>
              <pc:docMk/>
              <pc:sldMasterMk cId="3121953911" sldId="2147483714"/>
              <pc:sldLayoutMk cId="4230502660" sldId="2147483718"/>
              <ac:spMk id="2" creationId="{00000000-0000-0000-0000-000000000000}"/>
            </ac:spMkLst>
          </pc:spChg>
          <pc:spChg chg="mod">
            <ac:chgData name="KOUPIL Jan" userId="e926d9f2-b86a-408f-b8de-77ef0706564a" providerId="ADAL" clId="{E96F5405-1444-432B-8692-1A73CCDB2A1E}" dt="2020-10-08T20:09:40.606" v="1"/>
            <ac:spMkLst>
              <pc:docMk/>
              <pc:sldMasterMk cId="3121953911" sldId="2147483714"/>
              <pc:sldLayoutMk cId="4230502660" sldId="2147483718"/>
              <ac:spMk id="3" creationId="{00000000-0000-0000-0000-000000000000}"/>
            </ac:spMkLst>
          </pc:spChg>
          <pc:spChg chg="mod">
            <ac:chgData name="KOUPIL Jan" userId="e926d9f2-b86a-408f-b8de-77ef0706564a" providerId="ADAL" clId="{E96F5405-1444-432B-8692-1A73CCDB2A1E}" dt="2020-10-08T20:09:40.606" v="1"/>
            <ac:spMkLst>
              <pc:docMk/>
              <pc:sldMasterMk cId="3121953911" sldId="2147483714"/>
              <pc:sldLayoutMk cId="4230502660" sldId="2147483718"/>
              <ac:spMk id="4" creationId="{00000000-0000-0000-0000-000000000000}"/>
            </ac:spMkLst>
          </pc:spChg>
        </pc:sldLayoutChg>
        <pc:sldLayoutChg chg="modSp">
          <pc:chgData name="KOUPIL Jan" userId="e926d9f2-b86a-408f-b8de-77ef0706564a" providerId="ADAL" clId="{E96F5405-1444-432B-8692-1A73CCDB2A1E}" dt="2020-10-08T20:09:40.606" v="1"/>
          <pc:sldLayoutMkLst>
            <pc:docMk/>
            <pc:sldMasterMk cId="3121953911" sldId="2147483714"/>
            <pc:sldLayoutMk cId="2305685844" sldId="2147483719"/>
          </pc:sldLayoutMkLst>
          <pc:spChg chg="mod">
            <ac:chgData name="KOUPIL Jan" userId="e926d9f2-b86a-408f-b8de-77ef0706564a" providerId="ADAL" clId="{E96F5405-1444-432B-8692-1A73CCDB2A1E}" dt="2020-10-08T20:09:40.606" v="1"/>
            <ac:spMkLst>
              <pc:docMk/>
              <pc:sldMasterMk cId="3121953911" sldId="2147483714"/>
              <pc:sldLayoutMk cId="2305685844" sldId="2147483719"/>
              <ac:spMk id="2" creationId="{00000000-0000-0000-0000-000000000000}"/>
            </ac:spMkLst>
          </pc:spChg>
          <pc:spChg chg="mod">
            <ac:chgData name="KOUPIL Jan" userId="e926d9f2-b86a-408f-b8de-77ef0706564a" providerId="ADAL" clId="{E96F5405-1444-432B-8692-1A73CCDB2A1E}" dt="2020-10-08T20:09:40.606" v="1"/>
            <ac:spMkLst>
              <pc:docMk/>
              <pc:sldMasterMk cId="3121953911" sldId="2147483714"/>
              <pc:sldLayoutMk cId="2305685844" sldId="2147483719"/>
              <ac:spMk id="3" creationId="{00000000-0000-0000-0000-000000000000}"/>
            </ac:spMkLst>
          </pc:spChg>
          <pc:spChg chg="mod">
            <ac:chgData name="KOUPIL Jan" userId="e926d9f2-b86a-408f-b8de-77ef0706564a" providerId="ADAL" clId="{E96F5405-1444-432B-8692-1A73CCDB2A1E}" dt="2020-10-08T20:09:40.606" v="1"/>
            <ac:spMkLst>
              <pc:docMk/>
              <pc:sldMasterMk cId="3121953911" sldId="2147483714"/>
              <pc:sldLayoutMk cId="2305685844" sldId="2147483719"/>
              <ac:spMk id="4" creationId="{00000000-0000-0000-0000-000000000000}"/>
            </ac:spMkLst>
          </pc:spChg>
          <pc:spChg chg="mod">
            <ac:chgData name="KOUPIL Jan" userId="e926d9f2-b86a-408f-b8de-77ef0706564a" providerId="ADAL" clId="{E96F5405-1444-432B-8692-1A73CCDB2A1E}" dt="2020-10-08T20:09:40.606" v="1"/>
            <ac:spMkLst>
              <pc:docMk/>
              <pc:sldMasterMk cId="3121953911" sldId="2147483714"/>
              <pc:sldLayoutMk cId="2305685844" sldId="2147483719"/>
              <ac:spMk id="5" creationId="{00000000-0000-0000-0000-000000000000}"/>
            </ac:spMkLst>
          </pc:spChg>
          <pc:spChg chg="mod">
            <ac:chgData name="KOUPIL Jan" userId="e926d9f2-b86a-408f-b8de-77ef0706564a" providerId="ADAL" clId="{E96F5405-1444-432B-8692-1A73CCDB2A1E}" dt="2020-10-08T20:09:40.606" v="1"/>
            <ac:spMkLst>
              <pc:docMk/>
              <pc:sldMasterMk cId="3121953911" sldId="2147483714"/>
              <pc:sldLayoutMk cId="2305685844" sldId="2147483719"/>
              <ac:spMk id="6" creationId="{00000000-0000-0000-0000-000000000000}"/>
            </ac:spMkLst>
          </pc:spChg>
        </pc:sldLayoutChg>
        <pc:sldLayoutChg chg="modSp">
          <pc:chgData name="KOUPIL Jan" userId="e926d9f2-b86a-408f-b8de-77ef0706564a" providerId="ADAL" clId="{E96F5405-1444-432B-8692-1A73CCDB2A1E}" dt="2020-10-08T20:09:40.606" v="1"/>
          <pc:sldLayoutMkLst>
            <pc:docMk/>
            <pc:sldMasterMk cId="3121953911" sldId="2147483714"/>
            <pc:sldLayoutMk cId="3325368701" sldId="2147483720"/>
          </pc:sldLayoutMkLst>
          <pc:spChg chg="mod">
            <ac:chgData name="KOUPIL Jan" userId="e926d9f2-b86a-408f-b8de-77ef0706564a" providerId="ADAL" clId="{E96F5405-1444-432B-8692-1A73CCDB2A1E}" dt="2020-10-08T20:09:40.606" v="1"/>
            <ac:spMkLst>
              <pc:docMk/>
              <pc:sldMasterMk cId="3121953911" sldId="2147483714"/>
              <pc:sldLayoutMk cId="3325368701" sldId="2147483720"/>
              <ac:spMk id="2" creationId="{00000000-0000-0000-0000-000000000000}"/>
            </ac:spMkLst>
          </pc:spChg>
        </pc:sldLayoutChg>
        <pc:sldLayoutChg chg="modSp">
          <pc:chgData name="KOUPIL Jan" userId="e926d9f2-b86a-408f-b8de-77ef0706564a" providerId="ADAL" clId="{E96F5405-1444-432B-8692-1A73CCDB2A1E}" dt="2020-10-08T20:09:40.606" v="1"/>
          <pc:sldLayoutMkLst>
            <pc:docMk/>
            <pc:sldMasterMk cId="3121953911" sldId="2147483714"/>
            <pc:sldLayoutMk cId="722589900" sldId="2147483722"/>
          </pc:sldLayoutMkLst>
          <pc:spChg chg="mod">
            <ac:chgData name="KOUPIL Jan" userId="e926d9f2-b86a-408f-b8de-77ef0706564a" providerId="ADAL" clId="{E96F5405-1444-432B-8692-1A73CCDB2A1E}" dt="2020-10-08T20:09:40.606" v="1"/>
            <ac:spMkLst>
              <pc:docMk/>
              <pc:sldMasterMk cId="3121953911" sldId="2147483714"/>
              <pc:sldLayoutMk cId="722589900" sldId="2147483722"/>
              <ac:spMk id="2" creationId="{00000000-0000-0000-0000-000000000000}"/>
            </ac:spMkLst>
          </pc:spChg>
          <pc:spChg chg="mod">
            <ac:chgData name="KOUPIL Jan" userId="e926d9f2-b86a-408f-b8de-77ef0706564a" providerId="ADAL" clId="{E96F5405-1444-432B-8692-1A73CCDB2A1E}" dt="2020-10-08T20:09:40.606" v="1"/>
            <ac:spMkLst>
              <pc:docMk/>
              <pc:sldMasterMk cId="3121953911" sldId="2147483714"/>
              <pc:sldLayoutMk cId="722589900" sldId="2147483722"/>
              <ac:spMk id="3" creationId="{00000000-0000-0000-0000-000000000000}"/>
            </ac:spMkLst>
          </pc:spChg>
          <pc:spChg chg="mod">
            <ac:chgData name="KOUPIL Jan" userId="e926d9f2-b86a-408f-b8de-77ef0706564a" providerId="ADAL" clId="{E96F5405-1444-432B-8692-1A73CCDB2A1E}" dt="2020-10-08T20:09:40.606" v="1"/>
            <ac:spMkLst>
              <pc:docMk/>
              <pc:sldMasterMk cId="3121953911" sldId="2147483714"/>
              <pc:sldLayoutMk cId="722589900" sldId="2147483722"/>
              <ac:spMk id="4" creationId="{00000000-0000-0000-0000-000000000000}"/>
            </ac:spMkLst>
          </pc:spChg>
        </pc:sldLayoutChg>
        <pc:sldLayoutChg chg="modSp">
          <pc:chgData name="KOUPIL Jan" userId="e926d9f2-b86a-408f-b8de-77ef0706564a" providerId="ADAL" clId="{E96F5405-1444-432B-8692-1A73CCDB2A1E}" dt="2020-10-08T20:09:40.606" v="1"/>
          <pc:sldLayoutMkLst>
            <pc:docMk/>
            <pc:sldMasterMk cId="3121953911" sldId="2147483714"/>
            <pc:sldLayoutMk cId="824861154" sldId="2147483723"/>
          </pc:sldLayoutMkLst>
          <pc:spChg chg="mod">
            <ac:chgData name="KOUPIL Jan" userId="e926d9f2-b86a-408f-b8de-77ef0706564a" providerId="ADAL" clId="{E96F5405-1444-432B-8692-1A73CCDB2A1E}" dt="2020-10-08T20:09:40.606" v="1"/>
            <ac:spMkLst>
              <pc:docMk/>
              <pc:sldMasterMk cId="3121953911" sldId="2147483714"/>
              <pc:sldLayoutMk cId="824861154" sldId="2147483723"/>
              <ac:spMk id="2" creationId="{00000000-0000-0000-0000-000000000000}"/>
            </ac:spMkLst>
          </pc:spChg>
          <pc:spChg chg="mod">
            <ac:chgData name="KOUPIL Jan" userId="e926d9f2-b86a-408f-b8de-77ef0706564a" providerId="ADAL" clId="{E96F5405-1444-432B-8692-1A73CCDB2A1E}" dt="2020-10-08T20:09:40.606" v="1"/>
            <ac:spMkLst>
              <pc:docMk/>
              <pc:sldMasterMk cId="3121953911" sldId="2147483714"/>
              <pc:sldLayoutMk cId="824861154" sldId="2147483723"/>
              <ac:spMk id="3" creationId="{00000000-0000-0000-0000-000000000000}"/>
            </ac:spMkLst>
          </pc:spChg>
          <pc:spChg chg="mod">
            <ac:chgData name="KOUPIL Jan" userId="e926d9f2-b86a-408f-b8de-77ef0706564a" providerId="ADAL" clId="{E96F5405-1444-432B-8692-1A73CCDB2A1E}" dt="2020-10-08T20:09:40.606" v="1"/>
            <ac:spMkLst>
              <pc:docMk/>
              <pc:sldMasterMk cId="3121953911" sldId="2147483714"/>
              <pc:sldLayoutMk cId="824861154" sldId="2147483723"/>
              <ac:spMk id="4" creationId="{00000000-0000-0000-0000-000000000000}"/>
            </ac:spMkLst>
          </pc:spChg>
        </pc:sldLayoutChg>
        <pc:sldLayoutChg chg="modSp">
          <pc:chgData name="KOUPIL Jan" userId="e926d9f2-b86a-408f-b8de-77ef0706564a" providerId="ADAL" clId="{E96F5405-1444-432B-8692-1A73CCDB2A1E}" dt="2020-10-08T20:09:40.606" v="1"/>
          <pc:sldLayoutMkLst>
            <pc:docMk/>
            <pc:sldMasterMk cId="3121953911" sldId="2147483714"/>
            <pc:sldLayoutMk cId="736574231" sldId="2147483724"/>
          </pc:sldLayoutMkLst>
          <pc:spChg chg="mod">
            <ac:chgData name="KOUPIL Jan" userId="e926d9f2-b86a-408f-b8de-77ef0706564a" providerId="ADAL" clId="{E96F5405-1444-432B-8692-1A73CCDB2A1E}" dt="2020-10-08T20:09:40.606" v="1"/>
            <ac:spMkLst>
              <pc:docMk/>
              <pc:sldMasterMk cId="3121953911" sldId="2147483714"/>
              <pc:sldLayoutMk cId="736574231" sldId="2147483724"/>
              <ac:spMk id="2" creationId="{00000000-0000-0000-0000-000000000000}"/>
            </ac:spMkLst>
          </pc:spChg>
          <pc:spChg chg="mod">
            <ac:chgData name="KOUPIL Jan" userId="e926d9f2-b86a-408f-b8de-77ef0706564a" providerId="ADAL" clId="{E96F5405-1444-432B-8692-1A73CCDB2A1E}" dt="2020-10-08T20:09:40.606" v="1"/>
            <ac:spMkLst>
              <pc:docMk/>
              <pc:sldMasterMk cId="3121953911" sldId="2147483714"/>
              <pc:sldLayoutMk cId="736574231" sldId="2147483724"/>
              <ac:spMk id="3" creationId="{00000000-0000-0000-0000-000000000000}"/>
            </ac:spMkLst>
          </pc:spChg>
        </pc:sldLayoutChg>
        <pc:sldLayoutChg chg="modSp">
          <pc:chgData name="KOUPIL Jan" userId="e926d9f2-b86a-408f-b8de-77ef0706564a" providerId="ADAL" clId="{E96F5405-1444-432B-8692-1A73CCDB2A1E}" dt="2020-10-08T20:09:40.606" v="1"/>
          <pc:sldLayoutMkLst>
            <pc:docMk/>
            <pc:sldMasterMk cId="3121953911" sldId="2147483714"/>
            <pc:sldLayoutMk cId="3796124813" sldId="2147483725"/>
          </pc:sldLayoutMkLst>
          <pc:spChg chg="mod">
            <ac:chgData name="KOUPIL Jan" userId="e926d9f2-b86a-408f-b8de-77ef0706564a" providerId="ADAL" clId="{E96F5405-1444-432B-8692-1A73CCDB2A1E}" dt="2020-10-08T20:09:40.606" v="1"/>
            <ac:spMkLst>
              <pc:docMk/>
              <pc:sldMasterMk cId="3121953911" sldId="2147483714"/>
              <pc:sldLayoutMk cId="3796124813" sldId="2147483725"/>
              <ac:spMk id="2" creationId="{00000000-0000-0000-0000-000000000000}"/>
            </ac:spMkLst>
          </pc:spChg>
          <pc:spChg chg="mod">
            <ac:chgData name="KOUPIL Jan" userId="e926d9f2-b86a-408f-b8de-77ef0706564a" providerId="ADAL" clId="{E96F5405-1444-432B-8692-1A73CCDB2A1E}" dt="2020-10-08T20:09:40.606" v="1"/>
            <ac:spMkLst>
              <pc:docMk/>
              <pc:sldMasterMk cId="3121953911" sldId="2147483714"/>
              <pc:sldLayoutMk cId="3796124813" sldId="2147483725"/>
              <ac:spMk id="3" creationId="{00000000-0000-0000-0000-000000000000}"/>
            </ac:spMkLst>
          </pc:spChg>
          <pc:spChg chg="mod">
            <ac:chgData name="KOUPIL Jan" userId="e926d9f2-b86a-408f-b8de-77ef0706564a" providerId="ADAL" clId="{E96F5405-1444-432B-8692-1A73CCDB2A1E}" dt="2020-10-08T20:09:40.606" v="1"/>
            <ac:spMkLst>
              <pc:docMk/>
              <pc:sldMasterMk cId="3121953911" sldId="2147483714"/>
              <pc:sldLayoutMk cId="3796124813" sldId="2147483725"/>
              <ac:spMk id="23" creationId="{00000000-0000-0000-0000-000000000000}"/>
            </ac:spMkLst>
          </pc:spChg>
          <pc:spChg chg="mod">
            <ac:chgData name="KOUPIL Jan" userId="e926d9f2-b86a-408f-b8de-77ef0706564a" providerId="ADAL" clId="{E96F5405-1444-432B-8692-1A73CCDB2A1E}" dt="2020-10-08T20:09:40.606" v="1"/>
            <ac:spMkLst>
              <pc:docMk/>
              <pc:sldMasterMk cId="3121953911" sldId="2147483714"/>
              <pc:sldLayoutMk cId="3796124813" sldId="2147483725"/>
              <ac:spMk id="24" creationId="{00000000-0000-0000-0000-000000000000}"/>
            </ac:spMkLst>
          </pc:spChg>
          <pc:spChg chg="mod">
            <ac:chgData name="KOUPIL Jan" userId="e926d9f2-b86a-408f-b8de-77ef0706564a" providerId="ADAL" clId="{E96F5405-1444-432B-8692-1A73CCDB2A1E}" dt="2020-10-08T20:09:40.606" v="1"/>
            <ac:spMkLst>
              <pc:docMk/>
              <pc:sldMasterMk cId="3121953911" sldId="2147483714"/>
              <pc:sldLayoutMk cId="3796124813" sldId="2147483725"/>
              <ac:spMk id="25" creationId="{00000000-0000-0000-0000-000000000000}"/>
            </ac:spMkLst>
          </pc:spChg>
        </pc:sldLayoutChg>
        <pc:sldLayoutChg chg="modSp">
          <pc:chgData name="KOUPIL Jan" userId="e926d9f2-b86a-408f-b8de-77ef0706564a" providerId="ADAL" clId="{E96F5405-1444-432B-8692-1A73CCDB2A1E}" dt="2020-10-08T20:09:40.606" v="1"/>
          <pc:sldLayoutMkLst>
            <pc:docMk/>
            <pc:sldMasterMk cId="3121953911" sldId="2147483714"/>
            <pc:sldLayoutMk cId="2079449246" sldId="2147483726"/>
          </pc:sldLayoutMkLst>
          <pc:spChg chg="mod">
            <ac:chgData name="KOUPIL Jan" userId="e926d9f2-b86a-408f-b8de-77ef0706564a" providerId="ADAL" clId="{E96F5405-1444-432B-8692-1A73CCDB2A1E}" dt="2020-10-08T20:09:40.606" v="1"/>
            <ac:spMkLst>
              <pc:docMk/>
              <pc:sldMasterMk cId="3121953911" sldId="2147483714"/>
              <pc:sldLayoutMk cId="2079449246" sldId="2147483726"/>
              <ac:spMk id="2" creationId="{00000000-0000-0000-0000-000000000000}"/>
            </ac:spMkLst>
          </pc:spChg>
          <pc:spChg chg="mod">
            <ac:chgData name="KOUPIL Jan" userId="e926d9f2-b86a-408f-b8de-77ef0706564a" providerId="ADAL" clId="{E96F5405-1444-432B-8692-1A73CCDB2A1E}" dt="2020-10-08T20:09:40.606" v="1"/>
            <ac:spMkLst>
              <pc:docMk/>
              <pc:sldMasterMk cId="3121953911" sldId="2147483714"/>
              <pc:sldLayoutMk cId="2079449246" sldId="2147483726"/>
              <ac:spMk id="3" creationId="{00000000-0000-0000-0000-000000000000}"/>
            </ac:spMkLst>
          </pc:spChg>
        </pc:sldLayoutChg>
        <pc:sldLayoutChg chg="modSp">
          <pc:chgData name="KOUPIL Jan" userId="e926d9f2-b86a-408f-b8de-77ef0706564a" providerId="ADAL" clId="{E96F5405-1444-432B-8692-1A73CCDB2A1E}" dt="2020-10-08T20:09:40.606" v="1"/>
          <pc:sldLayoutMkLst>
            <pc:docMk/>
            <pc:sldMasterMk cId="3121953911" sldId="2147483714"/>
            <pc:sldLayoutMk cId="1445299005" sldId="2147483727"/>
          </pc:sldLayoutMkLst>
          <pc:spChg chg="mod">
            <ac:chgData name="KOUPIL Jan" userId="e926d9f2-b86a-408f-b8de-77ef0706564a" providerId="ADAL" clId="{E96F5405-1444-432B-8692-1A73CCDB2A1E}" dt="2020-10-08T20:09:40.606" v="1"/>
            <ac:spMkLst>
              <pc:docMk/>
              <pc:sldMasterMk cId="3121953911" sldId="2147483714"/>
              <pc:sldLayoutMk cId="1445299005" sldId="2147483727"/>
              <ac:spMk id="2" creationId="{00000000-0000-0000-0000-000000000000}"/>
            </ac:spMkLst>
          </pc:spChg>
          <pc:spChg chg="mod">
            <ac:chgData name="KOUPIL Jan" userId="e926d9f2-b86a-408f-b8de-77ef0706564a" providerId="ADAL" clId="{E96F5405-1444-432B-8692-1A73CCDB2A1E}" dt="2020-10-08T20:09:40.606" v="1"/>
            <ac:spMkLst>
              <pc:docMk/>
              <pc:sldMasterMk cId="3121953911" sldId="2147483714"/>
              <pc:sldLayoutMk cId="1445299005" sldId="2147483727"/>
              <ac:spMk id="3" creationId="{00000000-0000-0000-0000-000000000000}"/>
            </ac:spMkLst>
          </pc:spChg>
          <pc:spChg chg="mod">
            <ac:chgData name="KOUPIL Jan" userId="e926d9f2-b86a-408f-b8de-77ef0706564a" providerId="ADAL" clId="{E96F5405-1444-432B-8692-1A73CCDB2A1E}" dt="2020-10-08T20:09:40.606" v="1"/>
            <ac:spMkLst>
              <pc:docMk/>
              <pc:sldMasterMk cId="3121953911" sldId="2147483714"/>
              <pc:sldLayoutMk cId="1445299005" sldId="2147483727"/>
              <ac:spMk id="23" creationId="{00000000-0000-0000-0000-000000000000}"/>
            </ac:spMkLst>
          </pc:spChg>
          <pc:spChg chg="mod">
            <ac:chgData name="KOUPIL Jan" userId="e926d9f2-b86a-408f-b8de-77ef0706564a" providerId="ADAL" clId="{E96F5405-1444-432B-8692-1A73CCDB2A1E}" dt="2020-10-08T20:09:40.606" v="1"/>
            <ac:spMkLst>
              <pc:docMk/>
              <pc:sldMasterMk cId="3121953911" sldId="2147483714"/>
              <pc:sldLayoutMk cId="1445299005" sldId="2147483727"/>
              <ac:spMk id="24" creationId="{00000000-0000-0000-0000-000000000000}"/>
            </ac:spMkLst>
          </pc:spChg>
          <pc:spChg chg="mod">
            <ac:chgData name="KOUPIL Jan" userId="e926d9f2-b86a-408f-b8de-77ef0706564a" providerId="ADAL" clId="{E96F5405-1444-432B-8692-1A73CCDB2A1E}" dt="2020-10-08T20:09:40.606" v="1"/>
            <ac:spMkLst>
              <pc:docMk/>
              <pc:sldMasterMk cId="3121953911" sldId="2147483714"/>
              <pc:sldLayoutMk cId="1445299005" sldId="2147483727"/>
              <ac:spMk id="25" creationId="{00000000-0000-0000-0000-000000000000}"/>
            </ac:spMkLst>
          </pc:spChg>
        </pc:sldLayoutChg>
        <pc:sldLayoutChg chg="modSp">
          <pc:chgData name="KOUPIL Jan" userId="e926d9f2-b86a-408f-b8de-77ef0706564a" providerId="ADAL" clId="{E96F5405-1444-432B-8692-1A73CCDB2A1E}" dt="2020-10-08T20:09:40.606" v="1"/>
          <pc:sldLayoutMkLst>
            <pc:docMk/>
            <pc:sldMasterMk cId="3121953911" sldId="2147483714"/>
            <pc:sldLayoutMk cId="2418913139" sldId="2147483728"/>
          </pc:sldLayoutMkLst>
          <pc:spChg chg="mod">
            <ac:chgData name="KOUPIL Jan" userId="e926d9f2-b86a-408f-b8de-77ef0706564a" providerId="ADAL" clId="{E96F5405-1444-432B-8692-1A73CCDB2A1E}" dt="2020-10-08T20:09:40.606" v="1"/>
            <ac:spMkLst>
              <pc:docMk/>
              <pc:sldMasterMk cId="3121953911" sldId="2147483714"/>
              <pc:sldLayoutMk cId="2418913139" sldId="2147483728"/>
              <ac:spMk id="2" creationId="{00000000-0000-0000-0000-000000000000}"/>
            </ac:spMkLst>
          </pc:spChg>
          <pc:spChg chg="mod">
            <ac:chgData name="KOUPIL Jan" userId="e926d9f2-b86a-408f-b8de-77ef0706564a" providerId="ADAL" clId="{E96F5405-1444-432B-8692-1A73CCDB2A1E}" dt="2020-10-08T20:09:40.606" v="1"/>
            <ac:spMkLst>
              <pc:docMk/>
              <pc:sldMasterMk cId="3121953911" sldId="2147483714"/>
              <pc:sldLayoutMk cId="2418913139" sldId="2147483728"/>
              <ac:spMk id="3" creationId="{00000000-0000-0000-0000-000000000000}"/>
            </ac:spMkLst>
          </pc:spChg>
          <pc:spChg chg="mod">
            <ac:chgData name="KOUPIL Jan" userId="e926d9f2-b86a-408f-b8de-77ef0706564a" providerId="ADAL" clId="{E96F5405-1444-432B-8692-1A73CCDB2A1E}" dt="2020-10-08T20:09:40.606" v="1"/>
            <ac:spMkLst>
              <pc:docMk/>
              <pc:sldMasterMk cId="3121953911" sldId="2147483714"/>
              <pc:sldLayoutMk cId="2418913139" sldId="2147483728"/>
              <ac:spMk id="23" creationId="{00000000-0000-0000-0000-000000000000}"/>
            </ac:spMkLst>
          </pc:spChg>
        </pc:sldLayoutChg>
        <pc:sldLayoutChg chg="modSp">
          <pc:chgData name="KOUPIL Jan" userId="e926d9f2-b86a-408f-b8de-77ef0706564a" providerId="ADAL" clId="{E96F5405-1444-432B-8692-1A73CCDB2A1E}" dt="2020-10-08T20:09:40.606" v="1"/>
          <pc:sldLayoutMkLst>
            <pc:docMk/>
            <pc:sldMasterMk cId="3121953911" sldId="2147483714"/>
            <pc:sldLayoutMk cId="2916376486" sldId="2147483730"/>
          </pc:sldLayoutMkLst>
          <pc:spChg chg="mod">
            <ac:chgData name="KOUPIL Jan" userId="e926d9f2-b86a-408f-b8de-77ef0706564a" providerId="ADAL" clId="{E96F5405-1444-432B-8692-1A73CCDB2A1E}" dt="2020-10-08T20:09:40.606" v="1"/>
            <ac:spMkLst>
              <pc:docMk/>
              <pc:sldMasterMk cId="3121953911" sldId="2147483714"/>
              <pc:sldLayoutMk cId="2916376486" sldId="2147483730"/>
              <ac:spMk id="2" creationId="{00000000-0000-0000-0000-000000000000}"/>
            </ac:spMkLst>
          </pc:spChg>
          <pc:spChg chg="mod">
            <ac:chgData name="KOUPIL Jan" userId="e926d9f2-b86a-408f-b8de-77ef0706564a" providerId="ADAL" clId="{E96F5405-1444-432B-8692-1A73CCDB2A1E}" dt="2020-10-08T20:09:40.606" v="1"/>
            <ac:spMkLst>
              <pc:docMk/>
              <pc:sldMasterMk cId="3121953911" sldId="2147483714"/>
              <pc:sldLayoutMk cId="2916376486" sldId="2147483730"/>
              <ac:spMk id="3" creationId="{00000000-0000-0000-0000-000000000000}"/>
            </ac:spMkLst>
          </pc:spChg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Zástupný symbol pro datum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7891D0-E89A-4C62-8D77-1730A9C708F5}" type="datetimeFigureOut">
              <a:rPr lang="cs-CZ" smtClean="0"/>
              <a:t>03.01.2024</a:t>
            </a:fld>
            <a:endParaRPr lang="cs-CZ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5" name="Zástupný symbol pro číslo snímku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BCE09B-0183-4802-A416-A4F1291EA33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9423676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Zástupný symbol pro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5B8698-9207-45A1-86D5-52ED7A4342E0}" type="datetimeFigureOut">
              <a:rPr lang="cs-CZ" smtClean="0"/>
              <a:t>03.01.2024</a:t>
            </a:fld>
            <a:endParaRPr lang="cs-CZ"/>
          </a:p>
        </p:txBody>
      </p:sp>
      <p:sp>
        <p:nvSpPr>
          <p:cNvPr id="4" name="Zástupný symbol pro obrázek snímk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Zástupný symbol pro poznámky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CBF39E-B8E3-41DC-9E54-0EF1D23BA98D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8813567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CBF39E-B8E3-41DC-9E54-0EF1D23BA98D}" type="slidenum">
              <a:rPr lang="cs-CZ" smtClean="0"/>
              <a:t>1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8517964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cs-CZ"/>
              <a:t>Kliknutím můžete upravit styl předlohy.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Jan Koupil 2015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77384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Jan Koupil 2015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791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Jan Koupil 2015, credits to Radek Brůha 2014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3032702"/>
      </p:ext>
    </p:extLst>
  </p:cSld>
  <p:clrMapOvr>
    <a:masterClrMapping/>
  </p:clrMapOvr>
  <p:hf sldNum="0"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Jan Koupil 2015, credits to Radek Brůha 2014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18845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Jan Koupil 2015, credits to Radek Brůha 2014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23901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Jan Koupil 2015, credits to Radek Brůha 2014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3465142"/>
      </p:ext>
    </p:extLst>
  </p:cSld>
  <p:clrMapOvr>
    <a:masterClrMapping/>
  </p:clrMapOvr>
  <p:hf sldNum="0"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Jan Koupil 2015, credits to Radek Brůha 2014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56538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Jan Koupil 2015, credits to Radek Brůha 2014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22202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cs-CZ"/>
              <a:t>Kliknutím na ikonu přidáte obrázek.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Jan Koupil 2015, credits to Radek Brůha 2014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59972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ázev a popis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Jan Koupil 2015, credits to Radek Brůha 2014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03595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ce s popis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Jan Koupil 2015, credits to Radek Brůha 2014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978304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Jmenov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Jan Koupil 2015, credits to Radek Brůha 2014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985074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Jmenovka s citac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Jan Koupil 2015, credits to Radek Brůha 2014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0126157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avda nebo neprav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Jan Koupil 2015, credits to Radek Brůha 2014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583376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Jan Koupil 2015, credits to Radek Brůha 2014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813402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Jan Koupil 2015, credits to Radek Brůha 2014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32080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Jan Koupil 2015, credits to Radek Brůha 2014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13878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2" r:id="rId1"/>
    <p:sldLayoutId id="2147483733" r:id="rId2"/>
    <p:sldLayoutId id="2147483734" r:id="rId3"/>
    <p:sldLayoutId id="2147483735" r:id="rId4"/>
    <p:sldLayoutId id="2147483736" r:id="rId5"/>
    <p:sldLayoutId id="2147483737" r:id="rId6"/>
    <p:sldLayoutId id="2147483738" r:id="rId7"/>
    <p:sldLayoutId id="2147483739" r:id="rId8"/>
    <p:sldLayoutId id="2147483740" r:id="rId9"/>
    <p:sldLayoutId id="2147483741" r:id="rId10"/>
    <p:sldLayoutId id="2147483742" r:id="rId11"/>
    <p:sldLayoutId id="2147483743" r:id="rId12"/>
    <p:sldLayoutId id="2147483744" r:id="rId13"/>
    <p:sldLayoutId id="2147483745" r:id="rId14"/>
    <p:sldLayoutId id="2147483746" r:id="rId15"/>
    <p:sldLayoutId id="2147483747" r:id="rId16"/>
  </p:sldLayoutIdLst>
  <p:hf sldNum="0" hd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1982792" y="3673497"/>
            <a:ext cx="7043021" cy="1646302"/>
          </a:xfrm>
        </p:spPr>
        <p:txBody>
          <a:bodyPr/>
          <a:lstStyle/>
          <a:p>
            <a:r>
              <a:rPr lang="cs-CZ" dirty="0"/>
              <a:t>C# hodnotové a referenční typy</a:t>
            </a:r>
          </a:p>
        </p:txBody>
      </p:sp>
    </p:spTree>
    <p:extLst>
      <p:ext uri="{BB962C8B-B14F-4D97-AF65-F5344CB8AC3E}">
        <p14:creationId xmlns:p14="http://schemas.microsoft.com/office/powerpoint/2010/main" val="27541854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Hodnotové datové typy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cs-CZ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a = 3;</a:t>
            </a:r>
          </a:p>
          <a:p>
            <a:pPr marL="0" indent="0">
              <a:buNone/>
            </a:pPr>
            <a:r>
              <a:rPr lang="cs-CZ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b = a;</a:t>
            </a:r>
          </a:p>
          <a:p>
            <a:pPr marL="0" indent="0">
              <a:buNone/>
            </a:pP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 = 4;</a:t>
            </a:r>
          </a:p>
          <a:p>
            <a:pPr marL="0" indent="0">
              <a:buNone/>
            </a:pPr>
            <a:r>
              <a:rPr lang="cs-CZ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cs-CZ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.WriteLine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(a);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//co </a:t>
            </a:r>
            <a:r>
              <a:rPr lang="en-US" dirty="0" err="1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vyp</a:t>
            </a:r>
            <a:r>
              <a:rPr lang="cs-CZ" dirty="0" err="1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íše</a:t>
            </a:r>
            <a:r>
              <a:rPr lang="cs-CZ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?</a:t>
            </a:r>
          </a:p>
          <a:p>
            <a:pPr marL="0" indent="0">
              <a:buNone/>
            </a:pPr>
            <a:r>
              <a:rPr lang="cs-CZ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cs-CZ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.WriteLine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(b); </a:t>
            </a:r>
            <a:r>
              <a:rPr lang="en-US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//co </a:t>
            </a:r>
            <a:r>
              <a:rPr lang="en-US" dirty="0" err="1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vyp</a:t>
            </a:r>
            <a:r>
              <a:rPr lang="cs-CZ" dirty="0" err="1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íše</a:t>
            </a:r>
            <a:r>
              <a:rPr lang="cs-CZ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?</a:t>
            </a:r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Jan Koupil 2015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68473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Hodnotové datové typy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cs-CZ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static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cs-CZ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void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cs-CZ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zmensi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cs-CZ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cs-CZ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cislo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 {</a:t>
            </a:r>
          </a:p>
          <a:p>
            <a:pPr marL="0" indent="0">
              <a:buNone/>
            </a:pP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</a:t>
            </a:r>
            <a:r>
              <a:rPr lang="cs-CZ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cislo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--;</a:t>
            </a:r>
          </a:p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endParaRPr lang="cs-CZ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</a:p>
          <a:p>
            <a:pPr marL="0" indent="0">
              <a:buNone/>
            </a:pPr>
            <a:endParaRPr lang="cs-CZ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cs-CZ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a = 3;</a:t>
            </a:r>
          </a:p>
          <a:p>
            <a:pPr marL="0" indent="0">
              <a:buNone/>
            </a:pPr>
            <a:r>
              <a:rPr lang="cs-CZ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zmensi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(a);</a:t>
            </a:r>
          </a:p>
          <a:p>
            <a:pPr marL="0" indent="0">
              <a:buNone/>
            </a:pPr>
            <a:r>
              <a:rPr lang="cs-CZ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cs-CZ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.WriteLine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(a); </a:t>
            </a:r>
            <a:r>
              <a:rPr lang="cs-CZ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//co vypíše?</a:t>
            </a:r>
            <a:endParaRPr lang="cs-CZ" dirty="0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Jan Koupil 2015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60791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Hodnotové datové typy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Stejn</a:t>
            </a:r>
            <a:r>
              <a:rPr lang="cs-CZ" dirty="0"/>
              <a:t>ě se chovají </a:t>
            </a:r>
            <a:r>
              <a:rPr lang="cs-CZ" dirty="0" err="1"/>
              <a:t>uint</a:t>
            </a:r>
            <a:r>
              <a:rPr lang="cs-CZ" dirty="0"/>
              <a:t>, </a:t>
            </a:r>
            <a:r>
              <a:rPr lang="cs-CZ" dirty="0" err="1"/>
              <a:t>float</a:t>
            </a:r>
            <a:r>
              <a:rPr lang="cs-CZ" dirty="0"/>
              <a:t>, double, </a:t>
            </a:r>
            <a:r>
              <a:rPr lang="cs-CZ" dirty="0" err="1"/>
              <a:t>char</a:t>
            </a:r>
            <a:r>
              <a:rPr lang="cs-CZ" dirty="0"/>
              <a:t> </a:t>
            </a:r>
          </a:p>
          <a:p>
            <a:pPr lvl="1"/>
            <a:r>
              <a:rPr lang="cs-CZ" dirty="0"/>
              <a:t>Ne ale </a:t>
            </a:r>
            <a:r>
              <a:rPr lang="cs-CZ" dirty="0" err="1"/>
              <a:t>string</a:t>
            </a:r>
            <a:r>
              <a:rPr lang="cs-CZ" dirty="0"/>
              <a:t> nebo </a:t>
            </a:r>
            <a:r>
              <a:rPr lang="cs-CZ" dirty="0" err="1"/>
              <a:t>array</a:t>
            </a:r>
            <a:endParaRPr lang="cs-CZ" dirty="0"/>
          </a:p>
          <a:p>
            <a:endParaRPr lang="cs-CZ" dirty="0"/>
          </a:p>
          <a:p>
            <a:r>
              <a:rPr lang="cs-CZ" dirty="0"/>
              <a:t>Jsou uloženy v oblasti paměti zvané </a:t>
            </a:r>
            <a:r>
              <a:rPr lang="cs-CZ" dirty="0" err="1"/>
              <a:t>Stack</a:t>
            </a:r>
            <a:r>
              <a:rPr lang="cs-CZ" dirty="0"/>
              <a:t> (zásobník)</a:t>
            </a:r>
          </a:p>
          <a:p>
            <a:r>
              <a:rPr lang="cs-CZ" dirty="0"/>
              <a:t>Při použití == se vytváří v paměti kopie, taktéž při předání do metody</a:t>
            </a:r>
          </a:p>
          <a:p>
            <a:r>
              <a:rPr lang="cs-CZ" dirty="0"/>
              <a:t>Při ukončení metody je paměť automaticky </a:t>
            </a:r>
            <a:r>
              <a:rPr lang="cs-CZ" dirty="0" err="1"/>
              <a:t>uvloněna</a:t>
            </a:r>
            <a:endParaRPr lang="cs-CZ" dirty="0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Jan Koupil 2015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52947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2133599" y="513807"/>
            <a:ext cx="6347714" cy="5527557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cs-CZ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static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cs-CZ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void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cs-CZ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Main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cs-CZ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string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[] </a:t>
            </a:r>
            <a:r>
              <a:rPr lang="cs-CZ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args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    {</a:t>
            </a:r>
          </a:p>
          <a:p>
            <a:pPr marL="0" indent="0">
              <a:buNone/>
            </a:pP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cs-CZ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Circle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a = </a:t>
            </a:r>
            <a:r>
              <a:rPr lang="cs-CZ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new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cs-CZ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Circle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(42);</a:t>
            </a:r>
          </a:p>
          <a:p>
            <a:pPr marL="0" indent="0">
              <a:buNone/>
            </a:pP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cs-CZ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Circle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b = a;</a:t>
            </a:r>
          </a:p>
          <a:p>
            <a:pPr marL="0" indent="0">
              <a:buNone/>
            </a:pP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cs-CZ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b.r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 20;</a:t>
            </a:r>
          </a:p>
          <a:p>
            <a:pPr marL="0" indent="0">
              <a:buNone/>
            </a:pP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cs-CZ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cs-CZ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.WriteLine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cs-CZ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a.r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 </a:t>
            </a:r>
            <a:r>
              <a:rPr lang="cs-CZ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//co vypíše?</a:t>
            </a:r>
            <a:endParaRPr lang="cs-CZ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</a:p>
          <a:p>
            <a:pPr marL="0" indent="0">
              <a:buNone/>
            </a:pP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cs-CZ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cs-CZ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.ReadKey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();</a:t>
            </a:r>
          </a:p>
          <a:p>
            <a:pPr marL="0" indent="0">
              <a:buNone/>
            </a:pP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}</a:t>
            </a:r>
          </a:p>
          <a:p>
            <a:pPr marL="0" indent="0">
              <a:buNone/>
            </a:pPr>
            <a:endParaRPr lang="cs-CZ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cs-CZ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class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cs-CZ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Circle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{</a:t>
            </a:r>
          </a:p>
          <a:p>
            <a:pPr marL="0" indent="0">
              <a:buNone/>
            </a:pP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cs-CZ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cs-CZ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double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r;</a:t>
            </a:r>
          </a:p>
          <a:p>
            <a:pPr marL="0" indent="0">
              <a:buNone/>
            </a:pP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cs-CZ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cs-CZ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Circle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cs-CZ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double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r) {</a:t>
            </a:r>
          </a:p>
          <a:p>
            <a:pPr marL="0" indent="0">
              <a:buNone/>
            </a:pP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    </a:t>
            </a:r>
            <a:r>
              <a:rPr lang="cs-CZ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this</a:t>
            </a:r>
            <a:r>
              <a:rPr lang="cs-CZ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.r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 r;</a:t>
            </a:r>
          </a:p>
          <a:p>
            <a:pPr marL="0" indent="0">
              <a:buNone/>
            </a:pP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}</a:t>
            </a:r>
          </a:p>
          <a:p>
            <a:pPr marL="0" indent="0">
              <a:buNone/>
            </a:pP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}</a:t>
            </a:r>
            <a:endParaRPr lang="cs-CZ" dirty="0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Jan Koupil 2015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38822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Referenční datové typy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2133599" y="2160590"/>
            <a:ext cx="6347714" cy="4562427"/>
          </a:xfrm>
        </p:spPr>
        <p:txBody>
          <a:bodyPr>
            <a:normAutofit/>
          </a:bodyPr>
          <a:lstStyle/>
          <a:p>
            <a:r>
              <a:rPr lang="cs-CZ" dirty="0"/>
              <a:t>Objekty</a:t>
            </a:r>
          </a:p>
          <a:p>
            <a:pPr lvl="1"/>
            <a:r>
              <a:rPr lang="cs-CZ" dirty="0"/>
              <a:t>Pole</a:t>
            </a:r>
          </a:p>
          <a:p>
            <a:pPr lvl="1"/>
            <a:r>
              <a:rPr lang="cs-CZ" dirty="0"/>
              <a:t>Řetězce (Proč?)</a:t>
            </a:r>
          </a:p>
          <a:p>
            <a:pPr lvl="1"/>
            <a:endParaRPr lang="cs-CZ" dirty="0"/>
          </a:p>
          <a:p>
            <a:endParaRPr lang="cs-CZ" dirty="0"/>
          </a:p>
          <a:p>
            <a:endParaRPr lang="cs-CZ" dirty="0"/>
          </a:p>
          <a:p>
            <a:pPr marL="0" indent="0">
              <a:buNone/>
            </a:pPr>
            <a:endParaRPr lang="cs-CZ" dirty="0"/>
          </a:p>
          <a:p>
            <a:r>
              <a:rPr lang="cs-CZ" dirty="0"/>
              <a:t>Existují v oblasti paměti zvané </a:t>
            </a:r>
            <a:r>
              <a:rPr lang="cs-CZ" dirty="0" err="1"/>
              <a:t>Heap</a:t>
            </a:r>
            <a:endParaRPr lang="cs-CZ" dirty="0"/>
          </a:p>
          <a:p>
            <a:r>
              <a:rPr lang="cs-CZ" dirty="0"/>
              <a:t>Na </a:t>
            </a:r>
            <a:r>
              <a:rPr lang="cs-CZ" dirty="0" err="1"/>
              <a:t>Stacku</a:t>
            </a:r>
            <a:r>
              <a:rPr lang="cs-CZ" dirty="0"/>
              <a:t> se ukládá jen odkaz (v podstatě číslo)</a:t>
            </a:r>
          </a:p>
          <a:p>
            <a:r>
              <a:rPr lang="cs-CZ" dirty="0"/>
              <a:t>Při použití == se nekopíruje vše, jen odkaz</a:t>
            </a:r>
          </a:p>
          <a:p>
            <a:r>
              <a:rPr lang="cs-CZ" dirty="0"/>
              <a:t>Mazání: </a:t>
            </a:r>
            <a:r>
              <a:rPr lang="cs-CZ" dirty="0" err="1"/>
              <a:t>garbage</a:t>
            </a:r>
            <a:r>
              <a:rPr lang="cs-CZ" dirty="0"/>
              <a:t> </a:t>
            </a:r>
            <a:r>
              <a:rPr lang="cs-CZ" dirty="0" err="1"/>
              <a:t>collection</a:t>
            </a:r>
            <a:endParaRPr lang="cs-CZ" dirty="0"/>
          </a:p>
        </p:txBody>
      </p:sp>
      <p:pic>
        <p:nvPicPr>
          <p:cNvPr id="5" name="Obrázek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2304" y="1447122"/>
            <a:ext cx="4306097" cy="3143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44106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Kopie referenčního typu?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Musíme objektu poskytnout metodu .</a:t>
            </a:r>
            <a:r>
              <a:rPr lang="cs-CZ" dirty="0" err="1"/>
              <a:t>Clone</a:t>
            </a:r>
            <a:r>
              <a:rPr lang="cs-CZ" dirty="0"/>
              <a:t>()</a:t>
            </a:r>
          </a:p>
          <a:p>
            <a:pPr lvl="1"/>
            <a:r>
              <a:rPr lang="cs-CZ" dirty="0"/>
              <a:t>Vestavěné třídy ji obvykle mají</a:t>
            </a:r>
          </a:p>
          <a:p>
            <a:pPr lvl="2"/>
            <a:r>
              <a:rPr lang="cs-CZ" dirty="0"/>
              <a:t>Hodnotové typy jsou zkopírovány snadno</a:t>
            </a:r>
          </a:p>
          <a:p>
            <a:pPr lvl="1"/>
            <a:endParaRPr lang="cs-CZ" dirty="0"/>
          </a:p>
          <a:p>
            <a:pPr lvl="1"/>
            <a:r>
              <a:rPr lang="cs-CZ" dirty="0"/>
              <a:t>Má jít o hlubokou (</a:t>
            </a:r>
            <a:r>
              <a:rPr lang="cs-CZ" dirty="0" err="1"/>
              <a:t>deep</a:t>
            </a:r>
            <a:r>
              <a:rPr lang="cs-CZ" dirty="0"/>
              <a:t>) kopii?</a:t>
            </a:r>
          </a:p>
          <a:p>
            <a:pPr lvl="2"/>
            <a:r>
              <a:rPr lang="cs-CZ" dirty="0"/>
              <a:t>Všechny vnořené objekty jsou nahrazeny kopiemi</a:t>
            </a:r>
          </a:p>
          <a:p>
            <a:pPr lvl="1"/>
            <a:r>
              <a:rPr lang="cs-CZ" dirty="0"/>
              <a:t>Má jít o mělkou (</a:t>
            </a:r>
            <a:r>
              <a:rPr lang="cs-CZ" dirty="0" err="1"/>
              <a:t>shallow</a:t>
            </a:r>
            <a:r>
              <a:rPr lang="cs-CZ" dirty="0"/>
              <a:t>) kopii?</a:t>
            </a:r>
          </a:p>
          <a:p>
            <a:pPr lvl="2"/>
            <a:r>
              <a:rPr lang="cs-CZ" dirty="0"/>
              <a:t>Do klonovaného objektu budou uloženy odkazy na stejný objekt jako v původním</a:t>
            </a:r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Jan Koupil 2015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76060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err="1"/>
              <a:t>Nullable</a:t>
            </a:r>
            <a:r>
              <a:rPr lang="cs-CZ" dirty="0"/>
              <a:t> datové typy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Je dobrým zvykem všechny proměnné inicializovat</a:t>
            </a:r>
          </a:p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</a:t>
            </a:r>
            <a:r>
              <a:rPr lang="cs-CZ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i = 0;</a:t>
            </a:r>
          </a:p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</a:t>
            </a:r>
            <a:r>
              <a:rPr lang="cs-CZ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double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d = 0.0;</a:t>
            </a:r>
          </a:p>
          <a:p>
            <a:pPr marL="0" indent="0">
              <a:buNone/>
            </a:pPr>
            <a:r>
              <a:rPr lang="en-US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</a:t>
            </a:r>
            <a:r>
              <a:rPr lang="cs-CZ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Circle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c = </a:t>
            </a:r>
            <a:r>
              <a:rPr lang="cs-CZ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new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cs-CZ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Circle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(42);</a:t>
            </a:r>
            <a:endParaRPr lang="cs-CZ" dirty="0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Jan Koupil 2015</a:t>
            </a:r>
          </a:p>
        </p:txBody>
      </p:sp>
    </p:spTree>
    <p:extLst>
      <p:ext uri="{BB962C8B-B14F-4D97-AF65-F5344CB8AC3E}">
        <p14:creationId xmlns:p14="http://schemas.microsoft.com/office/powerpoint/2010/main" val="42696560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Proč vyrábět to, co zahodím?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cs-CZ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Circle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c = </a:t>
            </a:r>
            <a:r>
              <a:rPr lang="cs-CZ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new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cs-CZ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Circle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(42);</a:t>
            </a:r>
          </a:p>
          <a:p>
            <a:pPr marL="0" indent="0">
              <a:buNone/>
            </a:pPr>
            <a:r>
              <a:rPr lang="cs-CZ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Circle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kopie = </a:t>
            </a:r>
            <a:r>
              <a:rPr lang="cs-CZ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new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cs-CZ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Circle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(99); </a:t>
            </a:r>
            <a:r>
              <a:rPr lang="cs-CZ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 cokoliv, jen abych inicializoval kopii..</a:t>
            </a:r>
            <a:endParaRPr lang="cs-CZ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pl-PL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kopie = c; </a:t>
            </a:r>
            <a:r>
              <a:rPr lang="pl-PL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 kopie a c odkazují na totožný objekt</a:t>
            </a:r>
            <a:endParaRPr lang="cs-CZ" dirty="0"/>
          </a:p>
          <a:p>
            <a:endParaRPr lang="en-US" dirty="0"/>
          </a:p>
          <a:p>
            <a:r>
              <a:rPr lang="cs-CZ" dirty="0"/>
              <a:t>Co se stalo s původní </a:t>
            </a:r>
            <a:r>
              <a:rPr lang="cs-CZ" dirty="0" err="1"/>
              <a:t>Circle</a:t>
            </a:r>
            <a:r>
              <a:rPr lang="cs-CZ" dirty="0"/>
              <a:t>(99)</a:t>
            </a:r>
            <a:r>
              <a:rPr lang="en-US" dirty="0"/>
              <a:t>?</a:t>
            </a:r>
            <a:r>
              <a:rPr lang="cs-CZ" dirty="0"/>
              <a:t> – </a:t>
            </a:r>
            <a:r>
              <a:rPr lang="cs-CZ" dirty="0" err="1"/>
              <a:t>garbage</a:t>
            </a:r>
            <a:r>
              <a:rPr lang="cs-CZ" dirty="0"/>
              <a:t> </a:t>
            </a:r>
            <a:r>
              <a:rPr lang="cs-CZ" dirty="0" err="1"/>
              <a:t>collection</a:t>
            </a:r>
            <a:r>
              <a:rPr lang="cs-CZ" dirty="0"/>
              <a:t> po nás uklidí</a:t>
            </a:r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Jan Koupil 2015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49523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Jak zjistit prázdno?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2133599" y="2160591"/>
            <a:ext cx="7567750" cy="3880773"/>
          </a:xfrm>
        </p:spPr>
        <p:txBody>
          <a:bodyPr/>
          <a:lstStyle/>
          <a:p>
            <a:pPr marL="0" indent="0">
              <a:buNone/>
            </a:pPr>
            <a:r>
              <a:rPr lang="cs-CZ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Circle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c = </a:t>
            </a:r>
            <a:r>
              <a:rPr lang="cs-CZ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new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cs-CZ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Circle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(42);</a:t>
            </a:r>
          </a:p>
          <a:p>
            <a:pPr marL="0" indent="0">
              <a:buNone/>
            </a:pPr>
            <a:r>
              <a:rPr lang="cs-CZ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Circle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kopie; </a:t>
            </a:r>
            <a:r>
              <a:rPr lang="cs-CZ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 neinicializováno!!!</a:t>
            </a:r>
            <a:endParaRPr lang="cs-CZ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...</a:t>
            </a:r>
          </a:p>
          <a:p>
            <a:pPr marL="0" indent="0">
              <a:buNone/>
            </a:pPr>
            <a:r>
              <a:rPr lang="cs-CZ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if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(copy == </a:t>
            </a:r>
            <a:r>
              <a:rPr lang="cs-CZ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 Chci změnit jen v případě, že ještě nebylo nastaveno. Ale co sem dát?) { </a:t>
            </a:r>
            <a:endParaRPr lang="cs-CZ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pl-PL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kopie = c; </a:t>
            </a:r>
            <a:r>
              <a:rPr lang="pl-PL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 // kopie a c odkazují na totožný objekt</a:t>
            </a:r>
            <a:endParaRPr lang="pl-PL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...</a:t>
            </a:r>
          </a:p>
          <a:p>
            <a:pPr marL="0" indent="0">
              <a:buNone/>
            </a:pP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Jan Koupil 2015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21398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Odpovědí je </a:t>
            </a:r>
            <a:r>
              <a:rPr lang="cs-CZ" dirty="0" err="1"/>
              <a:t>null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2133599" y="1930401"/>
            <a:ext cx="7550332" cy="4110963"/>
          </a:xfrm>
        </p:spPr>
        <p:txBody>
          <a:bodyPr/>
          <a:lstStyle/>
          <a:p>
            <a:pPr marL="0" indent="0">
              <a:buNone/>
            </a:pPr>
            <a:r>
              <a:rPr lang="cs-CZ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Circle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c = </a:t>
            </a:r>
            <a:r>
              <a:rPr lang="cs-CZ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new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cs-CZ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Circle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(42);</a:t>
            </a:r>
          </a:p>
          <a:p>
            <a:pPr marL="0" indent="0">
              <a:buNone/>
            </a:pPr>
            <a:r>
              <a:rPr lang="cs-CZ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Circle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kopie; </a:t>
            </a:r>
            <a:r>
              <a:rPr lang="cs-CZ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 neinicializováno</a:t>
            </a:r>
            <a:endParaRPr lang="cs-CZ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...</a:t>
            </a:r>
          </a:p>
          <a:p>
            <a:pPr marL="0" indent="0">
              <a:buNone/>
            </a:pPr>
            <a:r>
              <a:rPr lang="cs-CZ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if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(copy == </a:t>
            </a:r>
            <a:r>
              <a:rPr lang="cs-CZ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null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){ </a:t>
            </a:r>
          </a:p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</a:t>
            </a:r>
            <a:r>
              <a:rPr lang="pl-PL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kopie = c; </a:t>
            </a:r>
            <a:r>
              <a:rPr lang="pl-PL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 // kopie a c odkazují na totožný objekt</a:t>
            </a:r>
            <a:endParaRPr lang="pl-PL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...</a:t>
            </a:r>
          </a:p>
          <a:p>
            <a:pPr marL="0" indent="0">
              <a:buNone/>
            </a:pP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cs-CZ" dirty="0" err="1"/>
              <a:t>Null</a:t>
            </a:r>
            <a:r>
              <a:rPr lang="cs-CZ" dirty="0"/>
              <a:t> je speciální datová hodnota pro všechny proměnné referenčního typu</a:t>
            </a:r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Jan Koupil 2015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52548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err="1"/>
              <a:t>Nullable</a:t>
            </a:r>
            <a:r>
              <a:rPr lang="cs-CZ" dirty="0"/>
              <a:t> hodnotové typy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cs-CZ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i = </a:t>
            </a:r>
            <a:r>
              <a:rPr lang="cs-CZ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null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 </a:t>
            </a:r>
            <a:r>
              <a:rPr lang="cs-CZ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 nelze</a:t>
            </a:r>
            <a:endParaRPr lang="cs-CZ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endParaRPr lang="cs-CZ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?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null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 </a:t>
            </a:r>
            <a:r>
              <a:rPr lang="en-US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 </a:t>
            </a:r>
            <a:r>
              <a:rPr lang="en-US" dirty="0" err="1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lze</a:t>
            </a:r>
            <a:r>
              <a:rPr lang="en-US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– </a:t>
            </a:r>
            <a:r>
              <a:rPr lang="en-US" dirty="0" err="1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tzv</a:t>
            </a:r>
            <a:r>
              <a:rPr lang="en-US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 </a:t>
            </a:r>
            <a:r>
              <a:rPr lang="en-US" dirty="0" err="1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nullable</a:t>
            </a:r>
            <a:r>
              <a:rPr lang="en-US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value type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cs-CZ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if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(i == </a:t>
            </a:r>
            <a:r>
              <a:rPr lang="cs-CZ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null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 {</a:t>
            </a:r>
          </a:p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…</a:t>
            </a:r>
          </a:p>
          <a:p>
            <a:pPr marL="0" indent="0">
              <a:buNone/>
            </a:pP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endParaRPr lang="cs-CZ" dirty="0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Jan Koupil 2015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58722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Pozor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zm</a:t>
            </a:r>
            <a:r>
              <a:rPr lang="cs-CZ" dirty="0"/>
              <a:t>ě</a:t>
            </a:r>
            <a:r>
              <a:rPr lang="en-US" dirty="0" err="1"/>
              <a:t>ny</a:t>
            </a:r>
            <a:r>
              <a:rPr lang="en-US" dirty="0"/>
              <a:t> </a:t>
            </a:r>
            <a:r>
              <a:rPr lang="en-US" dirty="0" err="1"/>
              <a:t>typu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2133599" y="2160591"/>
            <a:ext cx="8151225" cy="3880773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cs-CZ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? i = </a:t>
            </a:r>
            <a:r>
              <a:rPr lang="cs-CZ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null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cs-CZ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j = 99;</a:t>
            </a:r>
          </a:p>
          <a:p>
            <a:pPr marL="0" indent="0">
              <a:buNone/>
            </a:pPr>
            <a:r>
              <a:rPr lang="pl-PL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 = 100; </a:t>
            </a:r>
            <a:r>
              <a:rPr lang="pl-PL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 Kopie konstanty s hodnotovým typem do nullable typu</a:t>
            </a:r>
            <a:endParaRPr lang="pl-PL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pl-PL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 = j; </a:t>
            </a:r>
            <a:r>
              <a:rPr lang="pl-PL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 Kopie proměnné hodnotového typu do nullable typu</a:t>
            </a:r>
            <a:endParaRPr lang="pl-PL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cs-CZ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j = i; </a:t>
            </a:r>
            <a:r>
              <a:rPr lang="cs-CZ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 Nelze – kopie </a:t>
            </a:r>
            <a:r>
              <a:rPr lang="cs-CZ" dirty="0" err="1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nullable</a:t>
            </a:r>
            <a:r>
              <a:rPr lang="cs-CZ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do čistého hodnotového typu</a:t>
            </a:r>
            <a:endParaRPr lang="cs-CZ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cs-CZ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cs-CZ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void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cs-CZ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PredejHodnotu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cs-CZ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k)</a:t>
            </a:r>
          </a:p>
          <a:p>
            <a:pPr marL="0" indent="0">
              <a:buNone/>
            </a:pP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…</a:t>
            </a:r>
          </a:p>
          <a:p>
            <a:pPr marL="0" indent="0">
              <a:buNone/>
            </a:pP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r>
              <a:rPr lang="cs-CZ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PredejHodnotu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(i) </a:t>
            </a:r>
            <a:r>
              <a:rPr lang="cs-CZ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 Nelze, předávám </a:t>
            </a:r>
            <a:r>
              <a:rPr lang="cs-CZ" dirty="0" err="1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nullable</a:t>
            </a:r>
            <a:r>
              <a:rPr lang="cs-CZ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místo čistého hodnotového typu </a:t>
            </a:r>
            <a:endParaRPr lang="cs-CZ" dirty="0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Jan Koupil 2015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52550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Speciální metody </a:t>
            </a:r>
            <a:br>
              <a:rPr lang="cs-CZ" dirty="0"/>
            </a:br>
            <a:r>
              <a:rPr lang="cs-CZ" dirty="0" err="1"/>
              <a:t>HasValue</a:t>
            </a:r>
            <a:r>
              <a:rPr lang="cs-CZ" dirty="0"/>
              <a:t>() a </a:t>
            </a:r>
            <a:r>
              <a:rPr lang="cs-CZ" dirty="0" err="1"/>
              <a:t>Value</a:t>
            </a:r>
            <a:r>
              <a:rPr lang="cs-CZ" dirty="0"/>
              <a:t>()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cs-CZ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? i = </a:t>
            </a:r>
            <a:r>
              <a:rPr lang="cs-CZ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null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...</a:t>
            </a:r>
          </a:p>
          <a:p>
            <a:pPr marL="0" indent="0">
              <a:buNone/>
            </a:pPr>
            <a:r>
              <a:rPr lang="cs-CZ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if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(!</a:t>
            </a:r>
            <a:r>
              <a:rPr lang="cs-CZ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i.HasValue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 { </a:t>
            </a:r>
          </a:p>
          <a:p>
            <a:pPr marL="0" indent="0">
              <a:buNone/>
            </a:pPr>
            <a:r>
              <a:rPr lang="en-US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</a:t>
            </a:r>
            <a:r>
              <a:rPr lang="pl-PL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 Když i je null, ulož do něj 99 </a:t>
            </a:r>
            <a:endParaRPr lang="pl-PL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 = 99;</a:t>
            </a:r>
          </a:p>
          <a:p>
            <a:pPr marL="0" indent="0">
              <a:buNone/>
            </a:pP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 </a:t>
            </a:r>
            <a:r>
              <a:rPr lang="cs-CZ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else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{ </a:t>
            </a:r>
          </a:p>
          <a:p>
            <a:pPr marL="0" indent="0">
              <a:buNone/>
            </a:pPr>
            <a:r>
              <a:rPr lang="en-US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</a:t>
            </a:r>
            <a:r>
              <a:rPr lang="cs-CZ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 Když i není </a:t>
            </a:r>
            <a:r>
              <a:rPr lang="cs-CZ" dirty="0" err="1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null</a:t>
            </a:r>
            <a:r>
              <a:rPr lang="cs-CZ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vypiš jeho hodnotu</a:t>
            </a:r>
            <a:endParaRPr lang="cs-CZ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</a:t>
            </a:r>
            <a:r>
              <a:rPr lang="cs-CZ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cs-CZ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.WriteLine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cs-CZ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i.Value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Jan Koupil 2015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1018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err="1"/>
              <a:t>Stack</a:t>
            </a:r>
            <a:r>
              <a:rPr lang="cs-CZ" dirty="0"/>
              <a:t> a </a:t>
            </a:r>
            <a:r>
              <a:rPr lang="cs-CZ" dirty="0" err="1"/>
              <a:t>Heap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cs-CZ" dirty="0" err="1"/>
              <a:t>Stack</a:t>
            </a:r>
            <a:endParaRPr lang="cs-CZ" dirty="0"/>
          </a:p>
          <a:p>
            <a:pPr lvl="1"/>
            <a:r>
              <a:rPr lang="cs-CZ" dirty="0"/>
              <a:t>"uklizené" místo, zde jsou uloženy jednoduché datové typy a reference. </a:t>
            </a:r>
          </a:p>
          <a:p>
            <a:pPr lvl="1"/>
            <a:r>
              <a:rPr lang="cs-CZ" dirty="0"/>
              <a:t>Je vždy jasné, co se používá. Po ukončení metody se automaticky všechno uklidí</a:t>
            </a:r>
          </a:p>
          <a:p>
            <a:r>
              <a:rPr lang="cs-CZ" dirty="0" err="1"/>
              <a:t>Heap</a:t>
            </a:r>
            <a:endParaRPr lang="cs-CZ" dirty="0"/>
          </a:p>
          <a:p>
            <a:pPr lvl="1"/>
            <a:r>
              <a:rPr lang="cs-CZ" dirty="0"/>
              <a:t>Hromada věcí se "štítky"</a:t>
            </a:r>
          </a:p>
          <a:p>
            <a:pPr lvl="1"/>
            <a:r>
              <a:rPr lang="cs-CZ" dirty="0"/>
              <a:t>Není zřejmé, co je nebo není používáno</a:t>
            </a:r>
          </a:p>
          <a:p>
            <a:pPr lvl="1"/>
            <a:r>
              <a:rPr lang="cs-CZ" dirty="0"/>
              <a:t>Při zavolání </a:t>
            </a:r>
            <a:r>
              <a:rPr lang="cs-CZ" dirty="0" err="1"/>
              <a:t>new</a:t>
            </a:r>
            <a:r>
              <a:rPr lang="cs-CZ" dirty="0"/>
              <a:t> (nebo ekvivalentu, např. </a:t>
            </a:r>
            <a:r>
              <a:rPr lang="cs-CZ" dirty="0" err="1"/>
              <a:t>nullable</a:t>
            </a:r>
            <a:r>
              <a:rPr lang="cs-CZ" dirty="0"/>
              <a:t> typy) se zde najde nějaké volné místo, do něj se data uloží a vrátí se reference – "štítek", kde se data nachází</a:t>
            </a:r>
          </a:p>
          <a:p>
            <a:pPr lvl="1"/>
            <a:r>
              <a:rPr lang="cs-CZ" dirty="0"/>
              <a:t>Jednou za čas probíhá velký úklid – časově náročná operace "</a:t>
            </a:r>
            <a:r>
              <a:rPr lang="cs-CZ" dirty="0" err="1"/>
              <a:t>garbage</a:t>
            </a:r>
            <a:r>
              <a:rPr lang="cs-CZ" dirty="0"/>
              <a:t> </a:t>
            </a:r>
            <a:r>
              <a:rPr lang="cs-CZ" dirty="0" err="1"/>
              <a:t>collection</a:t>
            </a:r>
            <a:r>
              <a:rPr lang="cs-CZ" dirty="0"/>
              <a:t>"</a:t>
            </a:r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Jan Koupil 2015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42071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err="1"/>
              <a:t>Ref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2133599" y="1271452"/>
            <a:ext cx="7097487" cy="4769912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cs-CZ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static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cs-CZ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void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cs-CZ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Pridej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cs-CZ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ref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cs-CZ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cs-CZ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param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 </a:t>
            </a:r>
            <a:r>
              <a:rPr lang="cs-CZ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 užívám </a:t>
            </a:r>
            <a:r>
              <a:rPr lang="cs-CZ" dirty="0" err="1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ref</a:t>
            </a:r>
            <a:endParaRPr lang="cs-CZ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cs-CZ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param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++;</a:t>
            </a:r>
          </a:p>
          <a:p>
            <a:pPr marL="0" indent="0">
              <a:buNone/>
            </a:pP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r>
              <a:rPr lang="cs-CZ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static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cs-CZ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void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cs-CZ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Main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</a:t>
            </a:r>
          </a:p>
          <a:p>
            <a:pPr marL="0" indent="0">
              <a:buNone/>
            </a:pP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cs-CZ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cs-CZ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hodn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 42;</a:t>
            </a:r>
          </a:p>
          <a:p>
            <a:pPr marL="0" indent="0">
              <a:buNone/>
            </a:pP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cs-CZ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Pridej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cs-CZ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ref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cs-CZ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hodn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 </a:t>
            </a:r>
            <a:r>
              <a:rPr lang="cs-CZ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 užívám </a:t>
            </a:r>
            <a:r>
              <a:rPr lang="cs-CZ" dirty="0" err="1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ref</a:t>
            </a:r>
            <a:r>
              <a:rPr lang="cs-CZ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endParaRPr lang="cs-CZ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cs-CZ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cs-CZ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.WriteLine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cs-CZ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hodn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 </a:t>
            </a:r>
            <a:r>
              <a:rPr lang="cs-CZ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 vypíše 43</a:t>
            </a:r>
            <a:endParaRPr lang="cs-CZ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cs-CZ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cs-CZ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hodn2;</a:t>
            </a:r>
          </a:p>
          <a:p>
            <a:pPr marL="0" indent="0">
              <a:buNone/>
            </a:pP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cs-CZ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Pridej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cs-CZ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ref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hodn2); </a:t>
            </a:r>
            <a:r>
              <a:rPr lang="cs-CZ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 chyba – není inicializováno </a:t>
            </a:r>
            <a:endParaRPr lang="cs-CZ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Jan Koupil 2015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51108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2133599" y="609600"/>
            <a:ext cx="7114904" cy="1320800"/>
          </a:xfrm>
        </p:spPr>
        <p:txBody>
          <a:bodyPr>
            <a:normAutofit fontScale="90000"/>
          </a:bodyPr>
          <a:lstStyle/>
          <a:p>
            <a:r>
              <a:rPr lang="cs-CZ" dirty="0" err="1"/>
              <a:t>Out</a:t>
            </a:r>
            <a:r>
              <a:rPr lang="cs-CZ" dirty="0"/>
              <a:t> – má metoda vracet do parametru místo návratové hodnoty?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static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void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Inicializuj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out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param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cs-CZ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param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 42;</a:t>
            </a:r>
          </a:p>
          <a:p>
            <a:pPr marL="0" indent="0">
              <a:buNone/>
            </a:pP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endParaRPr lang="cs-CZ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cs-CZ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static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cs-CZ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void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cs-CZ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Main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</a:t>
            </a:r>
          </a:p>
          <a:p>
            <a:pPr marL="0" indent="0">
              <a:buNone/>
            </a:pP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cs-CZ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cs-CZ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arg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 </a:t>
            </a:r>
            <a:r>
              <a:rPr lang="cs-CZ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 není inicializováno</a:t>
            </a:r>
            <a:endParaRPr lang="cs-CZ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Inicializuj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out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arg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 </a:t>
            </a:r>
            <a:r>
              <a:rPr lang="en-US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 </a:t>
            </a:r>
            <a:r>
              <a:rPr lang="en-US" dirty="0" err="1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vše</a:t>
            </a:r>
            <a:r>
              <a:rPr lang="en-US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v </a:t>
            </a:r>
            <a:r>
              <a:rPr lang="en-US" dirty="0" err="1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pořádku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cs-CZ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cs-CZ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.WriteLine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cs-CZ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arg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 </a:t>
            </a:r>
            <a:r>
              <a:rPr lang="cs-CZ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 vypíše 42</a:t>
            </a:r>
            <a:endParaRPr lang="cs-CZ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endParaRPr lang="cs-CZ" dirty="0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Jan Koupil 2015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92458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Použití </a:t>
            </a:r>
            <a:r>
              <a:rPr lang="cs-CZ" dirty="0" err="1"/>
              <a:t>ref</a:t>
            </a:r>
            <a:r>
              <a:rPr lang="cs-CZ" dirty="0"/>
              <a:t> a </a:t>
            </a:r>
            <a:r>
              <a:rPr lang="cs-CZ" dirty="0" err="1"/>
              <a:t>out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Šetřeme s nimi</a:t>
            </a:r>
          </a:p>
          <a:p>
            <a:pPr lvl="1"/>
            <a:r>
              <a:rPr lang="cs-CZ" dirty="0"/>
              <a:t>Ale mají své místo</a:t>
            </a:r>
          </a:p>
          <a:p>
            <a:r>
              <a:rPr lang="cs-CZ" dirty="0"/>
              <a:t>Protože změny nejsou zřejmé, musíme používat </a:t>
            </a:r>
            <a:r>
              <a:rPr lang="cs-CZ" dirty="0" err="1"/>
              <a:t>ref</a:t>
            </a:r>
            <a:r>
              <a:rPr lang="cs-CZ" dirty="0"/>
              <a:t> / </a:t>
            </a:r>
            <a:r>
              <a:rPr lang="cs-CZ" dirty="0" err="1"/>
              <a:t>out</a:t>
            </a:r>
            <a:r>
              <a:rPr lang="cs-CZ" dirty="0"/>
              <a:t> při deklaraci metody i při použití parametru</a:t>
            </a:r>
          </a:p>
          <a:p>
            <a:endParaRPr lang="cs-CZ" dirty="0"/>
          </a:p>
          <a:p>
            <a:r>
              <a:rPr lang="cs-CZ" dirty="0"/>
              <a:t>Mohou také vytvořit metodu s více návratovými typy (např. </a:t>
            </a:r>
            <a:r>
              <a:rPr lang="cs-CZ" dirty="0" err="1"/>
              <a:t>true</a:t>
            </a:r>
            <a:r>
              <a:rPr lang="cs-CZ" dirty="0"/>
              <a:t>/</a:t>
            </a:r>
            <a:r>
              <a:rPr lang="cs-CZ" dirty="0" err="1"/>
              <a:t>false</a:t>
            </a:r>
            <a:r>
              <a:rPr lang="cs-CZ" dirty="0"/>
              <a:t> pro úspěch </a:t>
            </a:r>
            <a:r>
              <a:rPr lang="cs-CZ" dirty="0" err="1"/>
              <a:t>Parse</a:t>
            </a:r>
            <a:r>
              <a:rPr lang="cs-CZ" dirty="0"/>
              <a:t> a vlastní hodnota předaná parametrem zpět)</a:t>
            </a:r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Jan Koupil 2015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06559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Boxing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cs-CZ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i = 42;</a:t>
            </a:r>
          </a:p>
          <a:p>
            <a:pPr marL="0" indent="0">
              <a:buNone/>
            </a:pPr>
            <a:r>
              <a:rPr lang="cs-CZ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object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o = i;</a:t>
            </a:r>
            <a:endParaRPr lang="cs-CZ" dirty="0"/>
          </a:p>
          <a:p>
            <a:endParaRPr lang="en-US" dirty="0"/>
          </a:p>
          <a:p>
            <a:r>
              <a:rPr lang="cs-CZ" dirty="0"/>
              <a:t>Od této chvíle je objekt o v </a:t>
            </a:r>
            <a:r>
              <a:rPr lang="cs-CZ" dirty="0" err="1"/>
              <a:t>heap</a:t>
            </a:r>
            <a:r>
              <a:rPr lang="cs-CZ" dirty="0"/>
              <a:t> – je to kopie i a není s ní nijak spojen</a:t>
            </a:r>
          </a:p>
          <a:p>
            <a:r>
              <a:rPr lang="cs-CZ" dirty="0"/>
              <a:t>Změna i nezmění o a naopak</a:t>
            </a:r>
          </a:p>
          <a:p>
            <a:r>
              <a:rPr lang="cs-CZ" dirty="0"/>
              <a:t>Pokud ale do metody předávám o, jde o referenci</a:t>
            </a:r>
          </a:p>
          <a:p>
            <a:endParaRPr lang="cs-CZ" dirty="0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Jan Koupil 2015</a:t>
            </a:r>
            <a:endParaRPr lang="en-US" dirty="0"/>
          </a:p>
        </p:txBody>
      </p:sp>
      <p:pic>
        <p:nvPicPr>
          <p:cNvPr id="5" name="Obrázek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9736" y="1315042"/>
            <a:ext cx="4814650" cy="1691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64272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err="1"/>
              <a:t>Unboxing</a:t>
            </a:r>
            <a:r>
              <a:rPr lang="cs-CZ" dirty="0"/>
              <a:t> – jak na něj?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cs-CZ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i = o; </a:t>
            </a:r>
            <a:r>
              <a:rPr lang="cs-CZ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//selže - proč?</a:t>
            </a:r>
            <a:endParaRPr lang="cs-CZ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cs-CZ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cs-CZ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Circle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c = </a:t>
            </a:r>
            <a:r>
              <a:rPr lang="cs-CZ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new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cs-CZ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Circle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();</a:t>
            </a:r>
          </a:p>
          <a:p>
            <a:pPr marL="0" indent="0">
              <a:buNone/>
            </a:pPr>
            <a:r>
              <a:rPr lang="cs-CZ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i = 42;</a:t>
            </a:r>
          </a:p>
          <a:p>
            <a:pPr marL="0" indent="0">
              <a:buNone/>
            </a:pPr>
            <a:r>
              <a:rPr lang="cs-CZ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object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o;</a:t>
            </a:r>
          </a:p>
          <a:p>
            <a:pPr marL="0" indent="0">
              <a:buNone/>
            </a:pPr>
            <a:r>
              <a:rPr lang="pl-PL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o = c; </a:t>
            </a:r>
            <a:r>
              <a:rPr lang="pl-PL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 o odkazuje na circle</a:t>
            </a:r>
            <a:endParaRPr lang="pl-PL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pl-PL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 = o; </a:t>
            </a:r>
            <a:r>
              <a:rPr lang="pl-PL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 co je teď v i?</a:t>
            </a:r>
            <a:endParaRPr lang="en-US" dirty="0">
              <a:solidFill>
                <a:srgbClr val="008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endParaRPr lang="cs-CZ" dirty="0"/>
          </a:p>
          <a:p>
            <a:r>
              <a:rPr lang="cs-CZ" dirty="0"/>
              <a:t>Takto nelze</a:t>
            </a:r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Jan Koupil 2015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358132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err="1"/>
              <a:t>Unboxing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cs-CZ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i = 42;</a:t>
            </a:r>
          </a:p>
          <a:p>
            <a:pPr marL="0" indent="0">
              <a:buNone/>
            </a:pPr>
            <a:r>
              <a:rPr lang="cs-CZ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object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o = i; </a:t>
            </a:r>
            <a:r>
              <a:rPr lang="cs-CZ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 boxujeme</a:t>
            </a:r>
            <a:endParaRPr lang="cs-CZ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pl-PL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 = (</a:t>
            </a:r>
            <a:r>
              <a:rPr lang="pl-PL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pl-PL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 o; </a:t>
            </a:r>
            <a:r>
              <a:rPr lang="pl-PL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 kompiluje se v pořádku</a:t>
            </a:r>
            <a:endParaRPr lang="cs-CZ" dirty="0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Jan Koupil 2015</a:t>
            </a:r>
            <a:endParaRPr lang="en-US" dirty="0"/>
          </a:p>
        </p:txBody>
      </p:sp>
      <p:pic>
        <p:nvPicPr>
          <p:cNvPr id="5" name="Obrázek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1541" y="4340571"/>
            <a:ext cx="4854805" cy="1700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814360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Chyba při </a:t>
            </a:r>
            <a:r>
              <a:rPr lang="cs-CZ" dirty="0" err="1"/>
              <a:t>unboxingu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2133599" y="2160591"/>
            <a:ext cx="7942219" cy="3880773"/>
          </a:xfrm>
        </p:spPr>
        <p:txBody>
          <a:bodyPr/>
          <a:lstStyle/>
          <a:p>
            <a:pPr marL="0" indent="0">
              <a:buNone/>
            </a:pPr>
            <a:r>
              <a:rPr lang="cs-CZ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Circle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c = </a:t>
            </a:r>
            <a:r>
              <a:rPr lang="cs-CZ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new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cs-CZ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Circle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(42);</a:t>
            </a:r>
          </a:p>
          <a:p>
            <a:pPr marL="0" indent="0">
              <a:buNone/>
            </a:pPr>
            <a:r>
              <a:rPr lang="pt-BR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object</a:t>
            </a:r>
            <a:r>
              <a:rPr lang="pt-BR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o = c; </a:t>
            </a:r>
            <a:r>
              <a:rPr lang="pt-BR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 toto není boxování, c je referenční proměnná</a:t>
            </a:r>
            <a:endParaRPr lang="pt-BR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cs-CZ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i = (</a:t>
            </a:r>
            <a:r>
              <a:rPr lang="cs-CZ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o; </a:t>
            </a:r>
            <a:r>
              <a:rPr lang="cs-CZ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 kompilace v pořádku, </a:t>
            </a:r>
            <a:r>
              <a:rPr lang="cs-CZ" dirty="0" err="1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exception</a:t>
            </a:r>
            <a:r>
              <a:rPr lang="cs-CZ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při běhu</a:t>
            </a:r>
            <a:endParaRPr lang="cs-CZ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Jan Koupil 2015</a:t>
            </a:r>
            <a:endParaRPr lang="en-US" dirty="0"/>
          </a:p>
        </p:txBody>
      </p:sp>
      <p:pic>
        <p:nvPicPr>
          <p:cNvPr id="5" name="Obrázek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9432" y="3845687"/>
            <a:ext cx="5185732" cy="2425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191531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Data casting: (type), </a:t>
            </a:r>
            <a:r>
              <a:rPr lang="cs-CZ" dirty="0" err="1"/>
              <a:t>is</a:t>
            </a:r>
            <a:r>
              <a:rPr lang="cs-CZ" dirty="0"/>
              <a:t>, as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2133599" y="2160591"/>
            <a:ext cx="8229601" cy="3880773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cs-CZ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MujObjekt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cs-CZ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mo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 </a:t>
            </a:r>
            <a:r>
              <a:rPr lang="cs-CZ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new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cs-CZ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MujObjekt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();</a:t>
            </a:r>
          </a:p>
          <a:p>
            <a:pPr marL="0" indent="0">
              <a:buNone/>
            </a:pP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...</a:t>
            </a:r>
          </a:p>
          <a:p>
            <a:pPr marL="0" indent="0">
              <a:buNone/>
            </a:pPr>
            <a:r>
              <a:rPr lang="cs-CZ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object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o = </a:t>
            </a:r>
            <a:r>
              <a:rPr lang="cs-CZ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mo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cs-CZ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if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(o </a:t>
            </a:r>
            <a:r>
              <a:rPr lang="cs-CZ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is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cs-CZ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MujObjekt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){</a:t>
            </a:r>
          </a:p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</a:t>
            </a:r>
            <a:r>
              <a:rPr lang="cs-CZ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MujObjekt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temp = (</a:t>
            </a:r>
            <a:r>
              <a:rPr lang="cs-CZ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MujObjekt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)o; </a:t>
            </a:r>
            <a:r>
              <a:rPr lang="cs-CZ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 Lze bezpečně; o </a:t>
            </a:r>
            <a:r>
              <a:rPr lang="cs-CZ" dirty="0" err="1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is</a:t>
            </a:r>
            <a:r>
              <a:rPr lang="cs-CZ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cs-CZ" dirty="0" err="1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MujObjekt</a:t>
            </a:r>
            <a:r>
              <a:rPr lang="cs-CZ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endParaRPr lang="cs-CZ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...</a:t>
            </a:r>
          </a:p>
          <a:p>
            <a:pPr marL="0" indent="0">
              <a:buNone/>
            </a:pP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</a:p>
          <a:p>
            <a:endParaRPr lang="cs-CZ" dirty="0"/>
          </a:p>
          <a:p>
            <a:r>
              <a:rPr lang="cs-CZ" dirty="0"/>
              <a:t>Operátor </a:t>
            </a:r>
            <a:r>
              <a:rPr lang="cs-CZ" dirty="0" err="1"/>
              <a:t>is</a:t>
            </a:r>
            <a:r>
              <a:rPr lang="cs-CZ" dirty="0"/>
              <a:t> projde celý strom dědičnosti</a:t>
            </a:r>
          </a:p>
          <a:p>
            <a:r>
              <a:rPr lang="cs-CZ" dirty="0"/>
              <a:t>Pozor, provádí se dvojí type casting</a:t>
            </a:r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Jan Koupil 2015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675729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Použití as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cs-CZ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MujObjekt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cs-CZ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mo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 </a:t>
            </a:r>
            <a:r>
              <a:rPr lang="cs-CZ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new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cs-CZ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MujObjekt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();</a:t>
            </a:r>
          </a:p>
          <a:p>
            <a:pPr marL="0" indent="0">
              <a:buNone/>
            </a:pP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... </a:t>
            </a:r>
          </a:p>
          <a:p>
            <a:pPr marL="0" indent="0">
              <a:buNone/>
            </a:pPr>
            <a:r>
              <a:rPr lang="cs-CZ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object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o = </a:t>
            </a:r>
            <a:r>
              <a:rPr lang="cs-CZ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mo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pt-BR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MujObjekt temp = o </a:t>
            </a:r>
            <a:r>
              <a:rPr lang="pt-BR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as</a:t>
            </a:r>
            <a:r>
              <a:rPr lang="pt-BR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MujObjekt; </a:t>
            </a:r>
          </a:p>
          <a:p>
            <a:pPr marL="0" indent="0">
              <a:buNone/>
            </a:pPr>
            <a:r>
              <a:rPr lang="cs-CZ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if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(temp != </a:t>
            </a:r>
            <a:r>
              <a:rPr lang="cs-CZ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null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 { </a:t>
            </a:r>
          </a:p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... </a:t>
            </a:r>
          </a:p>
          <a:p>
            <a:pPr marL="0" indent="0">
              <a:buNone/>
            </a:pPr>
            <a:r>
              <a:rPr lang="en-US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</a:t>
            </a:r>
            <a:r>
              <a:rPr lang="cs-CZ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 Casting byl úspěšný</a:t>
            </a:r>
            <a:endParaRPr lang="cs-CZ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 </a:t>
            </a:r>
          </a:p>
          <a:p>
            <a:r>
              <a:rPr lang="cs-CZ" dirty="0"/>
              <a:t>Pozor, v případě, že casting provést nelze, je v temp </a:t>
            </a:r>
            <a:r>
              <a:rPr lang="cs-CZ" dirty="0" err="1"/>
              <a:t>Null</a:t>
            </a:r>
            <a:r>
              <a:rPr lang="cs-CZ" dirty="0"/>
              <a:t>, nikde žádná výjimka</a:t>
            </a:r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Jan Koupil 2015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761264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A do třetice </a:t>
            </a:r>
            <a:r>
              <a:rPr lang="cs-CZ" dirty="0" err="1"/>
              <a:t>o.GetType</a:t>
            </a:r>
            <a:r>
              <a:rPr lang="cs-CZ" dirty="0"/>
              <a:t>() 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Každý datový typ má metodu </a:t>
            </a:r>
            <a:r>
              <a:rPr lang="cs-CZ" dirty="0" err="1"/>
              <a:t>GetType</a:t>
            </a:r>
            <a:r>
              <a:rPr lang="cs-CZ" dirty="0"/>
              <a:t>(), která vrací jmenný prostor + třídu</a:t>
            </a:r>
            <a:r>
              <a:rPr lang="en-US" dirty="0"/>
              <a:t> (</a:t>
            </a:r>
            <a:r>
              <a:rPr lang="en-US" dirty="0" err="1"/>
              <a:t>jako</a:t>
            </a:r>
            <a:r>
              <a:rPr lang="en-US" dirty="0"/>
              <a:t> </a:t>
            </a:r>
            <a:r>
              <a:rPr lang="cs-CZ"/>
              <a:t>řetězec</a:t>
            </a:r>
            <a:r>
              <a:rPr lang="en-US"/>
              <a:t>)</a:t>
            </a:r>
            <a:endParaRPr lang="cs-CZ" dirty="0"/>
          </a:p>
          <a:p>
            <a:pPr lvl="1"/>
            <a:r>
              <a:rPr lang="cs-CZ" dirty="0"/>
              <a:t>I tu lze užít pro kontrolu typu, především u jednoduchých typů</a:t>
            </a:r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Jan Koupil 2015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502739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Záhada na konec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Předám do metody řetězec (referenční typ) </a:t>
            </a:r>
          </a:p>
          <a:p>
            <a:r>
              <a:rPr lang="cs-CZ" dirty="0"/>
              <a:t>V metodě se řetězec změní – např. něco zapíšu za něj</a:t>
            </a:r>
          </a:p>
          <a:p>
            <a:r>
              <a:rPr lang="cs-CZ" dirty="0"/>
              <a:t>Pak vypíšu původní proměnnou</a:t>
            </a:r>
          </a:p>
          <a:p>
            <a:pPr lvl="1"/>
            <a:r>
              <a:rPr lang="cs-CZ" dirty="0" err="1"/>
              <a:t>Jakto</a:t>
            </a:r>
            <a:r>
              <a:rPr lang="cs-CZ" dirty="0"/>
              <a:t>, že se nezměnila?</a:t>
            </a:r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Jan Koupil 2015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5194559"/>
      </p:ext>
    </p:extLst>
  </p:cSld>
  <p:clrMapOvr>
    <a:masterClrMapping/>
  </p:clrMapOvr>
</p:sld>
</file>

<file path=ppt/theme/theme1.xml><?xml version="1.0" encoding="utf-8"?>
<a:theme xmlns:a="http://schemas.openxmlformats.org/drawingml/2006/main" name="Fazeta">
  <a:themeElements>
    <a:clrScheme name="Modrá, teplá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Fazeta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zeta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Motiv Office">
  <a:themeElements>
    <a:clrScheme name="Kancelář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Kancelář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Motiv Office">
  <a:themeElements>
    <a:clrScheme name="Kancelář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Kancelář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23005</TotalTime>
  <Words>1368</Words>
  <Application>Microsoft Office PowerPoint</Application>
  <PresentationFormat>Widescreen</PresentationFormat>
  <Paragraphs>238</Paragraphs>
  <Slides>26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2" baseType="lpstr">
      <vt:lpstr>Arial</vt:lpstr>
      <vt:lpstr>Calibri</vt:lpstr>
      <vt:lpstr>Consolas</vt:lpstr>
      <vt:lpstr>Trebuchet MS</vt:lpstr>
      <vt:lpstr>Wingdings 3</vt:lpstr>
      <vt:lpstr>Fazeta</vt:lpstr>
      <vt:lpstr>C# hodnotové a referenční typy</vt:lpstr>
      <vt:lpstr>Hodnotové datové typy</vt:lpstr>
      <vt:lpstr>Hodnotové datové typy</vt:lpstr>
      <vt:lpstr>Hodnotové datové typy</vt:lpstr>
      <vt:lpstr>PowerPoint Presentation</vt:lpstr>
      <vt:lpstr>Referenční datové typy</vt:lpstr>
      <vt:lpstr>Kopie referenčního typu?</vt:lpstr>
      <vt:lpstr>Nullable datové typy</vt:lpstr>
      <vt:lpstr>Proč vyrábět to, co zahodím?</vt:lpstr>
      <vt:lpstr>Jak zjistit prázdno?</vt:lpstr>
      <vt:lpstr>Odpovědí je null</vt:lpstr>
      <vt:lpstr>Nullable hodnotové typy</vt:lpstr>
      <vt:lpstr>Pozor na změny typu</vt:lpstr>
      <vt:lpstr>Speciální metody  HasValue() a Value()</vt:lpstr>
      <vt:lpstr>Stack a Heap</vt:lpstr>
      <vt:lpstr>Ref</vt:lpstr>
      <vt:lpstr>Out – má metoda vracet do parametru místo návratové hodnoty?</vt:lpstr>
      <vt:lpstr>Použití ref a out</vt:lpstr>
      <vt:lpstr>Boxing</vt:lpstr>
      <vt:lpstr>Unboxing – jak na něj?</vt:lpstr>
      <vt:lpstr>Unboxing</vt:lpstr>
      <vt:lpstr>Chyba při unboxingu</vt:lpstr>
      <vt:lpstr>Data casting: (type), is, as</vt:lpstr>
      <vt:lpstr>Použití as</vt:lpstr>
      <vt:lpstr>A do třetice o.GetType() </vt:lpstr>
      <vt:lpstr>Záhada na konec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Anime</dc:title>
  <dc:creator>Mysteria</dc:creator>
  <cp:lastModifiedBy>KOUPIL Jan</cp:lastModifiedBy>
  <cp:revision>1443</cp:revision>
  <dcterms:created xsi:type="dcterms:W3CDTF">2013-03-17T20:03:48Z</dcterms:created>
  <dcterms:modified xsi:type="dcterms:W3CDTF">2024-01-03T09:08:28Z</dcterms:modified>
</cp:coreProperties>
</file>