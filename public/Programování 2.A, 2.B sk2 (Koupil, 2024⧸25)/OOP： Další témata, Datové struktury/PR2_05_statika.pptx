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31" r:id="rId2"/>
  </p:sldMasterIdLst>
  <p:sldIdLst>
    <p:sldId id="258" r:id="rId3"/>
    <p:sldId id="259" r:id="rId4"/>
    <p:sldId id="260" r:id="rId5"/>
    <p:sldId id="257" r:id="rId6"/>
    <p:sldId id="256" r:id="rId7"/>
    <p:sldId id="293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CB4349-2B66-48B8-B86A-AC9DAF6A0A7B}" v="5" dt="2023-11-07T09:01:55.0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UPIL Jan" userId="e926d9f2-b86a-408f-b8de-77ef0706564a" providerId="ADAL" clId="{7FCB4349-2B66-48B8-B86A-AC9DAF6A0A7B}"/>
    <pc:docChg chg="undo custSel addSld delSld modSld sldOrd addMainMaster">
      <pc:chgData name="KOUPIL Jan" userId="e926d9f2-b86a-408f-b8de-77ef0706564a" providerId="ADAL" clId="{7FCB4349-2B66-48B8-B86A-AC9DAF6A0A7B}" dt="2024-01-03T09:01:12.796" v="30" actId="20577"/>
      <pc:docMkLst>
        <pc:docMk/>
      </pc:docMkLst>
      <pc:sldChg chg="add ord">
        <pc:chgData name="KOUPIL Jan" userId="e926d9f2-b86a-408f-b8de-77ef0706564a" providerId="ADAL" clId="{7FCB4349-2B66-48B8-B86A-AC9DAF6A0A7B}" dt="2023-11-07T08:53:48.479" v="27"/>
        <pc:sldMkLst>
          <pc:docMk/>
          <pc:sldMk cId="2041550817" sldId="256"/>
        </pc:sldMkLst>
      </pc:sldChg>
      <pc:sldChg chg="add ord">
        <pc:chgData name="KOUPIL Jan" userId="e926d9f2-b86a-408f-b8de-77ef0706564a" providerId="ADAL" clId="{7FCB4349-2B66-48B8-B86A-AC9DAF6A0A7B}" dt="2023-11-07T08:53:47.048" v="25"/>
        <pc:sldMkLst>
          <pc:docMk/>
          <pc:sldMk cId="3576638829" sldId="257"/>
        </pc:sldMkLst>
      </pc:sldChg>
      <pc:sldChg chg="add">
        <pc:chgData name="KOUPIL Jan" userId="e926d9f2-b86a-408f-b8de-77ef0706564a" providerId="ADAL" clId="{7FCB4349-2B66-48B8-B86A-AC9DAF6A0A7B}" dt="2023-11-07T08:53:39.541" v="19"/>
        <pc:sldMkLst>
          <pc:docMk/>
          <pc:sldMk cId="531719450" sldId="258"/>
        </pc:sldMkLst>
      </pc:sldChg>
      <pc:sldChg chg="modSp add mod">
        <pc:chgData name="KOUPIL Jan" userId="e926d9f2-b86a-408f-b8de-77ef0706564a" providerId="ADAL" clId="{7FCB4349-2B66-48B8-B86A-AC9DAF6A0A7B}" dt="2024-01-03T09:01:12.796" v="30" actId="20577"/>
        <pc:sldMkLst>
          <pc:docMk/>
          <pc:sldMk cId="2258053116" sldId="259"/>
        </pc:sldMkLst>
        <pc:spChg chg="mod">
          <ac:chgData name="KOUPIL Jan" userId="e926d9f2-b86a-408f-b8de-77ef0706564a" providerId="ADAL" clId="{7FCB4349-2B66-48B8-B86A-AC9DAF6A0A7B}" dt="2024-01-03T09:01:12.796" v="30" actId="20577"/>
          <ac:spMkLst>
            <pc:docMk/>
            <pc:sldMk cId="2258053116" sldId="259"/>
            <ac:spMk id="3" creationId="{00000000-0000-0000-0000-000000000000}"/>
          </ac:spMkLst>
        </pc:spChg>
      </pc:sldChg>
      <pc:sldChg chg="add">
        <pc:chgData name="KOUPIL Jan" userId="e926d9f2-b86a-408f-b8de-77ef0706564a" providerId="ADAL" clId="{7FCB4349-2B66-48B8-B86A-AC9DAF6A0A7B}" dt="2023-11-07T08:53:42.149" v="23"/>
        <pc:sldMkLst>
          <pc:docMk/>
          <pc:sldMk cId="3972141019" sldId="260"/>
        </pc:sldMkLst>
      </pc:sldChg>
      <pc:sldChg chg="add del">
        <pc:chgData name="KOUPIL Jan" userId="e926d9f2-b86a-408f-b8de-77ef0706564a" providerId="ADAL" clId="{7FCB4349-2B66-48B8-B86A-AC9DAF6A0A7B}" dt="2023-11-07T08:53:12.886" v="13"/>
        <pc:sldMkLst>
          <pc:docMk/>
          <pc:sldMk cId="531719450" sldId="282"/>
        </pc:sldMkLst>
      </pc:sldChg>
      <pc:sldChg chg="modSp add del mod">
        <pc:chgData name="KOUPIL Jan" userId="e926d9f2-b86a-408f-b8de-77ef0706564a" providerId="ADAL" clId="{7FCB4349-2B66-48B8-B86A-AC9DAF6A0A7B}" dt="2023-11-07T08:53:12.886" v="13"/>
        <pc:sldMkLst>
          <pc:docMk/>
          <pc:sldMk cId="3576638829" sldId="283"/>
        </pc:sldMkLst>
        <pc:spChg chg="mod">
          <ac:chgData name="KOUPIL Jan" userId="e926d9f2-b86a-408f-b8de-77ef0706564a" providerId="ADAL" clId="{7FCB4349-2B66-48B8-B86A-AC9DAF6A0A7B}" dt="2023-11-07T08:53:12.886" v="13"/>
          <ac:spMkLst>
            <pc:docMk/>
            <pc:sldMk cId="3576638829" sldId="283"/>
            <ac:spMk id="3" creationId="{00000000-0000-0000-0000-000000000000}"/>
          </ac:spMkLst>
        </pc:spChg>
      </pc:sldChg>
      <pc:sldChg chg="add del">
        <pc:chgData name="KOUPIL Jan" userId="e926d9f2-b86a-408f-b8de-77ef0706564a" providerId="ADAL" clId="{7FCB4349-2B66-48B8-B86A-AC9DAF6A0A7B}" dt="2023-11-07T08:53:12.886" v="13"/>
        <pc:sldMkLst>
          <pc:docMk/>
          <pc:sldMk cId="2041550817" sldId="284"/>
        </pc:sldMkLst>
      </pc:sldChg>
      <pc:sldChg chg="modSp add del mod">
        <pc:chgData name="KOUPIL Jan" userId="e926d9f2-b86a-408f-b8de-77ef0706564a" providerId="ADAL" clId="{7FCB4349-2B66-48B8-B86A-AC9DAF6A0A7B}" dt="2023-11-07T08:53:12.886" v="13"/>
        <pc:sldMkLst>
          <pc:docMk/>
          <pc:sldMk cId="2258053116" sldId="285"/>
        </pc:sldMkLst>
        <pc:spChg chg="mod">
          <ac:chgData name="KOUPIL Jan" userId="e926d9f2-b86a-408f-b8de-77ef0706564a" providerId="ADAL" clId="{7FCB4349-2B66-48B8-B86A-AC9DAF6A0A7B}" dt="2023-11-07T08:53:12.886" v="13"/>
          <ac:spMkLst>
            <pc:docMk/>
            <pc:sldMk cId="2258053116" sldId="285"/>
            <ac:spMk id="3" creationId="{00000000-0000-0000-0000-000000000000}"/>
          </ac:spMkLst>
        </pc:spChg>
      </pc:sldChg>
      <pc:sldChg chg="modSp add del mod">
        <pc:chgData name="KOUPIL Jan" userId="e926d9f2-b86a-408f-b8de-77ef0706564a" providerId="ADAL" clId="{7FCB4349-2B66-48B8-B86A-AC9DAF6A0A7B}" dt="2023-11-07T08:53:12.886" v="13"/>
        <pc:sldMkLst>
          <pc:docMk/>
          <pc:sldMk cId="3972141019" sldId="286"/>
        </pc:sldMkLst>
        <pc:spChg chg="mod">
          <ac:chgData name="KOUPIL Jan" userId="e926d9f2-b86a-408f-b8de-77ef0706564a" providerId="ADAL" clId="{7FCB4349-2B66-48B8-B86A-AC9DAF6A0A7B}" dt="2023-11-07T08:53:12.886" v="13"/>
          <ac:spMkLst>
            <pc:docMk/>
            <pc:sldMk cId="3972141019" sldId="286"/>
            <ac:spMk id="2" creationId="{00000000-0000-0000-0000-000000000000}"/>
          </ac:spMkLst>
        </pc:spChg>
        <pc:spChg chg="mod">
          <ac:chgData name="KOUPIL Jan" userId="e926d9f2-b86a-408f-b8de-77ef0706564a" providerId="ADAL" clId="{7FCB4349-2B66-48B8-B86A-AC9DAF6A0A7B}" dt="2023-11-07T08:53:12.886" v="13"/>
          <ac:spMkLst>
            <pc:docMk/>
            <pc:sldMk cId="3972141019" sldId="286"/>
            <ac:spMk id="3" creationId="{00000000-0000-0000-0000-000000000000}"/>
          </ac:spMkLst>
        </pc:spChg>
      </pc:sldChg>
      <pc:sldChg chg="add del">
        <pc:chgData name="KOUPIL Jan" userId="e926d9f2-b86a-408f-b8de-77ef0706564a" providerId="ADAL" clId="{7FCB4349-2B66-48B8-B86A-AC9DAF6A0A7B}" dt="2023-11-07T08:53:12.466" v="11"/>
        <pc:sldMkLst>
          <pc:docMk/>
          <pc:sldMk cId="2990041969" sldId="287"/>
        </pc:sldMkLst>
      </pc:sldChg>
      <pc:sldChg chg="modSp add del mod">
        <pc:chgData name="KOUPIL Jan" userId="e926d9f2-b86a-408f-b8de-77ef0706564a" providerId="ADAL" clId="{7FCB4349-2B66-48B8-B86A-AC9DAF6A0A7B}" dt="2023-11-07T08:53:12.466" v="11"/>
        <pc:sldMkLst>
          <pc:docMk/>
          <pc:sldMk cId="4155445269" sldId="288"/>
        </pc:sldMkLst>
        <pc:spChg chg="mod">
          <ac:chgData name="KOUPIL Jan" userId="e926d9f2-b86a-408f-b8de-77ef0706564a" providerId="ADAL" clId="{7FCB4349-2B66-48B8-B86A-AC9DAF6A0A7B}" dt="2023-11-07T08:53:12.466" v="11"/>
          <ac:spMkLst>
            <pc:docMk/>
            <pc:sldMk cId="4155445269" sldId="288"/>
            <ac:spMk id="3" creationId="{00000000-0000-0000-0000-000000000000}"/>
          </ac:spMkLst>
        </pc:spChg>
      </pc:sldChg>
      <pc:sldChg chg="modSp add del mod">
        <pc:chgData name="KOUPIL Jan" userId="e926d9f2-b86a-408f-b8de-77ef0706564a" providerId="ADAL" clId="{7FCB4349-2B66-48B8-B86A-AC9DAF6A0A7B}" dt="2023-11-07T08:53:12.466" v="11"/>
        <pc:sldMkLst>
          <pc:docMk/>
          <pc:sldMk cId="627404442" sldId="289"/>
        </pc:sldMkLst>
        <pc:spChg chg="mod">
          <ac:chgData name="KOUPIL Jan" userId="e926d9f2-b86a-408f-b8de-77ef0706564a" providerId="ADAL" clId="{7FCB4349-2B66-48B8-B86A-AC9DAF6A0A7B}" dt="2023-11-07T08:53:12.466" v="11"/>
          <ac:spMkLst>
            <pc:docMk/>
            <pc:sldMk cId="627404442" sldId="289"/>
            <ac:spMk id="2" creationId="{00000000-0000-0000-0000-000000000000}"/>
          </ac:spMkLst>
        </pc:spChg>
        <pc:spChg chg="mod">
          <ac:chgData name="KOUPIL Jan" userId="e926d9f2-b86a-408f-b8de-77ef0706564a" providerId="ADAL" clId="{7FCB4349-2B66-48B8-B86A-AC9DAF6A0A7B}" dt="2023-11-07T08:53:12.466" v="11"/>
          <ac:spMkLst>
            <pc:docMk/>
            <pc:sldMk cId="627404442" sldId="289"/>
            <ac:spMk id="3" creationId="{00000000-0000-0000-0000-000000000000}"/>
          </ac:spMkLst>
        </pc:spChg>
      </pc:sldChg>
      <pc:sldChg chg="modSp add del mod">
        <pc:chgData name="KOUPIL Jan" userId="e926d9f2-b86a-408f-b8de-77ef0706564a" providerId="ADAL" clId="{7FCB4349-2B66-48B8-B86A-AC9DAF6A0A7B}" dt="2023-11-07T08:53:12.466" v="11"/>
        <pc:sldMkLst>
          <pc:docMk/>
          <pc:sldMk cId="2989166500" sldId="290"/>
        </pc:sldMkLst>
        <pc:spChg chg="mod">
          <ac:chgData name="KOUPIL Jan" userId="e926d9f2-b86a-408f-b8de-77ef0706564a" providerId="ADAL" clId="{7FCB4349-2B66-48B8-B86A-AC9DAF6A0A7B}" dt="2023-11-07T08:53:12.466" v="11"/>
          <ac:spMkLst>
            <pc:docMk/>
            <pc:sldMk cId="2989166500" sldId="290"/>
            <ac:spMk id="3" creationId="{00000000-0000-0000-0000-000000000000}"/>
          </ac:spMkLst>
        </pc:spChg>
      </pc:sldChg>
      <pc:sldChg chg="add del">
        <pc:chgData name="KOUPIL Jan" userId="e926d9f2-b86a-408f-b8de-77ef0706564a" providerId="ADAL" clId="{7FCB4349-2B66-48B8-B86A-AC9DAF6A0A7B}" dt="2023-11-07T08:53:12.466" v="11"/>
        <pc:sldMkLst>
          <pc:docMk/>
          <pc:sldMk cId="2290038383" sldId="291"/>
        </pc:sldMkLst>
      </pc:sldChg>
      <pc:sldChg chg="add">
        <pc:chgData name="KOUPIL Jan" userId="e926d9f2-b86a-408f-b8de-77ef0706564a" providerId="ADAL" clId="{7FCB4349-2B66-48B8-B86A-AC9DAF6A0A7B}" dt="2023-11-07T09:01:55.069" v="28"/>
        <pc:sldMkLst>
          <pc:docMk/>
          <pc:sldMk cId="193825520" sldId="293"/>
        </pc:sldMkLst>
      </pc:sldChg>
      <pc:sldMasterChg chg="add addSldLayout">
        <pc:chgData name="KOUPIL Jan" userId="e926d9f2-b86a-408f-b8de-77ef0706564a" providerId="ADAL" clId="{7FCB4349-2B66-48B8-B86A-AC9DAF6A0A7B}" dt="2023-11-07T08:53:31.428" v="14" actId="27028"/>
        <pc:sldMasterMkLst>
          <pc:docMk/>
          <pc:sldMasterMk cId="856121564" sldId="2147483731"/>
        </pc:sldMasterMkLst>
        <pc:sldLayoutChg chg="add">
          <pc:chgData name="KOUPIL Jan" userId="e926d9f2-b86a-408f-b8de-77ef0706564a" providerId="ADAL" clId="{7FCB4349-2B66-48B8-B86A-AC9DAF6A0A7B}" dt="2023-11-07T08:53:31.428" v="14" actId="27028"/>
          <pc:sldLayoutMkLst>
            <pc:docMk/>
            <pc:sldMasterMk cId="856121564" sldId="2147483731"/>
            <pc:sldLayoutMk cId="2265024762" sldId="2147483733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E224B-C577-769E-AB99-642E58EE88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A537D-4E1C-1828-3B70-80556FA0C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D09D-BFA5-FA34-1A7D-201637E3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FB451-6DD3-280C-9358-05C3689DE0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25DCE-EC68-1E8C-C291-80C5EEBEE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5013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0E70C-EEEA-5F58-3D9C-536C6E86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F25C8-3C1F-B4C4-F012-88F1CB8F5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41F630-9A92-B777-10A4-0BDF6722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2BC0-9255-83BE-E5D7-0034139D0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C97B9-975F-16B9-5147-A7B12A0A0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1227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B4A63-B1ED-A260-E6B2-EA0E88860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7C1EC-053D-827A-0C46-2DD57B4F77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F570A-9D8B-D5B3-00FD-F87B67367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440CA-7BFF-84EE-4E58-3DE9D567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041BD-77DE-A175-213C-0B112845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6478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07874-5DA6-E8F1-C8DF-8091EE5D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84CE1-1466-B39C-93EC-2CFC30066E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2E806D-C60D-96DD-145C-6BC549D3B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45741F-0321-93A2-0926-8DF1C5B8E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8F8C71-E1A2-403E-BDD7-0C8CA0F57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AB152-C44F-FD21-49AC-E580E931E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0311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B4CE-4096-66D3-A281-D5B16C714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09849B-A55E-3C01-BDD5-F081125F19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80C62B-F40E-FD16-EDB3-1B13F476D1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A634F-E965-7823-93CE-40D3E23440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EEBBC-DCB6-4AEB-90A0-3D450816B9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5C666A-5573-7AEB-F893-125DCA76B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802AD-2C02-C00C-ECE3-436374FCA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3E2C4E-1874-BEEC-307E-A6EFEAEB1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0963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5CD09-820B-F3F5-6FD1-9EAFB816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6EB701-3918-DE54-3731-D4B319AC1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753A34-8717-A770-3C01-63B67B680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B4728B-99F8-0C45-0EBA-DD5258A0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312589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C736D4-F358-261C-5493-89A98F23B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42B14-175E-2247-80F8-CDD61A33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E2F7F2-DF3B-1717-D654-C9BCC6AC2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1054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6A365-1D44-5988-A372-D361B0ADA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EB8E0-F5BB-8E15-5103-F3FBEAA58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8C461-C457-CC31-3F6F-8289D1D78A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1A5B6B-2289-AF00-9529-E4501D1D1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0355F-E015-35C2-9C94-7151F01C0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FD6F23-79F5-D0E3-CE6A-8D78F057B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5336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A93ED-5E26-3B76-BF46-49FB4871C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BCDCC-E872-917E-D38C-5A3B26CD0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FE5BB-19A5-AD8B-6D86-8F120B52BB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CBE5BB-83C3-EE25-5B4A-DB54C5BFB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33FBD0-9732-37EE-B1BE-A8EE37C1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D3F55-2D89-8C96-8891-81A1EECD3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87161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F06F4-AA73-AFA0-BC44-00E5CD593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93F7E-8B35-249C-1282-37FC5B7769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17740-BF68-78FA-2DA4-1C1D199FD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B1725-6086-7B5B-D273-362E136EC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C0002-F912-1A97-937C-8ADA7F54F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10250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D7730F-81D0-E076-E12B-9C4616FDC9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AB3ABB-BEF0-F781-45EA-852D28A86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EB892-79EA-6AE2-8CAC-91A04D057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98203-0F92-06C9-F23F-BD02273FF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ECF14F-EF67-2CAC-8F6D-A0870B33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47337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  <a:endParaRPr lang="en-US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C3080E4-572C-41B5-B3A1-1280098F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37AFF2A-89CA-4836-9AE5-BF2944705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173D9A3-F8AA-4D4B-BC61-FE7950292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7B3833-997F-DB50-B69D-B80D50B18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9D6699-D60B-DC7D-A077-9CBE755F83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4F1EC-61B8-D543-483A-2ECA6CF18D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9BB96-D1BE-4B56-AE79-92222AA44CD2}" type="datetimeFigureOut">
              <a:rPr lang="cs-CZ" smtClean="0"/>
              <a:t>03.01.2024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D6F6E-0716-64C9-4959-984D48FA7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068B5-75FE-F48B-68DB-E8357DE681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7E9720-7CB4-4826-A1FD-618965CEC8D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04618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Jan Koupil 2015-2023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121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Static - statický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506584"/>
            <a:ext cx="7855133" cy="4534780"/>
          </a:xfrm>
        </p:spPr>
        <p:txBody>
          <a:bodyPr>
            <a:normAutofit/>
          </a:bodyPr>
          <a:lstStyle/>
          <a:p>
            <a:r>
              <a:rPr lang="cs-CZ" dirty="0" err="1"/>
              <a:t>Math.PI</a:t>
            </a:r>
            <a:r>
              <a:rPr lang="cs-CZ" dirty="0"/>
              <a:t>, </a:t>
            </a:r>
            <a:r>
              <a:rPr lang="cs-CZ" dirty="0" err="1"/>
              <a:t>Math.Sqrt</a:t>
            </a:r>
            <a:r>
              <a:rPr lang="cs-CZ" dirty="0"/>
              <a:t>, </a:t>
            </a:r>
            <a:r>
              <a:rPr lang="cs-CZ" dirty="0" err="1"/>
              <a:t>Math.Sin</a:t>
            </a:r>
            <a:r>
              <a:rPr lang="cs-CZ" dirty="0"/>
              <a:t> jsme používali bez </a:t>
            </a:r>
            <a:r>
              <a:rPr lang="cs-CZ" dirty="0" err="1">
                <a:latin typeface="Consolas" panose="020B0609020204030204" pitchFamily="49" charset="0"/>
              </a:rPr>
              <a:t>new</a:t>
            </a:r>
            <a:r>
              <a:rPr lang="cs-CZ" dirty="0">
                <a:latin typeface="Consolas" panose="020B0609020204030204" pitchFamily="49" charset="0"/>
              </a:rPr>
              <a:t> </a:t>
            </a:r>
            <a:r>
              <a:rPr lang="cs-CZ" dirty="0" err="1">
                <a:latin typeface="Consolas" panose="020B0609020204030204" pitchFamily="49" charset="0"/>
              </a:rPr>
              <a:t>Math</a:t>
            </a:r>
            <a:r>
              <a:rPr lang="cs-CZ" dirty="0">
                <a:latin typeface="Consolas" panose="020B0609020204030204" pitchFamily="49" charset="0"/>
              </a:rPr>
              <a:t>()</a:t>
            </a:r>
          </a:p>
          <a:p>
            <a:r>
              <a:rPr lang="cs-CZ" dirty="0"/>
              <a:t>Neexistuje tedy instance, odkazujeme se na něco, co náleží třídě, nikoli konkrétnímu objektu</a:t>
            </a:r>
          </a:p>
          <a:p>
            <a:endParaRPr lang="cs-CZ" dirty="0"/>
          </a:p>
          <a:p>
            <a:r>
              <a:rPr lang="cs-CZ" dirty="0"/>
              <a:t>Statické metody a položky jsou sdílené napříč všemi instancemi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19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67840" y="235132"/>
            <a:ext cx="8621487" cy="58062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Popis() 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"Lidé jsou </a:t>
            </a:r>
            <a:r>
              <a:rPr lang="cs-CZ" dirty="0" err="1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humaniodní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rasa, ne nepodobná gorilám, vyznačují se ale nižší \n“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+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"inteligencí, fyzickou silou i celkovou odolností. Nejsou také schopni \n“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+ </a:t>
            </a:r>
            <a:r>
              <a:rPr lang="cs-CZ" dirty="0">
                <a:solidFill>
                  <a:srgbClr val="A3151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"artikulované řeči."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.Popis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053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133601" y="575401"/>
            <a:ext cx="6347713" cy="653143"/>
          </a:xfrm>
        </p:spPr>
        <p:txBody>
          <a:bodyPr/>
          <a:lstStyle/>
          <a:p>
            <a:r>
              <a:rPr lang="en-US" dirty="0" err="1"/>
              <a:t>Sd</a:t>
            </a:r>
            <a:r>
              <a:rPr lang="cs-CZ" dirty="0" err="1"/>
              <a:t>ílené</a:t>
            </a:r>
            <a:r>
              <a:rPr lang="cs-CZ" dirty="0"/>
              <a:t> položky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463041"/>
            <a:ext cx="6347714" cy="481011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 static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Kolik()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.WriteLine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pocet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Program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args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0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1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q =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Pocitadlo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.Kolik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cs-CZ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//vypíše 2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.Read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cs-CZ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2141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Konstanty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133599" y="1698172"/>
            <a:ext cx="7114904" cy="4343192"/>
          </a:xfrm>
        </p:spPr>
        <p:txBody>
          <a:bodyPr>
            <a:normAutofit fontScale="92500" lnSpcReduction="10000"/>
          </a:bodyPr>
          <a:lstStyle/>
          <a:p>
            <a:r>
              <a:rPr lang="en-US" dirty="0" err="1"/>
              <a:t>Jsou</a:t>
            </a:r>
            <a:r>
              <a:rPr lang="en-US" dirty="0"/>
              <a:t> </a:t>
            </a:r>
            <a:r>
              <a:rPr lang="en-US" dirty="0" err="1"/>
              <a:t>podobn</a:t>
            </a:r>
            <a:r>
              <a:rPr lang="cs-CZ" dirty="0"/>
              <a:t>é sdíleným položkám</a:t>
            </a:r>
          </a:p>
          <a:p>
            <a:pPr lvl="1"/>
            <a:r>
              <a:rPr lang="cs-CZ" dirty="0"/>
              <a:t>patří mezi statické prvky</a:t>
            </a:r>
          </a:p>
          <a:p>
            <a:pPr lvl="1"/>
            <a:r>
              <a:rPr lang="cs-CZ" dirty="0"/>
              <a:t>Jsou přístupné všem instancím (v případě public i zvenku)</a:t>
            </a:r>
          </a:p>
          <a:p>
            <a:r>
              <a:rPr lang="cs-CZ" dirty="0"/>
              <a:t>Nejde změnit jejich hodnotu</a:t>
            </a:r>
          </a:p>
          <a:p>
            <a:endParaRPr lang="en-US" dirty="0"/>
          </a:p>
          <a:p>
            <a:pPr marL="0" indent="0">
              <a:buNone/>
            </a:pP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Clovek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Nohy = 2;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Prsty = 20;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vyska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double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vaha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cs-CZ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barvaOci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cs-CZ" dirty="0"/>
              <a:t>…</a:t>
            </a:r>
            <a:br>
              <a:rPr lang="cs-CZ" dirty="0"/>
            </a:br>
            <a:r>
              <a:rPr lang="en-US" dirty="0"/>
              <a:t>}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3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Statické třídy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Třídu lze deklarovat jako statickou: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cs-CZ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cs-CZ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MyMath</a:t>
            </a:r>
            <a:endParaRPr lang="cs-CZ" dirty="0"/>
          </a:p>
          <a:p>
            <a:r>
              <a:rPr lang="cs-CZ" dirty="0"/>
              <a:t>Taková třída</a:t>
            </a:r>
          </a:p>
          <a:p>
            <a:pPr lvl="1"/>
            <a:r>
              <a:rPr lang="cs-CZ" dirty="0"/>
              <a:t>nesmí obsahovat jiné než statické položky a metody</a:t>
            </a:r>
          </a:p>
          <a:p>
            <a:pPr lvl="1"/>
            <a:r>
              <a:rPr lang="cs-CZ" dirty="0"/>
              <a:t>Nejde klíčovým slovem </a:t>
            </a:r>
            <a:r>
              <a:rPr lang="cs-CZ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cs-CZ" dirty="0"/>
              <a:t> vytvořit instanci</a:t>
            </a:r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>
          <a:xfrm>
            <a:off x="677334" y="6041362"/>
            <a:ext cx="6297612" cy="365125"/>
          </a:xfrm>
        </p:spPr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550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C9207-7C35-6B31-CA2C-83BDD836D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Statický konstruktor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3AD3E-6E03-AB31-B7DB-4CD87BB96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cs-CZ" dirty="0"/>
              <a:t>Statický konstruktor slouží k inicializaci statických dat nebo provedení akce, která by se měla odehrát jen jednou. Je zavolán automaticky dříve než se vytvoří první instance nebo použijí statické součásti třídy a to nejvýše jednou.</a:t>
            </a:r>
            <a:endParaRPr lang="en-US" dirty="0"/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pPr marL="0" indent="0">
              <a:buNone/>
            </a:pPr>
            <a:r>
              <a:rPr lang="cs-CZ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class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Casovac</a:t>
            </a:r>
            <a:endParaRPr lang="cs-CZ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Static</a:t>
            </a:r>
            <a:r>
              <a:rPr lang="cs-CZ" sz="1800" dirty="0" err="1">
                <a:solidFill>
                  <a:srgbClr val="008000"/>
                </a:solidFill>
                <a:latin typeface="Cascadia Mono" panose="020B0609020000020004" pitchFamily="49" charset="0"/>
              </a:rPr>
              <a:t>ká</a:t>
            </a:r>
            <a:r>
              <a:rPr lang="cs-CZ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proměnná, která se musí inicializovat až za běhu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cs-CZ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readonly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long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Zacatek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b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</a:b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</a:t>
            </a:r>
            <a:r>
              <a:rPr lang="cs-CZ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Statický konstruktor se volá nejvýše jednou, dřív než jakýkoli konstruktor instance nebo </a:t>
            </a:r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</a:t>
            </a:r>
            <a:r>
              <a:rPr lang="cs-CZ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 než se přistoupí k jakémukoli členu třídy (položka, vlastnost, metoda)</a:t>
            </a:r>
          </a:p>
          <a:p>
            <a:pPr marL="0" indent="0">
              <a:buNone/>
            </a:pPr>
            <a:r>
              <a:rPr lang="cs-CZ" dirty="0">
                <a:solidFill>
                  <a:srgbClr val="0000FF"/>
                </a:solidFill>
                <a:latin typeface="Cascadia Mono" panose="020B0609020000020004" pitchFamily="49" charset="0"/>
              </a:rPr>
              <a:t>    </a:t>
            </a:r>
            <a:r>
              <a:rPr lang="cs-CZ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cs-CZ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Casovac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</a:t>
            </a:r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{</a:t>
            </a:r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cs-CZ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Zacatek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cs-CZ" sz="18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DateTime</a:t>
            </a:r>
            <a:r>
              <a:rPr lang="cs-CZ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.Now.Ticks</a:t>
            </a: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0" indent="0">
              <a:buNone/>
            </a:pPr>
            <a:r>
              <a:rPr lang="cs-CZ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cs-CZ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52C708-303F-BD19-7137-28DCD3871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Jan Koupil 2015-2023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25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azeta">
  <a:themeElements>
    <a:clrScheme name="Modrá, teplá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z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z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506</Words>
  <Application>Microsoft Office PowerPoint</Application>
  <PresentationFormat>Widescreen</PresentationFormat>
  <Paragraphs>43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Cascadia Mono</vt:lpstr>
      <vt:lpstr>Consolas</vt:lpstr>
      <vt:lpstr>Trebuchet MS</vt:lpstr>
      <vt:lpstr>Wingdings 3</vt:lpstr>
      <vt:lpstr>Office Theme</vt:lpstr>
      <vt:lpstr>Fazeta</vt:lpstr>
      <vt:lpstr>Static - statický</vt:lpstr>
      <vt:lpstr>PowerPoint Presentation</vt:lpstr>
      <vt:lpstr>Sdílené položky</vt:lpstr>
      <vt:lpstr>Konstanty</vt:lpstr>
      <vt:lpstr>Statické třídy</vt:lpstr>
      <vt:lpstr>Statický konstruktor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Static - statický</dc:title>
  <dc:creator>KOUPIL Jan</dc:creator>
  <cp:lastModifiedBy>KOUPIL Jan</cp:lastModifiedBy>
  <cp:revision>1</cp:revision>
  <dcterms:created xsi:type="dcterms:W3CDTF">2023-11-07T08:52:21Z</dcterms:created>
  <dcterms:modified xsi:type="dcterms:W3CDTF">2024-01-03T09:01:13Z</dcterms:modified>
</cp:coreProperties>
</file>