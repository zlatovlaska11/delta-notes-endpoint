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1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9" r:id="rId4"/>
    <p:sldId id="260" r:id="rId5"/>
    <p:sldId id="261" r:id="rId6"/>
    <p:sldId id="263" r:id="rId7"/>
    <p:sldId id="262" r:id="rId8"/>
    <p:sldId id="258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581296-CC48-4D6E-B07A-ACC98C03D474}" v="6" dt="2024-02-07T14:35:17.5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94653" autoAdjust="0"/>
  </p:normalViewPr>
  <p:slideViewPr>
    <p:cSldViewPr snapToGrid="0">
      <p:cViewPr varScale="1">
        <p:scale>
          <a:sx n="81" d="100"/>
          <a:sy n="81" d="100"/>
        </p:scale>
        <p:origin x="710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5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PIL Jan" userId="e926d9f2-b86a-408f-b8de-77ef0706564a" providerId="ADAL" clId="{0C21247A-97A0-4945-8F7B-E8ECB36324B2}"/>
    <pc:docChg chg="undo custSel addSld modSld modMainMaster modShowInfo">
      <pc:chgData name="KOUPIL Jan" userId="e926d9f2-b86a-408f-b8de-77ef0706564a" providerId="ADAL" clId="{0C21247A-97A0-4945-8F7B-E8ECB36324B2}" dt="2021-03-22T16:05:18.458" v="627" actId="404"/>
      <pc:docMkLst>
        <pc:docMk/>
      </pc:docMkLst>
      <pc:sldChg chg="addSp delSp mod">
        <pc:chgData name="KOUPIL Jan" userId="e926d9f2-b86a-408f-b8de-77ef0706564a" providerId="ADAL" clId="{0C21247A-97A0-4945-8F7B-E8ECB36324B2}" dt="2021-03-22T16:02:52.819" v="590" actId="478"/>
        <pc:sldMkLst>
          <pc:docMk/>
          <pc:sldMk cId="3213014487" sldId="257"/>
        </pc:sldMkLst>
        <pc:spChg chg="add del">
          <ac:chgData name="KOUPIL Jan" userId="e926d9f2-b86a-408f-b8de-77ef0706564a" providerId="ADAL" clId="{0C21247A-97A0-4945-8F7B-E8ECB36324B2}" dt="2021-03-22T16:02:52.819" v="590" actId="478"/>
          <ac:spMkLst>
            <pc:docMk/>
            <pc:sldMk cId="3213014487" sldId="257"/>
            <ac:spMk id="4" creationId="{00000000-0000-0000-0000-000000000000}"/>
          </ac:spMkLst>
        </pc:spChg>
      </pc:sldChg>
      <pc:sldChg chg="addSp modSp new mod">
        <pc:chgData name="KOUPIL Jan" userId="e926d9f2-b86a-408f-b8de-77ef0706564a" providerId="ADAL" clId="{0C21247A-97A0-4945-8F7B-E8ECB36324B2}" dt="2021-03-22T16:03:08.074" v="591"/>
        <pc:sldMkLst>
          <pc:docMk/>
          <pc:sldMk cId="1646534460" sldId="287"/>
        </pc:sldMkLst>
        <pc:spChg chg="mod">
          <ac:chgData name="KOUPIL Jan" userId="e926d9f2-b86a-408f-b8de-77ef0706564a" providerId="ADAL" clId="{0C21247A-97A0-4945-8F7B-E8ECB36324B2}" dt="2021-03-22T15:38:28.569" v="37" actId="20577"/>
          <ac:spMkLst>
            <pc:docMk/>
            <pc:sldMk cId="1646534460" sldId="287"/>
            <ac:spMk id="2" creationId="{B9940179-AFF4-4C4D-B7B2-A308B9B9089E}"/>
          </ac:spMkLst>
        </pc:spChg>
        <pc:spChg chg="mod">
          <ac:chgData name="KOUPIL Jan" userId="e926d9f2-b86a-408f-b8de-77ef0706564a" providerId="ADAL" clId="{0C21247A-97A0-4945-8F7B-E8ECB36324B2}" dt="2021-03-22T15:41:00.746" v="138" actId="1076"/>
          <ac:spMkLst>
            <pc:docMk/>
            <pc:sldMk cId="1646534460" sldId="287"/>
            <ac:spMk id="3" creationId="{0D85DDC2-3A3C-4C71-9A7D-3AA3D58B739F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1646534460" sldId="287"/>
            <ac:spMk id="4" creationId="{B98EEA80-DF19-4E90-B5C9-4F8448BDAE13}"/>
          </ac:spMkLst>
        </pc:spChg>
        <pc:spChg chg="add mod">
          <ac:chgData name="KOUPIL Jan" userId="e926d9f2-b86a-408f-b8de-77ef0706564a" providerId="ADAL" clId="{0C21247A-97A0-4945-8F7B-E8ECB36324B2}" dt="2021-03-22T15:50:42.912" v="390" actId="20577"/>
          <ac:spMkLst>
            <pc:docMk/>
            <pc:sldMk cId="1646534460" sldId="287"/>
            <ac:spMk id="6" creationId="{FB8DAE42-A79B-4891-ABF3-8FD7C8C47C84}"/>
          </ac:spMkLst>
        </pc:spChg>
      </pc:sldChg>
      <pc:sldChg chg="addSp delSp modSp new mod">
        <pc:chgData name="KOUPIL Jan" userId="e926d9f2-b86a-408f-b8de-77ef0706564a" providerId="ADAL" clId="{0C21247A-97A0-4945-8F7B-E8ECB36324B2}" dt="2021-03-22T16:03:08.074" v="591"/>
        <pc:sldMkLst>
          <pc:docMk/>
          <pc:sldMk cId="4274979833" sldId="288"/>
        </pc:sldMkLst>
        <pc:spChg chg="mod">
          <ac:chgData name="KOUPIL Jan" userId="e926d9f2-b86a-408f-b8de-77ef0706564a" providerId="ADAL" clId="{0C21247A-97A0-4945-8F7B-E8ECB36324B2}" dt="2021-03-22T15:43:36.512" v="231" actId="20577"/>
          <ac:spMkLst>
            <pc:docMk/>
            <pc:sldMk cId="4274979833" sldId="288"/>
            <ac:spMk id="2" creationId="{023659F4-D853-4885-BA11-132E65B54A66}"/>
          </ac:spMkLst>
        </pc:spChg>
        <pc:spChg chg="mod">
          <ac:chgData name="KOUPIL Jan" userId="e926d9f2-b86a-408f-b8de-77ef0706564a" providerId="ADAL" clId="{0C21247A-97A0-4945-8F7B-E8ECB36324B2}" dt="2021-03-22T15:59:46.218" v="520" actId="20577"/>
          <ac:spMkLst>
            <pc:docMk/>
            <pc:sldMk cId="4274979833" sldId="288"/>
            <ac:spMk id="3" creationId="{E4E41B99-0FD6-4D66-A20E-348AD2D9C5B1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4274979833" sldId="288"/>
            <ac:spMk id="4" creationId="{8942C670-F71D-4DC6-AB38-3F25D12FB5EF}"/>
          </ac:spMkLst>
        </pc:spChg>
        <pc:spChg chg="add del mod">
          <ac:chgData name="KOUPIL Jan" userId="e926d9f2-b86a-408f-b8de-77ef0706564a" providerId="ADAL" clId="{0C21247A-97A0-4945-8F7B-E8ECB36324B2}" dt="2021-03-22T15:46:22.330" v="304"/>
          <ac:spMkLst>
            <pc:docMk/>
            <pc:sldMk cId="4274979833" sldId="288"/>
            <ac:spMk id="6" creationId="{DADAF91C-BD2B-45A7-BBBB-61CCA53FD19F}"/>
          </ac:spMkLst>
        </pc:spChg>
      </pc:sldChg>
      <pc:sldChg chg="modSp new mod">
        <pc:chgData name="KOUPIL Jan" userId="e926d9f2-b86a-408f-b8de-77ef0706564a" providerId="ADAL" clId="{0C21247A-97A0-4945-8F7B-E8ECB36324B2}" dt="2021-03-22T16:03:08.074" v="591"/>
        <pc:sldMkLst>
          <pc:docMk/>
          <pc:sldMk cId="178065162" sldId="289"/>
        </pc:sldMkLst>
        <pc:spChg chg="mod">
          <ac:chgData name="KOUPIL Jan" userId="e926d9f2-b86a-408f-b8de-77ef0706564a" providerId="ADAL" clId="{0C21247A-97A0-4945-8F7B-E8ECB36324B2}" dt="2021-03-22T15:51:30.456" v="412" actId="20577"/>
          <ac:spMkLst>
            <pc:docMk/>
            <pc:sldMk cId="178065162" sldId="289"/>
            <ac:spMk id="2" creationId="{F1259C09-0F56-4F77-8153-B068B4A36EA1}"/>
          </ac:spMkLst>
        </pc:spChg>
        <pc:spChg chg="mod">
          <ac:chgData name="KOUPIL Jan" userId="e926d9f2-b86a-408f-b8de-77ef0706564a" providerId="ADAL" clId="{0C21247A-97A0-4945-8F7B-E8ECB36324B2}" dt="2021-03-22T15:59:56.482" v="522" actId="20577"/>
          <ac:spMkLst>
            <pc:docMk/>
            <pc:sldMk cId="178065162" sldId="289"/>
            <ac:spMk id="3" creationId="{39BB37DC-F79F-4425-9806-1296A06F8F5F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178065162" sldId="289"/>
            <ac:spMk id="4" creationId="{FE896390-EC54-4112-8741-D676CFA75322}"/>
          </ac:spMkLst>
        </pc:spChg>
      </pc:sldChg>
      <pc:sldChg chg="addSp delSp modSp new mod">
        <pc:chgData name="KOUPIL Jan" userId="e926d9f2-b86a-408f-b8de-77ef0706564a" providerId="ADAL" clId="{0C21247A-97A0-4945-8F7B-E8ECB36324B2}" dt="2021-03-22T16:05:18.458" v="627" actId="404"/>
        <pc:sldMkLst>
          <pc:docMk/>
          <pc:sldMk cId="1006157245" sldId="290"/>
        </pc:sldMkLst>
        <pc:spChg chg="mod">
          <ac:chgData name="KOUPIL Jan" userId="e926d9f2-b86a-408f-b8de-77ef0706564a" providerId="ADAL" clId="{0C21247A-97A0-4945-8F7B-E8ECB36324B2}" dt="2021-03-22T16:05:18.458" v="627" actId="404"/>
          <ac:spMkLst>
            <pc:docMk/>
            <pc:sldMk cId="1006157245" sldId="290"/>
            <ac:spMk id="2" creationId="{908DA485-F115-4D39-BD52-C4290CC4DF17}"/>
          </ac:spMkLst>
        </pc:spChg>
        <pc:spChg chg="mod">
          <ac:chgData name="KOUPIL Jan" userId="e926d9f2-b86a-408f-b8de-77ef0706564a" providerId="ADAL" clId="{0C21247A-97A0-4945-8F7B-E8ECB36324B2}" dt="2021-03-22T16:00:20.304" v="537"/>
          <ac:spMkLst>
            <pc:docMk/>
            <pc:sldMk cId="1006157245" sldId="290"/>
            <ac:spMk id="3" creationId="{AF18ED55-A2B7-407E-9660-2579BA8B7178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1006157245" sldId="290"/>
            <ac:spMk id="4" creationId="{4028C468-1BA3-4C97-BC64-2E1F61FD3918}"/>
          </ac:spMkLst>
        </pc:spChg>
        <pc:spChg chg="add del mod">
          <ac:chgData name="KOUPIL Jan" userId="e926d9f2-b86a-408f-b8de-77ef0706564a" providerId="ADAL" clId="{0C21247A-97A0-4945-8F7B-E8ECB36324B2}" dt="2021-03-22T16:01:12.146" v="545" actId="21"/>
          <ac:spMkLst>
            <pc:docMk/>
            <pc:sldMk cId="1006157245" sldId="290"/>
            <ac:spMk id="6" creationId="{F670EDA0-BE27-4B6B-A1D5-79192E7D44B7}"/>
          </ac:spMkLst>
        </pc:spChg>
      </pc:sldChg>
      <pc:sldChg chg="addSp delSp modSp new mod">
        <pc:chgData name="KOUPIL Jan" userId="e926d9f2-b86a-408f-b8de-77ef0706564a" providerId="ADAL" clId="{0C21247A-97A0-4945-8F7B-E8ECB36324B2}" dt="2021-03-22T16:04:20.702" v="596" actId="404"/>
        <pc:sldMkLst>
          <pc:docMk/>
          <pc:sldMk cId="3990236175" sldId="291"/>
        </pc:sldMkLst>
        <pc:spChg chg="mod">
          <ac:chgData name="KOUPIL Jan" userId="e926d9f2-b86a-408f-b8de-77ef0706564a" providerId="ADAL" clId="{0C21247A-97A0-4945-8F7B-E8ECB36324B2}" dt="2021-03-22T16:01:22.757" v="576" actId="20577"/>
          <ac:spMkLst>
            <pc:docMk/>
            <pc:sldMk cId="3990236175" sldId="291"/>
            <ac:spMk id="2" creationId="{8E7350CC-8D39-4C6D-AAA4-70253E62A5D4}"/>
          </ac:spMkLst>
        </pc:spChg>
        <pc:spChg chg="del mod">
          <ac:chgData name="KOUPIL Jan" userId="e926d9f2-b86a-408f-b8de-77ef0706564a" providerId="ADAL" clId="{0C21247A-97A0-4945-8F7B-E8ECB36324B2}" dt="2021-03-22T16:01:24.694" v="578"/>
          <ac:spMkLst>
            <pc:docMk/>
            <pc:sldMk cId="3990236175" sldId="291"/>
            <ac:spMk id="3" creationId="{9B1ED339-7EE2-483A-99BC-8BB6DD7C2D5D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3990236175" sldId="291"/>
            <ac:spMk id="4" creationId="{39A91D52-2D9A-4397-B5FC-5B236B803480}"/>
          </ac:spMkLst>
        </pc:spChg>
        <pc:spChg chg="add mod">
          <ac:chgData name="KOUPIL Jan" userId="e926d9f2-b86a-408f-b8de-77ef0706564a" providerId="ADAL" clId="{0C21247A-97A0-4945-8F7B-E8ECB36324B2}" dt="2021-03-22T16:04:20.702" v="596" actId="404"/>
          <ac:spMkLst>
            <pc:docMk/>
            <pc:sldMk cId="3990236175" sldId="291"/>
            <ac:spMk id="5" creationId="{A0175A7D-48C8-4883-9637-776BCDF8F899}"/>
          </ac:spMkLst>
        </pc:spChg>
      </pc:sldChg>
      <pc:sldMasterChg chg="modSldLayout">
        <pc:chgData name="KOUPIL Jan" userId="e926d9f2-b86a-408f-b8de-77ef0706564a" providerId="ADAL" clId="{0C21247A-97A0-4945-8F7B-E8ECB36324B2}" dt="2021-03-22T16:03:08.888" v="592"/>
        <pc:sldMasterMkLst>
          <pc:docMk/>
          <pc:sldMasterMk cId="856121564" sldId="2147483731"/>
        </pc:sldMasterMkLst>
        <pc:sldLayoutChg chg="addSp delSp modSp mod">
          <pc:chgData name="KOUPIL Jan" userId="e926d9f2-b86a-408f-b8de-77ef0706564a" providerId="ADAL" clId="{0C21247A-97A0-4945-8F7B-E8ECB36324B2}" dt="2021-03-22T16:03:08.888" v="592"/>
          <pc:sldLayoutMkLst>
            <pc:docMk/>
            <pc:sldMasterMk cId="856121564" sldId="2147483731"/>
            <pc:sldLayoutMk cId="2265024762" sldId="2147483733"/>
          </pc:sldLayoutMkLst>
          <pc:spChg chg="add mod">
            <ac:chgData name="KOUPIL Jan" userId="e926d9f2-b86a-408f-b8de-77ef0706564a" providerId="ADAL" clId="{0C21247A-97A0-4945-8F7B-E8ECB36324B2}" dt="2021-03-22T16:03:08.888" v="592"/>
            <ac:spMkLst>
              <pc:docMk/>
              <pc:sldMasterMk cId="856121564" sldId="2147483731"/>
              <pc:sldLayoutMk cId="2265024762" sldId="2147483733"/>
              <ac:spMk id="4" creationId="{1C3080E4-572C-41B5-B3A1-1280098FF8D5}"/>
            </ac:spMkLst>
          </pc:spChg>
          <pc:spChg chg="add mod">
            <ac:chgData name="KOUPIL Jan" userId="e926d9f2-b86a-408f-b8de-77ef0706564a" providerId="ADAL" clId="{0C21247A-97A0-4945-8F7B-E8ECB36324B2}" dt="2021-03-22T16:03:08.888" v="592"/>
            <ac:spMkLst>
              <pc:docMk/>
              <pc:sldMasterMk cId="856121564" sldId="2147483731"/>
              <pc:sldLayoutMk cId="2265024762" sldId="2147483733"/>
              <ac:spMk id="5" creationId="{037AFF2A-89CA-4836-9AE5-BF2944705138}"/>
            </ac:spMkLst>
          </pc:spChg>
          <pc:spChg chg="add mod">
            <ac:chgData name="KOUPIL Jan" userId="e926d9f2-b86a-408f-b8de-77ef0706564a" providerId="ADAL" clId="{0C21247A-97A0-4945-8F7B-E8ECB36324B2}" dt="2021-03-22T16:03:08.888" v="592"/>
            <ac:spMkLst>
              <pc:docMk/>
              <pc:sldMasterMk cId="856121564" sldId="2147483731"/>
              <pc:sldLayoutMk cId="2265024762" sldId="2147483733"/>
              <ac:spMk id="6" creationId="{D173D9A3-F8AA-4D4B-BC61-FE7950292652}"/>
            </ac:spMkLst>
          </pc:spChg>
          <pc:spChg chg="del">
            <ac:chgData name="KOUPIL Jan" userId="e926d9f2-b86a-408f-b8de-77ef0706564a" providerId="ADAL" clId="{0C21247A-97A0-4945-8F7B-E8ECB36324B2}" dt="2021-03-22T16:03:08.074" v="591"/>
            <ac:spMkLst>
              <pc:docMk/>
              <pc:sldMasterMk cId="856121564" sldId="2147483731"/>
              <pc:sldLayoutMk cId="2265024762" sldId="2147483733"/>
              <ac:spMk id="7" creationId="{FBF1455A-959A-43E3-B059-664B3DC258FD}"/>
            </ac:spMkLst>
          </pc:spChg>
          <pc:spChg chg="del mod">
            <ac:chgData name="KOUPIL Jan" userId="e926d9f2-b86a-408f-b8de-77ef0706564a" providerId="ADAL" clId="{0C21247A-97A0-4945-8F7B-E8ECB36324B2}" dt="2021-03-22T16:03:08.074" v="591"/>
            <ac:spMkLst>
              <pc:docMk/>
              <pc:sldMasterMk cId="856121564" sldId="2147483731"/>
              <pc:sldLayoutMk cId="2265024762" sldId="2147483733"/>
              <ac:spMk id="8" creationId="{27D3819A-DFA2-4D67-ABBA-8C936D2348A0}"/>
            </ac:spMkLst>
          </pc:spChg>
          <pc:spChg chg="del">
            <ac:chgData name="KOUPIL Jan" userId="e926d9f2-b86a-408f-b8de-77ef0706564a" providerId="ADAL" clId="{0C21247A-97A0-4945-8F7B-E8ECB36324B2}" dt="2021-03-22T16:03:08.074" v="591"/>
            <ac:spMkLst>
              <pc:docMk/>
              <pc:sldMasterMk cId="856121564" sldId="2147483731"/>
              <pc:sldLayoutMk cId="2265024762" sldId="2147483733"/>
              <ac:spMk id="9" creationId="{C7270F2B-3B84-4270-BE49-B877DDFEAF22}"/>
            </ac:spMkLst>
          </pc:spChg>
        </pc:sldLayoutChg>
      </pc:sldMasterChg>
    </pc:docChg>
  </pc:docChgLst>
  <pc:docChgLst>
    <pc:chgData name="KOUPIL Jan" userId="e926d9f2-b86a-408f-b8de-77ef0706564a" providerId="ADAL" clId="{3B581296-CC48-4D6E-B07A-ACC98C03D474}"/>
    <pc:docChg chg="undo custSel addSld delSld modSld">
      <pc:chgData name="KOUPIL Jan" userId="e926d9f2-b86a-408f-b8de-77ef0706564a" providerId="ADAL" clId="{3B581296-CC48-4D6E-B07A-ACC98C03D474}" dt="2024-02-07T14:40:48.678" v="3556" actId="20577"/>
      <pc:docMkLst>
        <pc:docMk/>
      </pc:docMkLst>
      <pc:sldChg chg="modSp mod">
        <pc:chgData name="KOUPIL Jan" userId="e926d9f2-b86a-408f-b8de-77ef0706564a" providerId="ADAL" clId="{3B581296-CC48-4D6E-B07A-ACC98C03D474}" dt="2024-02-07T14:30:28.217" v="2851" actId="20577"/>
        <pc:sldMkLst>
          <pc:docMk/>
          <pc:sldMk cId="2754185471" sldId="256"/>
        </pc:sldMkLst>
        <pc:spChg chg="mod">
          <ac:chgData name="KOUPIL Jan" userId="e926d9f2-b86a-408f-b8de-77ef0706564a" providerId="ADAL" clId="{3B581296-CC48-4D6E-B07A-ACC98C03D474}" dt="2024-02-07T14:30:28.217" v="2851" actId="20577"/>
          <ac:spMkLst>
            <pc:docMk/>
            <pc:sldMk cId="2754185471" sldId="256"/>
            <ac:spMk id="2" creationId="{00000000-0000-0000-0000-000000000000}"/>
          </ac:spMkLst>
        </pc:spChg>
      </pc:sldChg>
      <pc:sldChg chg="addSp delSp modSp mod">
        <pc:chgData name="KOUPIL Jan" userId="e926d9f2-b86a-408f-b8de-77ef0706564a" providerId="ADAL" clId="{3B581296-CC48-4D6E-B07A-ACC98C03D474}" dt="2024-02-07T14:02:11.025" v="705" actId="20577"/>
        <pc:sldMkLst>
          <pc:docMk/>
          <pc:sldMk cId="3213014487" sldId="257"/>
        </pc:sldMkLst>
        <pc:spChg chg="mod">
          <ac:chgData name="KOUPIL Jan" userId="e926d9f2-b86a-408f-b8de-77ef0706564a" providerId="ADAL" clId="{3B581296-CC48-4D6E-B07A-ACC98C03D474}" dt="2024-02-07T14:01:23.622" v="553" actId="20577"/>
          <ac:spMkLst>
            <pc:docMk/>
            <pc:sldMk cId="3213014487" sldId="257"/>
            <ac:spMk id="2" creationId="{00000000-0000-0000-0000-000000000000}"/>
          </ac:spMkLst>
        </pc:spChg>
        <pc:spChg chg="add del mod">
          <ac:chgData name="KOUPIL Jan" userId="e926d9f2-b86a-408f-b8de-77ef0706564a" providerId="ADAL" clId="{3B581296-CC48-4D6E-B07A-ACC98C03D474}" dt="2024-02-07T13:59:08.708" v="99" actId="478"/>
          <ac:spMkLst>
            <pc:docMk/>
            <pc:sldMk cId="3213014487" sldId="257"/>
            <ac:spMk id="3" creationId="{6E29A2B0-217D-2C92-F4A0-FD1F8E3CECDD}"/>
          </ac:spMkLst>
        </pc:spChg>
        <pc:spChg chg="del">
          <ac:chgData name="KOUPIL Jan" userId="e926d9f2-b86a-408f-b8de-77ef0706564a" providerId="ADAL" clId="{3B581296-CC48-4D6E-B07A-ACC98C03D474}" dt="2024-02-07T13:59:06.011" v="98" actId="478"/>
          <ac:spMkLst>
            <pc:docMk/>
            <pc:sldMk cId="3213014487" sldId="257"/>
            <ac:spMk id="5" creationId="{595C6BEF-8DDB-DAD6-3E31-B15C6C354B33}"/>
          </ac:spMkLst>
        </pc:spChg>
        <pc:spChg chg="mod">
          <ac:chgData name="KOUPIL Jan" userId="e926d9f2-b86a-408f-b8de-77ef0706564a" providerId="ADAL" clId="{3B581296-CC48-4D6E-B07A-ACC98C03D474}" dt="2024-02-07T14:02:11.025" v="705" actId="20577"/>
          <ac:spMkLst>
            <pc:docMk/>
            <pc:sldMk cId="3213014487" sldId="257"/>
            <ac:spMk id="6" creationId="{02CE9DEE-3BC4-8282-B5BA-70491C4C2C11}"/>
          </ac:spMkLst>
        </pc:spChg>
      </pc:sldChg>
      <pc:sldChg chg="del">
        <pc:chgData name="KOUPIL Jan" userId="e926d9f2-b86a-408f-b8de-77ef0706564a" providerId="ADAL" clId="{3B581296-CC48-4D6E-B07A-ACC98C03D474}" dt="2024-02-07T13:58:45.174" v="84" actId="47"/>
        <pc:sldMkLst>
          <pc:docMk/>
          <pc:sldMk cId="898551462" sldId="258"/>
        </pc:sldMkLst>
      </pc:sldChg>
      <pc:sldChg chg="new del">
        <pc:chgData name="KOUPIL Jan" userId="e926d9f2-b86a-408f-b8de-77ef0706564a" providerId="ADAL" clId="{3B581296-CC48-4D6E-B07A-ACC98C03D474}" dt="2024-02-07T14:02:45.887" v="707" actId="680"/>
        <pc:sldMkLst>
          <pc:docMk/>
          <pc:sldMk cId="1783851936" sldId="258"/>
        </pc:sldMkLst>
      </pc:sldChg>
      <pc:sldChg chg="modSp new mod">
        <pc:chgData name="KOUPIL Jan" userId="e926d9f2-b86a-408f-b8de-77ef0706564a" providerId="ADAL" clId="{3B581296-CC48-4D6E-B07A-ACC98C03D474}" dt="2024-02-07T14:33:06.089" v="2924" actId="20577"/>
        <pc:sldMkLst>
          <pc:docMk/>
          <pc:sldMk cId="2261282766" sldId="258"/>
        </pc:sldMkLst>
        <pc:spChg chg="mod">
          <ac:chgData name="KOUPIL Jan" userId="e926d9f2-b86a-408f-b8de-77ef0706564a" providerId="ADAL" clId="{3B581296-CC48-4D6E-B07A-ACC98C03D474}" dt="2024-02-07T14:21:18.520" v="1684" actId="20577"/>
          <ac:spMkLst>
            <pc:docMk/>
            <pc:sldMk cId="2261282766" sldId="258"/>
            <ac:spMk id="2" creationId="{41C7EF64-9EEF-808D-520A-3227E2F8E823}"/>
          </ac:spMkLst>
        </pc:spChg>
        <pc:spChg chg="mod">
          <ac:chgData name="KOUPIL Jan" userId="e926d9f2-b86a-408f-b8de-77ef0706564a" providerId="ADAL" clId="{3B581296-CC48-4D6E-B07A-ACC98C03D474}" dt="2024-02-07T14:33:06.089" v="2924" actId="20577"/>
          <ac:spMkLst>
            <pc:docMk/>
            <pc:sldMk cId="2261282766" sldId="258"/>
            <ac:spMk id="3" creationId="{6A835370-0938-659A-D74D-13C1932267D8}"/>
          </ac:spMkLst>
        </pc:spChg>
      </pc:sldChg>
      <pc:sldChg chg="modSp new mod">
        <pc:chgData name="KOUPIL Jan" userId="e926d9f2-b86a-408f-b8de-77ef0706564a" providerId="ADAL" clId="{3B581296-CC48-4D6E-B07A-ACC98C03D474}" dt="2024-02-07T14:04:32.751" v="978" actId="20577"/>
        <pc:sldMkLst>
          <pc:docMk/>
          <pc:sldMk cId="85340536" sldId="259"/>
        </pc:sldMkLst>
        <pc:spChg chg="mod">
          <ac:chgData name="KOUPIL Jan" userId="e926d9f2-b86a-408f-b8de-77ef0706564a" providerId="ADAL" clId="{3B581296-CC48-4D6E-B07A-ACC98C03D474}" dt="2024-02-07T14:03:25.915" v="828" actId="20577"/>
          <ac:spMkLst>
            <pc:docMk/>
            <pc:sldMk cId="85340536" sldId="259"/>
            <ac:spMk id="2" creationId="{9CD4023C-18E3-54EB-03D1-DDD4677576D9}"/>
          </ac:spMkLst>
        </pc:spChg>
        <pc:spChg chg="mod">
          <ac:chgData name="KOUPIL Jan" userId="e926d9f2-b86a-408f-b8de-77ef0706564a" providerId="ADAL" clId="{3B581296-CC48-4D6E-B07A-ACC98C03D474}" dt="2024-02-07T14:04:32.751" v="978" actId="20577"/>
          <ac:spMkLst>
            <pc:docMk/>
            <pc:sldMk cId="85340536" sldId="259"/>
            <ac:spMk id="3" creationId="{580DBEF9-9BC3-551D-EF68-03290CD260B9}"/>
          </ac:spMkLst>
        </pc:spChg>
      </pc:sldChg>
      <pc:sldChg chg="new del">
        <pc:chgData name="KOUPIL Jan" userId="e926d9f2-b86a-408f-b8de-77ef0706564a" providerId="ADAL" clId="{3B581296-CC48-4D6E-B07A-ACC98C03D474}" dt="2024-02-07T14:03:18.271" v="808" actId="680"/>
        <pc:sldMkLst>
          <pc:docMk/>
          <pc:sldMk cId="841568694" sldId="259"/>
        </pc:sldMkLst>
      </pc:sldChg>
      <pc:sldChg chg="del">
        <pc:chgData name="KOUPIL Jan" userId="e926d9f2-b86a-408f-b8de-77ef0706564a" providerId="ADAL" clId="{3B581296-CC48-4D6E-B07A-ACC98C03D474}" dt="2024-02-07T13:58:45.965" v="85" actId="47"/>
        <pc:sldMkLst>
          <pc:docMk/>
          <pc:sldMk cId="3800240951" sldId="259"/>
        </pc:sldMkLst>
      </pc:sldChg>
      <pc:sldChg chg="modSp new mod">
        <pc:chgData name="KOUPIL Jan" userId="e926d9f2-b86a-408f-b8de-77ef0706564a" providerId="ADAL" clId="{3B581296-CC48-4D6E-B07A-ACC98C03D474}" dt="2024-02-07T14:10:26.037" v="1382" actId="20577"/>
        <pc:sldMkLst>
          <pc:docMk/>
          <pc:sldMk cId="2441573300" sldId="260"/>
        </pc:sldMkLst>
        <pc:spChg chg="mod">
          <ac:chgData name="KOUPIL Jan" userId="e926d9f2-b86a-408f-b8de-77ef0706564a" providerId="ADAL" clId="{3B581296-CC48-4D6E-B07A-ACC98C03D474}" dt="2024-02-07T14:04:47.247" v="996" actId="20577"/>
          <ac:spMkLst>
            <pc:docMk/>
            <pc:sldMk cId="2441573300" sldId="260"/>
            <ac:spMk id="2" creationId="{31F78528-6F24-6C09-85F9-33D6ABACA14E}"/>
          </ac:spMkLst>
        </pc:spChg>
        <pc:spChg chg="mod">
          <ac:chgData name="KOUPIL Jan" userId="e926d9f2-b86a-408f-b8de-77ef0706564a" providerId="ADAL" clId="{3B581296-CC48-4D6E-B07A-ACC98C03D474}" dt="2024-02-07T14:10:26.037" v="1382" actId="20577"/>
          <ac:spMkLst>
            <pc:docMk/>
            <pc:sldMk cId="2441573300" sldId="260"/>
            <ac:spMk id="3" creationId="{C129A58F-F247-13EA-4603-EA8AA844D4B2}"/>
          </ac:spMkLst>
        </pc:spChg>
      </pc:sldChg>
      <pc:sldChg chg="addSp modSp new mod">
        <pc:chgData name="KOUPIL Jan" userId="e926d9f2-b86a-408f-b8de-77ef0706564a" providerId="ADAL" clId="{3B581296-CC48-4D6E-B07A-ACC98C03D474}" dt="2024-02-07T14:19:15.370" v="1672" actId="20577"/>
        <pc:sldMkLst>
          <pc:docMk/>
          <pc:sldMk cId="146349344" sldId="261"/>
        </pc:sldMkLst>
        <pc:spChg chg="mod">
          <ac:chgData name="KOUPIL Jan" userId="e926d9f2-b86a-408f-b8de-77ef0706564a" providerId="ADAL" clId="{3B581296-CC48-4D6E-B07A-ACC98C03D474}" dt="2024-02-07T14:14:52.163" v="1457" actId="20577"/>
          <ac:spMkLst>
            <pc:docMk/>
            <pc:sldMk cId="146349344" sldId="261"/>
            <ac:spMk id="2" creationId="{C6E6F63B-2B1D-B3A6-F180-7F61FE9B97D6}"/>
          </ac:spMkLst>
        </pc:spChg>
        <pc:spChg chg="mod">
          <ac:chgData name="KOUPIL Jan" userId="e926d9f2-b86a-408f-b8de-77ef0706564a" providerId="ADAL" clId="{3B581296-CC48-4D6E-B07A-ACC98C03D474}" dt="2024-02-07T14:19:12.805" v="1668" actId="20577"/>
          <ac:spMkLst>
            <pc:docMk/>
            <pc:sldMk cId="146349344" sldId="261"/>
            <ac:spMk id="3" creationId="{9011D6CB-4EF3-B88F-B438-7A17040B631B}"/>
          </ac:spMkLst>
        </pc:spChg>
        <pc:spChg chg="add mod">
          <ac:chgData name="KOUPIL Jan" userId="e926d9f2-b86a-408f-b8de-77ef0706564a" providerId="ADAL" clId="{3B581296-CC48-4D6E-B07A-ACC98C03D474}" dt="2024-02-07T14:19:15.370" v="1672" actId="20577"/>
          <ac:spMkLst>
            <pc:docMk/>
            <pc:sldMk cId="146349344" sldId="261"/>
            <ac:spMk id="5" creationId="{A69A9928-4397-5158-06F4-E7FD11F90235}"/>
          </ac:spMkLst>
        </pc:spChg>
      </pc:sldChg>
      <pc:sldChg chg="addSp delSp modSp new mod">
        <pc:chgData name="KOUPIL Jan" userId="e926d9f2-b86a-408f-b8de-77ef0706564a" providerId="ADAL" clId="{3B581296-CC48-4D6E-B07A-ACC98C03D474}" dt="2024-02-07T14:19:07.798" v="1664" actId="6549"/>
        <pc:sldMkLst>
          <pc:docMk/>
          <pc:sldMk cId="2148053425" sldId="262"/>
        </pc:sldMkLst>
        <pc:spChg chg="mod">
          <ac:chgData name="KOUPIL Jan" userId="e926d9f2-b86a-408f-b8de-77ef0706564a" providerId="ADAL" clId="{3B581296-CC48-4D6E-B07A-ACC98C03D474}" dt="2024-02-07T14:13:02.675" v="1446" actId="20577"/>
          <ac:spMkLst>
            <pc:docMk/>
            <pc:sldMk cId="2148053425" sldId="262"/>
            <ac:spMk id="2" creationId="{8367FB03-8083-D5BB-2E89-E6CC7FC5E518}"/>
          </ac:spMkLst>
        </pc:spChg>
        <pc:spChg chg="del">
          <ac:chgData name="KOUPIL Jan" userId="e926d9f2-b86a-408f-b8de-77ef0706564a" providerId="ADAL" clId="{3B581296-CC48-4D6E-B07A-ACC98C03D474}" dt="2024-02-07T14:12:43.050" v="1429" actId="478"/>
          <ac:spMkLst>
            <pc:docMk/>
            <pc:sldMk cId="2148053425" sldId="262"/>
            <ac:spMk id="3" creationId="{541F2280-A5B3-8242-FA92-61230CAE23F0}"/>
          </ac:spMkLst>
        </pc:spChg>
        <pc:spChg chg="add mod">
          <ac:chgData name="KOUPIL Jan" userId="e926d9f2-b86a-408f-b8de-77ef0706564a" providerId="ADAL" clId="{3B581296-CC48-4D6E-B07A-ACC98C03D474}" dt="2024-02-07T14:19:07.798" v="1664" actId="6549"/>
          <ac:spMkLst>
            <pc:docMk/>
            <pc:sldMk cId="2148053425" sldId="262"/>
            <ac:spMk id="5" creationId="{5FB6FA85-1E79-3F5A-A522-1CDC2846AB55}"/>
          </ac:spMkLst>
        </pc:spChg>
      </pc:sldChg>
      <pc:sldChg chg="modSp new mod">
        <pc:chgData name="KOUPIL Jan" userId="e926d9f2-b86a-408f-b8de-77ef0706564a" providerId="ADAL" clId="{3B581296-CC48-4D6E-B07A-ACC98C03D474}" dt="2024-02-07T14:32:38.851" v="2896" actId="20577"/>
        <pc:sldMkLst>
          <pc:docMk/>
          <pc:sldMk cId="1254896326" sldId="263"/>
        </pc:sldMkLst>
        <pc:spChg chg="mod">
          <ac:chgData name="KOUPIL Jan" userId="e926d9f2-b86a-408f-b8de-77ef0706564a" providerId="ADAL" clId="{3B581296-CC48-4D6E-B07A-ACC98C03D474}" dt="2024-02-07T14:32:38.851" v="2896" actId="20577"/>
          <ac:spMkLst>
            <pc:docMk/>
            <pc:sldMk cId="1254896326" sldId="263"/>
            <ac:spMk id="2" creationId="{D2D0DA49-BE95-5FA1-E539-E1A7B243AA19}"/>
          </ac:spMkLst>
        </pc:spChg>
        <pc:spChg chg="mod">
          <ac:chgData name="KOUPIL Jan" userId="e926d9f2-b86a-408f-b8de-77ef0706564a" providerId="ADAL" clId="{3B581296-CC48-4D6E-B07A-ACC98C03D474}" dt="2024-02-07T14:32:28.521" v="2890" actId="20577"/>
          <ac:spMkLst>
            <pc:docMk/>
            <pc:sldMk cId="1254896326" sldId="263"/>
            <ac:spMk id="3" creationId="{67DBC3C4-011B-FA18-7477-6AEBEAAEF6A1}"/>
          </ac:spMkLst>
        </pc:spChg>
      </pc:sldChg>
      <pc:sldChg chg="modSp new mod">
        <pc:chgData name="KOUPIL Jan" userId="e926d9f2-b86a-408f-b8de-77ef0706564a" providerId="ADAL" clId="{3B581296-CC48-4D6E-B07A-ACC98C03D474}" dt="2024-02-07T14:33:23.575" v="2926" actId="20577"/>
        <pc:sldMkLst>
          <pc:docMk/>
          <pc:sldMk cId="1703233791" sldId="264"/>
        </pc:sldMkLst>
        <pc:spChg chg="mod">
          <ac:chgData name="KOUPIL Jan" userId="e926d9f2-b86a-408f-b8de-77ef0706564a" providerId="ADAL" clId="{3B581296-CC48-4D6E-B07A-ACC98C03D474}" dt="2024-02-07T14:25:06.365" v="2161" actId="20577"/>
          <ac:spMkLst>
            <pc:docMk/>
            <pc:sldMk cId="1703233791" sldId="264"/>
            <ac:spMk id="2" creationId="{327B6EF3-C7B8-FC40-6096-AA1D5695B80A}"/>
          </ac:spMkLst>
        </pc:spChg>
        <pc:spChg chg="mod">
          <ac:chgData name="KOUPIL Jan" userId="e926d9f2-b86a-408f-b8de-77ef0706564a" providerId="ADAL" clId="{3B581296-CC48-4D6E-B07A-ACC98C03D474}" dt="2024-02-07T14:33:23.575" v="2926" actId="20577"/>
          <ac:spMkLst>
            <pc:docMk/>
            <pc:sldMk cId="1703233791" sldId="264"/>
            <ac:spMk id="3" creationId="{FA7F5F62-A1C9-FBBF-DB38-BCCFCAADBAF1}"/>
          </ac:spMkLst>
        </pc:spChg>
      </pc:sldChg>
      <pc:sldChg chg="modSp new mod">
        <pc:chgData name="KOUPIL Jan" userId="e926d9f2-b86a-408f-b8de-77ef0706564a" providerId="ADAL" clId="{3B581296-CC48-4D6E-B07A-ACC98C03D474}" dt="2024-02-07T14:35:17.501" v="2957" actId="20577"/>
        <pc:sldMkLst>
          <pc:docMk/>
          <pc:sldMk cId="2267046438" sldId="265"/>
        </pc:sldMkLst>
        <pc:spChg chg="mod">
          <ac:chgData name="KOUPIL Jan" userId="e926d9f2-b86a-408f-b8de-77ef0706564a" providerId="ADAL" clId="{3B581296-CC48-4D6E-B07A-ACC98C03D474}" dt="2024-02-07T14:28:39.947" v="2586" actId="20577"/>
          <ac:spMkLst>
            <pc:docMk/>
            <pc:sldMk cId="2267046438" sldId="265"/>
            <ac:spMk id="2" creationId="{97B535CD-AB66-908B-8A3F-6207EE25FA3D}"/>
          </ac:spMkLst>
        </pc:spChg>
        <pc:spChg chg="mod">
          <ac:chgData name="KOUPIL Jan" userId="e926d9f2-b86a-408f-b8de-77ef0706564a" providerId="ADAL" clId="{3B581296-CC48-4D6E-B07A-ACC98C03D474}" dt="2024-02-07T14:35:17.501" v="2957" actId="20577"/>
          <ac:spMkLst>
            <pc:docMk/>
            <pc:sldMk cId="2267046438" sldId="265"/>
            <ac:spMk id="3" creationId="{5FCE61E2-0782-53FB-3173-1B8364613541}"/>
          </ac:spMkLst>
        </pc:spChg>
      </pc:sldChg>
      <pc:sldChg chg="modSp new mod">
        <pc:chgData name="KOUPIL Jan" userId="e926d9f2-b86a-408f-b8de-77ef0706564a" providerId="ADAL" clId="{3B581296-CC48-4D6E-B07A-ACC98C03D474}" dt="2024-02-07T14:40:48.678" v="3556" actId="20577"/>
        <pc:sldMkLst>
          <pc:docMk/>
          <pc:sldMk cId="2250872385" sldId="266"/>
        </pc:sldMkLst>
        <pc:spChg chg="mod">
          <ac:chgData name="KOUPIL Jan" userId="e926d9f2-b86a-408f-b8de-77ef0706564a" providerId="ADAL" clId="{3B581296-CC48-4D6E-B07A-ACC98C03D474}" dt="2024-02-07T14:37:14.150" v="3005" actId="20577"/>
          <ac:spMkLst>
            <pc:docMk/>
            <pc:sldMk cId="2250872385" sldId="266"/>
            <ac:spMk id="2" creationId="{8C5D29A1-7E5E-0F47-6A24-A0D66089B542}"/>
          </ac:spMkLst>
        </pc:spChg>
        <pc:spChg chg="mod">
          <ac:chgData name="KOUPIL Jan" userId="e926d9f2-b86a-408f-b8de-77ef0706564a" providerId="ADAL" clId="{3B581296-CC48-4D6E-B07A-ACC98C03D474}" dt="2024-02-07T14:40:48.678" v="3556" actId="20577"/>
          <ac:spMkLst>
            <pc:docMk/>
            <pc:sldMk cId="2250872385" sldId="266"/>
            <ac:spMk id="3" creationId="{07617DB5-4740-77C4-1C97-F6E234C2EEB2}"/>
          </ac:spMkLst>
        </pc:spChg>
      </pc:sldChg>
    </pc:docChg>
  </pc:docChgLst>
  <pc:docChgLst>
    <pc:chgData name="KOUPIL Jan" userId="e926d9f2-b86a-408f-b8de-77ef0706564a" providerId="ADAL" clId="{7050973B-9D79-479B-9284-0AFCA217D787}"/>
    <pc:docChg chg="undo custSel addSld modSld sldOrd">
      <pc:chgData name="KOUPIL Jan" userId="e926d9f2-b86a-408f-b8de-77ef0706564a" providerId="ADAL" clId="{7050973B-9D79-479B-9284-0AFCA217D787}" dt="2024-01-11T06:50:15.677" v="1269" actId="20577"/>
      <pc:docMkLst>
        <pc:docMk/>
      </pc:docMkLst>
      <pc:sldChg chg="delSp modSp mod">
        <pc:chgData name="KOUPIL Jan" userId="e926d9f2-b86a-408f-b8de-77ef0706564a" providerId="ADAL" clId="{7050973B-9D79-479B-9284-0AFCA217D787}" dt="2024-01-08T11:00:07.561" v="153" actId="478"/>
        <pc:sldMkLst>
          <pc:docMk/>
          <pc:sldMk cId="3213014487" sldId="257"/>
        </pc:sldMkLst>
        <pc:spChg chg="mod">
          <ac:chgData name="KOUPIL Jan" userId="e926d9f2-b86a-408f-b8de-77ef0706564a" providerId="ADAL" clId="{7050973B-9D79-479B-9284-0AFCA217D787}" dt="2023-03-01T15:53:45.076" v="13" actId="6549"/>
          <ac:spMkLst>
            <pc:docMk/>
            <pc:sldMk cId="3213014487" sldId="257"/>
            <ac:spMk id="3" creationId="{00000000-0000-0000-0000-000000000000}"/>
          </ac:spMkLst>
        </pc:spChg>
        <pc:spChg chg="del">
          <ac:chgData name="KOUPIL Jan" userId="e926d9f2-b86a-408f-b8de-77ef0706564a" providerId="ADAL" clId="{7050973B-9D79-479B-9284-0AFCA217D787}" dt="2024-01-08T11:00:07.561" v="153" actId="478"/>
          <ac:spMkLst>
            <pc:docMk/>
            <pc:sldMk cId="3213014487" sldId="257"/>
            <ac:spMk id="4" creationId="{00000000-0000-0000-0000-000000000000}"/>
          </ac:spMkLst>
        </pc:spChg>
      </pc:sldChg>
      <pc:sldChg chg="delSp mod">
        <pc:chgData name="KOUPIL Jan" userId="e926d9f2-b86a-408f-b8de-77ef0706564a" providerId="ADAL" clId="{7050973B-9D79-479B-9284-0AFCA217D787}" dt="2024-01-08T11:00:04.539" v="152" actId="478"/>
        <pc:sldMkLst>
          <pc:docMk/>
          <pc:sldMk cId="2584911359" sldId="258"/>
        </pc:sldMkLst>
        <pc:spChg chg="del">
          <ac:chgData name="KOUPIL Jan" userId="e926d9f2-b86a-408f-b8de-77ef0706564a" providerId="ADAL" clId="{7050973B-9D79-479B-9284-0AFCA217D787}" dt="2024-01-08T11:00:04.539" v="152" actId="478"/>
          <ac:spMkLst>
            <pc:docMk/>
            <pc:sldMk cId="2584911359" sldId="258"/>
            <ac:spMk id="4" creationId="{8D6FE4FE-E3C5-40BA-97B1-F51ED4D0D9FE}"/>
          </ac:spMkLst>
        </pc:spChg>
      </pc:sldChg>
      <pc:sldChg chg="delSp mod ord">
        <pc:chgData name="KOUPIL Jan" userId="e926d9f2-b86a-408f-b8de-77ef0706564a" providerId="ADAL" clId="{7050973B-9D79-479B-9284-0AFCA217D787}" dt="2024-01-08T11:00:16.120" v="155" actId="478"/>
        <pc:sldMkLst>
          <pc:docMk/>
          <pc:sldMk cId="1969915623" sldId="259"/>
        </pc:sldMkLst>
        <pc:spChg chg="del">
          <ac:chgData name="KOUPIL Jan" userId="e926d9f2-b86a-408f-b8de-77ef0706564a" providerId="ADAL" clId="{7050973B-9D79-479B-9284-0AFCA217D787}" dt="2024-01-08T11:00:16.120" v="155" actId="478"/>
          <ac:spMkLst>
            <pc:docMk/>
            <pc:sldMk cId="1969915623" sldId="259"/>
            <ac:spMk id="4" creationId="{F3E94008-68EB-447B-ABD3-1430E4110D3F}"/>
          </ac:spMkLst>
        </pc:spChg>
      </pc:sldChg>
      <pc:sldChg chg="addSp delSp modSp mod">
        <pc:chgData name="KOUPIL Jan" userId="e926d9f2-b86a-408f-b8de-77ef0706564a" providerId="ADAL" clId="{7050973B-9D79-479B-9284-0AFCA217D787}" dt="2024-01-08T16:09:34.510" v="998" actId="20577"/>
        <pc:sldMkLst>
          <pc:docMk/>
          <pc:sldMk cId="4203029208" sldId="260"/>
        </pc:sldMkLst>
        <pc:spChg chg="mod">
          <ac:chgData name="KOUPIL Jan" userId="e926d9f2-b86a-408f-b8de-77ef0706564a" providerId="ADAL" clId="{7050973B-9D79-479B-9284-0AFCA217D787}" dt="2024-01-08T10:59:05.214" v="133" actId="20577"/>
          <ac:spMkLst>
            <pc:docMk/>
            <pc:sldMk cId="4203029208" sldId="260"/>
            <ac:spMk id="2" creationId="{43F87BA8-6E84-4D72-83F6-74845A52C3D0}"/>
          </ac:spMkLst>
        </pc:spChg>
        <pc:spChg chg="mod">
          <ac:chgData name="KOUPIL Jan" userId="e926d9f2-b86a-408f-b8de-77ef0706564a" providerId="ADAL" clId="{7050973B-9D79-479B-9284-0AFCA217D787}" dt="2024-01-08T16:09:34.510" v="998" actId="20577"/>
          <ac:spMkLst>
            <pc:docMk/>
            <pc:sldMk cId="4203029208" sldId="260"/>
            <ac:spMk id="3" creationId="{6E90B8E0-323E-46AB-B95A-B8A21787EC30}"/>
          </ac:spMkLst>
        </pc:spChg>
        <pc:spChg chg="del">
          <ac:chgData name="KOUPIL Jan" userId="e926d9f2-b86a-408f-b8de-77ef0706564a" providerId="ADAL" clId="{7050973B-9D79-479B-9284-0AFCA217D787}" dt="2024-01-08T11:00:13.345" v="154" actId="478"/>
          <ac:spMkLst>
            <pc:docMk/>
            <pc:sldMk cId="4203029208" sldId="260"/>
            <ac:spMk id="4" creationId="{70420AC6-6A82-4877-B975-39C89B331158}"/>
          </ac:spMkLst>
        </pc:spChg>
        <pc:spChg chg="add mod">
          <ac:chgData name="KOUPIL Jan" userId="e926d9f2-b86a-408f-b8de-77ef0706564a" providerId="ADAL" clId="{7050973B-9D79-479B-9284-0AFCA217D787}" dt="2024-01-08T13:04:13.475" v="943" actId="1076"/>
          <ac:spMkLst>
            <pc:docMk/>
            <pc:sldMk cId="4203029208" sldId="260"/>
            <ac:spMk id="5" creationId="{AA038A04-708E-B029-9168-1949D29679FB}"/>
          </ac:spMkLst>
        </pc:spChg>
      </pc:sldChg>
      <pc:sldChg chg="addSp delSp modSp mod ord">
        <pc:chgData name="KOUPIL Jan" userId="e926d9f2-b86a-408f-b8de-77ef0706564a" providerId="ADAL" clId="{7050973B-9D79-479B-9284-0AFCA217D787}" dt="2024-01-08T16:09:59.134" v="1015" actId="27636"/>
        <pc:sldMkLst>
          <pc:docMk/>
          <pc:sldMk cId="855272509" sldId="261"/>
        </pc:sldMkLst>
        <pc:spChg chg="mod">
          <ac:chgData name="KOUPIL Jan" userId="e926d9f2-b86a-408f-b8de-77ef0706564a" providerId="ADAL" clId="{7050973B-9D79-479B-9284-0AFCA217D787}" dt="2024-01-08T10:59:20.827" v="144" actId="20577"/>
          <ac:spMkLst>
            <pc:docMk/>
            <pc:sldMk cId="855272509" sldId="261"/>
            <ac:spMk id="2" creationId="{0FD6028D-2E9E-496E-937C-6B4C774BC5C4}"/>
          </ac:spMkLst>
        </pc:spChg>
        <pc:spChg chg="mod">
          <ac:chgData name="KOUPIL Jan" userId="e926d9f2-b86a-408f-b8de-77ef0706564a" providerId="ADAL" clId="{7050973B-9D79-479B-9284-0AFCA217D787}" dt="2024-01-08T16:09:59.134" v="1015" actId="27636"/>
          <ac:spMkLst>
            <pc:docMk/>
            <pc:sldMk cId="855272509" sldId="261"/>
            <ac:spMk id="3" creationId="{37DE412A-4E82-4EEE-B45A-AB512374A142}"/>
          </ac:spMkLst>
        </pc:spChg>
        <pc:spChg chg="del mod">
          <ac:chgData name="KOUPIL Jan" userId="e926d9f2-b86a-408f-b8de-77ef0706564a" providerId="ADAL" clId="{7050973B-9D79-479B-9284-0AFCA217D787}" dt="2024-01-08T11:00:01.712" v="151" actId="478"/>
          <ac:spMkLst>
            <pc:docMk/>
            <pc:sldMk cId="855272509" sldId="261"/>
            <ac:spMk id="4" creationId="{D9AA80DC-B2AD-4919-B038-DAD9ACE14868}"/>
          </ac:spMkLst>
        </pc:spChg>
        <pc:spChg chg="add">
          <ac:chgData name="KOUPIL Jan" userId="e926d9f2-b86a-408f-b8de-77ef0706564a" providerId="ADAL" clId="{7050973B-9D79-479B-9284-0AFCA217D787}" dt="2024-01-08T11:06:48.999" v="318"/>
          <ac:spMkLst>
            <pc:docMk/>
            <pc:sldMk cId="855272509" sldId="261"/>
            <ac:spMk id="5" creationId="{AE141F47-44BD-70DB-19A1-042E6548E136}"/>
          </ac:spMkLst>
        </pc:spChg>
        <pc:spChg chg="add mod">
          <ac:chgData name="KOUPIL Jan" userId="e926d9f2-b86a-408f-b8de-77ef0706564a" providerId="ADAL" clId="{7050973B-9D79-479B-9284-0AFCA217D787}" dt="2024-01-08T13:04:08.546" v="942" actId="1076"/>
          <ac:spMkLst>
            <pc:docMk/>
            <pc:sldMk cId="855272509" sldId="261"/>
            <ac:spMk id="6" creationId="{C60F927B-A8D5-6FEA-D35D-41C259377AEE}"/>
          </ac:spMkLst>
        </pc:spChg>
        <pc:spChg chg="add del">
          <ac:chgData name="KOUPIL Jan" userId="e926d9f2-b86a-408f-b8de-77ef0706564a" providerId="ADAL" clId="{7050973B-9D79-479B-9284-0AFCA217D787}" dt="2024-01-08T11:13:03.572" v="633" actId="478"/>
          <ac:spMkLst>
            <pc:docMk/>
            <pc:sldMk cId="855272509" sldId="261"/>
            <ac:spMk id="7" creationId="{CF00EC7B-6783-7E4F-3A12-EF6D8E52022C}"/>
          </ac:spMkLst>
        </pc:spChg>
      </pc:sldChg>
      <pc:sldChg chg="delSp modSp mod">
        <pc:chgData name="KOUPIL Jan" userId="e926d9f2-b86a-408f-b8de-77ef0706564a" providerId="ADAL" clId="{7050973B-9D79-479B-9284-0AFCA217D787}" dt="2024-01-08T11:00:18.647" v="156" actId="478"/>
        <pc:sldMkLst>
          <pc:docMk/>
          <pc:sldMk cId="2310403303" sldId="262"/>
        </pc:sldMkLst>
        <pc:spChg chg="mod">
          <ac:chgData name="KOUPIL Jan" userId="e926d9f2-b86a-408f-b8de-77ef0706564a" providerId="ADAL" clId="{7050973B-9D79-479B-9284-0AFCA217D787}" dt="2024-01-08T10:58:13.721" v="100" actId="20577"/>
          <ac:spMkLst>
            <pc:docMk/>
            <pc:sldMk cId="2310403303" sldId="262"/>
            <ac:spMk id="2" creationId="{E404BB0D-DC13-4A86-B94D-129D6779A7F9}"/>
          </ac:spMkLst>
        </pc:spChg>
        <pc:spChg chg="mod">
          <ac:chgData name="KOUPIL Jan" userId="e926d9f2-b86a-408f-b8de-77ef0706564a" providerId="ADAL" clId="{7050973B-9D79-479B-9284-0AFCA217D787}" dt="2024-01-08T10:57:23.657" v="66" actId="20577"/>
          <ac:spMkLst>
            <pc:docMk/>
            <pc:sldMk cId="2310403303" sldId="262"/>
            <ac:spMk id="3" creationId="{0284C1CC-62BD-45C6-9437-0B002F427B0A}"/>
          </ac:spMkLst>
        </pc:spChg>
        <pc:spChg chg="del">
          <ac:chgData name="KOUPIL Jan" userId="e926d9f2-b86a-408f-b8de-77ef0706564a" providerId="ADAL" clId="{7050973B-9D79-479B-9284-0AFCA217D787}" dt="2024-01-08T11:00:18.647" v="156" actId="478"/>
          <ac:spMkLst>
            <pc:docMk/>
            <pc:sldMk cId="2310403303" sldId="262"/>
            <ac:spMk id="4" creationId="{F7B82FCF-9E68-41F3-B49A-7A62F7B5EF27}"/>
          </ac:spMkLst>
        </pc:spChg>
      </pc:sldChg>
      <pc:sldChg chg="delSp modSp new mod">
        <pc:chgData name="KOUPIL Jan" userId="e926d9f2-b86a-408f-b8de-77ef0706564a" providerId="ADAL" clId="{7050973B-9D79-479B-9284-0AFCA217D787}" dt="2024-01-08T11:00:20.563" v="157" actId="478"/>
        <pc:sldMkLst>
          <pc:docMk/>
          <pc:sldMk cId="3350151239" sldId="263"/>
        </pc:sldMkLst>
        <pc:spChg chg="mod">
          <ac:chgData name="KOUPIL Jan" userId="e926d9f2-b86a-408f-b8de-77ef0706564a" providerId="ADAL" clId="{7050973B-9D79-479B-9284-0AFCA217D787}" dt="2024-01-08T10:58:30.656" v="116" actId="20577"/>
          <ac:spMkLst>
            <pc:docMk/>
            <pc:sldMk cId="3350151239" sldId="263"/>
            <ac:spMk id="2" creationId="{CCBA4983-8D98-CDAD-6371-0C517732C68A}"/>
          </ac:spMkLst>
        </pc:spChg>
        <pc:spChg chg="mod">
          <ac:chgData name="KOUPIL Jan" userId="e926d9f2-b86a-408f-b8de-77ef0706564a" providerId="ADAL" clId="{7050973B-9D79-479B-9284-0AFCA217D787}" dt="2024-01-08T10:58:34.216" v="118" actId="20577"/>
          <ac:spMkLst>
            <pc:docMk/>
            <pc:sldMk cId="3350151239" sldId="263"/>
            <ac:spMk id="3" creationId="{37D61081-AFF7-DC61-8655-4F362129483A}"/>
          </ac:spMkLst>
        </pc:spChg>
        <pc:spChg chg="del">
          <ac:chgData name="KOUPIL Jan" userId="e926d9f2-b86a-408f-b8de-77ef0706564a" providerId="ADAL" clId="{7050973B-9D79-479B-9284-0AFCA217D787}" dt="2024-01-08T11:00:20.563" v="157" actId="478"/>
          <ac:spMkLst>
            <pc:docMk/>
            <pc:sldMk cId="3350151239" sldId="263"/>
            <ac:spMk id="4" creationId="{B44FD19A-3D33-FDB5-C5EE-5F876E088B3B}"/>
          </ac:spMkLst>
        </pc:spChg>
      </pc:sldChg>
      <pc:sldChg chg="modSp new mod">
        <pc:chgData name="KOUPIL Jan" userId="e926d9f2-b86a-408f-b8de-77ef0706564a" providerId="ADAL" clId="{7050973B-9D79-479B-9284-0AFCA217D787}" dt="2024-01-11T06:50:15.677" v="1269" actId="20577"/>
        <pc:sldMkLst>
          <pc:docMk/>
          <pc:sldMk cId="2401318459" sldId="264"/>
        </pc:sldMkLst>
        <pc:spChg chg="mod">
          <ac:chgData name="KOUPIL Jan" userId="e926d9f2-b86a-408f-b8de-77ef0706564a" providerId="ADAL" clId="{7050973B-9D79-479B-9284-0AFCA217D787}" dt="2024-01-11T06:50:15.677" v="1269" actId="20577"/>
          <ac:spMkLst>
            <pc:docMk/>
            <pc:sldMk cId="2401318459" sldId="264"/>
            <ac:spMk id="2" creationId="{3AEEDC78-9EF7-C7C7-0A82-AC0F28806CB1}"/>
          </ac:spMkLst>
        </pc:spChg>
        <pc:spChg chg="mod">
          <ac:chgData name="KOUPIL Jan" userId="e926d9f2-b86a-408f-b8de-77ef0706564a" providerId="ADAL" clId="{7050973B-9D79-479B-9284-0AFCA217D787}" dt="2024-01-11T06:50:02.742" v="1268" actId="20577"/>
          <ac:spMkLst>
            <pc:docMk/>
            <pc:sldMk cId="2401318459" sldId="264"/>
            <ac:spMk id="3" creationId="{5B4CDE46-C8FB-9482-37EA-279074EC9869}"/>
          </ac:spMkLst>
        </pc:spChg>
      </pc:sldChg>
    </pc:docChg>
  </pc:docChgLst>
  <pc:docChgLst>
    <pc:chgData name="KOUPIL Jan" userId="e926d9f2-b86a-408f-b8de-77ef0706564a" providerId="ADAL" clId="{A17D05EF-D0B7-4E8A-ADFB-2280E4B99DCC}"/>
    <pc:docChg chg="undo custSel modSld modMainMaster">
      <pc:chgData name="KOUPIL Jan" userId="e926d9f2-b86a-408f-b8de-77ef0706564a" providerId="ADAL" clId="{A17D05EF-D0B7-4E8A-ADFB-2280E4B99DCC}" dt="2018-10-19T07:02:06.923" v="834"/>
      <pc:docMkLst>
        <pc:docMk/>
      </pc:docMkLst>
      <pc:sldChg chg="modSp">
        <pc:chgData name="KOUPIL Jan" userId="e926d9f2-b86a-408f-b8de-77ef0706564a" providerId="ADAL" clId="{A17D05EF-D0B7-4E8A-ADFB-2280E4B99DCC}" dt="2018-10-19T06:32:32.080" v="615" actId="20577"/>
        <pc:sldMkLst>
          <pc:docMk/>
          <pc:sldMk cId="3213014487" sldId="257"/>
        </pc:sldMkLst>
        <pc:spChg chg="mod">
          <ac:chgData name="KOUPIL Jan" userId="e926d9f2-b86a-408f-b8de-77ef0706564a" providerId="ADAL" clId="{A17D05EF-D0B7-4E8A-ADFB-2280E4B99DCC}" dt="2018-10-19T06:32:32.080" v="615" actId="20577"/>
          <ac:spMkLst>
            <pc:docMk/>
            <pc:sldMk cId="3213014487" sldId="25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24.216" v="632" actId="20577"/>
        <pc:sldMkLst>
          <pc:docMk/>
          <pc:sldMk cId="547314671" sldId="258"/>
        </pc:sldMkLst>
        <pc:spChg chg="mod">
          <ac:chgData name="KOUPIL Jan" userId="e926d9f2-b86a-408f-b8de-77ef0706564a" providerId="ADAL" clId="{A17D05EF-D0B7-4E8A-ADFB-2280E4B99DCC}" dt="2018-10-19T06:33:24.216" v="632" actId="20577"/>
          <ac:spMkLst>
            <pc:docMk/>
            <pc:sldMk cId="547314671" sldId="258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28.646" v="639" actId="20577"/>
        <pc:sldMkLst>
          <pc:docMk/>
          <pc:sldMk cId="2433212059" sldId="259"/>
        </pc:sldMkLst>
        <pc:spChg chg="mod">
          <ac:chgData name="KOUPIL Jan" userId="e926d9f2-b86a-408f-b8de-77ef0706564a" providerId="ADAL" clId="{A17D05EF-D0B7-4E8A-ADFB-2280E4B99DCC}" dt="2018-10-19T06:33:28.646" v="639" actId="20577"/>
          <ac:spMkLst>
            <pc:docMk/>
            <pc:sldMk cId="2433212059" sldId="259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33.812" v="646" actId="20577"/>
        <pc:sldMkLst>
          <pc:docMk/>
          <pc:sldMk cId="4257207181" sldId="260"/>
        </pc:sldMkLst>
        <pc:spChg chg="mod">
          <ac:chgData name="KOUPIL Jan" userId="e926d9f2-b86a-408f-b8de-77ef0706564a" providerId="ADAL" clId="{A17D05EF-D0B7-4E8A-ADFB-2280E4B99DCC}" dt="2018-10-19T06:33:33.812" v="646" actId="20577"/>
          <ac:spMkLst>
            <pc:docMk/>
            <pc:sldMk cId="4257207181" sldId="260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38.622" v="651" actId="20577"/>
        <pc:sldMkLst>
          <pc:docMk/>
          <pc:sldMk cId="969331777" sldId="261"/>
        </pc:sldMkLst>
        <pc:spChg chg="mod">
          <ac:chgData name="KOUPIL Jan" userId="e926d9f2-b86a-408f-b8de-77ef0706564a" providerId="ADAL" clId="{A17D05EF-D0B7-4E8A-ADFB-2280E4B99DCC}" dt="2018-10-19T06:33:38.622" v="651" actId="20577"/>
          <ac:spMkLst>
            <pc:docMk/>
            <pc:sldMk cId="969331777" sldId="26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44.154" v="658" actId="20577"/>
        <pc:sldMkLst>
          <pc:docMk/>
          <pc:sldMk cId="3195461452" sldId="262"/>
        </pc:sldMkLst>
        <pc:spChg chg="mod">
          <ac:chgData name="KOUPIL Jan" userId="e926d9f2-b86a-408f-b8de-77ef0706564a" providerId="ADAL" clId="{A17D05EF-D0B7-4E8A-ADFB-2280E4B99DCC}" dt="2018-10-12T06:58:57.003" v="90" actId="1076"/>
          <ac:spMkLst>
            <pc:docMk/>
            <pc:sldMk cId="3195461452" sldId="262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3:44.154" v="658" actId="20577"/>
          <ac:spMkLst>
            <pc:docMk/>
            <pc:sldMk cId="3195461452" sldId="262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48.870" v="665" actId="20577"/>
        <pc:sldMkLst>
          <pc:docMk/>
          <pc:sldMk cId="4208215380" sldId="263"/>
        </pc:sldMkLst>
        <pc:spChg chg="mod">
          <ac:chgData name="KOUPIL Jan" userId="e926d9f2-b86a-408f-b8de-77ef0706564a" providerId="ADAL" clId="{A17D05EF-D0B7-4E8A-ADFB-2280E4B99DCC}" dt="2018-10-19T06:33:48.870" v="665" actId="20577"/>
          <ac:spMkLst>
            <pc:docMk/>
            <pc:sldMk cId="4208215380" sldId="263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55.121" v="672" actId="20577"/>
        <pc:sldMkLst>
          <pc:docMk/>
          <pc:sldMk cId="3605306772" sldId="264"/>
        </pc:sldMkLst>
        <pc:spChg chg="mod">
          <ac:chgData name="KOUPIL Jan" userId="e926d9f2-b86a-408f-b8de-77ef0706564a" providerId="ADAL" clId="{A17D05EF-D0B7-4E8A-ADFB-2280E4B99DCC}" dt="2018-10-19T06:33:55.121" v="672" actId="20577"/>
          <ac:spMkLst>
            <pc:docMk/>
            <pc:sldMk cId="3605306772" sldId="26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00.907" v="680" actId="20577"/>
        <pc:sldMkLst>
          <pc:docMk/>
          <pc:sldMk cId="3764581005" sldId="266"/>
        </pc:sldMkLst>
        <pc:spChg chg="mod">
          <ac:chgData name="KOUPIL Jan" userId="e926d9f2-b86a-408f-b8de-77ef0706564a" providerId="ADAL" clId="{A17D05EF-D0B7-4E8A-ADFB-2280E4B99DCC}" dt="2018-10-12T07:02:20.415" v="92" actId="20577"/>
          <ac:spMkLst>
            <pc:docMk/>
            <pc:sldMk cId="3764581005" sldId="266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00.907" v="680" actId="20577"/>
          <ac:spMkLst>
            <pc:docMk/>
            <pc:sldMk cId="3764581005" sldId="266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10.971" v="694" actId="20577"/>
        <pc:sldMkLst>
          <pc:docMk/>
          <pc:sldMk cId="1029481206" sldId="267"/>
        </pc:sldMkLst>
        <pc:spChg chg="mod">
          <ac:chgData name="KOUPIL Jan" userId="e926d9f2-b86a-408f-b8de-77ef0706564a" providerId="ADAL" clId="{A17D05EF-D0B7-4E8A-ADFB-2280E4B99DCC}" dt="2018-10-12T06:04:43.118" v="79" actId="20577"/>
          <ac:spMkLst>
            <pc:docMk/>
            <pc:sldMk cId="1029481206" sldId="267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10.971" v="694" actId="20577"/>
          <ac:spMkLst>
            <pc:docMk/>
            <pc:sldMk cId="1029481206" sldId="26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15.225" v="701" actId="20577"/>
        <pc:sldMkLst>
          <pc:docMk/>
          <pc:sldMk cId="2024344326" sldId="268"/>
        </pc:sldMkLst>
        <pc:spChg chg="mod">
          <ac:chgData name="KOUPIL Jan" userId="e926d9f2-b86a-408f-b8de-77ef0706564a" providerId="ADAL" clId="{A17D05EF-D0B7-4E8A-ADFB-2280E4B99DCC}" dt="2018-10-19T06:34:15.225" v="701" actId="20577"/>
          <ac:spMkLst>
            <pc:docMk/>
            <pc:sldMk cId="2024344326" sldId="268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06.239" v="687" actId="20577"/>
        <pc:sldMkLst>
          <pc:docMk/>
          <pc:sldMk cId="3460466784" sldId="269"/>
        </pc:sldMkLst>
        <pc:spChg chg="mod">
          <ac:chgData name="KOUPIL Jan" userId="e926d9f2-b86a-408f-b8de-77ef0706564a" providerId="ADAL" clId="{A17D05EF-D0B7-4E8A-ADFB-2280E4B99DCC}" dt="2018-10-19T06:34:06.239" v="687" actId="20577"/>
          <ac:spMkLst>
            <pc:docMk/>
            <pc:sldMk cId="3460466784" sldId="269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19.294" v="707" actId="20577"/>
        <pc:sldMkLst>
          <pc:docMk/>
          <pc:sldMk cId="3370756390" sldId="270"/>
        </pc:sldMkLst>
        <pc:spChg chg="mod">
          <ac:chgData name="KOUPIL Jan" userId="e926d9f2-b86a-408f-b8de-77ef0706564a" providerId="ADAL" clId="{A17D05EF-D0B7-4E8A-ADFB-2280E4B99DCC}" dt="2018-10-12T06:06:26.038" v="84" actId="20577"/>
          <ac:spMkLst>
            <pc:docMk/>
            <pc:sldMk cId="3370756390" sldId="270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19.294" v="707" actId="20577"/>
          <ac:spMkLst>
            <pc:docMk/>
            <pc:sldMk cId="3370756390" sldId="270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24.206" v="714" actId="20577"/>
        <pc:sldMkLst>
          <pc:docMk/>
          <pc:sldMk cId="2536038781" sldId="271"/>
        </pc:sldMkLst>
        <pc:spChg chg="mod">
          <ac:chgData name="KOUPIL Jan" userId="e926d9f2-b86a-408f-b8de-77ef0706564a" providerId="ADAL" clId="{A17D05EF-D0B7-4E8A-ADFB-2280E4B99DCC}" dt="2018-10-19T06:34:24.206" v="714" actId="20577"/>
          <ac:spMkLst>
            <pc:docMk/>
            <pc:sldMk cId="2536038781" sldId="27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2T06:06:52.887" v="89" actId="20577"/>
        <pc:sldMkLst>
          <pc:docMk/>
          <pc:sldMk cId="3254070863" sldId="272"/>
        </pc:sldMkLst>
        <pc:spChg chg="mod">
          <ac:chgData name="KOUPIL Jan" userId="e926d9f2-b86a-408f-b8de-77ef0706564a" providerId="ADAL" clId="{A17D05EF-D0B7-4E8A-ADFB-2280E4B99DCC}" dt="2018-10-12T06:06:52.887" v="89" actId="20577"/>
          <ac:spMkLst>
            <pc:docMk/>
            <pc:sldMk cId="3254070863" sldId="272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2T05:41:19.114" v="5" actId="20577"/>
        <pc:sldMkLst>
          <pc:docMk/>
          <pc:sldMk cId="2240804871" sldId="273"/>
        </pc:sldMkLst>
        <pc:spChg chg="mod">
          <ac:chgData name="KOUPIL Jan" userId="e926d9f2-b86a-408f-b8de-77ef0706564a" providerId="ADAL" clId="{A17D05EF-D0B7-4E8A-ADFB-2280E4B99DCC}" dt="2018-10-12T05:41:19.114" v="5" actId="20577"/>
          <ac:spMkLst>
            <pc:docMk/>
            <pc:sldMk cId="2240804871" sldId="273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5:13.413" v="760" actId="20577"/>
        <pc:sldMkLst>
          <pc:docMk/>
          <pc:sldMk cId="492103281" sldId="274"/>
        </pc:sldMkLst>
        <pc:spChg chg="mod">
          <ac:chgData name="KOUPIL Jan" userId="e926d9f2-b86a-408f-b8de-77ef0706564a" providerId="ADAL" clId="{A17D05EF-D0B7-4E8A-ADFB-2280E4B99DCC}" dt="2018-10-19T06:35:13.413" v="760" actId="20577"/>
          <ac:spMkLst>
            <pc:docMk/>
            <pc:sldMk cId="492103281" sldId="27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5:07.979" v="753" actId="20577"/>
        <pc:sldMkLst>
          <pc:docMk/>
          <pc:sldMk cId="3695335622" sldId="275"/>
        </pc:sldMkLst>
        <pc:spChg chg="mod">
          <ac:chgData name="KOUPIL Jan" userId="e926d9f2-b86a-408f-b8de-77ef0706564a" providerId="ADAL" clId="{A17D05EF-D0B7-4E8A-ADFB-2280E4B99DCC}" dt="2018-10-12T05:48:46.781" v="12" actId="20577"/>
          <ac:spMkLst>
            <pc:docMk/>
            <pc:sldMk cId="3695335622" sldId="275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5:07.979" v="753" actId="20577"/>
          <ac:spMkLst>
            <pc:docMk/>
            <pc:sldMk cId="3695335622" sldId="275"/>
            <ac:spMk id="4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2T05:48:53.124" v="14" actId="6549"/>
          <ac:spMkLst>
            <pc:docMk/>
            <pc:sldMk cId="3695335622" sldId="275"/>
            <ac:spMk id="8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5:02.537" v="746" actId="20577"/>
        <pc:sldMkLst>
          <pc:docMk/>
          <pc:sldMk cId="2451173342" sldId="276"/>
        </pc:sldMkLst>
        <pc:spChg chg="mod">
          <ac:chgData name="KOUPIL Jan" userId="e926d9f2-b86a-408f-b8de-77ef0706564a" providerId="ADAL" clId="{A17D05EF-D0B7-4E8A-ADFB-2280E4B99DCC}" dt="2018-10-19T06:35:02.537" v="746" actId="20577"/>
          <ac:spMkLst>
            <pc:docMk/>
            <pc:sldMk cId="2451173342" sldId="276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53.790" v="733" actId="20577"/>
        <pc:sldMkLst>
          <pc:docMk/>
          <pc:sldMk cId="3407752239" sldId="277"/>
        </pc:sldMkLst>
        <pc:spChg chg="mod">
          <ac:chgData name="KOUPIL Jan" userId="e926d9f2-b86a-408f-b8de-77ef0706564a" providerId="ADAL" clId="{A17D05EF-D0B7-4E8A-ADFB-2280E4B99DCC}" dt="2018-10-19T06:34:53.790" v="733" actId="20577"/>
          <ac:spMkLst>
            <pc:docMk/>
            <pc:sldMk cId="3407752239" sldId="27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57.932" v="739" actId="20577"/>
        <pc:sldMkLst>
          <pc:docMk/>
          <pc:sldMk cId="1292798029" sldId="278"/>
        </pc:sldMkLst>
        <pc:spChg chg="mod">
          <ac:chgData name="KOUPIL Jan" userId="e926d9f2-b86a-408f-b8de-77ef0706564a" providerId="ADAL" clId="{A17D05EF-D0B7-4E8A-ADFB-2280E4B99DCC}" dt="2018-10-19T06:34:57.932" v="739" actId="20577"/>
          <ac:spMkLst>
            <pc:docMk/>
            <pc:sldMk cId="1292798029" sldId="278"/>
            <ac:spMk id="4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2T05:49:07.706" v="17" actId="20577"/>
          <ac:spMkLst>
            <pc:docMk/>
            <pc:sldMk cId="1292798029" sldId="278"/>
            <ac:spMk id="5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49.401" v="727" actId="20577"/>
        <pc:sldMkLst>
          <pc:docMk/>
          <pc:sldMk cId="1413049805" sldId="279"/>
        </pc:sldMkLst>
        <pc:spChg chg="mod">
          <ac:chgData name="KOUPIL Jan" userId="e926d9f2-b86a-408f-b8de-77ef0706564a" providerId="ADAL" clId="{A17D05EF-D0B7-4E8A-ADFB-2280E4B99DCC}" dt="2018-10-19T05:59:13.439" v="93" actId="20577"/>
          <ac:spMkLst>
            <pc:docMk/>
            <pc:sldMk cId="1413049805" sldId="279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49.401" v="727" actId="20577"/>
          <ac:spMkLst>
            <pc:docMk/>
            <pc:sldMk cId="1413049805" sldId="279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5:59:32.467" v="95" actId="20577"/>
        <pc:sldMkLst>
          <pc:docMk/>
          <pc:sldMk cId="416333401" sldId="280"/>
        </pc:sldMkLst>
        <pc:spChg chg="mod">
          <ac:chgData name="KOUPIL Jan" userId="e926d9f2-b86a-408f-b8de-77ef0706564a" providerId="ADAL" clId="{A17D05EF-D0B7-4E8A-ADFB-2280E4B99DCC}" dt="2018-10-19T05:59:32.467" v="95" actId="20577"/>
          <ac:spMkLst>
            <pc:docMk/>
            <pc:sldMk cId="416333401" sldId="280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7:02:06.923" v="834"/>
        <pc:sldMkLst>
          <pc:docMk/>
          <pc:sldMk cId="1553475423" sldId="281"/>
        </pc:sldMkLst>
        <pc:spChg chg="mod">
          <ac:chgData name="KOUPIL Jan" userId="e926d9f2-b86a-408f-b8de-77ef0706564a" providerId="ADAL" clId="{A17D05EF-D0B7-4E8A-ADFB-2280E4B99DCC}" dt="2018-10-19T06:32:21.666" v="605" actId="1076"/>
          <ac:spMkLst>
            <pc:docMk/>
            <pc:sldMk cId="1553475423" sldId="281"/>
            <ac:spMk id="2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7:02:06.923" v="834"/>
          <ac:spMkLst>
            <pc:docMk/>
            <pc:sldMk cId="1553475423" sldId="281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43.639" v="721" actId="20577"/>
          <ac:spMkLst>
            <pc:docMk/>
            <pc:sldMk cId="1553475423" sldId="28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2T05:54:01.592" v="27" actId="20577"/>
        <pc:sldMkLst>
          <pc:docMk/>
          <pc:sldMk cId="3576638829" sldId="283"/>
        </pc:sldMkLst>
        <pc:spChg chg="mod">
          <ac:chgData name="KOUPIL Jan" userId="e926d9f2-b86a-408f-b8de-77ef0706564a" providerId="ADAL" clId="{A17D05EF-D0B7-4E8A-ADFB-2280E4B99DCC}" dt="2018-10-12T05:54:01.592" v="27" actId="20577"/>
          <ac:spMkLst>
            <pc:docMk/>
            <pc:sldMk cId="3576638829" sldId="283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2T05:50:47.538" v="20" actId="20577"/>
        <pc:sldMkLst>
          <pc:docMk/>
          <pc:sldMk cId="3972141019" sldId="286"/>
        </pc:sldMkLst>
        <pc:spChg chg="mod">
          <ac:chgData name="KOUPIL Jan" userId="e926d9f2-b86a-408f-b8de-77ef0706564a" providerId="ADAL" clId="{A17D05EF-D0B7-4E8A-ADFB-2280E4B99DCC}" dt="2018-10-12T05:50:47.538" v="20" actId="20577"/>
          <ac:spMkLst>
            <pc:docMk/>
            <pc:sldMk cId="3972141019" sldId="286"/>
            <ac:spMk id="3" creationId="{00000000-0000-0000-0000-000000000000}"/>
          </ac:spMkLst>
        </pc:spChg>
      </pc:sldChg>
      <pc:sldMasterChg chg="modSldLayout">
        <pc:chgData name="KOUPIL Jan" userId="e926d9f2-b86a-408f-b8de-77ef0706564a" providerId="ADAL" clId="{A17D05EF-D0B7-4E8A-ADFB-2280E4B99DCC}" dt="2018-10-19T06:32:56.207" v="622" actId="20577"/>
        <pc:sldMasterMkLst>
          <pc:docMk/>
          <pc:sldMasterMk cId="3121953911" sldId="2147483714"/>
        </pc:sldMasterMkLst>
        <pc:sldLayoutChg chg="modSp">
          <pc:chgData name="KOUPIL Jan" userId="e926d9f2-b86a-408f-b8de-77ef0706564a" providerId="ADAL" clId="{A17D05EF-D0B7-4E8A-ADFB-2280E4B99DCC}" dt="2018-10-19T06:32:56.207" v="622" actId="20577"/>
          <pc:sldLayoutMkLst>
            <pc:docMk/>
            <pc:sldMasterMk cId="3121953911" sldId="2147483714"/>
            <pc:sldLayoutMk cId="2526814075" sldId="2147483716"/>
          </pc:sldLayoutMkLst>
          <pc:spChg chg="mod">
            <ac:chgData name="KOUPIL Jan" userId="e926d9f2-b86a-408f-b8de-77ef0706564a" providerId="ADAL" clId="{A17D05EF-D0B7-4E8A-ADFB-2280E4B99DCC}" dt="2018-10-19T06:32:56.207" v="622" actId="20577"/>
            <ac:spMkLst>
              <pc:docMk/>
              <pc:sldMasterMk cId="3121953911" sldId="2147483714"/>
              <pc:sldLayoutMk cId="2526814075" sldId="2147483716"/>
              <ac:spMk id="5" creationId="{00000000-0000-0000-0000-000000000000}"/>
            </ac:spMkLst>
          </pc:spChg>
        </pc:sldLayoutChg>
      </pc:sldMasterChg>
    </pc:docChg>
  </pc:docChgLst>
  <pc:docChgLst>
    <pc:chgData name="KOUPIL Jan" userId="e926d9f2-b86a-408f-b8de-77ef0706564a" providerId="ADAL" clId="{7BDBC3FB-9C82-463B-958A-35590359207B}"/>
    <pc:docChg chg="custSel modSld modMainMaster modNotesMaster">
      <pc:chgData name="KOUPIL Jan" userId="e926d9f2-b86a-408f-b8de-77ef0706564a" providerId="ADAL" clId="{7BDBC3FB-9C82-463B-958A-35590359207B}" dt="2020-11-06T07:46:37.100" v="74" actId="20577"/>
      <pc:docMkLst>
        <pc:docMk/>
      </pc:docMkLst>
      <pc:sldChg chg="modSp modNotes">
        <pc:chgData name="KOUPIL Jan" userId="e926d9f2-b86a-408f-b8de-77ef0706564a" providerId="ADAL" clId="{7BDBC3FB-9C82-463B-958A-35590359207B}" dt="2020-10-08T20:03:56.381" v="0"/>
        <pc:sldMkLst>
          <pc:docMk/>
          <pc:sldMk cId="2754185471" sldId="256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754185471" sldId="256"/>
            <ac:spMk id="2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0-08T20:04:55.811" v="23"/>
        <pc:sldMkLst>
          <pc:docMk/>
          <pc:sldMk cId="3213014487" sldId="257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213014487" sldId="257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213014487" sldId="257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213014487" sldId="257"/>
            <ac:spMk id="4" creationId="{00000000-0000-0000-0000-000000000000}"/>
          </ac:spMkLst>
        </pc:spChg>
      </pc:sldChg>
      <pc:sldChg chg="addSp delSp modSp mod">
        <pc:chgData name="KOUPIL Jan" userId="e926d9f2-b86a-408f-b8de-77ef0706564a" providerId="ADAL" clId="{7BDBC3FB-9C82-463B-958A-35590359207B}" dt="2020-10-08T20:05:24.651" v="26"/>
        <pc:sldMkLst>
          <pc:docMk/>
          <pc:sldMk cId="547314671" sldId="258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547314671" sldId="258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547314671" sldId="258"/>
            <ac:spMk id="3" creationId="{00000000-0000-0000-0000-000000000000}"/>
          </ac:spMkLst>
        </pc:spChg>
        <pc:spChg chg="del mod">
          <ac:chgData name="KOUPIL Jan" userId="e926d9f2-b86a-408f-b8de-77ef0706564a" providerId="ADAL" clId="{7BDBC3FB-9C82-463B-958A-35590359207B}" dt="2020-10-08T20:05:24.419" v="25" actId="478"/>
          <ac:spMkLst>
            <pc:docMk/>
            <pc:sldMk cId="547314671" sldId="258"/>
            <ac:spMk id="4" creationId="{00000000-0000-0000-0000-000000000000}"/>
          </ac:spMkLst>
        </pc:spChg>
        <pc:spChg chg="add mod">
          <ac:chgData name="KOUPIL Jan" userId="e926d9f2-b86a-408f-b8de-77ef0706564a" providerId="ADAL" clId="{7BDBC3FB-9C82-463B-958A-35590359207B}" dt="2020-10-08T20:05:24.651" v="26"/>
          <ac:spMkLst>
            <pc:docMk/>
            <pc:sldMk cId="547314671" sldId="258"/>
            <ac:spMk id="5" creationId="{DF40FD2A-8C5E-462C-8770-0D55B460A550}"/>
          </ac:spMkLst>
        </pc:spChg>
      </pc:sldChg>
      <pc:sldChg chg="addSp delSp modSp mod">
        <pc:chgData name="KOUPIL Jan" userId="e926d9f2-b86a-408f-b8de-77ef0706564a" providerId="ADAL" clId="{7BDBC3FB-9C82-463B-958A-35590359207B}" dt="2020-10-08T20:05:28.174" v="28"/>
        <pc:sldMkLst>
          <pc:docMk/>
          <pc:sldMk cId="2433212059" sldId="259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433212059" sldId="259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433212059" sldId="259"/>
            <ac:spMk id="3" creationId="{00000000-0000-0000-0000-000000000000}"/>
          </ac:spMkLst>
        </pc:spChg>
        <pc:spChg chg="del mod">
          <ac:chgData name="KOUPIL Jan" userId="e926d9f2-b86a-408f-b8de-77ef0706564a" providerId="ADAL" clId="{7BDBC3FB-9C82-463B-958A-35590359207B}" dt="2020-10-08T20:05:27.999" v="27" actId="478"/>
          <ac:spMkLst>
            <pc:docMk/>
            <pc:sldMk cId="2433212059" sldId="259"/>
            <ac:spMk id="4" creationId="{00000000-0000-0000-0000-000000000000}"/>
          </ac:spMkLst>
        </pc:spChg>
        <pc:spChg chg="add mod">
          <ac:chgData name="KOUPIL Jan" userId="e926d9f2-b86a-408f-b8de-77ef0706564a" providerId="ADAL" clId="{7BDBC3FB-9C82-463B-958A-35590359207B}" dt="2020-10-08T20:05:28.174" v="28"/>
          <ac:spMkLst>
            <pc:docMk/>
            <pc:sldMk cId="2433212059" sldId="259"/>
            <ac:spMk id="5" creationId="{9EC2A2CD-C1F1-4004-BC94-A7B924F52323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257207181" sldId="260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57207181" sldId="260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57207181" sldId="260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257207181" sldId="260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3:56.381" v="0"/>
        <pc:sldMkLst>
          <pc:docMk/>
          <pc:sldMk cId="969331777" sldId="261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969331777" sldId="261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969331777" sldId="261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969331777" sldId="261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0-08T20:04:55.811" v="23"/>
        <pc:sldMkLst>
          <pc:docMk/>
          <pc:sldMk cId="3195461452" sldId="262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195461452" sldId="262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195461452" sldId="262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195461452" sldId="262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208215380" sldId="263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08215380" sldId="263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08215380" sldId="263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208215380" sldId="263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605306772" sldId="264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05306772" sldId="264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605306772" sldId="26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288760000" sldId="265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88760000" sldId="265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88760000" sldId="265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288760000" sldId="265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764581005" sldId="266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764581005" sldId="266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764581005" sldId="266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764581005" sldId="266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1029481206" sldId="267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029481206" sldId="267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029481206" sldId="267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1029481206" sldId="26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024344326" sldId="268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024344326" sldId="268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024344326" sldId="268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024344326" sldId="268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460466784" sldId="269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460466784" sldId="269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460466784" sldId="269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460466784" sldId="269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0-16T06:15:28.829" v="29"/>
        <pc:sldMkLst>
          <pc:docMk/>
          <pc:sldMk cId="3370756390" sldId="270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370756390" sldId="270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16T06:15:28.829" v="29"/>
          <ac:spMkLst>
            <pc:docMk/>
            <pc:sldMk cId="3370756390" sldId="270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370756390" sldId="270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536038781" sldId="271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536038781" sldId="271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536038781" sldId="271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536038781" sldId="27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254070863" sldId="272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254070863" sldId="272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254070863" sldId="272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254070863" sldId="272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0-16T06:41:46.813" v="55" actId="20577"/>
        <pc:sldMkLst>
          <pc:docMk/>
          <pc:sldMk cId="2240804871" sldId="273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240804871" sldId="273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16T06:41:46.813" v="55" actId="20577"/>
          <ac:spMkLst>
            <pc:docMk/>
            <pc:sldMk cId="2240804871" sldId="273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240804871" sldId="273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92103281" sldId="274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92103281" sldId="274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92103281" sldId="274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92103281" sldId="27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695335622" sldId="275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695335622" sldId="275"/>
            <ac:spMk id="4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5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6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7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8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451173342" sldId="276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451173342" sldId="276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451173342" sldId="276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451173342" sldId="276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407752239" sldId="277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407752239" sldId="277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407752239" sldId="277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407752239" sldId="27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1292798029" sldId="278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292798029" sldId="278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1292798029" sldId="278"/>
            <ac:spMk id="4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292798029" sldId="278"/>
            <ac:spMk id="5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1413049805" sldId="279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413049805" sldId="279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413049805" sldId="279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1413049805" sldId="279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16333401" sldId="280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16333401" sldId="280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16333401" sldId="280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16333401" sldId="280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1-06T07:46:37.100" v="74" actId="20577"/>
        <pc:sldMkLst>
          <pc:docMk/>
          <pc:sldMk cId="1553475423" sldId="281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553475423" sldId="281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1-06T07:46:37.100" v="74" actId="20577"/>
          <ac:spMkLst>
            <pc:docMk/>
            <pc:sldMk cId="1553475423" sldId="281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1553475423" sldId="28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531719450" sldId="282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531719450" sldId="282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531719450" sldId="282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531719450" sldId="282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576638829" sldId="283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576638829" sldId="283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576638829" sldId="283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576638829" sldId="283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041550817" sldId="284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041550817" sldId="284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041550817" sldId="284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041550817" sldId="28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258053116" sldId="285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258053116" sldId="285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258053116" sldId="285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972141019" sldId="286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972141019" sldId="286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972141019" sldId="286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972141019" sldId="286"/>
            <ac:spMk id="4" creationId="{00000000-0000-0000-0000-000000000000}"/>
          </ac:spMkLst>
        </pc:spChg>
      </pc:sldChg>
      <pc:sldMasterChg chg="modSp modSldLayout">
        <pc:chgData name="KOUPIL Jan" userId="e926d9f2-b86a-408f-b8de-77ef0706564a" providerId="ADAL" clId="{7BDBC3FB-9C82-463B-958A-35590359207B}" dt="2020-10-08T20:03:56.381" v="0"/>
        <pc:sldMasterMkLst>
          <pc:docMk/>
          <pc:sldMasterMk cId="3121953911" sldId="2147483714"/>
        </pc:sldMaster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4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5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6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7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0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1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4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5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6" creationId="{00000000-0000-0000-0000-000000000000}"/>
          </ac:spMkLst>
        </pc:spChg>
        <pc:grpChg chg="mod">
          <ac:chgData name="KOUPIL Jan" userId="e926d9f2-b86a-408f-b8de-77ef0706564a" providerId="ADAL" clId="{7BDBC3FB-9C82-463B-958A-35590359207B}" dt="2020-10-08T20:03:56.381" v="0"/>
          <ac:grpSpMkLst>
            <pc:docMk/>
            <pc:sldMasterMk cId="3121953911" sldId="2147483714"/>
            <ac:grpSpMk id="17" creationId="{00000000-0000-0000-0000-000000000000}"/>
          </ac:grpSpMkLst>
        </pc:grpChg>
        <pc:cxnChg chg="mod">
          <ac:chgData name="KOUPIL Jan" userId="e926d9f2-b86a-408f-b8de-77ef0706564a" providerId="ADAL" clId="{7BDBC3FB-9C82-463B-958A-35590359207B}" dt="2020-10-08T20:03:56.381" v="0"/>
          <ac:cxnSpMkLst>
            <pc:docMk/>
            <pc:sldMasterMk cId="3121953911" sldId="2147483714"/>
            <ac:cxnSpMk id="8" creationId="{00000000-0000-0000-0000-000000000000}"/>
          </ac:cxnSpMkLst>
        </pc:cxnChg>
        <pc:cxnChg chg="mod">
          <ac:chgData name="KOUPIL Jan" userId="e926d9f2-b86a-408f-b8de-77ef0706564a" providerId="ADAL" clId="{7BDBC3FB-9C82-463B-958A-35590359207B}" dt="2020-10-08T20:03:56.381" v="0"/>
          <ac:cxnSpMkLst>
            <pc:docMk/>
            <pc:sldMasterMk cId="3121953911" sldId="2147483714"/>
            <ac:cxnSpMk id="9" creationId="{00000000-0000-0000-0000-000000000000}"/>
          </ac:cxnSpMkLst>
        </pc:cxn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3901306825" sldId="2147483715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18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0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1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4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5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6" creationId="{00000000-0000-0000-0000-000000000000}"/>
            </ac:spMkLst>
          </pc:spChg>
          <pc:grpChg chg="mod">
            <ac:chgData name="KOUPIL Jan" userId="e926d9f2-b86a-408f-b8de-77ef0706564a" providerId="ADAL" clId="{7BDBC3FB-9C82-463B-958A-35590359207B}" dt="2020-10-08T20:03:56.381" v="0"/>
            <ac:grpSpMkLst>
              <pc:docMk/>
              <pc:sldMasterMk cId="3121953911" sldId="2147483714"/>
              <pc:sldLayoutMk cId="3901306825" sldId="2147483715"/>
              <ac:grpSpMk id="7" creationId="{00000000-0000-0000-0000-000000000000}"/>
            </ac:grpSpMkLst>
          </pc:grpChg>
          <pc:cxnChg chg="mod">
            <ac:chgData name="KOUPIL Jan" userId="e926d9f2-b86a-408f-b8de-77ef0706564a" providerId="ADAL" clId="{7BDBC3FB-9C82-463B-958A-35590359207B}" dt="2020-10-08T20:03:56.381" v="0"/>
            <ac:cxnSpMkLst>
              <pc:docMk/>
              <pc:sldMasterMk cId="3121953911" sldId="2147483714"/>
              <pc:sldLayoutMk cId="3901306825" sldId="2147483715"/>
              <ac:cxnSpMk id="28" creationId="{00000000-0000-0000-0000-000000000000}"/>
            </ac:cxnSpMkLst>
          </pc:cxnChg>
          <pc:cxnChg chg="mod">
            <ac:chgData name="KOUPIL Jan" userId="e926d9f2-b86a-408f-b8de-77ef0706564a" providerId="ADAL" clId="{7BDBC3FB-9C82-463B-958A-35590359207B}" dt="2020-10-08T20:03:56.381" v="0"/>
            <ac:cxnSpMkLst>
              <pc:docMk/>
              <pc:sldMasterMk cId="3121953911" sldId="2147483714"/>
              <pc:sldLayoutMk cId="3901306825" sldId="2147483715"/>
              <ac:cxnSpMk id="29" creationId="{00000000-0000-0000-0000-000000000000}"/>
            </ac:cxnSpMkLst>
          </pc:cxn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3730192378" sldId="2147483717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30192378" sldId="2147483717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30192378" sldId="2147483717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4230502660" sldId="2147483718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4230502660" sldId="2147483718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4230502660" sldId="2147483718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4230502660" sldId="2147483718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2305685844" sldId="2147483719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4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5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6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3325368701" sldId="2147483720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325368701" sldId="2147483720"/>
              <ac:spMk id="2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722589900" sldId="2147483722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22589900" sldId="2147483722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22589900" sldId="2147483722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22589900" sldId="2147483722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824861154" sldId="2147483723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824861154" sldId="2147483723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824861154" sldId="2147483723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824861154" sldId="2147483723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736574231" sldId="2147483724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36574231" sldId="2147483724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36574231" sldId="2147483724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3796124813" sldId="2147483725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2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24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25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2079449246" sldId="2147483726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079449246" sldId="2147483726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079449246" sldId="2147483726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1445299005" sldId="2147483727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2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24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25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2418913139" sldId="2147483728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418913139" sldId="2147483728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418913139" sldId="2147483728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418913139" sldId="2147483728"/>
              <ac:spMk id="2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2916376486" sldId="2147483730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916376486" sldId="2147483730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916376486" sldId="2147483730"/>
              <ac:spMk id="3" creationId="{00000000-0000-0000-0000-000000000000}"/>
            </ac:spMkLst>
          </pc:spChg>
        </pc:sldLayoutChg>
      </pc:sldMasterChg>
      <pc:sldMasterChg chg="modSldLayout">
        <pc:chgData name="KOUPIL Jan" userId="e926d9f2-b86a-408f-b8de-77ef0706564a" providerId="ADAL" clId="{7BDBC3FB-9C82-463B-958A-35590359207B}" dt="2020-10-08T20:04:56.351" v="24"/>
        <pc:sldMasterMkLst>
          <pc:docMk/>
          <pc:sldMasterMk cId="856121564" sldId="2147483731"/>
        </pc:sldMasterMkLst>
        <pc:sldLayoutChg chg="addSp delSp modSp mod">
          <pc:chgData name="KOUPIL Jan" userId="e926d9f2-b86a-408f-b8de-77ef0706564a" providerId="ADAL" clId="{7BDBC3FB-9C82-463B-958A-35590359207B}" dt="2020-10-08T20:04:56.351" v="24"/>
          <pc:sldLayoutMkLst>
            <pc:docMk/>
            <pc:sldMasterMk cId="856121564" sldId="2147483731"/>
            <pc:sldLayoutMk cId="2265024762" sldId="2147483733"/>
          </pc:sldLayoutMkLst>
          <pc:spChg chg="del">
            <ac:chgData name="KOUPIL Jan" userId="e926d9f2-b86a-408f-b8de-77ef0706564a" providerId="ADAL" clId="{7BDBC3FB-9C82-463B-958A-35590359207B}" dt="2020-10-08T20:04:55.811" v="23"/>
            <ac:spMkLst>
              <pc:docMk/>
              <pc:sldMasterMk cId="856121564" sldId="2147483731"/>
              <pc:sldLayoutMk cId="2265024762" sldId="2147483733"/>
              <ac:spMk id="4" creationId="{00000000-0000-0000-0000-000000000000}"/>
            </ac:spMkLst>
          </pc:spChg>
          <pc:spChg chg="del mod">
            <ac:chgData name="KOUPIL Jan" userId="e926d9f2-b86a-408f-b8de-77ef0706564a" providerId="ADAL" clId="{7BDBC3FB-9C82-463B-958A-35590359207B}" dt="2020-10-08T20:04:55.811" v="23"/>
            <ac:spMkLst>
              <pc:docMk/>
              <pc:sldMasterMk cId="856121564" sldId="2147483731"/>
              <pc:sldLayoutMk cId="2265024762" sldId="2147483733"/>
              <ac:spMk id="5" creationId="{00000000-0000-0000-0000-000000000000}"/>
            </ac:spMkLst>
          </pc:spChg>
          <pc:spChg chg="del">
            <ac:chgData name="KOUPIL Jan" userId="e926d9f2-b86a-408f-b8de-77ef0706564a" providerId="ADAL" clId="{7BDBC3FB-9C82-463B-958A-35590359207B}" dt="2020-10-08T20:04:55.811" v="23"/>
            <ac:spMkLst>
              <pc:docMk/>
              <pc:sldMasterMk cId="856121564" sldId="2147483731"/>
              <pc:sldLayoutMk cId="2265024762" sldId="2147483733"/>
              <ac:spMk id="6" creationId="{00000000-0000-0000-0000-000000000000}"/>
            </ac:spMkLst>
          </pc:spChg>
          <pc:spChg chg="add mod">
            <ac:chgData name="KOUPIL Jan" userId="e926d9f2-b86a-408f-b8de-77ef0706564a" providerId="ADAL" clId="{7BDBC3FB-9C82-463B-958A-35590359207B}" dt="2020-10-08T20:04:56.351" v="24"/>
            <ac:spMkLst>
              <pc:docMk/>
              <pc:sldMasterMk cId="856121564" sldId="2147483731"/>
              <pc:sldLayoutMk cId="2265024762" sldId="2147483733"/>
              <ac:spMk id="7" creationId="{FBF1455A-959A-43E3-B059-664B3DC258FD}"/>
            </ac:spMkLst>
          </pc:spChg>
          <pc:spChg chg="add mod">
            <ac:chgData name="KOUPIL Jan" userId="e926d9f2-b86a-408f-b8de-77ef0706564a" providerId="ADAL" clId="{7BDBC3FB-9C82-463B-958A-35590359207B}" dt="2020-10-08T20:04:56.351" v="24"/>
            <ac:spMkLst>
              <pc:docMk/>
              <pc:sldMasterMk cId="856121564" sldId="2147483731"/>
              <pc:sldLayoutMk cId="2265024762" sldId="2147483733"/>
              <ac:spMk id="8" creationId="{27D3819A-DFA2-4D67-ABBA-8C936D2348A0}"/>
            </ac:spMkLst>
          </pc:spChg>
          <pc:spChg chg="add mod">
            <ac:chgData name="KOUPIL Jan" userId="e926d9f2-b86a-408f-b8de-77ef0706564a" providerId="ADAL" clId="{7BDBC3FB-9C82-463B-958A-35590359207B}" dt="2020-10-08T20:04:56.351" v="24"/>
            <ac:spMkLst>
              <pc:docMk/>
              <pc:sldMasterMk cId="856121564" sldId="2147483731"/>
              <pc:sldLayoutMk cId="2265024762" sldId="2147483733"/>
              <ac:spMk id="9" creationId="{C7270F2B-3B84-4270-BE49-B877DDFEAF22}"/>
            </ac:spMkLst>
          </pc:spChg>
        </pc:sldLayoutChg>
      </pc:sldMasterChg>
    </pc:docChg>
  </pc:docChgLst>
  <pc:docChgLst>
    <pc:chgData name="KOUPIL Jan" userId="e926d9f2-b86a-408f-b8de-77ef0706564a" providerId="ADAL" clId="{E8F3A511-A8E3-4752-8249-2A5E90F22323}"/>
    <pc:docChg chg="undo custSel addSld delSld modSld modMainMaster">
      <pc:chgData name="KOUPIL Jan" userId="e926d9f2-b86a-408f-b8de-77ef0706564a" providerId="ADAL" clId="{E8F3A511-A8E3-4752-8249-2A5E90F22323}" dt="2021-05-02T19:04:06.621" v="1508" actId="20577"/>
      <pc:docMkLst>
        <pc:docMk/>
      </pc:docMkLst>
      <pc:sldChg chg="modSp mod">
        <pc:chgData name="KOUPIL Jan" userId="e926d9f2-b86a-408f-b8de-77ef0706564a" providerId="ADAL" clId="{E8F3A511-A8E3-4752-8249-2A5E90F22323}" dt="2021-04-21T19:07:52.363" v="958" actId="14100"/>
        <pc:sldMkLst>
          <pc:docMk/>
          <pc:sldMk cId="2754185471" sldId="256"/>
        </pc:sldMkLst>
        <pc:spChg chg="mod">
          <ac:chgData name="KOUPIL Jan" userId="e926d9f2-b86a-408f-b8de-77ef0706564a" providerId="ADAL" clId="{E8F3A511-A8E3-4752-8249-2A5E90F22323}" dt="2021-04-21T19:07:52.363" v="958" actId="14100"/>
          <ac:spMkLst>
            <pc:docMk/>
            <pc:sldMk cId="2754185471" sldId="256"/>
            <ac:spMk id="2" creationId="{00000000-0000-0000-0000-000000000000}"/>
          </ac:spMkLst>
        </pc:spChg>
      </pc:sldChg>
      <pc:sldChg chg="modSp mod">
        <pc:chgData name="KOUPIL Jan" userId="e926d9f2-b86a-408f-b8de-77ef0706564a" providerId="ADAL" clId="{E8F3A511-A8E3-4752-8249-2A5E90F22323}" dt="2021-05-02T19:01:31.898" v="1466"/>
        <pc:sldMkLst>
          <pc:docMk/>
          <pc:sldMk cId="3213014487" sldId="257"/>
        </pc:sldMkLst>
        <pc:spChg chg="mod">
          <ac:chgData name="KOUPIL Jan" userId="e926d9f2-b86a-408f-b8de-77ef0706564a" providerId="ADAL" clId="{E8F3A511-A8E3-4752-8249-2A5E90F22323}" dt="2021-04-21T12:56:43.804" v="837" actId="20577"/>
          <ac:spMkLst>
            <pc:docMk/>
            <pc:sldMk cId="3213014487" sldId="257"/>
            <ac:spMk id="2" creationId="{00000000-0000-0000-0000-000000000000}"/>
          </ac:spMkLst>
        </pc:spChg>
        <pc:spChg chg="mod">
          <ac:chgData name="KOUPIL Jan" userId="e926d9f2-b86a-408f-b8de-77ef0706564a" providerId="ADAL" clId="{E8F3A511-A8E3-4752-8249-2A5E90F22323}" dt="2021-04-23T16:32:08.535" v="1264" actId="20577"/>
          <ac:spMkLst>
            <pc:docMk/>
            <pc:sldMk cId="3213014487" sldId="257"/>
            <ac:spMk id="3" creationId="{00000000-0000-0000-0000-000000000000}"/>
          </ac:spMkLst>
        </pc:spChg>
        <pc:spChg chg="mod">
          <ac:chgData name="KOUPIL Jan" userId="e926d9f2-b86a-408f-b8de-77ef0706564a" providerId="ADAL" clId="{E8F3A511-A8E3-4752-8249-2A5E90F22323}" dt="2021-05-02T19:01:31.898" v="1466"/>
          <ac:spMkLst>
            <pc:docMk/>
            <pc:sldMk cId="3213014487" sldId="257"/>
            <ac:spMk id="4" creationId="{00000000-0000-0000-0000-000000000000}"/>
          </ac:spMkLst>
        </pc:spChg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547314671" sldId="258"/>
        </pc:sldMkLst>
      </pc:sldChg>
      <pc:sldChg chg="modSp new mod">
        <pc:chgData name="KOUPIL Jan" userId="e926d9f2-b86a-408f-b8de-77ef0706564a" providerId="ADAL" clId="{E8F3A511-A8E3-4752-8249-2A5E90F22323}" dt="2021-05-02T19:01:28.538" v="1465"/>
        <pc:sldMkLst>
          <pc:docMk/>
          <pc:sldMk cId="2584911359" sldId="258"/>
        </pc:sldMkLst>
        <pc:spChg chg="mod">
          <ac:chgData name="KOUPIL Jan" userId="e926d9f2-b86a-408f-b8de-77ef0706564a" providerId="ADAL" clId="{E8F3A511-A8E3-4752-8249-2A5E90F22323}" dt="2021-04-21T12:59:40.288" v="913" actId="20577"/>
          <ac:spMkLst>
            <pc:docMk/>
            <pc:sldMk cId="2584911359" sldId="258"/>
            <ac:spMk id="2" creationId="{DE1F953A-2A68-4BF6-8298-27A70F1C993B}"/>
          </ac:spMkLst>
        </pc:spChg>
        <pc:spChg chg="mod">
          <ac:chgData name="KOUPIL Jan" userId="e926d9f2-b86a-408f-b8de-77ef0706564a" providerId="ADAL" clId="{E8F3A511-A8E3-4752-8249-2A5E90F22323}" dt="2021-04-23T20:25:54.076" v="1384" actId="2711"/>
          <ac:spMkLst>
            <pc:docMk/>
            <pc:sldMk cId="2584911359" sldId="258"/>
            <ac:spMk id="3" creationId="{426E92CA-1C34-46C8-A121-1D9BADBB1FF7}"/>
          </ac:spMkLst>
        </pc:spChg>
        <pc:spChg chg="mod">
          <ac:chgData name="KOUPIL Jan" userId="e926d9f2-b86a-408f-b8de-77ef0706564a" providerId="ADAL" clId="{E8F3A511-A8E3-4752-8249-2A5E90F22323}" dt="2021-05-02T19:01:28.538" v="1465"/>
          <ac:spMkLst>
            <pc:docMk/>
            <pc:sldMk cId="2584911359" sldId="258"/>
            <ac:spMk id="4" creationId="{8D6FE4FE-E3C5-40BA-97B1-F51ED4D0D9FE}"/>
          </ac:spMkLst>
        </pc:spChg>
      </pc:sldChg>
      <pc:sldChg chg="addSp delSp modSp new mod">
        <pc:chgData name="KOUPIL Jan" userId="e926d9f2-b86a-408f-b8de-77ef0706564a" providerId="ADAL" clId="{E8F3A511-A8E3-4752-8249-2A5E90F22323}" dt="2021-05-02T19:04:06.621" v="1508" actId="20577"/>
        <pc:sldMkLst>
          <pc:docMk/>
          <pc:sldMk cId="1969915623" sldId="259"/>
        </pc:sldMkLst>
        <pc:spChg chg="mod">
          <ac:chgData name="KOUPIL Jan" userId="e926d9f2-b86a-408f-b8de-77ef0706564a" providerId="ADAL" clId="{E8F3A511-A8E3-4752-8249-2A5E90F22323}" dt="2021-04-23T20:23:13.217" v="1287" actId="108"/>
          <ac:spMkLst>
            <pc:docMk/>
            <pc:sldMk cId="1969915623" sldId="259"/>
            <ac:spMk id="2" creationId="{47C38B65-5C1B-4C32-8919-552E5E8D2AC6}"/>
          </ac:spMkLst>
        </pc:spChg>
        <pc:spChg chg="mod">
          <ac:chgData name="KOUPIL Jan" userId="e926d9f2-b86a-408f-b8de-77ef0706564a" providerId="ADAL" clId="{E8F3A511-A8E3-4752-8249-2A5E90F22323}" dt="2021-05-02T19:04:06.621" v="1508" actId="20577"/>
          <ac:spMkLst>
            <pc:docMk/>
            <pc:sldMk cId="1969915623" sldId="259"/>
            <ac:spMk id="3" creationId="{6EDF24D0-0727-4A33-8ADB-753745345078}"/>
          </ac:spMkLst>
        </pc:spChg>
        <pc:spChg chg="add del mod">
          <ac:chgData name="KOUPIL Jan" userId="e926d9f2-b86a-408f-b8de-77ef0706564a" providerId="ADAL" clId="{E8F3A511-A8E3-4752-8249-2A5E90F22323}" dt="2021-05-02T19:00:08.717" v="1458" actId="20577"/>
          <ac:spMkLst>
            <pc:docMk/>
            <pc:sldMk cId="1969915623" sldId="259"/>
            <ac:spMk id="4" creationId="{F3E94008-68EB-447B-ABD3-1430E4110D3F}"/>
          </ac:spMkLst>
        </pc:spChg>
        <pc:spChg chg="add del">
          <ac:chgData name="KOUPIL Jan" userId="e926d9f2-b86a-408f-b8de-77ef0706564a" providerId="ADAL" clId="{E8F3A511-A8E3-4752-8249-2A5E90F22323}" dt="2021-04-23T20:28:42.943" v="1431"/>
          <ac:spMkLst>
            <pc:docMk/>
            <pc:sldMk cId="1969915623" sldId="259"/>
            <ac:spMk id="5" creationId="{8BF99921-177B-4971-9BD2-8CB167C3E53B}"/>
          </ac:spMkLst>
        </pc:spChg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433212059" sldId="259"/>
        </pc:sldMkLst>
      </pc:sldChg>
      <pc:sldChg chg="modSp new mod">
        <pc:chgData name="KOUPIL Jan" userId="e926d9f2-b86a-408f-b8de-77ef0706564a" providerId="ADAL" clId="{E8F3A511-A8E3-4752-8249-2A5E90F22323}" dt="2021-05-02T19:01:17.036" v="1462" actId="20577"/>
        <pc:sldMkLst>
          <pc:docMk/>
          <pc:sldMk cId="4203029208" sldId="260"/>
        </pc:sldMkLst>
        <pc:spChg chg="mod">
          <ac:chgData name="KOUPIL Jan" userId="e926d9f2-b86a-408f-b8de-77ef0706564a" providerId="ADAL" clId="{E8F3A511-A8E3-4752-8249-2A5E90F22323}" dt="2021-04-21T12:55:43.110" v="794" actId="20577"/>
          <ac:spMkLst>
            <pc:docMk/>
            <pc:sldMk cId="4203029208" sldId="260"/>
            <ac:spMk id="2" creationId="{43F87BA8-6E84-4D72-83F6-74845A52C3D0}"/>
          </ac:spMkLst>
        </pc:spChg>
        <pc:spChg chg="mod">
          <ac:chgData name="KOUPIL Jan" userId="e926d9f2-b86a-408f-b8de-77ef0706564a" providerId="ADAL" clId="{E8F3A511-A8E3-4752-8249-2A5E90F22323}" dt="2021-05-02T19:01:17.036" v="1462" actId="20577"/>
          <ac:spMkLst>
            <pc:docMk/>
            <pc:sldMk cId="4203029208" sldId="260"/>
            <ac:spMk id="4" creationId="{70420AC6-6A82-4877-B975-39C89B331158}"/>
          </ac:spMkLst>
        </pc:spChg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4257207181" sldId="260"/>
        </pc:sldMkLst>
      </pc:sldChg>
      <pc:sldChg chg="modSp new mod">
        <pc:chgData name="KOUPIL Jan" userId="e926d9f2-b86a-408f-b8de-77ef0706564a" providerId="ADAL" clId="{E8F3A511-A8E3-4752-8249-2A5E90F22323}" dt="2021-05-02T19:01:21.701" v="1463"/>
        <pc:sldMkLst>
          <pc:docMk/>
          <pc:sldMk cId="855272509" sldId="261"/>
        </pc:sldMkLst>
        <pc:spChg chg="mod">
          <ac:chgData name="KOUPIL Jan" userId="e926d9f2-b86a-408f-b8de-77ef0706564a" providerId="ADAL" clId="{E8F3A511-A8E3-4752-8249-2A5E90F22323}" dt="2021-04-21T12:55:45.847" v="800" actId="20577"/>
          <ac:spMkLst>
            <pc:docMk/>
            <pc:sldMk cId="855272509" sldId="261"/>
            <ac:spMk id="2" creationId="{0FD6028D-2E9E-496E-937C-6B4C774BC5C4}"/>
          </ac:spMkLst>
        </pc:spChg>
        <pc:spChg chg="mod">
          <ac:chgData name="KOUPIL Jan" userId="e926d9f2-b86a-408f-b8de-77ef0706564a" providerId="ADAL" clId="{E8F3A511-A8E3-4752-8249-2A5E90F22323}" dt="2021-05-02T19:01:21.701" v="1463"/>
          <ac:spMkLst>
            <pc:docMk/>
            <pc:sldMk cId="855272509" sldId="261"/>
            <ac:spMk id="4" creationId="{D9AA80DC-B2AD-4919-B038-DAD9ACE14868}"/>
          </ac:spMkLst>
        </pc:spChg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969331777" sldId="261"/>
        </pc:sldMkLst>
      </pc:sldChg>
      <pc:sldChg chg="modSp new mod">
        <pc:chgData name="KOUPIL Jan" userId="e926d9f2-b86a-408f-b8de-77ef0706564a" providerId="ADAL" clId="{E8F3A511-A8E3-4752-8249-2A5E90F22323}" dt="2021-05-02T19:01:25.457" v="1464"/>
        <pc:sldMkLst>
          <pc:docMk/>
          <pc:sldMk cId="2310403303" sldId="262"/>
        </pc:sldMkLst>
        <pc:spChg chg="mod">
          <ac:chgData name="KOUPIL Jan" userId="e926d9f2-b86a-408f-b8de-77ef0706564a" providerId="ADAL" clId="{E8F3A511-A8E3-4752-8249-2A5E90F22323}" dt="2021-04-21T12:55:51.187" v="808" actId="20577"/>
          <ac:spMkLst>
            <pc:docMk/>
            <pc:sldMk cId="2310403303" sldId="262"/>
            <ac:spMk id="2" creationId="{E404BB0D-DC13-4A86-B94D-129D6779A7F9}"/>
          </ac:spMkLst>
        </pc:spChg>
        <pc:spChg chg="mod">
          <ac:chgData name="KOUPIL Jan" userId="e926d9f2-b86a-408f-b8de-77ef0706564a" providerId="ADAL" clId="{E8F3A511-A8E3-4752-8249-2A5E90F22323}" dt="2021-04-21T12:55:57.653" v="829" actId="20577"/>
          <ac:spMkLst>
            <pc:docMk/>
            <pc:sldMk cId="2310403303" sldId="262"/>
            <ac:spMk id="3" creationId="{0284C1CC-62BD-45C6-9437-0B002F427B0A}"/>
          </ac:spMkLst>
        </pc:spChg>
        <pc:spChg chg="mod">
          <ac:chgData name="KOUPIL Jan" userId="e926d9f2-b86a-408f-b8de-77ef0706564a" providerId="ADAL" clId="{E8F3A511-A8E3-4752-8249-2A5E90F22323}" dt="2021-05-02T19:01:25.457" v="1464"/>
          <ac:spMkLst>
            <pc:docMk/>
            <pc:sldMk cId="2310403303" sldId="262"/>
            <ac:spMk id="4" creationId="{F7B82FCF-9E68-41F3-B49A-7A62F7B5EF27}"/>
          </ac:spMkLst>
        </pc:spChg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195461452" sldId="262"/>
        </pc:sldMkLst>
      </pc:sldChg>
      <pc:sldChg chg="addSp delSp modSp new del mod">
        <pc:chgData name="KOUPIL Jan" userId="e926d9f2-b86a-408f-b8de-77ef0706564a" providerId="ADAL" clId="{E8F3A511-A8E3-4752-8249-2A5E90F22323}" dt="2021-04-21T12:58:05.485" v="897" actId="47"/>
        <pc:sldMkLst>
          <pc:docMk/>
          <pc:sldMk cId="1359906299" sldId="263"/>
        </pc:sldMkLst>
        <pc:spChg chg="mod">
          <ac:chgData name="KOUPIL Jan" userId="e926d9f2-b86a-408f-b8de-77ef0706564a" providerId="ADAL" clId="{E8F3A511-A8E3-4752-8249-2A5E90F22323}" dt="2021-04-21T12:56:53.143" v="851" actId="20577"/>
          <ac:spMkLst>
            <pc:docMk/>
            <pc:sldMk cId="1359906299" sldId="263"/>
            <ac:spMk id="2" creationId="{F027A084-CB8A-4E97-A8F1-3F09BF34AD2B}"/>
          </ac:spMkLst>
        </pc:spChg>
        <pc:spChg chg="mod">
          <ac:chgData name="KOUPIL Jan" userId="e926d9f2-b86a-408f-b8de-77ef0706564a" providerId="ADAL" clId="{E8F3A511-A8E3-4752-8249-2A5E90F22323}" dt="2021-04-21T12:57:41.461" v="891" actId="21"/>
          <ac:spMkLst>
            <pc:docMk/>
            <pc:sldMk cId="1359906299" sldId="263"/>
            <ac:spMk id="3" creationId="{9A514675-9B86-4785-919A-62C7C23BC102}"/>
          </ac:spMkLst>
        </pc:spChg>
        <pc:spChg chg="add del">
          <ac:chgData name="KOUPIL Jan" userId="e926d9f2-b86a-408f-b8de-77ef0706564a" providerId="ADAL" clId="{E8F3A511-A8E3-4752-8249-2A5E90F22323}" dt="2021-04-21T12:57:04.838" v="882"/>
          <ac:spMkLst>
            <pc:docMk/>
            <pc:sldMk cId="1359906299" sldId="263"/>
            <ac:spMk id="5" creationId="{370C0477-E8AB-45BC-A502-6448927F3FE5}"/>
          </ac:spMkLst>
        </pc:spChg>
        <pc:spChg chg="add del">
          <ac:chgData name="KOUPIL Jan" userId="e926d9f2-b86a-408f-b8de-77ef0706564a" providerId="ADAL" clId="{E8F3A511-A8E3-4752-8249-2A5E90F22323}" dt="2021-04-21T12:57:11.964" v="884"/>
          <ac:spMkLst>
            <pc:docMk/>
            <pc:sldMk cId="1359906299" sldId="263"/>
            <ac:spMk id="6" creationId="{FB3D80D7-E349-43BA-BA7D-28770FB0E8A5}"/>
          </ac:spMkLst>
        </pc:spChg>
        <pc:spChg chg="add del">
          <ac:chgData name="KOUPIL Jan" userId="e926d9f2-b86a-408f-b8de-77ef0706564a" providerId="ADAL" clId="{E8F3A511-A8E3-4752-8249-2A5E90F22323}" dt="2021-04-21T12:57:28.681" v="890"/>
          <ac:spMkLst>
            <pc:docMk/>
            <pc:sldMk cId="1359906299" sldId="263"/>
            <ac:spMk id="7" creationId="{2E173A00-E74F-4B6E-B25A-B8B5D489C129}"/>
          </ac:spMkLst>
        </pc:spChg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4208215380" sldId="263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605306772" sldId="264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4288760000" sldId="265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764581005" sldId="266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029481206" sldId="267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024344326" sldId="268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460466784" sldId="269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370756390" sldId="270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536038781" sldId="271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254070863" sldId="272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240804871" sldId="273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492103281" sldId="274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695335622" sldId="275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451173342" sldId="276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407752239" sldId="277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292798029" sldId="278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413049805" sldId="279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416333401" sldId="280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553475423" sldId="281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531719450" sldId="282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576638829" sldId="283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041550817" sldId="284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258053116" sldId="285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972141019" sldId="286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646534460" sldId="287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4274979833" sldId="288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78065162" sldId="289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006157245" sldId="290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990236175" sldId="291"/>
        </pc:sldMkLst>
      </pc:sldChg>
      <pc:sldMasterChg chg="modSldLayout">
        <pc:chgData name="KOUPIL Jan" userId="e926d9f2-b86a-408f-b8de-77ef0706564a" providerId="ADAL" clId="{E8F3A511-A8E3-4752-8249-2A5E90F22323}" dt="2021-05-02T19:00:47.350" v="1459"/>
        <pc:sldMasterMkLst>
          <pc:docMk/>
          <pc:sldMasterMk cId="856121564" sldId="2147483731"/>
        </pc:sldMasterMkLst>
        <pc:sldLayoutChg chg="modSp mod">
          <pc:chgData name="KOUPIL Jan" userId="e926d9f2-b86a-408f-b8de-77ef0706564a" providerId="ADAL" clId="{E8F3A511-A8E3-4752-8249-2A5E90F22323}" dt="2021-05-02T19:00:47.350" v="1459"/>
          <pc:sldLayoutMkLst>
            <pc:docMk/>
            <pc:sldMasterMk cId="856121564" sldId="2147483731"/>
            <pc:sldLayoutMk cId="2265024762" sldId="2147483733"/>
          </pc:sldLayoutMkLst>
          <pc:spChg chg="mod">
            <ac:chgData name="KOUPIL Jan" userId="e926d9f2-b86a-408f-b8de-77ef0706564a" providerId="ADAL" clId="{E8F3A511-A8E3-4752-8249-2A5E90F22323}" dt="2021-05-02T19:00:47.350" v="1459"/>
            <ac:spMkLst>
              <pc:docMk/>
              <pc:sldMasterMk cId="856121564" sldId="2147483731"/>
              <pc:sldLayoutMk cId="2265024762" sldId="2147483733"/>
              <ac:spMk id="5" creationId="{037AFF2A-89CA-4836-9AE5-BF2944705138}"/>
            </ac:spMkLst>
          </pc:spChg>
        </pc:sldLayoutChg>
      </pc:sldMasterChg>
    </pc:docChg>
  </pc:docChgLst>
  <pc:docChgLst>
    <pc:chgData name="KOUPIL Jan" userId="e926d9f2-b86a-408f-b8de-77ef0706564a" providerId="ADAL" clId="{DC3F188E-3A9D-4E0B-AE47-12A56EF7D56E}"/>
    <pc:docChg chg="undo custSel addSld delSld modSld">
      <pc:chgData name="KOUPIL Jan" userId="e926d9f2-b86a-408f-b8de-77ef0706564a" providerId="ADAL" clId="{DC3F188E-3A9D-4E0B-AE47-12A56EF7D56E}" dt="2024-02-05T10:50:23.482" v="1082" actId="20577"/>
      <pc:docMkLst>
        <pc:docMk/>
      </pc:docMkLst>
      <pc:sldChg chg="modSp mod">
        <pc:chgData name="KOUPIL Jan" userId="e926d9f2-b86a-408f-b8de-77ef0706564a" providerId="ADAL" clId="{DC3F188E-3A9D-4E0B-AE47-12A56EF7D56E}" dt="2024-02-03T10:00:08.267" v="59" actId="20577"/>
        <pc:sldMkLst>
          <pc:docMk/>
          <pc:sldMk cId="2754185471" sldId="256"/>
        </pc:sldMkLst>
        <pc:spChg chg="mod">
          <ac:chgData name="KOUPIL Jan" userId="e926d9f2-b86a-408f-b8de-77ef0706564a" providerId="ADAL" clId="{DC3F188E-3A9D-4E0B-AE47-12A56EF7D56E}" dt="2024-02-03T10:00:08.267" v="59" actId="20577"/>
          <ac:spMkLst>
            <pc:docMk/>
            <pc:sldMk cId="2754185471" sldId="256"/>
            <ac:spMk id="2" creationId="{00000000-0000-0000-0000-000000000000}"/>
          </ac:spMkLst>
        </pc:spChg>
      </pc:sldChg>
      <pc:sldChg chg="addSp delSp modSp mod modClrScheme chgLayout">
        <pc:chgData name="KOUPIL Jan" userId="e926d9f2-b86a-408f-b8de-77ef0706564a" providerId="ADAL" clId="{DC3F188E-3A9D-4E0B-AE47-12A56EF7D56E}" dt="2024-02-03T10:32:11.600" v="490" actId="20577"/>
        <pc:sldMkLst>
          <pc:docMk/>
          <pc:sldMk cId="3213014487" sldId="257"/>
        </pc:sldMkLst>
        <pc:spChg chg="mod ord">
          <ac:chgData name="KOUPIL Jan" userId="e926d9f2-b86a-408f-b8de-77ef0706564a" providerId="ADAL" clId="{DC3F188E-3A9D-4E0B-AE47-12A56EF7D56E}" dt="2024-02-03T10:16:22.575" v="80" actId="700"/>
          <ac:spMkLst>
            <pc:docMk/>
            <pc:sldMk cId="3213014487" sldId="257"/>
            <ac:spMk id="2" creationId="{00000000-0000-0000-0000-000000000000}"/>
          </ac:spMkLst>
        </pc:spChg>
        <pc:spChg chg="del mod">
          <ac:chgData name="KOUPIL Jan" userId="e926d9f2-b86a-408f-b8de-77ef0706564a" providerId="ADAL" clId="{DC3F188E-3A9D-4E0B-AE47-12A56EF7D56E}" dt="2024-02-03T10:16:09.838" v="79"/>
          <ac:spMkLst>
            <pc:docMk/>
            <pc:sldMk cId="3213014487" sldId="257"/>
            <ac:spMk id="3" creationId="{00000000-0000-0000-0000-000000000000}"/>
          </ac:spMkLst>
        </pc:spChg>
        <pc:spChg chg="add del mod">
          <ac:chgData name="KOUPIL Jan" userId="e926d9f2-b86a-408f-b8de-77ef0706564a" providerId="ADAL" clId="{DC3F188E-3A9D-4E0B-AE47-12A56EF7D56E}" dt="2024-02-03T10:16:02.886" v="78" actId="478"/>
          <ac:spMkLst>
            <pc:docMk/>
            <pc:sldMk cId="3213014487" sldId="257"/>
            <ac:spMk id="4" creationId="{9ED1A66C-B061-7E9A-00F2-4A9023DDD25F}"/>
          </ac:spMkLst>
        </pc:spChg>
        <pc:spChg chg="add mod ord">
          <ac:chgData name="KOUPIL Jan" userId="e926d9f2-b86a-408f-b8de-77ef0706564a" providerId="ADAL" clId="{DC3F188E-3A9D-4E0B-AE47-12A56EF7D56E}" dt="2024-02-03T10:19:26.186" v="238" actId="14100"/>
          <ac:spMkLst>
            <pc:docMk/>
            <pc:sldMk cId="3213014487" sldId="257"/>
            <ac:spMk id="5" creationId="{595C6BEF-8DDB-DAD6-3E31-B15C6C354B33}"/>
          </ac:spMkLst>
        </pc:spChg>
        <pc:spChg chg="add mod ord">
          <ac:chgData name="KOUPIL Jan" userId="e926d9f2-b86a-408f-b8de-77ef0706564a" providerId="ADAL" clId="{DC3F188E-3A9D-4E0B-AE47-12A56EF7D56E}" dt="2024-02-03T10:32:11.600" v="490" actId="20577"/>
          <ac:spMkLst>
            <pc:docMk/>
            <pc:sldMk cId="3213014487" sldId="257"/>
            <ac:spMk id="6" creationId="{02CE9DEE-3BC4-8282-B5BA-70491C4C2C11}"/>
          </ac:spMkLst>
        </pc:spChg>
        <pc:spChg chg="add">
          <ac:chgData name="KOUPIL Jan" userId="e926d9f2-b86a-408f-b8de-77ef0706564a" providerId="ADAL" clId="{DC3F188E-3A9D-4E0B-AE47-12A56EF7D56E}" dt="2024-02-03T10:29:41.814" v="379"/>
          <ac:spMkLst>
            <pc:docMk/>
            <pc:sldMk cId="3213014487" sldId="257"/>
            <ac:spMk id="7" creationId="{AF68BE77-8600-B68A-5E51-DF71B6A97B37}"/>
          </ac:spMkLst>
        </pc:spChg>
        <pc:spChg chg="add">
          <ac:chgData name="KOUPIL Jan" userId="e926d9f2-b86a-408f-b8de-77ef0706564a" providerId="ADAL" clId="{DC3F188E-3A9D-4E0B-AE47-12A56EF7D56E}" dt="2024-02-03T10:29:46.028" v="380"/>
          <ac:spMkLst>
            <pc:docMk/>
            <pc:sldMk cId="3213014487" sldId="257"/>
            <ac:spMk id="8" creationId="{22BEE267-3F5D-5D9B-58F3-68620403303B}"/>
          </ac:spMkLst>
        </pc:spChg>
        <pc:spChg chg="add">
          <ac:chgData name="KOUPIL Jan" userId="e926d9f2-b86a-408f-b8de-77ef0706564a" providerId="ADAL" clId="{DC3F188E-3A9D-4E0B-AE47-12A56EF7D56E}" dt="2024-02-03T10:29:49.388" v="381"/>
          <ac:spMkLst>
            <pc:docMk/>
            <pc:sldMk cId="3213014487" sldId="257"/>
            <ac:spMk id="9" creationId="{7F6C4A75-F7A5-FFDB-C691-26568F245576}"/>
          </ac:spMkLst>
        </pc:spChg>
      </pc:sldChg>
      <pc:sldChg chg="delSp modSp new mod">
        <pc:chgData name="KOUPIL Jan" userId="e926d9f2-b86a-408f-b8de-77ef0706564a" providerId="ADAL" clId="{DC3F188E-3A9D-4E0B-AE47-12A56EF7D56E}" dt="2024-02-05T10:50:23.482" v="1082" actId="20577"/>
        <pc:sldMkLst>
          <pc:docMk/>
          <pc:sldMk cId="898551462" sldId="258"/>
        </pc:sldMkLst>
        <pc:spChg chg="mod">
          <ac:chgData name="KOUPIL Jan" userId="e926d9f2-b86a-408f-b8de-77ef0706564a" providerId="ADAL" clId="{DC3F188E-3A9D-4E0B-AE47-12A56EF7D56E}" dt="2024-02-04T16:45:08.224" v="732" actId="6549"/>
          <ac:spMkLst>
            <pc:docMk/>
            <pc:sldMk cId="898551462" sldId="258"/>
            <ac:spMk id="2" creationId="{D1FE89E8-C707-522E-C447-4F61BD0A7D89}"/>
          </ac:spMkLst>
        </pc:spChg>
        <pc:spChg chg="mod">
          <ac:chgData name="KOUPIL Jan" userId="e926d9f2-b86a-408f-b8de-77ef0706564a" providerId="ADAL" clId="{DC3F188E-3A9D-4E0B-AE47-12A56EF7D56E}" dt="2024-02-05T10:50:23.482" v="1082" actId="20577"/>
          <ac:spMkLst>
            <pc:docMk/>
            <pc:sldMk cId="898551462" sldId="258"/>
            <ac:spMk id="3" creationId="{4DE2086B-00B4-7773-0A37-239DB7AC8F54}"/>
          </ac:spMkLst>
        </pc:spChg>
        <pc:spChg chg="del">
          <ac:chgData name="KOUPIL Jan" userId="e926d9f2-b86a-408f-b8de-77ef0706564a" providerId="ADAL" clId="{DC3F188E-3A9D-4E0B-AE47-12A56EF7D56E}" dt="2024-02-04T10:40:19.695" v="538" actId="478"/>
          <ac:spMkLst>
            <pc:docMk/>
            <pc:sldMk cId="898551462" sldId="258"/>
            <ac:spMk id="4" creationId="{61A3BA12-C168-A407-8CA4-9787C9F68EB5}"/>
          </ac:spMkLst>
        </pc:spChg>
        <pc:spChg chg="del">
          <ac:chgData name="KOUPIL Jan" userId="e926d9f2-b86a-408f-b8de-77ef0706564a" providerId="ADAL" clId="{DC3F188E-3A9D-4E0B-AE47-12A56EF7D56E}" dt="2024-02-04T10:30:11.712" v="522" actId="478"/>
          <ac:spMkLst>
            <pc:docMk/>
            <pc:sldMk cId="898551462" sldId="258"/>
            <ac:spMk id="5" creationId="{83447576-AEA7-F677-4172-8D379CFA9592}"/>
          </ac:spMkLst>
        </pc:spChg>
      </pc:sldChg>
      <pc:sldChg chg="del">
        <pc:chgData name="KOUPIL Jan" userId="e926d9f2-b86a-408f-b8de-77ef0706564a" providerId="ADAL" clId="{DC3F188E-3A9D-4E0B-AE47-12A56EF7D56E}" dt="2024-02-03T10:06:10.446" v="60" actId="47"/>
        <pc:sldMkLst>
          <pc:docMk/>
          <pc:sldMk cId="2584911359" sldId="258"/>
        </pc:sldMkLst>
      </pc:sldChg>
      <pc:sldChg chg="del">
        <pc:chgData name="KOUPIL Jan" userId="e926d9f2-b86a-408f-b8de-77ef0706564a" providerId="ADAL" clId="{DC3F188E-3A9D-4E0B-AE47-12A56EF7D56E}" dt="2024-02-03T10:06:10.446" v="60" actId="47"/>
        <pc:sldMkLst>
          <pc:docMk/>
          <pc:sldMk cId="1969915623" sldId="259"/>
        </pc:sldMkLst>
      </pc:sldChg>
      <pc:sldChg chg="addSp delSp modSp new mod">
        <pc:chgData name="KOUPIL Jan" userId="e926d9f2-b86a-408f-b8de-77ef0706564a" providerId="ADAL" clId="{DC3F188E-3A9D-4E0B-AE47-12A56EF7D56E}" dt="2024-02-04T10:38:04.871" v="536" actId="14100"/>
        <pc:sldMkLst>
          <pc:docMk/>
          <pc:sldMk cId="3800240951" sldId="259"/>
        </pc:sldMkLst>
        <pc:spChg chg="mod">
          <ac:chgData name="KOUPIL Jan" userId="e926d9f2-b86a-408f-b8de-77ef0706564a" providerId="ADAL" clId="{DC3F188E-3A9D-4E0B-AE47-12A56EF7D56E}" dt="2024-02-03T10:33:18.561" v="507" actId="20577"/>
          <ac:spMkLst>
            <pc:docMk/>
            <pc:sldMk cId="3800240951" sldId="259"/>
            <ac:spMk id="2" creationId="{3D0AC21A-23BC-9DB4-46BF-A345A94664D4}"/>
          </ac:spMkLst>
        </pc:spChg>
        <pc:spChg chg="del">
          <ac:chgData name="KOUPIL Jan" userId="e926d9f2-b86a-408f-b8de-77ef0706564a" providerId="ADAL" clId="{DC3F188E-3A9D-4E0B-AE47-12A56EF7D56E}" dt="2024-02-03T10:33:20.531" v="508"/>
          <ac:spMkLst>
            <pc:docMk/>
            <pc:sldMk cId="3800240951" sldId="259"/>
            <ac:spMk id="3" creationId="{AEFFD285-DB54-854D-EB2B-0BF8C9C6898B}"/>
          </ac:spMkLst>
        </pc:spChg>
        <pc:spChg chg="add del mod">
          <ac:chgData name="KOUPIL Jan" userId="e926d9f2-b86a-408f-b8de-77ef0706564a" providerId="ADAL" clId="{DC3F188E-3A9D-4E0B-AE47-12A56EF7D56E}" dt="2024-02-04T10:37:51.607" v="530" actId="478"/>
          <ac:spMkLst>
            <pc:docMk/>
            <pc:sldMk cId="3800240951" sldId="259"/>
            <ac:spMk id="3" creationId="{F23F8744-D51D-2475-9A3F-F40AAD6983C9}"/>
          </ac:spMkLst>
        </pc:spChg>
        <pc:spChg chg="del">
          <ac:chgData name="KOUPIL Jan" userId="e926d9f2-b86a-408f-b8de-77ef0706564a" providerId="ADAL" clId="{DC3F188E-3A9D-4E0B-AE47-12A56EF7D56E}" dt="2024-02-03T10:33:22.998" v="509" actId="478"/>
          <ac:spMkLst>
            <pc:docMk/>
            <pc:sldMk cId="3800240951" sldId="259"/>
            <ac:spMk id="4" creationId="{4478812F-7D7C-6B21-EAEE-E8469E892852}"/>
          </ac:spMkLst>
        </pc:spChg>
        <pc:spChg chg="del">
          <ac:chgData name="KOUPIL Jan" userId="e926d9f2-b86a-408f-b8de-77ef0706564a" providerId="ADAL" clId="{DC3F188E-3A9D-4E0B-AE47-12A56EF7D56E}" dt="2024-02-04T10:30:06.625" v="521" actId="478"/>
          <ac:spMkLst>
            <pc:docMk/>
            <pc:sldMk cId="3800240951" sldId="259"/>
            <ac:spMk id="5" creationId="{C8FA6599-23C2-822E-B9C8-33F0081B48EE}"/>
          </ac:spMkLst>
        </pc:spChg>
        <pc:spChg chg="add mod">
          <ac:chgData name="KOUPIL Jan" userId="e926d9f2-b86a-408f-b8de-77ef0706564a" providerId="ADAL" clId="{DC3F188E-3A9D-4E0B-AE47-12A56EF7D56E}" dt="2024-02-04T10:38:04.871" v="536" actId="14100"/>
          <ac:spMkLst>
            <pc:docMk/>
            <pc:sldMk cId="3800240951" sldId="259"/>
            <ac:spMk id="6" creationId="{EAD0E7C4-F38B-C067-5BD0-B4B5200AF955}"/>
          </ac:spMkLst>
        </pc:spChg>
      </pc:sldChg>
      <pc:sldChg chg="new del">
        <pc:chgData name="KOUPIL Jan" userId="e926d9f2-b86a-408f-b8de-77ef0706564a" providerId="ADAL" clId="{DC3F188E-3A9D-4E0B-AE47-12A56EF7D56E}" dt="2024-02-04T10:30:16.116" v="524" actId="47"/>
        <pc:sldMkLst>
          <pc:docMk/>
          <pc:sldMk cId="2865357257" sldId="260"/>
        </pc:sldMkLst>
      </pc:sldChg>
      <pc:sldChg chg="del">
        <pc:chgData name="KOUPIL Jan" userId="e926d9f2-b86a-408f-b8de-77ef0706564a" providerId="ADAL" clId="{DC3F188E-3A9D-4E0B-AE47-12A56EF7D56E}" dt="2024-02-03T10:06:10.446" v="60" actId="47"/>
        <pc:sldMkLst>
          <pc:docMk/>
          <pc:sldMk cId="4203029208" sldId="260"/>
        </pc:sldMkLst>
      </pc:sldChg>
      <pc:sldChg chg="del">
        <pc:chgData name="KOUPIL Jan" userId="e926d9f2-b86a-408f-b8de-77ef0706564a" providerId="ADAL" clId="{DC3F188E-3A9D-4E0B-AE47-12A56EF7D56E}" dt="2024-02-03T10:06:10.446" v="60" actId="47"/>
        <pc:sldMkLst>
          <pc:docMk/>
          <pc:sldMk cId="855272509" sldId="261"/>
        </pc:sldMkLst>
      </pc:sldChg>
      <pc:sldChg chg="del">
        <pc:chgData name="KOUPIL Jan" userId="e926d9f2-b86a-408f-b8de-77ef0706564a" providerId="ADAL" clId="{DC3F188E-3A9D-4E0B-AE47-12A56EF7D56E}" dt="2024-02-03T10:06:10.446" v="60" actId="47"/>
        <pc:sldMkLst>
          <pc:docMk/>
          <pc:sldMk cId="2310403303" sldId="262"/>
        </pc:sldMkLst>
      </pc:sldChg>
      <pc:sldChg chg="del">
        <pc:chgData name="KOUPIL Jan" userId="e926d9f2-b86a-408f-b8de-77ef0706564a" providerId="ADAL" clId="{DC3F188E-3A9D-4E0B-AE47-12A56EF7D56E}" dt="2024-02-03T10:06:10.446" v="60" actId="47"/>
        <pc:sldMkLst>
          <pc:docMk/>
          <pc:sldMk cId="3350151239" sldId="263"/>
        </pc:sldMkLst>
      </pc:sldChg>
      <pc:sldChg chg="del">
        <pc:chgData name="KOUPIL Jan" userId="e926d9f2-b86a-408f-b8de-77ef0706564a" providerId="ADAL" clId="{DC3F188E-3A9D-4E0B-AE47-12A56EF7D56E}" dt="2024-02-03T10:06:10.446" v="60" actId="47"/>
        <pc:sldMkLst>
          <pc:docMk/>
          <pc:sldMk cId="2401318459" sldId="26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7891D0-E89A-4C62-8D77-1730A9C708F5}" type="datetimeFigureOut">
              <a:rPr lang="cs-CZ" smtClean="0"/>
              <a:t>07.02.2024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CE09B-0183-4802-A416-A4F1291EA33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42367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5B8698-9207-45A1-86D5-52ED7A4342E0}" type="datetimeFigureOut">
              <a:rPr lang="cs-CZ" smtClean="0"/>
              <a:t>07.02.2024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CBF39E-B8E3-41DC-9E54-0EF1D23BA98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1356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CBF39E-B8E3-41DC-9E54-0EF1D23BA98D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51796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72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C3080E4-572C-41B5-B3A1-1280098FF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AFF2A-89CA-4836-9AE5-BF2944705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173D9A3-F8AA-4D4B-BC61-FE7950292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024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347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819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59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817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493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462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487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12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428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592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163866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648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631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915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121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api/microsoft.visualstudio.testtools.unittesting.collectionassert" TargetMode="External"/><Relationship Id="rId2" Type="http://schemas.openxmlformats.org/officeDocument/2006/relationships/hyperlink" Target="https://learn.microsoft.com/en-us/dotnet/api/microsoft.visualstudio.testtools.unittesting.assert?view=visualstudiosdk-2022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arn.microsoft.com/en-us/dotnet/api/microsoft.visualstudio.testtools.unittesting.stringassert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Test-driven_developmen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498862" y="3673497"/>
            <a:ext cx="7953610" cy="1646302"/>
          </a:xfrm>
        </p:spPr>
        <p:txBody>
          <a:bodyPr/>
          <a:lstStyle/>
          <a:p>
            <a:r>
              <a:rPr lang="cs-CZ" dirty="0"/>
              <a:t>Unit testing</a:t>
            </a:r>
            <a:br>
              <a:rPr lang="cs-CZ" dirty="0"/>
            </a:br>
            <a:r>
              <a:rPr lang="cs-CZ" sz="2000" dirty="0"/>
              <a:t>- jak se vyhnout hloupým chybám vzniklým třeba </a:t>
            </a:r>
            <a:r>
              <a:rPr lang="cs-CZ" sz="2000" dirty="0" err="1"/>
              <a:t>refaktorováním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54185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je unit test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CE9DEE-3BC4-8282-B5BA-70491C4C2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334" y="1778850"/>
            <a:ext cx="8815458" cy="2935193"/>
          </a:xfrm>
        </p:spPr>
        <p:txBody>
          <a:bodyPr>
            <a:normAutofit fontScale="92500" lnSpcReduction="20000"/>
          </a:bodyPr>
          <a:lstStyle/>
          <a:p>
            <a:r>
              <a:rPr lang="cs-CZ" dirty="0"/>
              <a:t>V každém větším projektu máme třídy, které by se měly starat o jednotlivé „kousky“ řešení – oddělené objekty</a:t>
            </a:r>
          </a:p>
          <a:p>
            <a:r>
              <a:rPr lang="cs-CZ" dirty="0"/>
              <a:t>Třídy navenek vystavují jednoduché rozhraní (metody, vlastnosti)</a:t>
            </a:r>
          </a:p>
          <a:p>
            <a:pPr lvl="1"/>
            <a:r>
              <a:rPr lang="cs-CZ" dirty="0"/>
              <a:t>Měli bychom dokázat popsat, jak se stav třídy změní po zavolání některé metody</a:t>
            </a:r>
          </a:p>
          <a:p>
            <a:pPr lvl="1"/>
            <a:r>
              <a:rPr lang="cs-CZ" dirty="0"/>
              <a:t>Měli bychom určit, jaké volání metody vyvolá chybový stav</a:t>
            </a:r>
          </a:p>
          <a:p>
            <a:r>
              <a:rPr lang="cs-CZ" dirty="0"/>
              <a:t>Takové chování lze v kódu předepsat a automaticky spouštět</a:t>
            </a:r>
          </a:p>
          <a:p>
            <a:endParaRPr lang="cs-CZ" dirty="0"/>
          </a:p>
          <a:p>
            <a:r>
              <a:rPr lang="cs-CZ" dirty="0"/>
              <a:t>Testují se jen </a:t>
            </a:r>
            <a:r>
              <a:rPr lang="cs-CZ" b="1" dirty="0"/>
              <a:t>veřejné</a:t>
            </a:r>
            <a:r>
              <a:rPr lang="cs-CZ" dirty="0"/>
              <a:t> metody/vlastnosti </a:t>
            </a:r>
          </a:p>
          <a:p>
            <a:pPr lvl="1"/>
            <a:r>
              <a:rPr lang="cs-CZ" dirty="0"/>
              <a:t>Testovací framework přistupuje ke třídě zvenku, nemá jak se dostat k </a:t>
            </a:r>
            <a:r>
              <a:rPr lang="cs-CZ" dirty="0" err="1"/>
              <a:t>private</a:t>
            </a:r>
            <a:r>
              <a:rPr lang="cs-CZ" dirty="0"/>
              <a:t>/</a:t>
            </a:r>
            <a:r>
              <a:rPr lang="cs-CZ" dirty="0" err="1"/>
              <a:t>protected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13014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4023C-18E3-54EB-03D1-DDD467757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Testovací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DBEF9-9BC3-551D-EF68-03290CD26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Je jich celá řada, existují prakticky pro všechny jazyky</a:t>
            </a:r>
          </a:p>
          <a:p>
            <a:endParaRPr lang="cs-CZ" dirty="0"/>
          </a:p>
          <a:p>
            <a:r>
              <a:rPr lang="cs-CZ" dirty="0"/>
              <a:t>Pro C# </a:t>
            </a:r>
          </a:p>
          <a:p>
            <a:pPr lvl="1"/>
            <a:r>
              <a:rPr lang="cs-CZ" b="1" dirty="0" err="1"/>
              <a:t>MSTest</a:t>
            </a:r>
            <a:r>
              <a:rPr lang="cs-CZ" b="1" dirty="0"/>
              <a:t> (integrace do IDE)</a:t>
            </a:r>
          </a:p>
          <a:p>
            <a:pPr lvl="1"/>
            <a:r>
              <a:rPr lang="cs-CZ" dirty="0" err="1"/>
              <a:t>NUnit</a:t>
            </a:r>
            <a:r>
              <a:rPr lang="cs-CZ" dirty="0"/>
              <a:t> (asi největší komunita)</a:t>
            </a:r>
          </a:p>
          <a:p>
            <a:pPr lvl="1"/>
            <a:r>
              <a:rPr lang="cs-CZ" dirty="0" err="1"/>
              <a:t>xUnit</a:t>
            </a:r>
            <a:endParaRPr lang="cs-CZ" dirty="0"/>
          </a:p>
          <a:p>
            <a:pPr lvl="1"/>
            <a:r>
              <a:rPr lang="cs-CZ" dirty="0"/>
              <a:t>…</a:t>
            </a:r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5340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78528-6F24-6C09-85F9-33D6ABACA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založit testy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9A58F-F247-13EA-4603-EA8AA844D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/>
              <a:t>Nejjednodušší způsob ve VS:</a:t>
            </a:r>
          </a:p>
          <a:p>
            <a:pPr lvl="1"/>
            <a:r>
              <a:rPr lang="cs-CZ" dirty="0"/>
              <a:t>RMB na metodu / vlastnost </a:t>
            </a:r>
            <a:r>
              <a:rPr lang="cs-CZ" b="1" dirty="0"/>
              <a:t>veřejné</a:t>
            </a:r>
            <a:r>
              <a:rPr lang="cs-CZ" dirty="0"/>
              <a:t> třídy, </a:t>
            </a:r>
            <a:r>
              <a:rPr lang="cs-CZ" b="1" dirty="0" err="1"/>
              <a:t>Create</a:t>
            </a:r>
            <a:r>
              <a:rPr lang="cs-CZ" b="1" dirty="0"/>
              <a:t> unit </a:t>
            </a:r>
            <a:r>
              <a:rPr lang="cs-CZ" b="1" dirty="0" err="1"/>
              <a:t>tests</a:t>
            </a:r>
            <a:endParaRPr lang="cs-CZ" dirty="0"/>
          </a:p>
          <a:p>
            <a:pPr lvl="1"/>
            <a:endParaRPr lang="cs-CZ" b="1" dirty="0"/>
          </a:p>
          <a:p>
            <a:r>
              <a:rPr lang="cs-CZ" b="1" dirty="0"/>
              <a:t>Obecně:</a:t>
            </a:r>
          </a:p>
          <a:p>
            <a:pPr lvl="1"/>
            <a:r>
              <a:rPr lang="cs-CZ" dirty="0"/>
              <a:t>Založit nový projekt pro test správného typu</a:t>
            </a:r>
          </a:p>
          <a:p>
            <a:pPr lvl="1"/>
            <a:r>
              <a:rPr lang="cs-CZ" dirty="0"/>
              <a:t>Přidat referenci na projekt</a:t>
            </a:r>
          </a:p>
          <a:p>
            <a:pPr lvl="1"/>
            <a:r>
              <a:rPr lang="cs-CZ" dirty="0"/>
              <a:t>Změnit </a:t>
            </a:r>
            <a:r>
              <a:rPr lang="cs-CZ" dirty="0" err="1"/>
              <a:t>namespace</a:t>
            </a:r>
            <a:r>
              <a:rPr lang="cs-CZ" dirty="0"/>
              <a:t> nebo použít </a:t>
            </a:r>
            <a:r>
              <a:rPr lang="cs-CZ" dirty="0" err="1"/>
              <a:t>using</a:t>
            </a:r>
            <a:r>
              <a:rPr lang="cs-CZ" dirty="0"/>
              <a:t> tak, abych se dostal k deklaraci třídy</a:t>
            </a:r>
          </a:p>
        </p:txBody>
      </p:sp>
    </p:spTree>
    <p:extLst>
      <p:ext uri="{BB962C8B-B14F-4D97-AF65-F5344CB8AC3E}">
        <p14:creationId xmlns:p14="http://schemas.microsoft.com/office/powerpoint/2010/main" val="2441573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6F63B-2B1D-B3A6-F180-7F61FE9B9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Nejjednodušší test – </a:t>
            </a:r>
            <a:r>
              <a:rPr lang="cs-CZ" dirty="0" err="1"/>
              <a:t>Assert.AreEqual</a:t>
            </a:r>
            <a:endParaRPr lang="cs-C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1D6CB-4EF3-B88F-B438-7A17040B6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656" y="1453309"/>
            <a:ext cx="5838534" cy="23237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1400" b="1" dirty="0">
                <a:solidFill>
                  <a:srgbClr val="000000"/>
                </a:solidFill>
                <a:latin typeface="+mj-lt"/>
              </a:rPr>
              <a:t>Soubor se třídou</a:t>
            </a:r>
            <a:r>
              <a:rPr lang="cs-CZ" sz="14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 marL="0" indent="0">
              <a:buNone/>
            </a:pPr>
            <a:endParaRPr lang="cs-CZ" sz="1400" dirty="0">
              <a:solidFill>
                <a:srgbClr val="000000"/>
              </a:solidFill>
              <a:latin typeface="+mj-lt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cs-CZ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    public</a:t>
            </a:r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cs-CZ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cs-CZ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MyMath</a:t>
            </a:r>
            <a:endParaRPr lang="cs-CZ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cs-CZ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cs-CZ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cs-CZ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cs-CZ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Add</a:t>
            </a:r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cs-CZ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a, </a:t>
            </a:r>
            <a:r>
              <a:rPr lang="cs-CZ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b)</a:t>
            </a:r>
          </a:p>
          <a:p>
            <a:pPr marL="0" indent="0">
              <a:spcBef>
                <a:spcPts val="0"/>
              </a:spcBef>
              <a:buNone/>
            </a:pPr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cs-CZ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 + b;</a:t>
            </a:r>
          </a:p>
          <a:p>
            <a:pPr marL="0" indent="0">
              <a:spcBef>
                <a:spcPts val="0"/>
              </a:spcBef>
              <a:buNone/>
            </a:pPr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}</a:t>
            </a:r>
            <a:endParaRPr lang="cs-CZ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A9928-4397-5158-06F4-E7FD11F90235}"/>
              </a:ext>
            </a:extLst>
          </p:cNvPr>
          <p:cNvSpPr txBox="1"/>
          <p:nvPr/>
        </p:nvSpPr>
        <p:spPr>
          <a:xfrm>
            <a:off x="677334" y="4104334"/>
            <a:ext cx="610385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400" b="1" dirty="0">
                <a:solidFill>
                  <a:srgbClr val="000000"/>
                </a:solidFill>
                <a:latin typeface="+mj-lt"/>
              </a:rPr>
              <a:t>Soubor s testy</a:t>
            </a:r>
            <a:endParaRPr lang="cs-CZ" sz="1400" dirty="0">
              <a:solidFill>
                <a:srgbClr val="000000"/>
              </a:solidFill>
              <a:latin typeface="+mj-lt"/>
            </a:endParaRPr>
          </a:p>
          <a:p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cs-CZ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TestClass</a:t>
            </a:r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()]</a:t>
            </a:r>
          </a:p>
          <a:p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cs-CZ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cs-CZ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cs-CZ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MyMathTests</a:t>
            </a:r>
            <a:endParaRPr lang="cs-CZ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[</a:t>
            </a:r>
            <a:r>
              <a:rPr lang="cs-CZ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TestMethod</a:t>
            </a:r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()]</a:t>
            </a:r>
          </a:p>
          <a:p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cs-CZ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cs-CZ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cs-CZ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AddTest</a:t>
            </a:r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cs-CZ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Assert</a:t>
            </a:r>
            <a:r>
              <a:rPr lang="cs-CZ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.AreEqual</a:t>
            </a:r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(4, </a:t>
            </a:r>
            <a:r>
              <a:rPr lang="cs-CZ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MyMath</a:t>
            </a:r>
            <a:r>
              <a:rPr lang="cs-CZ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.Add</a:t>
            </a:r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(1, 3));</a:t>
            </a:r>
          </a:p>
          <a:p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cs-CZ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cs-CZ" sz="1400" dirty="0"/>
          </a:p>
        </p:txBody>
      </p:sp>
    </p:spTree>
    <p:extLst>
      <p:ext uri="{BB962C8B-B14F-4D97-AF65-F5344CB8AC3E}">
        <p14:creationId xmlns:p14="http://schemas.microsoft.com/office/powerpoint/2010/main" val="146349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0DA49-BE95-5FA1-E539-E1A7B243A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Metody třídy </a:t>
            </a:r>
            <a:r>
              <a:rPr lang="cs-CZ" dirty="0" err="1"/>
              <a:t>Assert</a:t>
            </a:r>
            <a:endParaRPr lang="cs-C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BC3C4-011B-FA18-7477-6AEBEAAEF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dirty="0"/>
              <a:t>Mnoho pro různé případy</a:t>
            </a:r>
          </a:p>
          <a:p>
            <a:pPr lvl="1"/>
            <a:r>
              <a:rPr lang="cs-CZ" sz="1800" dirty="0" err="1">
                <a:latin typeface="Consolas" panose="020B0609020204030204" pitchFamily="49" charset="0"/>
              </a:rPr>
              <a:t>IsNull</a:t>
            </a:r>
            <a:r>
              <a:rPr lang="cs-CZ" sz="1800" dirty="0">
                <a:latin typeface="Consolas" panose="020B0609020204030204" pitchFamily="49" charset="0"/>
              </a:rPr>
              <a:t> / </a:t>
            </a:r>
            <a:r>
              <a:rPr lang="cs-CZ" sz="1800" dirty="0" err="1">
                <a:latin typeface="Consolas" panose="020B0609020204030204" pitchFamily="49" charset="0"/>
              </a:rPr>
              <a:t>IsNotNull</a:t>
            </a:r>
            <a:endParaRPr lang="cs-CZ" dirty="0"/>
          </a:p>
          <a:p>
            <a:pPr lvl="1"/>
            <a:r>
              <a:rPr lang="cs-CZ" sz="1800" dirty="0" err="1">
                <a:latin typeface="Consolas" panose="020B0609020204030204" pitchFamily="49" charset="0"/>
              </a:rPr>
              <a:t>AreSame</a:t>
            </a:r>
            <a:endParaRPr lang="cs-CZ" dirty="0"/>
          </a:p>
          <a:p>
            <a:pPr lvl="1"/>
            <a:r>
              <a:rPr lang="cs-CZ" sz="1800" dirty="0" err="1">
                <a:latin typeface="Consolas" panose="020B0609020204030204" pitchFamily="49" charset="0"/>
              </a:rPr>
              <a:t>IsFalse</a:t>
            </a:r>
            <a:r>
              <a:rPr lang="cs-CZ" sz="1800" dirty="0">
                <a:latin typeface="Consolas" panose="020B0609020204030204" pitchFamily="49" charset="0"/>
              </a:rPr>
              <a:t> / </a:t>
            </a:r>
            <a:r>
              <a:rPr lang="cs-CZ" sz="1800" dirty="0" err="1">
                <a:latin typeface="Consolas" panose="020B0609020204030204" pitchFamily="49" charset="0"/>
              </a:rPr>
              <a:t>IsTrue</a:t>
            </a:r>
            <a:endParaRPr lang="cs-CZ" dirty="0"/>
          </a:p>
          <a:p>
            <a:pPr lvl="1"/>
            <a:r>
              <a:rPr lang="cs-CZ" dirty="0">
                <a:hlinkClick r:id="rId2"/>
              </a:rPr>
              <a:t>https://learn.microsoft.com/en-us/dotnet/api/microsoft.visualstudio.testtools.unittesting.assert</a:t>
            </a:r>
            <a:endParaRPr lang="cs-CZ" dirty="0"/>
          </a:p>
          <a:p>
            <a:r>
              <a:rPr lang="cs-CZ" dirty="0"/>
              <a:t>Pro kolekce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CollectionAssert</a:t>
            </a:r>
            <a:endParaRPr lang="cs-CZ" dirty="0">
              <a:latin typeface="Consolas" panose="020B0609020204030204" pitchFamily="49" charset="0"/>
            </a:endParaRPr>
          </a:p>
          <a:p>
            <a:pPr lvl="1"/>
            <a:r>
              <a:rPr lang="cs-CZ" dirty="0">
                <a:hlinkClick r:id="rId3"/>
              </a:rPr>
              <a:t>https://learn.microsoft.com/en-us/dotnet/api/microsoft.visualstudio.testtools.unittesting.collectionassert</a:t>
            </a:r>
            <a:endParaRPr lang="cs-CZ" dirty="0"/>
          </a:p>
          <a:p>
            <a:r>
              <a:rPr lang="cs-CZ" dirty="0"/>
              <a:t>Pro řetězce </a:t>
            </a:r>
            <a:r>
              <a:rPr lang="cs-CZ" dirty="0" err="1">
                <a:latin typeface="Consolas" panose="020B0609020204030204" pitchFamily="49" charset="0"/>
              </a:rPr>
              <a:t>StringAssert</a:t>
            </a:r>
            <a:endParaRPr lang="cs-CZ" dirty="0">
              <a:latin typeface="Consolas" panose="020B0609020204030204" pitchFamily="49" charset="0"/>
            </a:endParaRPr>
          </a:p>
          <a:p>
            <a:pPr lvl="1"/>
            <a:r>
              <a:rPr lang="cs-CZ" dirty="0">
                <a:hlinkClick r:id="rId4"/>
              </a:rPr>
              <a:t>https://learn.microsoft.com/en-us/dotnet/api/microsoft.visualstudio.testtools.unittesting.stringassert</a:t>
            </a:r>
            <a:r>
              <a:rPr lang="cs-CZ" dirty="0"/>
              <a:t> 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54896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7FB03-8083-D5BB-2E89-E6CC7FC5E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Testovat se dají i výjimky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B6FA85-1E79-3F5A-A522-1CDC2846AB55}"/>
              </a:ext>
            </a:extLst>
          </p:cNvPr>
          <p:cNvSpPr txBox="1"/>
          <p:nvPr/>
        </p:nvSpPr>
        <p:spPr>
          <a:xfrm>
            <a:off x="677334" y="1792805"/>
            <a:ext cx="71573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cs-CZ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TestMethod</a:t>
            </a:r>
            <a:r>
              <a:rPr lang="cs-CZ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()]</a:t>
            </a:r>
          </a:p>
          <a:p>
            <a:r>
              <a:rPr lang="cs-CZ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[</a:t>
            </a:r>
            <a:r>
              <a:rPr lang="cs-CZ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ExpectedException</a:t>
            </a:r>
            <a:r>
              <a:rPr lang="cs-CZ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cs-CZ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typeof</a:t>
            </a:r>
            <a:r>
              <a:rPr lang="cs-CZ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cs-CZ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DivideByZeroException</a:t>
            </a:r>
            <a:r>
              <a:rPr lang="cs-CZ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))]</a:t>
            </a:r>
          </a:p>
          <a:p>
            <a:r>
              <a:rPr lang="cs-CZ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cs-CZ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cs-CZ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cs-CZ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cs-CZ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DivideTest_DeleniNulou_Int</a:t>
            </a:r>
            <a:r>
              <a:rPr lang="cs-CZ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cs-CZ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cs-CZ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    </a:t>
            </a:r>
            <a:r>
              <a:rPr lang="cs-CZ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MyMath</a:t>
            </a:r>
            <a:r>
              <a:rPr lang="cs-CZ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.Divide</a:t>
            </a:r>
            <a:r>
              <a:rPr lang="cs-CZ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(1, 0);</a:t>
            </a:r>
          </a:p>
          <a:p>
            <a:r>
              <a:rPr lang="cs-CZ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</a:p>
          <a:p>
            <a:r>
              <a:rPr lang="cs-CZ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48053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7EF64-9EEF-808D-520A-3227E2F8E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testujeme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35370-0938-659A-D74D-13C193226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Všechny veřejné metody (statické i nestatické)</a:t>
            </a:r>
          </a:p>
          <a:p>
            <a:pPr lvl="1"/>
            <a:r>
              <a:rPr lang="cs-CZ" dirty="0"/>
              <a:t>Funguje správně na „normálních“ datech?</a:t>
            </a:r>
          </a:p>
          <a:p>
            <a:pPr lvl="1"/>
            <a:r>
              <a:rPr lang="cs-CZ" dirty="0"/>
              <a:t>Reaguje správně na všechny možné typy „divných“ vstupních dat?</a:t>
            </a:r>
          </a:p>
          <a:p>
            <a:pPr lvl="1"/>
            <a:r>
              <a:rPr lang="cs-CZ" dirty="0"/>
              <a:t>I konstruktor je veřejná metoda =&gt; lze testovat (nastavil správně úvodní stav?)</a:t>
            </a:r>
          </a:p>
          <a:p>
            <a:endParaRPr lang="cs-CZ" dirty="0"/>
          </a:p>
          <a:p>
            <a:r>
              <a:rPr lang="cs-CZ" dirty="0"/>
              <a:t>Všechny veřejné vlastnosti, pokud je v nich logika (</a:t>
            </a:r>
            <a:r>
              <a:rPr lang="cs-CZ" dirty="0" err="1"/>
              <a:t>get</a:t>
            </a:r>
            <a:r>
              <a:rPr lang="cs-CZ" dirty="0"/>
              <a:t> i set)</a:t>
            </a:r>
          </a:p>
          <a:p>
            <a:pPr lvl="1"/>
            <a:r>
              <a:rPr lang="cs-CZ" dirty="0"/>
              <a:t>Totéž o normálních a divných vstupních datech</a:t>
            </a:r>
          </a:p>
          <a:p>
            <a:endParaRPr lang="cs-CZ" dirty="0"/>
          </a:p>
          <a:p>
            <a:r>
              <a:rPr lang="cs-CZ" dirty="0"/>
              <a:t>Že jsou vyvolávány odpovídající výjimky</a:t>
            </a:r>
          </a:p>
          <a:p>
            <a:pPr lvl="1"/>
            <a:r>
              <a:rPr lang="cs-CZ" dirty="0"/>
              <a:t>To je obvykle reakce na divná data</a:t>
            </a: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61282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B6EF3-C7B8-FC40-6096-AA1D5695B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Typický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F5F62-A1C9-FBBF-DB38-BCCFCAADB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 záhlaví popíše, pokud se očekává výjimka</a:t>
            </a:r>
          </a:p>
          <a:p>
            <a:endParaRPr lang="cs-CZ" dirty="0"/>
          </a:p>
          <a:p>
            <a:r>
              <a:rPr lang="cs-CZ" dirty="0"/>
              <a:t>Na začátku připraví data (nová instance, nastavení dat…)</a:t>
            </a:r>
          </a:p>
          <a:p>
            <a:pPr lvl="1"/>
            <a:r>
              <a:rPr lang="cs-CZ" dirty="0"/>
              <a:t>Lze si připravit </a:t>
            </a:r>
            <a:r>
              <a:rPr lang="cs-CZ" dirty="0" err="1"/>
              <a:t>factory</a:t>
            </a:r>
            <a:r>
              <a:rPr lang="cs-CZ" dirty="0"/>
              <a:t> na generování dat</a:t>
            </a:r>
          </a:p>
          <a:p>
            <a:pPr lvl="1"/>
            <a:endParaRPr lang="cs-CZ" dirty="0"/>
          </a:p>
          <a:p>
            <a:r>
              <a:rPr lang="cs-CZ" dirty="0"/>
              <a:t>Pak spustí akci, která změní stav třídy a/nebo vyvolá výjimku</a:t>
            </a:r>
          </a:p>
          <a:p>
            <a:endParaRPr lang="cs-CZ" dirty="0"/>
          </a:p>
          <a:p>
            <a:r>
              <a:rPr lang="cs-CZ" dirty="0"/>
              <a:t>Porovnáme stavu s očekávaným : </a:t>
            </a:r>
            <a:r>
              <a:rPr lang="cs-CZ" dirty="0" err="1"/>
              <a:t>Assert</a:t>
            </a:r>
            <a:endParaRPr lang="cs-CZ" dirty="0"/>
          </a:p>
          <a:p>
            <a:pPr lvl="1"/>
            <a:r>
              <a:rPr lang="cs-CZ" dirty="0"/>
              <a:t>Může jich být v jedné testovací metodě víc, ale není to dobrý nápad … dozvíme se jen o první chybě</a:t>
            </a:r>
          </a:p>
        </p:txBody>
      </p:sp>
    </p:spTree>
    <p:extLst>
      <p:ext uri="{BB962C8B-B14F-4D97-AF65-F5344CB8AC3E}">
        <p14:creationId xmlns:p14="http://schemas.microsoft.com/office/powerpoint/2010/main" val="1703233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D29A1-7E5E-0F47-6A24-A0D66089B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testovat náhodu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17DB5-4740-77C4-1C97-F6E234C2E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Třída / metoda obsahuje generátor náhodných čísel? Výsledky nejsou </a:t>
            </a:r>
            <a:r>
              <a:rPr lang="cs-CZ" dirty="0" err="1"/>
              <a:t>predikovatelné</a:t>
            </a:r>
            <a:endParaRPr lang="cs-CZ" dirty="0"/>
          </a:p>
          <a:p>
            <a:endParaRPr lang="cs-CZ" dirty="0"/>
          </a:p>
          <a:p>
            <a:r>
              <a:rPr lang="cs-CZ" dirty="0"/>
              <a:t>Můžeme testovat statistické chování</a:t>
            </a:r>
          </a:p>
          <a:p>
            <a:pPr lvl="1"/>
            <a:r>
              <a:rPr lang="cs-CZ" dirty="0"/>
              <a:t>průměrný hod kostkou musí být 3,5 s nějakou tolerancí</a:t>
            </a:r>
          </a:p>
          <a:p>
            <a:pPr lvl="1"/>
            <a:endParaRPr lang="cs-CZ" dirty="0"/>
          </a:p>
          <a:p>
            <a:r>
              <a:rPr lang="cs-CZ" dirty="0"/>
              <a:t>Můžeme dovolit třídě předat již hotový generátor </a:t>
            </a:r>
          </a:p>
          <a:p>
            <a:pPr lvl="1"/>
            <a:r>
              <a:rPr lang="cs-CZ" dirty="0"/>
              <a:t>místo </a:t>
            </a:r>
            <a:r>
              <a:rPr lang="cs-CZ" dirty="0" err="1"/>
              <a:t>new</a:t>
            </a:r>
            <a:r>
              <a:rPr lang="cs-CZ" dirty="0"/>
              <a:t> </a:t>
            </a:r>
            <a:r>
              <a:rPr lang="cs-CZ" dirty="0" err="1"/>
              <a:t>Random</a:t>
            </a:r>
            <a:r>
              <a:rPr lang="cs-CZ" dirty="0"/>
              <a:t>() v kódu to bude </a:t>
            </a:r>
            <a:r>
              <a:rPr lang="cs-CZ"/>
              <a:t>parametr konstruktoru</a:t>
            </a:r>
            <a:endParaRPr lang="cs-CZ" dirty="0"/>
          </a:p>
          <a:p>
            <a:pPr lvl="1"/>
            <a:r>
              <a:rPr lang="cs-CZ" dirty="0"/>
              <a:t>při použití v </a:t>
            </a:r>
            <a:r>
              <a:rPr lang="cs-CZ" dirty="0" err="1"/>
              <a:t>UnitTestu</a:t>
            </a:r>
            <a:r>
              <a:rPr lang="cs-CZ" dirty="0"/>
              <a:t> předám generátor inicializovaný známou hodnotou </a:t>
            </a:r>
            <a:r>
              <a:rPr lang="cs-CZ" dirty="0" err="1"/>
              <a:t>seed</a:t>
            </a:r>
            <a:r>
              <a:rPr lang="cs-CZ" dirty="0"/>
              <a:t> – tak zajistím opakovatelnost</a:t>
            </a:r>
          </a:p>
          <a:p>
            <a:pPr lvl="1"/>
            <a:r>
              <a:rPr lang="cs-CZ" dirty="0"/>
              <a:t>Při použití ve standardním kódu nechám inicializovat standardně</a:t>
            </a:r>
          </a:p>
        </p:txBody>
      </p:sp>
    </p:spTree>
    <p:extLst>
      <p:ext uri="{BB962C8B-B14F-4D97-AF65-F5344CB8AC3E}">
        <p14:creationId xmlns:p14="http://schemas.microsoft.com/office/powerpoint/2010/main" val="2250872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535CD-AB66-908B-8A3F-6207EE25F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Test-</a:t>
            </a:r>
            <a:r>
              <a:rPr lang="cs-CZ" dirty="0" err="1"/>
              <a:t>driven</a:t>
            </a:r>
            <a:r>
              <a:rPr lang="cs-CZ" dirty="0"/>
              <a:t>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E61E2-0782-53FB-3173-1B8364613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Přístup k vývoji, kdy poté, co navrhneme strukturu tříd k našemu projektu, píšeme nejprve testy a až potom implementaci</a:t>
            </a:r>
          </a:p>
          <a:p>
            <a:pPr lvl="1"/>
            <a:r>
              <a:rPr lang="cs-CZ" dirty="0"/>
              <a:t>Přinutí nás zamyslet se „co všechno by mohlo být špatně“</a:t>
            </a:r>
          </a:p>
          <a:p>
            <a:pPr lvl="1"/>
            <a:r>
              <a:rPr lang="cs-CZ" dirty="0"/>
              <a:t>Vede k méně chybovému kódu</a:t>
            </a:r>
          </a:p>
          <a:p>
            <a:pPr lvl="1"/>
            <a:r>
              <a:rPr lang="cs-CZ" dirty="0"/>
              <a:t>Testy a kód nemusí psát stejný člověk</a:t>
            </a:r>
          </a:p>
          <a:p>
            <a:pPr lvl="1"/>
            <a:endParaRPr lang="cs-CZ" dirty="0"/>
          </a:p>
          <a:p>
            <a:r>
              <a:rPr lang="cs-CZ" dirty="0" err="1"/>
              <a:t>Workflow</a:t>
            </a:r>
            <a:r>
              <a:rPr lang="cs-CZ" dirty="0"/>
              <a:t> dobře popsáno na </a:t>
            </a:r>
            <a:r>
              <a:rPr lang="cs-CZ" dirty="0">
                <a:hlinkClick r:id="rId2"/>
              </a:rPr>
              <a:t>https://en.wikipedia.org/wiki/Test-driven_development</a:t>
            </a:r>
            <a:r>
              <a:rPr lang="cs-CZ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67046438"/>
      </p:ext>
    </p:extLst>
  </p:cSld>
  <p:clrMapOvr>
    <a:masterClrMapping/>
  </p:clrMapOvr>
</p:sld>
</file>

<file path=ppt/theme/theme1.xml><?xml version="1.0" encoding="utf-8"?>
<a:theme xmlns:a="http://schemas.openxmlformats.org/drawingml/2006/main" name="Fazeta">
  <a:themeElements>
    <a:clrScheme name="Modrá, teplá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z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z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26128</TotalTime>
  <Words>661</Words>
  <Application>Microsoft Office PowerPoint</Application>
  <PresentationFormat>Widescreen</PresentationFormat>
  <Paragraphs>104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Cascadia Mono</vt:lpstr>
      <vt:lpstr>Consolas</vt:lpstr>
      <vt:lpstr>Trebuchet MS</vt:lpstr>
      <vt:lpstr>Wingdings 3</vt:lpstr>
      <vt:lpstr>Fazeta</vt:lpstr>
      <vt:lpstr>Unit testing - jak se vyhnout hloupým chybám vzniklým třeba refaktorováním</vt:lpstr>
      <vt:lpstr>Co je unit test</vt:lpstr>
      <vt:lpstr>Testovací framework</vt:lpstr>
      <vt:lpstr>Jak založit testy</vt:lpstr>
      <vt:lpstr>Nejjednodušší test – Assert.AreEqual</vt:lpstr>
      <vt:lpstr>Metody třídy Assert</vt:lpstr>
      <vt:lpstr>Testovat se dají i výjimky</vt:lpstr>
      <vt:lpstr>Co testujeme</vt:lpstr>
      <vt:lpstr>Typický test</vt:lpstr>
      <vt:lpstr>Jak testovat náhodu</vt:lpstr>
      <vt:lpstr>Test-driven development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</dc:title>
  <dc:creator>Mysteria</dc:creator>
  <cp:lastModifiedBy>KOUPIL Jan</cp:lastModifiedBy>
  <cp:revision>1405</cp:revision>
  <dcterms:created xsi:type="dcterms:W3CDTF">2013-03-17T20:03:48Z</dcterms:created>
  <dcterms:modified xsi:type="dcterms:W3CDTF">2024-02-07T14:40:49Z</dcterms:modified>
</cp:coreProperties>
</file>