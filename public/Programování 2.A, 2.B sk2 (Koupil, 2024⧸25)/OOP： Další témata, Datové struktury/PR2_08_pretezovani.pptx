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236B5A-45DD-4DCA-AFC9-4BC86E0EBD9D}" v="88" dt="2024-01-10T07:46:06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PIL Jan" userId="e926d9f2-b86a-408f-b8de-77ef0706564a" providerId="ADAL" clId="{95236B5A-45DD-4DCA-AFC9-4BC86E0EBD9D}"/>
    <pc:docChg chg="undo custSel addSld modSld addSection delSection">
      <pc:chgData name="KOUPIL Jan" userId="e926d9f2-b86a-408f-b8de-77ef0706564a" providerId="ADAL" clId="{95236B5A-45DD-4DCA-AFC9-4BC86E0EBD9D}" dt="2024-01-10T07:46:06.881" v="834" actId="14100"/>
      <pc:docMkLst>
        <pc:docMk/>
      </pc:docMkLst>
      <pc:sldChg chg="modSp new mod">
        <pc:chgData name="KOUPIL Jan" userId="e926d9f2-b86a-408f-b8de-77ef0706564a" providerId="ADAL" clId="{95236B5A-45DD-4DCA-AFC9-4BC86E0EBD9D}" dt="2024-01-07T10:23:34.570" v="31"/>
        <pc:sldMkLst>
          <pc:docMk/>
          <pc:sldMk cId="4252664503" sldId="256"/>
        </pc:sldMkLst>
        <pc:spChg chg="mod">
          <ac:chgData name="KOUPIL Jan" userId="e926d9f2-b86a-408f-b8de-77ef0706564a" providerId="ADAL" clId="{95236B5A-45DD-4DCA-AFC9-4BC86E0EBD9D}" dt="2024-01-07T10:23:32.501" v="30" actId="20577"/>
          <ac:spMkLst>
            <pc:docMk/>
            <pc:sldMk cId="4252664503" sldId="256"/>
            <ac:spMk id="2" creationId="{1C850C1C-8490-3FB0-B6CB-C6954493E4C1}"/>
          </ac:spMkLst>
        </pc:spChg>
        <pc:spChg chg="mod">
          <ac:chgData name="KOUPIL Jan" userId="e926d9f2-b86a-408f-b8de-77ef0706564a" providerId="ADAL" clId="{95236B5A-45DD-4DCA-AFC9-4BC86E0EBD9D}" dt="2024-01-07T10:23:34.570" v="31"/>
          <ac:spMkLst>
            <pc:docMk/>
            <pc:sldMk cId="4252664503" sldId="256"/>
            <ac:spMk id="3" creationId="{C1CF4E63-8278-B48B-A1E8-E29CC02F1AC5}"/>
          </ac:spMkLst>
        </pc:spChg>
      </pc:sldChg>
      <pc:sldChg chg="addSp delSp modSp new mod modClrScheme chgLayout">
        <pc:chgData name="KOUPIL Jan" userId="e926d9f2-b86a-408f-b8de-77ef0706564a" providerId="ADAL" clId="{95236B5A-45DD-4DCA-AFC9-4BC86E0EBD9D}" dt="2024-01-10T07:46:06.881" v="834" actId="14100"/>
        <pc:sldMkLst>
          <pc:docMk/>
          <pc:sldMk cId="767113233" sldId="257"/>
        </pc:sldMkLst>
        <pc:spChg chg="mod ord">
          <ac:chgData name="KOUPIL Jan" userId="e926d9f2-b86a-408f-b8de-77ef0706564a" providerId="ADAL" clId="{95236B5A-45DD-4DCA-AFC9-4BC86E0EBD9D}" dt="2024-01-07T10:34:51.586" v="137" actId="700"/>
          <ac:spMkLst>
            <pc:docMk/>
            <pc:sldMk cId="767113233" sldId="257"/>
            <ac:spMk id="2" creationId="{7BDB52A6-892C-5CED-B1D3-F99FF624C20A}"/>
          </ac:spMkLst>
        </pc:spChg>
        <pc:spChg chg="del mod ord">
          <ac:chgData name="KOUPIL Jan" userId="e926d9f2-b86a-408f-b8de-77ef0706564a" providerId="ADAL" clId="{95236B5A-45DD-4DCA-AFC9-4BC86E0EBD9D}" dt="2024-01-07T10:34:51.586" v="137" actId="700"/>
          <ac:spMkLst>
            <pc:docMk/>
            <pc:sldMk cId="767113233" sldId="257"/>
            <ac:spMk id="3" creationId="{8457D092-E11E-2863-3E81-6A12432C8F43}"/>
          </ac:spMkLst>
        </pc:spChg>
        <pc:spChg chg="add del mod ord">
          <ac:chgData name="KOUPIL Jan" userId="e926d9f2-b86a-408f-b8de-77ef0706564a" providerId="ADAL" clId="{95236B5A-45DD-4DCA-AFC9-4BC86E0EBD9D}" dt="2024-01-07T10:45:11.414" v="214"/>
          <ac:spMkLst>
            <pc:docMk/>
            <pc:sldMk cId="767113233" sldId="257"/>
            <ac:spMk id="4" creationId="{FDC99309-73C7-2652-6DDE-368F5B6A1CB7}"/>
          </ac:spMkLst>
        </pc:spChg>
        <pc:spChg chg="add del mod ord">
          <ac:chgData name="KOUPIL Jan" userId="e926d9f2-b86a-408f-b8de-77ef0706564a" providerId="ADAL" clId="{95236B5A-45DD-4DCA-AFC9-4BC86E0EBD9D}" dt="2024-01-07T10:45:25.912" v="217"/>
          <ac:spMkLst>
            <pc:docMk/>
            <pc:sldMk cId="767113233" sldId="257"/>
            <ac:spMk id="5" creationId="{1915E216-B0D6-422D-8481-A552E2F4A819}"/>
          </ac:spMkLst>
        </pc:spChg>
        <pc:spChg chg="add mod">
          <ac:chgData name="KOUPIL Jan" userId="e926d9f2-b86a-408f-b8de-77ef0706564a" providerId="ADAL" clId="{95236B5A-45DD-4DCA-AFC9-4BC86E0EBD9D}" dt="2024-01-07T10:46:13.178" v="271" actId="1035"/>
          <ac:spMkLst>
            <pc:docMk/>
            <pc:sldMk cId="767113233" sldId="257"/>
            <ac:spMk id="6" creationId="{9449089B-8B1D-F56A-B27F-2E568BC3863C}"/>
          </ac:spMkLst>
        </pc:spChg>
        <pc:spChg chg="add mod">
          <ac:chgData name="KOUPIL Jan" userId="e926d9f2-b86a-408f-b8de-77ef0706564a" providerId="ADAL" clId="{95236B5A-45DD-4DCA-AFC9-4BC86E0EBD9D}" dt="2024-01-10T07:46:06.881" v="834" actId="14100"/>
          <ac:spMkLst>
            <pc:docMk/>
            <pc:sldMk cId="767113233" sldId="257"/>
            <ac:spMk id="7" creationId="{53254893-1CFA-FBD7-6DDE-A9E05B9922FA}"/>
          </ac:spMkLst>
        </pc:spChg>
      </pc:sldChg>
      <pc:sldChg chg="addSp delSp modSp new mod modClrScheme chgLayout">
        <pc:chgData name="KOUPIL Jan" userId="e926d9f2-b86a-408f-b8de-77ef0706564a" providerId="ADAL" clId="{95236B5A-45DD-4DCA-AFC9-4BC86E0EBD9D}" dt="2024-01-07T12:20:51.086" v="833" actId="20577"/>
        <pc:sldMkLst>
          <pc:docMk/>
          <pc:sldMk cId="3437608726" sldId="258"/>
        </pc:sldMkLst>
        <pc:spChg chg="mod ord">
          <ac:chgData name="KOUPIL Jan" userId="e926d9f2-b86a-408f-b8de-77ef0706564a" providerId="ADAL" clId="{95236B5A-45DD-4DCA-AFC9-4BC86E0EBD9D}" dt="2024-01-07T11:20:14.895" v="425" actId="404"/>
          <ac:spMkLst>
            <pc:docMk/>
            <pc:sldMk cId="3437608726" sldId="258"/>
            <ac:spMk id="2" creationId="{7469D7BC-F12C-E0EF-781C-96926BF7CD1A}"/>
          </ac:spMkLst>
        </pc:spChg>
        <pc:spChg chg="del mod ord">
          <ac:chgData name="KOUPIL Jan" userId="e926d9f2-b86a-408f-b8de-77ef0706564a" providerId="ADAL" clId="{95236B5A-45DD-4DCA-AFC9-4BC86E0EBD9D}" dt="2024-01-07T11:17:53.842" v="285" actId="700"/>
          <ac:spMkLst>
            <pc:docMk/>
            <pc:sldMk cId="3437608726" sldId="258"/>
            <ac:spMk id="3" creationId="{9B2955F6-EAD1-9B9F-D57E-351E33BDB0F3}"/>
          </ac:spMkLst>
        </pc:spChg>
        <pc:spChg chg="del">
          <ac:chgData name="KOUPIL Jan" userId="e926d9f2-b86a-408f-b8de-77ef0706564a" providerId="ADAL" clId="{95236B5A-45DD-4DCA-AFC9-4BC86E0EBD9D}" dt="2024-01-07T11:17:53.842" v="285" actId="700"/>
          <ac:spMkLst>
            <pc:docMk/>
            <pc:sldMk cId="3437608726" sldId="258"/>
            <ac:spMk id="4" creationId="{4163D976-C7CC-FA49-7EEA-F9D077345B42}"/>
          </ac:spMkLst>
        </pc:spChg>
        <pc:spChg chg="add del mod ord">
          <ac:chgData name="KOUPIL Jan" userId="e926d9f2-b86a-408f-b8de-77ef0706564a" providerId="ADAL" clId="{95236B5A-45DD-4DCA-AFC9-4BC86E0EBD9D}" dt="2024-01-07T11:19:30.984" v="355"/>
          <ac:spMkLst>
            <pc:docMk/>
            <pc:sldMk cId="3437608726" sldId="258"/>
            <ac:spMk id="5" creationId="{E14B1E3A-DBED-FBED-2025-998E03D9A27E}"/>
          </ac:spMkLst>
        </pc:spChg>
        <pc:spChg chg="add">
          <ac:chgData name="KOUPIL Jan" userId="e926d9f2-b86a-408f-b8de-77ef0706564a" providerId="ADAL" clId="{95236B5A-45DD-4DCA-AFC9-4BC86E0EBD9D}" dt="2024-01-07T11:19:15.141" v="353"/>
          <ac:spMkLst>
            <pc:docMk/>
            <pc:sldMk cId="3437608726" sldId="258"/>
            <ac:spMk id="6" creationId="{032AAE12-FC4C-0CC9-7070-80AFD682DFE7}"/>
          </ac:spMkLst>
        </pc:spChg>
        <pc:spChg chg="add mod">
          <ac:chgData name="KOUPIL Jan" userId="e926d9f2-b86a-408f-b8de-77ef0706564a" providerId="ADAL" clId="{95236B5A-45DD-4DCA-AFC9-4BC86E0EBD9D}" dt="2024-01-07T11:20:17.270" v="426" actId="14100"/>
          <ac:spMkLst>
            <pc:docMk/>
            <pc:sldMk cId="3437608726" sldId="258"/>
            <ac:spMk id="7" creationId="{4F7892A3-D08B-B8A5-04FE-5D5911A8B018}"/>
          </ac:spMkLst>
        </pc:spChg>
        <pc:spChg chg="add mod">
          <ac:chgData name="KOUPIL Jan" userId="e926d9f2-b86a-408f-b8de-77ef0706564a" providerId="ADAL" clId="{95236B5A-45DD-4DCA-AFC9-4BC86E0EBD9D}" dt="2024-01-07T12:20:51.086" v="833" actId="20577"/>
          <ac:spMkLst>
            <pc:docMk/>
            <pc:sldMk cId="3437608726" sldId="258"/>
            <ac:spMk id="8" creationId="{F1DE53DF-E848-6127-5B06-2DC43F70AD09}"/>
          </ac:spMkLst>
        </pc:spChg>
      </pc:sldChg>
      <pc:sldChg chg="modSp new mod">
        <pc:chgData name="KOUPIL Jan" userId="e926d9f2-b86a-408f-b8de-77ef0706564a" providerId="ADAL" clId="{95236B5A-45DD-4DCA-AFC9-4BC86E0EBD9D}" dt="2024-01-07T12:10:42.799" v="773" actId="6549"/>
        <pc:sldMkLst>
          <pc:docMk/>
          <pc:sldMk cId="677512958" sldId="259"/>
        </pc:sldMkLst>
        <pc:spChg chg="mod">
          <ac:chgData name="KOUPIL Jan" userId="e926d9f2-b86a-408f-b8de-77ef0706564a" providerId="ADAL" clId="{95236B5A-45DD-4DCA-AFC9-4BC86E0EBD9D}" dt="2024-01-07T11:30:05.581" v="661" actId="20577"/>
          <ac:spMkLst>
            <pc:docMk/>
            <pc:sldMk cId="677512958" sldId="259"/>
            <ac:spMk id="2" creationId="{627D21B9-7BDF-4DD3-710C-A22C20D08E32}"/>
          </ac:spMkLst>
        </pc:spChg>
        <pc:spChg chg="mod">
          <ac:chgData name="KOUPIL Jan" userId="e926d9f2-b86a-408f-b8de-77ef0706564a" providerId="ADAL" clId="{95236B5A-45DD-4DCA-AFC9-4BC86E0EBD9D}" dt="2024-01-07T12:10:42.799" v="773" actId="6549"/>
          <ac:spMkLst>
            <pc:docMk/>
            <pc:sldMk cId="677512958" sldId="259"/>
            <ac:spMk id="3" creationId="{9F97D6B1-6946-4A05-067C-50CD2BB3FC0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DC24-F5FB-4E99-B1E1-C7410518EAE7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8958-7860-4ECA-9FDF-7F6B95565D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94310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DC24-F5FB-4E99-B1E1-C7410518EAE7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8958-7860-4ECA-9FDF-7F6B95565D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186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DC24-F5FB-4E99-B1E1-C7410518EAE7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8958-7860-4ECA-9FDF-7F6B95565D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43650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DC24-F5FB-4E99-B1E1-C7410518EAE7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8958-7860-4ECA-9FDF-7F6B95565D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1203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DC24-F5FB-4E99-B1E1-C7410518EAE7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8958-7860-4ECA-9FDF-7F6B95565D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6455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DC24-F5FB-4E99-B1E1-C7410518EAE7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8958-7860-4ECA-9FDF-7F6B95565D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0429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DC24-F5FB-4E99-B1E1-C7410518EAE7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8958-7860-4ECA-9FDF-7F6B95565D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882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DC24-F5FB-4E99-B1E1-C7410518EAE7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8958-7860-4ECA-9FDF-7F6B95565D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19643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8958-7860-4ECA-9FDF-7F6B95565D9E}" type="slidenum">
              <a:rPr lang="cs-CZ" smtClean="0"/>
              <a:t>‹#›</a:t>
            </a:fld>
            <a:endParaRPr lang="cs-C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DC24-F5FB-4E99-B1E1-C7410518EAE7}" type="datetimeFigureOut">
              <a:rPr lang="cs-CZ" smtClean="0"/>
              <a:t>10.01.2024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5009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DC24-F5FB-4E99-B1E1-C7410518EAE7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8958-7860-4ECA-9FDF-7F6B95565D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2615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DC24-F5FB-4E99-B1E1-C7410518EAE7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8958-7860-4ECA-9FDF-7F6B95565D9E}" type="slidenum">
              <a:rPr lang="cs-CZ" smtClean="0"/>
              <a:t>‹#›</a:t>
            </a:fld>
            <a:endParaRPr lang="cs-CZ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268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DC24-F5FB-4E99-B1E1-C7410518EAE7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8958-7860-4ECA-9FDF-7F6B95565D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33219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DC24-F5FB-4E99-B1E1-C7410518EAE7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8958-7860-4ECA-9FDF-7F6B95565D9E}" type="slidenum">
              <a:rPr lang="cs-CZ" smtClean="0"/>
              <a:t>‹#›</a:t>
            </a:fld>
            <a:endParaRPr lang="cs-CZ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0551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DC24-F5FB-4E99-B1E1-C7410518EAE7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8958-7860-4ECA-9FDF-7F6B95565D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336329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DC24-F5FB-4E99-B1E1-C7410518EAE7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8958-7860-4ECA-9FDF-7F6B95565D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96574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DC24-F5FB-4E99-B1E1-C7410518EAE7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08958-7860-4ECA-9FDF-7F6B95565D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11515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7DC24-F5FB-4E99-B1E1-C7410518EAE7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108958-7860-4ECA-9FDF-7F6B95565D9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80033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eplit.com/@JanKoupil/Overloadingindexers" TargetMode="External"/><Relationship Id="rId2" Type="http://schemas.openxmlformats.org/officeDocument/2006/relationships/hyperlink" Target="https://replit.com/@JanKoupil/Overloading-methods#main.c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earn.microsoft.com/en-us/dotnet/csharp/language-reference/operators/operator-overloading" TargetMode="External"/><Relationship Id="rId4" Type="http://schemas.openxmlformats.org/officeDocument/2006/relationships/hyperlink" Target="https://replit.com/@JanKoupil/Overloadingoperator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50C1C-8490-3FB0-B6CB-C6954493E4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err="1"/>
              <a:t>Overloading</a:t>
            </a:r>
            <a:endParaRPr lang="cs-C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CF4E63-8278-B48B-A1E8-E29CC02F1A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(Přetěžování)</a:t>
            </a:r>
          </a:p>
        </p:txBody>
      </p:sp>
    </p:spTree>
    <p:extLst>
      <p:ext uri="{BB962C8B-B14F-4D97-AF65-F5344CB8AC3E}">
        <p14:creationId xmlns:p14="http://schemas.microsoft.com/office/powerpoint/2010/main" val="4252664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B52A6-892C-5CED-B1D3-F99FF624C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Volitelné parametry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449089B-8B1D-F56A-B27F-2E568BC3863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09575" y="1431534"/>
            <a:ext cx="3762184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static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void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Main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string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[]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args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bool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[,] map =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{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{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true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false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true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},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{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false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true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true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},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{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true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false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false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},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};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DisplayMap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(map);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DisplayMap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(map,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"X"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DisplayMap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(map,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"██"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  "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DisplayMap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(map,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falseSymbol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202020"/>
                </a:solidFill>
                <a:effectLst/>
                <a:latin typeface="JetBrains Mono"/>
              </a:rPr>
              <a:t>: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"."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  <a:t>//lze i pro povinné parametry</a:t>
            </a:r>
            <a:br>
              <a:rPr kumimoji="0" lang="cs-CZ" altLang="cs-CZ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</a:br>
            <a:br>
              <a:rPr kumimoji="0" lang="cs-CZ" altLang="cs-CZ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</a:t>
            </a:r>
            <a:endParaRPr kumimoji="0" lang="cs-CZ" altLang="cs-CZ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3254893-1CFA-FBD7-6DDE-A9E05B9922F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163593" y="1413065"/>
            <a:ext cx="8028407" cy="341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static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void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DisplayMap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bool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[,] map,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string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trueSymbol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=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"#"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string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falseSymbol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=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"-"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for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y =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0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; y &lt;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map.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GetLength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1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); y++)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{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for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x =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0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; x &lt;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map.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GetLength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0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); x++)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{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   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Console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.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Write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(map[y, x]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202020"/>
                </a:solidFill>
                <a:effectLst/>
                <a:latin typeface="JetBrains Mono"/>
              </a:rPr>
              <a:t>?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trueSymbol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202020"/>
                </a:solidFill>
                <a:effectLst/>
                <a:latin typeface="JetBrains Mono"/>
              </a:rPr>
              <a:t>: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falseSymbol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}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Console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.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WriteLine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();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}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Console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.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WriteLine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();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</a:t>
            </a:r>
            <a:endParaRPr kumimoji="0" lang="cs-CZ" altLang="cs-CZ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113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9D7BC-F12C-E0EF-781C-96926BF7C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090929" cy="1320800"/>
          </a:xfrm>
        </p:spPr>
        <p:txBody>
          <a:bodyPr>
            <a:normAutofit/>
          </a:bodyPr>
          <a:lstStyle/>
          <a:p>
            <a:r>
              <a:rPr lang="cs-CZ" dirty="0"/>
              <a:t>Přetížení metody </a:t>
            </a:r>
            <a:br>
              <a:rPr lang="cs-CZ" dirty="0"/>
            </a:br>
            <a:r>
              <a:rPr lang="cs-CZ" sz="2000" dirty="0"/>
              <a:t>– volání stejné metody s různou sadou parametrů</a:t>
            </a:r>
            <a:endParaRPr lang="cs-CZ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F7892A3-D08B-B8A5-04FE-5D5911A8B0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700319"/>
            <a:ext cx="5651277" cy="48013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static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PlusMethod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x,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y)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return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x + y;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static double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PlusMethod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double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x,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double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y)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return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x + y;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static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void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Main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string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[]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949494"/>
                </a:solidFill>
                <a:effectLst/>
                <a:latin typeface="JetBrains Mono"/>
              </a:rPr>
              <a:t>args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myNum1 =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PlusMethod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8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5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double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myNum2 =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PlusMethod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4.3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6.26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Console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.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WriteLine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Int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: "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+ myNum1);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Console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.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WriteLine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"Double: "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+ myNum2);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</a:t>
            </a:r>
            <a:endParaRPr kumimoji="0" lang="cs-CZ" altLang="cs-CZ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DE53DF-E848-6127-5B06-2DC43F70AD09}"/>
              </a:ext>
            </a:extLst>
          </p:cNvPr>
          <p:cNvSpPr txBox="1"/>
          <p:nvPr/>
        </p:nvSpPr>
        <p:spPr>
          <a:xfrm>
            <a:off x="6096000" y="3152273"/>
            <a:ext cx="41268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Pozor, jde jen o typy, názvy proměnných </a:t>
            </a:r>
            <a:r>
              <a:rPr lang="cs-CZ" dirty="0" err="1"/>
              <a:t>nehrajou</a:t>
            </a:r>
            <a:r>
              <a:rPr lang="cs-CZ" dirty="0"/>
              <a:t> roli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Obě (všechny) implementace by měly dělat v zásadě totéž, ne </a:t>
            </a:r>
            <a:r>
              <a:rPr lang="cs-CZ"/>
              <a:t>něco úplně jiného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37608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D21B9-7BDF-4DD3-710C-A22C20D08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Složitější ukázky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7D6B1-6946-4A05-067C-50CD2BB3F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Třída se dvěma konstruktory, dvojím způsobem práce se souřadnicemi</a:t>
            </a:r>
          </a:p>
          <a:p>
            <a:pPr marL="0" indent="0">
              <a:buNone/>
            </a:pPr>
            <a:r>
              <a:rPr lang="cs-CZ" dirty="0">
                <a:hlinkClick r:id="rId2"/>
              </a:rPr>
              <a:t>https://replit.com/@JanKoupil/Overloading-methods#main.cs</a:t>
            </a:r>
            <a:r>
              <a:rPr lang="cs-CZ" dirty="0"/>
              <a:t> </a:t>
            </a:r>
          </a:p>
          <a:p>
            <a:r>
              <a:rPr lang="cs-CZ" dirty="0"/>
              <a:t>Přetížit lze i </a:t>
            </a:r>
            <a:r>
              <a:rPr lang="cs-CZ" dirty="0" err="1"/>
              <a:t>indexer</a:t>
            </a:r>
            <a:r>
              <a:rPr lang="cs-CZ" dirty="0"/>
              <a:t> ([] jako pole…)</a:t>
            </a:r>
          </a:p>
          <a:p>
            <a:pPr marL="0" indent="0">
              <a:buNone/>
            </a:pPr>
            <a:r>
              <a:rPr lang="cs-CZ" dirty="0">
                <a:hlinkClick r:id="rId3"/>
              </a:rPr>
              <a:t>https://replit.com/@JanKoupil/Overloadingindexers</a:t>
            </a:r>
            <a:endParaRPr lang="cs-CZ" dirty="0"/>
          </a:p>
          <a:p>
            <a:r>
              <a:rPr lang="cs-CZ" dirty="0"/>
              <a:t>Přetěžovat můžeme také operátory</a:t>
            </a:r>
          </a:p>
          <a:p>
            <a:pPr marL="0" indent="0">
              <a:buNone/>
            </a:pPr>
            <a:r>
              <a:rPr lang="cs-CZ" dirty="0">
                <a:hlinkClick r:id="rId4"/>
              </a:rPr>
              <a:t>https://replit.com/@JanKoupil/Overloadingoperators</a:t>
            </a:r>
            <a:endParaRPr lang="cs-CZ" dirty="0"/>
          </a:p>
          <a:p>
            <a:endParaRPr lang="cs-CZ" dirty="0"/>
          </a:p>
          <a:p>
            <a:pPr marL="0" indent="0">
              <a:buNone/>
            </a:pPr>
            <a:r>
              <a:rPr lang="cs-CZ" dirty="0">
                <a:hlinkClick r:id="rId5"/>
              </a:rPr>
              <a:t>https://learn.microsoft.com/en-us/dotnet/csharp/language-reference/operators/operator-overloading</a:t>
            </a: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7751295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118</TotalTime>
  <Words>415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JetBrains Mono</vt:lpstr>
      <vt:lpstr>Trebuchet MS</vt:lpstr>
      <vt:lpstr>Wingdings 3</vt:lpstr>
      <vt:lpstr>Facet</vt:lpstr>
      <vt:lpstr>Overloading</vt:lpstr>
      <vt:lpstr>Volitelné parametry</vt:lpstr>
      <vt:lpstr>Přetížení metody  – volání stejné metody s různou sadou parametrů</vt:lpstr>
      <vt:lpstr>Složitější ukázky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Overloading</dc:title>
  <dc:creator>KOUPIL Jan</dc:creator>
  <cp:lastModifiedBy>KOUPIL Jan</cp:lastModifiedBy>
  <cp:revision>1</cp:revision>
  <dcterms:created xsi:type="dcterms:W3CDTF">2024-01-07T10:22:51Z</dcterms:created>
  <dcterms:modified xsi:type="dcterms:W3CDTF">2024-01-10T07:46:17Z</dcterms:modified>
</cp:coreProperties>
</file>