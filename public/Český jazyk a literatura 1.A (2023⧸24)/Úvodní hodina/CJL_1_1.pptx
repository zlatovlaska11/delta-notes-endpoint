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"/>
  </p:notesMasterIdLst>
  <p:handoutMasterIdLst>
    <p:handoutMasterId r:id="rId7"/>
  </p:handoutMasterIdLst>
  <p:sldIdLst>
    <p:sldId id="259" r:id="rId2"/>
    <p:sldId id="260" r:id="rId3"/>
    <p:sldId id="261" r:id="rId4"/>
    <p:sldId id="263" r:id="rId5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25D050-C801-4628-ADF7-6ED157E08238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CD4EA53-498C-428D-8FD9-F6FF237B53B9}" type="datetime1">
              <a:rPr lang="cs-CZ" smtClean="0"/>
              <a:t>31.08.2023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56867BC-0E9D-4F89-BC21-766AAB95086C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13B021-2D5C-4D9D-B959-C772AFC136FC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>
            <a:normAutofit/>
          </a:bodyPr>
          <a:lstStyle>
            <a:lvl1pPr algn="ctr">
              <a:defRPr sz="3800" b="0" cap="none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2C0A91-345C-4A5D-800D-BF0E9599DE04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27DDE6-DA6E-42F0-8DED-75D2FF648B37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rázek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Obrázek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80492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c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804921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c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7F5536-1403-400D-BA43-A88378A5C1F0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F4C349-8580-408E-9B4B-FA734BC3B730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2EB5F0-BC18-4F1F-9FD2-0BF01D685803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BB99A1-67F5-4ED2-9DBF-F0074F3FD041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" dirty="0"/>
              <a:t>Po kliknutí na ikonu můžete přidat 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52BCA1-3391-4E89-8A64-D51A93858772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ázek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95011A-5D29-437B-8827-25F0B60013F0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 a titul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4F81F2-D2BF-41F8-B00D-C51363EBAE24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Zástupný symbol pro text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4F4DA2-DC85-4C04-BA9B-3FE3385DD2CF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ové pole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" sz="8000">
                <a:solidFill>
                  <a:schemeClr val="tx1"/>
                </a:solidFill>
                <a:effectLst/>
              </a:rPr>
              <a:t>„</a:t>
            </a:r>
          </a:p>
        </p:txBody>
      </p:sp>
      <p:sp>
        <p:nvSpPr>
          <p:cNvPr id="13" name="Textové pole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cs" sz="8000">
                <a:solidFill>
                  <a:schemeClr val="tx1"/>
                </a:solidFill>
                <a:effectLst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DA38B2-F8CA-4822-8F52-56ECB7D43025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dpis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Zástupný symbol pro text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text 3"/>
          <p:cNvSpPr>
            <a:spLocks noGrp="1"/>
          </p:cNvSpPr>
          <p:nvPr>
            <p:ph type="body" sz="half" idx="15" hasCustomPrompt="1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" dirty="0"/>
              <a:t>Kliknutím můžete upravit styly předlohy textu.</a:t>
            </a:r>
          </a:p>
        </p:txBody>
      </p:sp>
      <p:sp>
        <p:nvSpPr>
          <p:cNvPr id="9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10" name="Zástupný symbol pro text 3"/>
          <p:cNvSpPr>
            <a:spLocks noGrp="1"/>
          </p:cNvSpPr>
          <p:nvPr>
            <p:ph type="body" sz="half" idx="16" hasCustomPrompt="1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" dirty="0"/>
              <a:t>Kliknutím můžete upravit styly předlohy textu.</a:t>
            </a:r>
          </a:p>
        </p:txBody>
      </p:sp>
      <p:sp>
        <p:nvSpPr>
          <p:cNvPr id="11" name="Zástupný symbol pro text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12" name="Zástupný symbol pro text 3"/>
          <p:cNvSpPr>
            <a:spLocks noGrp="1"/>
          </p:cNvSpPr>
          <p:nvPr>
            <p:ph type="body" sz="half" idx="17" hasCustomPrompt="1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" dirty="0"/>
              <a:t>Kliknutím můžete upravit styly předlohy textu.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EAD09-7C99-4E15-A291-94C8CF631FBA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Obrázek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Obrázek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Nadpis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Zástupný symbol pro text 2"/>
          <p:cNvSpPr>
            <a:spLocks noGrp="1"/>
          </p:cNvSpPr>
          <p:nvPr>
            <p:ph type="body" idx="1"/>
          </p:nvPr>
        </p:nvSpPr>
        <p:spPr>
          <a:xfrm>
            <a:off x="913795" y="3875613"/>
            <a:ext cx="3300984" cy="60475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obrázku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" dirty="0"/>
              <a:t>Po kliknutí na ikonu můžete přidat</a:t>
            </a:r>
            <a:r>
              <a:rPr lang="en-US" dirty="0"/>
              <a:t> </a:t>
            </a:r>
            <a:r>
              <a:rPr lang="cs" dirty="0"/>
              <a:t>obrázek.</a:t>
            </a:r>
            <a:endParaRPr lang="en-US" dirty="0"/>
          </a:p>
        </p:txBody>
      </p:sp>
      <p:sp>
        <p:nvSpPr>
          <p:cNvPr id="21" name="Zástupný symbol pro text 3"/>
          <p:cNvSpPr>
            <a:spLocks noGrp="1"/>
          </p:cNvSpPr>
          <p:nvPr>
            <p:ph type="body" sz="half" idx="18" hasCustomPrompt="1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" dirty="0"/>
              <a:t>Kliknutím můžete upravit styly předlohy textu.</a:t>
            </a:r>
          </a:p>
        </p:txBody>
      </p:sp>
      <p:sp>
        <p:nvSpPr>
          <p:cNvPr id="22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442788" y="3875613"/>
            <a:ext cx="3300984" cy="60475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23" name="Zástupný symbol obrázku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" dirty="0"/>
              <a:t>Po kliknutí na ikonu můžete přidat</a:t>
            </a:r>
            <a:r>
              <a:rPr lang="en-US" dirty="0"/>
              <a:t> </a:t>
            </a:r>
            <a:r>
              <a:rPr lang="cs" dirty="0"/>
              <a:t>obrázek.</a:t>
            </a:r>
            <a:endParaRPr lang="en-US" dirty="0"/>
          </a:p>
        </p:txBody>
      </p:sp>
      <p:sp>
        <p:nvSpPr>
          <p:cNvPr id="24" name="Zástupný symbol pro text 3"/>
          <p:cNvSpPr>
            <a:spLocks noGrp="1"/>
          </p:cNvSpPr>
          <p:nvPr>
            <p:ph type="body" sz="half" idx="19" hasCustomPrompt="1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" dirty="0"/>
              <a:t>Kliknutím můžete upravit styly předlohy textu.</a:t>
            </a:r>
          </a:p>
        </p:txBody>
      </p:sp>
      <p:sp>
        <p:nvSpPr>
          <p:cNvPr id="25" name="Zástupný symbol pro text 4"/>
          <p:cNvSpPr>
            <a:spLocks noGrp="1"/>
          </p:cNvSpPr>
          <p:nvPr>
            <p:ph type="body" sz="quarter" idx="13"/>
          </p:nvPr>
        </p:nvSpPr>
        <p:spPr>
          <a:xfrm>
            <a:off x="7966697" y="3875613"/>
            <a:ext cx="3300984" cy="60475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26" name="Zástupný symbol obrázku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" dirty="0"/>
              <a:t>Po kliknutí na ikonu můžete přidat</a:t>
            </a:r>
            <a:r>
              <a:rPr lang="en-US" dirty="0"/>
              <a:t> </a:t>
            </a:r>
            <a:r>
              <a:rPr lang="cs" dirty="0"/>
              <a:t>obrázek.</a:t>
            </a:r>
            <a:endParaRPr lang="en-US" dirty="0"/>
          </a:p>
        </p:txBody>
      </p:sp>
      <p:sp>
        <p:nvSpPr>
          <p:cNvPr id="27" name="Zástupný symbol pro text 3"/>
          <p:cNvSpPr>
            <a:spLocks noGrp="1"/>
          </p:cNvSpPr>
          <p:nvPr>
            <p:ph type="body" sz="half" idx="20" hasCustomPrompt="1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" dirty="0"/>
              <a:t>Kliknutím můžete upravit styly předlohy</a:t>
            </a:r>
            <a:r>
              <a:rPr lang="en-US" dirty="0"/>
              <a:t> </a:t>
            </a:r>
            <a:r>
              <a:rPr lang="cs" dirty="0"/>
              <a:t>textu.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64BC2D-BC4D-4F39-A2FE-F124D14CB3F5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78E5DF-CEB9-4618-B9F8-988ABD42AD54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705FB9-9FED-4792-A86A-56F42678B6C5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cs" dirty="0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464A038-B4E2-4FEB-9745-09E6AB13AC7D}" type="datetime1">
              <a:rPr lang="cs-CZ" smtClean="0"/>
              <a:t>31.08.2023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rázek obsahující šálek, kávu, jídlo a pití&#10;&#10;Automaticky generovaný popis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cs" sz="7200" dirty="0"/>
              <a:t>Český jazyk a literatura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cs" sz="2800" dirty="0"/>
              <a:t>1. </a:t>
            </a:r>
            <a:r>
              <a:rPr lang="cs" sz="2800"/>
              <a:t>A</a:t>
            </a:r>
            <a:endParaRPr lang="cs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321E0C-C65F-F0FD-DC31-7668054A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hodin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914AA7C-83FC-3F80-2FEB-C9A48C42E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3200" dirty="0"/>
              <a:t>Český jazyk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9486B99-7870-70C2-33B2-8699C389A4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PÁ (1. hodina z dvojbloku)</a:t>
            </a:r>
          </a:p>
          <a:p>
            <a:endParaRPr lang="cs-CZ" sz="2400" dirty="0"/>
          </a:p>
          <a:p>
            <a:r>
              <a:rPr lang="cs-CZ" sz="2400" dirty="0"/>
              <a:t>Jazykověda, pravopis, řeč přímá, nepřímá</a:t>
            </a:r>
          </a:p>
          <a:p>
            <a:r>
              <a:rPr lang="cs-CZ" sz="2400" dirty="0"/>
              <a:t>Sloh: útvary, vypravování, popis, líčení</a:t>
            </a:r>
          </a:p>
          <a:p>
            <a:endParaRPr lang="cs-CZ" sz="2400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B621E9A-0B17-A7FC-E15C-922E9DCA0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3200" dirty="0"/>
              <a:t>Literatura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FEB8092-F21A-6C95-5E8C-051135D7FF4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cs-CZ" sz="2400"/>
              <a:t>PO </a:t>
            </a:r>
            <a:r>
              <a:rPr lang="cs-CZ" sz="2400" dirty="0"/>
              <a:t>+ PÁ (2. z dvojbloku)</a:t>
            </a:r>
          </a:p>
          <a:p>
            <a:endParaRPr lang="cs-CZ" sz="2400" dirty="0"/>
          </a:p>
          <a:p>
            <a:r>
              <a:rPr lang="cs-CZ" sz="2400" dirty="0"/>
              <a:t>Teorie literatury</a:t>
            </a:r>
          </a:p>
          <a:p>
            <a:r>
              <a:rPr lang="cs-CZ" sz="2400" dirty="0"/>
              <a:t>Starověk-Baroko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4716AA6-1128-B13B-B133-009810FA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47F5536-1403-400D-BA43-A88378A5C1F0}" type="datetime1">
              <a:rPr lang="cs-CZ" smtClean="0"/>
              <a:t>31.08.2023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866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321E0C-C65F-F0FD-DC31-7668054A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hodin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914AA7C-83FC-3F80-2FEB-C9A48C42E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3200" dirty="0"/>
              <a:t>Český jazyk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9486B99-7870-70C2-33B2-8699C389A4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Slohová práce: 1x</a:t>
            </a:r>
          </a:p>
          <a:p>
            <a:r>
              <a:rPr lang="cs-CZ" sz="2800" dirty="0"/>
              <a:t>Cvičení: min. 2x</a:t>
            </a:r>
          </a:p>
          <a:p>
            <a:pPr lvl="1"/>
            <a:r>
              <a:rPr lang="cs-CZ" sz="2400" dirty="0"/>
              <a:t>Pravopisná cvičení, jazykové rozbory, slohová cvičení, samostatné práce</a:t>
            </a:r>
          </a:p>
          <a:p>
            <a:endParaRPr lang="cs-CZ" sz="2800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B621E9A-0B17-A7FC-E15C-922E9DCA0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3200" dirty="0"/>
              <a:t>Literatura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FEB8092-F21A-6C95-5E8C-051135D7FF4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Prezentace: 1x</a:t>
            </a:r>
          </a:p>
          <a:p>
            <a:r>
              <a:rPr lang="cs-CZ" sz="2800" dirty="0"/>
              <a:t>Testy: min. 3 za pololetí</a:t>
            </a:r>
          </a:p>
          <a:p>
            <a:r>
              <a:rPr lang="cs-CZ" sz="2800" dirty="0"/>
              <a:t>Aktivita v hodině, zapojení do výuky aj.</a:t>
            </a:r>
          </a:p>
          <a:p>
            <a:endParaRPr lang="cs-CZ" sz="2800" dirty="0"/>
          </a:p>
          <a:p>
            <a:endParaRPr lang="cs-CZ" sz="2800" dirty="0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0C85FAC3-2709-67D5-55E7-5264A011A56D}"/>
              </a:ext>
            </a:extLst>
          </p:cNvPr>
          <p:cNvSpPr txBox="1"/>
          <p:nvPr/>
        </p:nvSpPr>
        <p:spPr>
          <a:xfrm>
            <a:off x="913795" y="5925234"/>
            <a:ext cx="9535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Celková známka z ČJL je průměr známek z literatury a slohového vyučování - ani z jedné části nesmí mít průměr horší než 4.</a:t>
            </a:r>
          </a:p>
        </p:txBody>
      </p:sp>
    </p:spTree>
    <p:extLst>
      <p:ext uri="{BB962C8B-B14F-4D97-AF65-F5344CB8AC3E}">
        <p14:creationId xmlns:p14="http://schemas.microsoft.com/office/powerpoint/2010/main" val="335748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2B514D-7693-7578-6978-FD6C230A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Představování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88491E-1014-4753-036C-635FEB53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1/ Jaké byly hodiny ČJL na ZŠ</a:t>
            </a:r>
          </a:p>
          <a:p>
            <a:r>
              <a:rPr lang="cs-CZ" sz="2800" dirty="0"/>
              <a:t>2/ Co čtu ve volném čase?</a:t>
            </a:r>
          </a:p>
          <a:p>
            <a:r>
              <a:rPr lang="cs-CZ" sz="2800" dirty="0"/>
              <a:t>3/ Jak si představuješ hodiny ČJL na SŠ?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4DD838-234E-2BC0-5E3D-19AF5B80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213B021-2D5C-4D9D-B959-C772AFC136FC}" type="datetime1">
              <a:rPr lang="cs-CZ" smtClean="0"/>
              <a:t>31.08.2023</a:t>
            </a:fld>
            <a:endParaRPr lang="en-US" dirty="0"/>
          </a:p>
        </p:txBody>
      </p:sp>
      <p:pic>
        <p:nvPicPr>
          <p:cNvPr id="6" name="Grafický objekt 5" descr="Kousky puzzle obrys">
            <a:extLst>
              <a:ext uri="{FF2B5EF4-FFF2-40B4-BE49-F238E27FC236}">
                <a16:creationId xmlns:a16="http://schemas.microsoft.com/office/drawing/2014/main" id="{356D5D0E-14F1-DF85-18B6-C710EB206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8973" y="2246790"/>
            <a:ext cx="2628901" cy="26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22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01_TF12214701" id="{E4309887-2DD9-4937-8DA8-21ADCBEFF020}" vid="{D9CC545D-1AD7-4809-B3B7-29AAB88583BF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{2304E2BF-3318-4275-BE6A-B9A6591AB63E}tf12214701_win32</Template>
  <TotalTime>25</TotalTime>
  <Words>146</Words>
  <Application>Microsoft Office PowerPoint</Application>
  <PresentationFormat>Širokoúhlá obrazovka</PresentationFormat>
  <Paragraphs>29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9" baseType="lpstr">
      <vt:lpstr>Calibri</vt:lpstr>
      <vt:lpstr>Goudy Old Style</vt:lpstr>
      <vt:lpstr>Times New Roman</vt:lpstr>
      <vt:lpstr>Wingdings 2</vt:lpstr>
      <vt:lpstr>SlateVTI</vt:lpstr>
      <vt:lpstr>Český jazyk a literatura</vt:lpstr>
      <vt:lpstr>Rozdělení hodin</vt:lpstr>
      <vt:lpstr>Rozdělení hodin</vt:lpstr>
      <vt:lpstr>Představování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Český jazyk a literatura</dc:title>
  <dc:creator>Dana Brandejská</dc:creator>
  <cp:lastModifiedBy>Dana Brandejská</cp:lastModifiedBy>
  <cp:revision>11</cp:revision>
  <dcterms:created xsi:type="dcterms:W3CDTF">2023-08-31T08:39:25Z</dcterms:created>
  <dcterms:modified xsi:type="dcterms:W3CDTF">2023-08-31T09:09:25Z</dcterms:modified>
</cp:coreProperties>
</file>