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60" r:id="rId4"/>
    <p:sldId id="261" r:id="rId5"/>
    <p:sldId id="262" r:id="rId6"/>
    <p:sldId id="264" r:id="rId7"/>
    <p:sldId id="263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653" autoAdjust="0"/>
  </p:normalViewPr>
  <p:slideViewPr>
    <p:cSldViewPr snapToGrid="0">
      <p:cViewPr varScale="1">
        <p:scale>
          <a:sx n="69" d="100"/>
          <a:sy n="69" d="100"/>
        </p:scale>
        <p:origin x="12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B3C23A-62CE-4C90-888A-D318B9CB3C75}" type="datetimeFigureOut">
              <a:rPr lang="cs-CZ" smtClean="0"/>
              <a:t>18.09.2023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D98198-E9CF-4AD6-AC96-6A0D5001F3B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75095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Poezie – má formu verše a jedná se o řeč vázanou, která byla původně určena k přednesu, takže je výrazně rytmizovaná; váže se k lyrice </a:t>
            </a:r>
          </a:p>
          <a:p>
            <a:endParaRPr lang="cs-CZ" dirty="0"/>
          </a:p>
          <a:p>
            <a:r>
              <a:rPr lang="cs-CZ" dirty="0"/>
              <a:t>Próza – zahrnuje neveršované texty narativního typu, takže se pojí s epikou; člení se na vyprávění, monolog, dialog a popis; může být řečnická, odborná, žurnalistická, dokumentární, umělecká 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98198-E9CF-4AD6-AC96-6A0D5001F3BD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19606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Kde: lyrika</a:t>
            </a:r>
          </a:p>
          <a:p>
            <a:r>
              <a:rPr lang="cs-CZ" dirty="0"/>
              <a:t>Werich: epika</a:t>
            </a:r>
            <a:br>
              <a:rPr lang="cs-CZ" dirty="0"/>
            </a:br>
            <a:r>
              <a:rPr lang="cs-CZ" dirty="0"/>
              <a:t>Švanda dudák: drama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98198-E9CF-4AD6-AC96-6A0D5001F3BD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2457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Kramář. Píseň: epika</a:t>
            </a:r>
          </a:p>
          <a:p>
            <a:r>
              <a:rPr lang="cs-CZ" dirty="0"/>
              <a:t>Záskok: monolog (drama)</a:t>
            </a:r>
          </a:p>
          <a:p>
            <a:r>
              <a:rPr lang="cs-CZ" dirty="0"/>
              <a:t>Pohádka máje: lyrika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98198-E9CF-4AD6-AC96-6A0D5001F3BD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7181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Balada</a:t>
            </a:r>
            <a:r>
              <a:rPr lang="cs-CZ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je lyricko-epický veršovaný útvar mnohdy s ponurým dějem, ovšem i šťastným, oslavným a většinou nešťastným, někdy až tragickým koncem.</a:t>
            </a:r>
          </a:p>
          <a:p>
            <a:r>
              <a:rPr lang="cs-CZ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Romance: </a:t>
            </a:r>
            <a:r>
              <a:rPr lang="cs-CZ" b="0" i="0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yricko</a:t>
            </a:r>
            <a:r>
              <a:rPr lang="cs-CZ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-epická báseň, většinou o lásce (nejenom mezi lidmi, ale i k vlasti, národu, atd). Na rozdíl od balad nemá pochmurný konec</a:t>
            </a:r>
          </a:p>
          <a:p>
            <a:r>
              <a:rPr lang="cs-CZ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Poema: rozsáhlejší lyricko-epická veršovaná skladba skládající se obvykle z několika zpěvů. 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Typickým rysem je </a:t>
            </a:r>
            <a:r>
              <a:rPr lang="cs-CZ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roztříštěná kompozice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děj tak bývá potlačen na úkor líčení pocitů, dojmů a nálad. 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98198-E9CF-4AD6-AC96-6A0D5001F3BD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3754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Ostrava: lyricko-epická báseň</a:t>
            </a:r>
          </a:p>
          <a:p>
            <a:r>
              <a:rPr lang="cs-CZ" dirty="0"/>
              <a:t>balada – veršovaný útvar spjatý s lidovou slovesností, pochmurný charakter, tragické motivy, hutnost děje – příběh předáván v obrazech, symbolika čísel, vztah viny a trestu </a:t>
            </a:r>
          </a:p>
          <a:p>
            <a:r>
              <a:rPr lang="cs-CZ" dirty="0"/>
              <a:t>romance – původně středověká rozmarná báseň, typická pro jižní (románské) kulturu; milostný příběh 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98198-E9CF-4AD6-AC96-6A0D5001F3BD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2107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jednotlivé rysy, které určují žánr, např. typické postavy, kompozice, název nebo modelový čtenář; neexistuje nic jako čistý žánr, vždy dochází k míšení (typické pro postmodernu) 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98198-E9CF-4AD6-AC96-6A0D5001F3BD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97954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4FFECA-0832-4FE3-B587-054A0F2D8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3F02A57-B609-0A7C-3676-E97713E94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0257" y="864911"/>
            <a:ext cx="9031484" cy="3467282"/>
          </a:xfrm>
        </p:spPr>
        <p:txBody>
          <a:bodyPr anchor="b">
            <a:normAutofit/>
          </a:bodyPr>
          <a:lstStyle/>
          <a:p>
            <a:r>
              <a:rPr lang="cs-CZ" sz="8000" dirty="0"/>
              <a:t>literární druhy a žánry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5858E6-5C0F-4AAE-A1AC-29BA07FFE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0707"/>
            <a:ext cx="12192000" cy="1787292"/>
          </a:xfrm>
          <a:custGeom>
            <a:avLst/>
            <a:gdLst>
              <a:gd name="connsiteX0" fmla="*/ 619389 w 12192000"/>
              <a:gd name="connsiteY0" fmla="*/ 0 h 1787292"/>
              <a:gd name="connsiteX1" fmla="*/ 687652 w 12192000"/>
              <a:gd name="connsiteY1" fmla="*/ 3175 h 1787292"/>
              <a:gd name="connsiteX2" fmla="*/ 747977 w 12192000"/>
              <a:gd name="connsiteY2" fmla="*/ 9525 h 1787292"/>
              <a:gd name="connsiteX3" fmla="*/ 800364 w 12192000"/>
              <a:gd name="connsiteY3" fmla="*/ 20637 h 1787292"/>
              <a:gd name="connsiteX4" fmla="*/ 846402 w 12192000"/>
              <a:gd name="connsiteY4" fmla="*/ 36512 h 1787292"/>
              <a:gd name="connsiteX5" fmla="*/ 887677 w 12192000"/>
              <a:gd name="connsiteY5" fmla="*/ 52387 h 1787292"/>
              <a:gd name="connsiteX6" fmla="*/ 924189 w 12192000"/>
              <a:gd name="connsiteY6" fmla="*/ 68262 h 1787292"/>
              <a:gd name="connsiteX7" fmla="*/ 962289 w 12192000"/>
              <a:gd name="connsiteY7" fmla="*/ 87312 h 1787292"/>
              <a:gd name="connsiteX8" fmla="*/ 1000389 w 12192000"/>
              <a:gd name="connsiteY8" fmla="*/ 106362 h 1787292"/>
              <a:gd name="connsiteX9" fmla="*/ 1036902 w 12192000"/>
              <a:gd name="connsiteY9" fmla="*/ 125412 h 1787292"/>
              <a:gd name="connsiteX10" fmla="*/ 1078177 w 12192000"/>
              <a:gd name="connsiteY10" fmla="*/ 141287 h 1787292"/>
              <a:gd name="connsiteX11" fmla="*/ 1124214 w 12192000"/>
              <a:gd name="connsiteY11" fmla="*/ 155575 h 1787292"/>
              <a:gd name="connsiteX12" fmla="*/ 1176602 w 12192000"/>
              <a:gd name="connsiteY12" fmla="*/ 166687 h 1787292"/>
              <a:gd name="connsiteX13" fmla="*/ 1236927 w 12192000"/>
              <a:gd name="connsiteY13" fmla="*/ 174625 h 1787292"/>
              <a:gd name="connsiteX14" fmla="*/ 1305189 w 12192000"/>
              <a:gd name="connsiteY14" fmla="*/ 176212 h 1787292"/>
              <a:gd name="connsiteX15" fmla="*/ 1373452 w 12192000"/>
              <a:gd name="connsiteY15" fmla="*/ 174625 h 1787292"/>
              <a:gd name="connsiteX16" fmla="*/ 1433777 w 12192000"/>
              <a:gd name="connsiteY16" fmla="*/ 166687 h 1787292"/>
              <a:gd name="connsiteX17" fmla="*/ 1486164 w 12192000"/>
              <a:gd name="connsiteY17" fmla="*/ 155575 h 1787292"/>
              <a:gd name="connsiteX18" fmla="*/ 1532202 w 12192000"/>
              <a:gd name="connsiteY18" fmla="*/ 141287 h 1787292"/>
              <a:gd name="connsiteX19" fmla="*/ 1573477 w 12192000"/>
              <a:gd name="connsiteY19" fmla="*/ 125412 h 1787292"/>
              <a:gd name="connsiteX20" fmla="*/ 1609989 w 12192000"/>
              <a:gd name="connsiteY20" fmla="*/ 106362 h 1787292"/>
              <a:gd name="connsiteX21" fmla="*/ 1648089 w 12192000"/>
              <a:gd name="connsiteY21" fmla="*/ 87312 h 1787292"/>
              <a:gd name="connsiteX22" fmla="*/ 1686189 w 12192000"/>
              <a:gd name="connsiteY22" fmla="*/ 68262 h 1787292"/>
              <a:gd name="connsiteX23" fmla="*/ 1722702 w 12192000"/>
              <a:gd name="connsiteY23" fmla="*/ 52387 h 1787292"/>
              <a:gd name="connsiteX24" fmla="*/ 1763977 w 12192000"/>
              <a:gd name="connsiteY24" fmla="*/ 36512 h 1787292"/>
              <a:gd name="connsiteX25" fmla="*/ 1810014 w 12192000"/>
              <a:gd name="connsiteY25" fmla="*/ 20637 h 1787292"/>
              <a:gd name="connsiteX26" fmla="*/ 1862402 w 12192000"/>
              <a:gd name="connsiteY26" fmla="*/ 9525 h 1787292"/>
              <a:gd name="connsiteX27" fmla="*/ 1922727 w 12192000"/>
              <a:gd name="connsiteY27" fmla="*/ 3175 h 1787292"/>
              <a:gd name="connsiteX28" fmla="*/ 1990989 w 12192000"/>
              <a:gd name="connsiteY28" fmla="*/ 0 h 1787292"/>
              <a:gd name="connsiteX29" fmla="*/ 2059252 w 12192000"/>
              <a:gd name="connsiteY29" fmla="*/ 3175 h 1787292"/>
              <a:gd name="connsiteX30" fmla="*/ 2119577 w 12192000"/>
              <a:gd name="connsiteY30" fmla="*/ 9525 h 1787292"/>
              <a:gd name="connsiteX31" fmla="*/ 2171964 w 12192000"/>
              <a:gd name="connsiteY31" fmla="*/ 20637 h 1787292"/>
              <a:gd name="connsiteX32" fmla="*/ 2218002 w 12192000"/>
              <a:gd name="connsiteY32" fmla="*/ 36512 h 1787292"/>
              <a:gd name="connsiteX33" fmla="*/ 2259277 w 12192000"/>
              <a:gd name="connsiteY33" fmla="*/ 52387 h 1787292"/>
              <a:gd name="connsiteX34" fmla="*/ 2295789 w 12192000"/>
              <a:gd name="connsiteY34" fmla="*/ 68262 h 1787292"/>
              <a:gd name="connsiteX35" fmla="*/ 2333889 w 12192000"/>
              <a:gd name="connsiteY35" fmla="*/ 87312 h 1787292"/>
              <a:gd name="connsiteX36" fmla="*/ 2371989 w 12192000"/>
              <a:gd name="connsiteY36" fmla="*/ 106362 h 1787292"/>
              <a:gd name="connsiteX37" fmla="*/ 2408502 w 12192000"/>
              <a:gd name="connsiteY37" fmla="*/ 125412 h 1787292"/>
              <a:gd name="connsiteX38" fmla="*/ 2449777 w 12192000"/>
              <a:gd name="connsiteY38" fmla="*/ 141287 h 1787292"/>
              <a:gd name="connsiteX39" fmla="*/ 2495814 w 12192000"/>
              <a:gd name="connsiteY39" fmla="*/ 155575 h 1787292"/>
              <a:gd name="connsiteX40" fmla="*/ 2548202 w 12192000"/>
              <a:gd name="connsiteY40" fmla="*/ 166687 h 1787292"/>
              <a:gd name="connsiteX41" fmla="*/ 2608527 w 12192000"/>
              <a:gd name="connsiteY41" fmla="*/ 174625 h 1787292"/>
              <a:gd name="connsiteX42" fmla="*/ 2676789 w 12192000"/>
              <a:gd name="connsiteY42" fmla="*/ 176212 h 1787292"/>
              <a:gd name="connsiteX43" fmla="*/ 2745052 w 12192000"/>
              <a:gd name="connsiteY43" fmla="*/ 174625 h 1787292"/>
              <a:gd name="connsiteX44" fmla="*/ 2805377 w 12192000"/>
              <a:gd name="connsiteY44" fmla="*/ 166687 h 1787292"/>
              <a:gd name="connsiteX45" fmla="*/ 2857764 w 12192000"/>
              <a:gd name="connsiteY45" fmla="*/ 155575 h 1787292"/>
              <a:gd name="connsiteX46" fmla="*/ 2903802 w 12192000"/>
              <a:gd name="connsiteY46" fmla="*/ 141287 h 1787292"/>
              <a:gd name="connsiteX47" fmla="*/ 2945077 w 12192000"/>
              <a:gd name="connsiteY47" fmla="*/ 125412 h 1787292"/>
              <a:gd name="connsiteX48" fmla="*/ 2981589 w 12192000"/>
              <a:gd name="connsiteY48" fmla="*/ 106362 h 1787292"/>
              <a:gd name="connsiteX49" fmla="*/ 3019689 w 12192000"/>
              <a:gd name="connsiteY49" fmla="*/ 87312 h 1787292"/>
              <a:gd name="connsiteX50" fmla="*/ 3057789 w 12192000"/>
              <a:gd name="connsiteY50" fmla="*/ 68262 h 1787292"/>
              <a:gd name="connsiteX51" fmla="*/ 3094302 w 12192000"/>
              <a:gd name="connsiteY51" fmla="*/ 52387 h 1787292"/>
              <a:gd name="connsiteX52" fmla="*/ 3135577 w 12192000"/>
              <a:gd name="connsiteY52" fmla="*/ 36512 h 1787292"/>
              <a:gd name="connsiteX53" fmla="*/ 3181614 w 12192000"/>
              <a:gd name="connsiteY53" fmla="*/ 20637 h 1787292"/>
              <a:gd name="connsiteX54" fmla="*/ 3234002 w 12192000"/>
              <a:gd name="connsiteY54" fmla="*/ 9525 h 1787292"/>
              <a:gd name="connsiteX55" fmla="*/ 3294327 w 12192000"/>
              <a:gd name="connsiteY55" fmla="*/ 3175 h 1787292"/>
              <a:gd name="connsiteX56" fmla="*/ 3361002 w 12192000"/>
              <a:gd name="connsiteY56" fmla="*/ 0 h 1787292"/>
              <a:gd name="connsiteX57" fmla="*/ 3430852 w 12192000"/>
              <a:gd name="connsiteY57" fmla="*/ 3175 h 1787292"/>
              <a:gd name="connsiteX58" fmla="*/ 3491177 w 12192000"/>
              <a:gd name="connsiteY58" fmla="*/ 9525 h 1787292"/>
              <a:gd name="connsiteX59" fmla="*/ 3543564 w 12192000"/>
              <a:gd name="connsiteY59" fmla="*/ 20637 h 1787292"/>
              <a:gd name="connsiteX60" fmla="*/ 3589602 w 12192000"/>
              <a:gd name="connsiteY60" fmla="*/ 36512 h 1787292"/>
              <a:gd name="connsiteX61" fmla="*/ 3630877 w 12192000"/>
              <a:gd name="connsiteY61" fmla="*/ 52387 h 1787292"/>
              <a:gd name="connsiteX62" fmla="*/ 3667389 w 12192000"/>
              <a:gd name="connsiteY62" fmla="*/ 68262 h 1787292"/>
              <a:gd name="connsiteX63" fmla="*/ 3705489 w 12192000"/>
              <a:gd name="connsiteY63" fmla="*/ 87312 h 1787292"/>
              <a:gd name="connsiteX64" fmla="*/ 3743589 w 12192000"/>
              <a:gd name="connsiteY64" fmla="*/ 106362 h 1787292"/>
              <a:gd name="connsiteX65" fmla="*/ 3780102 w 12192000"/>
              <a:gd name="connsiteY65" fmla="*/ 125412 h 1787292"/>
              <a:gd name="connsiteX66" fmla="*/ 3821377 w 12192000"/>
              <a:gd name="connsiteY66" fmla="*/ 141287 h 1787292"/>
              <a:gd name="connsiteX67" fmla="*/ 3867414 w 12192000"/>
              <a:gd name="connsiteY67" fmla="*/ 155575 h 1787292"/>
              <a:gd name="connsiteX68" fmla="*/ 3919802 w 12192000"/>
              <a:gd name="connsiteY68" fmla="*/ 166687 h 1787292"/>
              <a:gd name="connsiteX69" fmla="*/ 3980127 w 12192000"/>
              <a:gd name="connsiteY69" fmla="*/ 174625 h 1787292"/>
              <a:gd name="connsiteX70" fmla="*/ 4048389 w 12192000"/>
              <a:gd name="connsiteY70" fmla="*/ 176212 h 1787292"/>
              <a:gd name="connsiteX71" fmla="*/ 4116652 w 12192000"/>
              <a:gd name="connsiteY71" fmla="*/ 174625 h 1787292"/>
              <a:gd name="connsiteX72" fmla="*/ 4176977 w 12192000"/>
              <a:gd name="connsiteY72" fmla="*/ 166687 h 1787292"/>
              <a:gd name="connsiteX73" fmla="*/ 4229364 w 12192000"/>
              <a:gd name="connsiteY73" fmla="*/ 155575 h 1787292"/>
              <a:gd name="connsiteX74" fmla="*/ 4275402 w 12192000"/>
              <a:gd name="connsiteY74" fmla="*/ 141287 h 1787292"/>
              <a:gd name="connsiteX75" fmla="*/ 4316677 w 12192000"/>
              <a:gd name="connsiteY75" fmla="*/ 125412 h 1787292"/>
              <a:gd name="connsiteX76" fmla="*/ 4353189 w 12192000"/>
              <a:gd name="connsiteY76" fmla="*/ 106362 h 1787292"/>
              <a:gd name="connsiteX77" fmla="*/ 4429389 w 12192000"/>
              <a:gd name="connsiteY77" fmla="*/ 68262 h 1787292"/>
              <a:gd name="connsiteX78" fmla="*/ 4465902 w 12192000"/>
              <a:gd name="connsiteY78" fmla="*/ 52387 h 1787292"/>
              <a:gd name="connsiteX79" fmla="*/ 4507177 w 12192000"/>
              <a:gd name="connsiteY79" fmla="*/ 36512 h 1787292"/>
              <a:gd name="connsiteX80" fmla="*/ 4553214 w 12192000"/>
              <a:gd name="connsiteY80" fmla="*/ 20637 h 1787292"/>
              <a:gd name="connsiteX81" fmla="*/ 4605602 w 12192000"/>
              <a:gd name="connsiteY81" fmla="*/ 9525 h 1787292"/>
              <a:gd name="connsiteX82" fmla="*/ 4665928 w 12192000"/>
              <a:gd name="connsiteY82" fmla="*/ 3175 h 1787292"/>
              <a:gd name="connsiteX83" fmla="*/ 4734189 w 12192000"/>
              <a:gd name="connsiteY83" fmla="*/ 0 h 1787292"/>
              <a:gd name="connsiteX84" fmla="*/ 4802453 w 12192000"/>
              <a:gd name="connsiteY84" fmla="*/ 3175 h 1787292"/>
              <a:gd name="connsiteX85" fmla="*/ 4862777 w 12192000"/>
              <a:gd name="connsiteY85" fmla="*/ 9525 h 1787292"/>
              <a:gd name="connsiteX86" fmla="*/ 4915165 w 12192000"/>
              <a:gd name="connsiteY86" fmla="*/ 20637 h 1787292"/>
              <a:gd name="connsiteX87" fmla="*/ 4961201 w 12192000"/>
              <a:gd name="connsiteY87" fmla="*/ 36512 h 1787292"/>
              <a:gd name="connsiteX88" fmla="*/ 5002476 w 12192000"/>
              <a:gd name="connsiteY88" fmla="*/ 52387 h 1787292"/>
              <a:gd name="connsiteX89" fmla="*/ 5038989 w 12192000"/>
              <a:gd name="connsiteY89" fmla="*/ 68262 h 1787292"/>
              <a:gd name="connsiteX90" fmla="*/ 5077089 w 12192000"/>
              <a:gd name="connsiteY90" fmla="*/ 87312 h 1787292"/>
              <a:gd name="connsiteX91" fmla="*/ 5115189 w 12192000"/>
              <a:gd name="connsiteY91" fmla="*/ 106362 h 1787292"/>
              <a:gd name="connsiteX92" fmla="*/ 5151701 w 12192000"/>
              <a:gd name="connsiteY92" fmla="*/ 125412 h 1787292"/>
              <a:gd name="connsiteX93" fmla="*/ 5192976 w 12192000"/>
              <a:gd name="connsiteY93" fmla="*/ 141287 h 1787292"/>
              <a:gd name="connsiteX94" fmla="*/ 5239014 w 12192000"/>
              <a:gd name="connsiteY94" fmla="*/ 155575 h 1787292"/>
              <a:gd name="connsiteX95" fmla="*/ 5291401 w 12192000"/>
              <a:gd name="connsiteY95" fmla="*/ 166687 h 1787292"/>
              <a:gd name="connsiteX96" fmla="*/ 5351727 w 12192000"/>
              <a:gd name="connsiteY96" fmla="*/ 174625 h 1787292"/>
              <a:gd name="connsiteX97" fmla="*/ 5410199 w 12192000"/>
              <a:gd name="connsiteY97" fmla="*/ 175985 h 1787292"/>
              <a:gd name="connsiteX98" fmla="*/ 5468671 w 12192000"/>
              <a:gd name="connsiteY98" fmla="*/ 174625 h 1787292"/>
              <a:gd name="connsiteX99" fmla="*/ 5528996 w 12192000"/>
              <a:gd name="connsiteY99" fmla="*/ 166687 h 1787292"/>
              <a:gd name="connsiteX100" fmla="*/ 5581383 w 12192000"/>
              <a:gd name="connsiteY100" fmla="*/ 155575 h 1787292"/>
              <a:gd name="connsiteX101" fmla="*/ 5627421 w 12192000"/>
              <a:gd name="connsiteY101" fmla="*/ 141287 h 1787292"/>
              <a:gd name="connsiteX102" fmla="*/ 5668696 w 12192000"/>
              <a:gd name="connsiteY102" fmla="*/ 125412 h 1787292"/>
              <a:gd name="connsiteX103" fmla="*/ 5705209 w 12192000"/>
              <a:gd name="connsiteY103" fmla="*/ 106362 h 1787292"/>
              <a:gd name="connsiteX104" fmla="*/ 5743308 w 12192000"/>
              <a:gd name="connsiteY104" fmla="*/ 87312 h 1787292"/>
              <a:gd name="connsiteX105" fmla="*/ 5781408 w 12192000"/>
              <a:gd name="connsiteY105" fmla="*/ 68262 h 1787292"/>
              <a:gd name="connsiteX106" fmla="*/ 5817921 w 12192000"/>
              <a:gd name="connsiteY106" fmla="*/ 52387 h 1787292"/>
              <a:gd name="connsiteX107" fmla="*/ 5859196 w 12192000"/>
              <a:gd name="connsiteY107" fmla="*/ 36512 h 1787292"/>
              <a:gd name="connsiteX108" fmla="*/ 5905234 w 12192000"/>
              <a:gd name="connsiteY108" fmla="*/ 20637 h 1787292"/>
              <a:gd name="connsiteX109" fmla="*/ 5957621 w 12192000"/>
              <a:gd name="connsiteY109" fmla="*/ 9525 h 1787292"/>
              <a:gd name="connsiteX110" fmla="*/ 6017947 w 12192000"/>
              <a:gd name="connsiteY110" fmla="*/ 3175 h 1787292"/>
              <a:gd name="connsiteX111" fmla="*/ 6086208 w 12192000"/>
              <a:gd name="connsiteY111" fmla="*/ 0 h 1787292"/>
              <a:gd name="connsiteX112" fmla="*/ 6095999 w 12192000"/>
              <a:gd name="connsiteY112" fmla="*/ 455 h 1787292"/>
              <a:gd name="connsiteX113" fmla="*/ 6105789 w 12192000"/>
              <a:gd name="connsiteY113" fmla="*/ 0 h 1787292"/>
              <a:gd name="connsiteX114" fmla="*/ 6174052 w 12192000"/>
              <a:gd name="connsiteY114" fmla="*/ 3175 h 1787292"/>
              <a:gd name="connsiteX115" fmla="*/ 6234377 w 12192000"/>
              <a:gd name="connsiteY115" fmla="*/ 9525 h 1787292"/>
              <a:gd name="connsiteX116" fmla="*/ 6286764 w 12192000"/>
              <a:gd name="connsiteY116" fmla="*/ 20637 h 1787292"/>
              <a:gd name="connsiteX117" fmla="*/ 6332802 w 12192000"/>
              <a:gd name="connsiteY117" fmla="*/ 36512 h 1787292"/>
              <a:gd name="connsiteX118" fmla="*/ 6374077 w 12192000"/>
              <a:gd name="connsiteY118" fmla="*/ 52387 h 1787292"/>
              <a:gd name="connsiteX119" fmla="*/ 6410589 w 12192000"/>
              <a:gd name="connsiteY119" fmla="*/ 68262 h 1787292"/>
              <a:gd name="connsiteX120" fmla="*/ 6448689 w 12192000"/>
              <a:gd name="connsiteY120" fmla="*/ 87312 h 1787292"/>
              <a:gd name="connsiteX121" fmla="*/ 6486789 w 12192000"/>
              <a:gd name="connsiteY121" fmla="*/ 106362 h 1787292"/>
              <a:gd name="connsiteX122" fmla="*/ 6523302 w 12192000"/>
              <a:gd name="connsiteY122" fmla="*/ 125412 h 1787292"/>
              <a:gd name="connsiteX123" fmla="*/ 6564577 w 12192000"/>
              <a:gd name="connsiteY123" fmla="*/ 141287 h 1787292"/>
              <a:gd name="connsiteX124" fmla="*/ 6610614 w 12192000"/>
              <a:gd name="connsiteY124" fmla="*/ 155575 h 1787292"/>
              <a:gd name="connsiteX125" fmla="*/ 6663002 w 12192000"/>
              <a:gd name="connsiteY125" fmla="*/ 166687 h 1787292"/>
              <a:gd name="connsiteX126" fmla="*/ 6723327 w 12192000"/>
              <a:gd name="connsiteY126" fmla="*/ 174625 h 1787292"/>
              <a:gd name="connsiteX127" fmla="*/ 6781799 w 12192000"/>
              <a:gd name="connsiteY127" fmla="*/ 175985 h 1787292"/>
              <a:gd name="connsiteX128" fmla="*/ 6840271 w 12192000"/>
              <a:gd name="connsiteY128" fmla="*/ 174625 h 1787292"/>
              <a:gd name="connsiteX129" fmla="*/ 6900596 w 12192000"/>
              <a:gd name="connsiteY129" fmla="*/ 166687 h 1787292"/>
              <a:gd name="connsiteX130" fmla="*/ 6952983 w 12192000"/>
              <a:gd name="connsiteY130" fmla="*/ 155575 h 1787292"/>
              <a:gd name="connsiteX131" fmla="*/ 6999021 w 12192000"/>
              <a:gd name="connsiteY131" fmla="*/ 141287 h 1787292"/>
              <a:gd name="connsiteX132" fmla="*/ 7040296 w 12192000"/>
              <a:gd name="connsiteY132" fmla="*/ 125412 h 1787292"/>
              <a:gd name="connsiteX133" fmla="*/ 7076808 w 12192000"/>
              <a:gd name="connsiteY133" fmla="*/ 106362 h 1787292"/>
              <a:gd name="connsiteX134" fmla="*/ 7114908 w 12192000"/>
              <a:gd name="connsiteY134" fmla="*/ 87312 h 1787292"/>
              <a:gd name="connsiteX135" fmla="*/ 7153008 w 12192000"/>
              <a:gd name="connsiteY135" fmla="*/ 68262 h 1787292"/>
              <a:gd name="connsiteX136" fmla="*/ 7189521 w 12192000"/>
              <a:gd name="connsiteY136" fmla="*/ 52387 h 1787292"/>
              <a:gd name="connsiteX137" fmla="*/ 7230796 w 12192000"/>
              <a:gd name="connsiteY137" fmla="*/ 36512 h 1787292"/>
              <a:gd name="connsiteX138" fmla="*/ 7276833 w 12192000"/>
              <a:gd name="connsiteY138" fmla="*/ 20637 h 1787292"/>
              <a:gd name="connsiteX139" fmla="*/ 7329221 w 12192000"/>
              <a:gd name="connsiteY139" fmla="*/ 9525 h 1787292"/>
              <a:gd name="connsiteX140" fmla="*/ 7389546 w 12192000"/>
              <a:gd name="connsiteY140" fmla="*/ 3175 h 1787292"/>
              <a:gd name="connsiteX141" fmla="*/ 7457808 w 12192000"/>
              <a:gd name="connsiteY141" fmla="*/ 0 h 1787292"/>
              <a:gd name="connsiteX142" fmla="*/ 7526071 w 12192000"/>
              <a:gd name="connsiteY142" fmla="*/ 3175 h 1787292"/>
              <a:gd name="connsiteX143" fmla="*/ 7586396 w 12192000"/>
              <a:gd name="connsiteY143" fmla="*/ 9525 h 1787292"/>
              <a:gd name="connsiteX144" fmla="*/ 7638783 w 12192000"/>
              <a:gd name="connsiteY144" fmla="*/ 20637 h 1787292"/>
              <a:gd name="connsiteX145" fmla="*/ 7684821 w 12192000"/>
              <a:gd name="connsiteY145" fmla="*/ 36512 h 1787292"/>
              <a:gd name="connsiteX146" fmla="*/ 7726096 w 12192000"/>
              <a:gd name="connsiteY146" fmla="*/ 52387 h 1787292"/>
              <a:gd name="connsiteX147" fmla="*/ 7762608 w 12192000"/>
              <a:gd name="connsiteY147" fmla="*/ 68262 h 1787292"/>
              <a:gd name="connsiteX148" fmla="*/ 7800708 w 12192000"/>
              <a:gd name="connsiteY148" fmla="*/ 87312 h 1787292"/>
              <a:gd name="connsiteX149" fmla="*/ 7838808 w 12192000"/>
              <a:gd name="connsiteY149" fmla="*/ 106362 h 1787292"/>
              <a:gd name="connsiteX150" fmla="*/ 7875321 w 12192000"/>
              <a:gd name="connsiteY150" fmla="*/ 125412 h 1787292"/>
              <a:gd name="connsiteX151" fmla="*/ 7916596 w 12192000"/>
              <a:gd name="connsiteY151" fmla="*/ 141287 h 1787292"/>
              <a:gd name="connsiteX152" fmla="*/ 7962633 w 12192000"/>
              <a:gd name="connsiteY152" fmla="*/ 155575 h 1787292"/>
              <a:gd name="connsiteX153" fmla="*/ 8015021 w 12192000"/>
              <a:gd name="connsiteY153" fmla="*/ 166687 h 1787292"/>
              <a:gd name="connsiteX154" fmla="*/ 8075346 w 12192000"/>
              <a:gd name="connsiteY154" fmla="*/ 174625 h 1787292"/>
              <a:gd name="connsiteX155" fmla="*/ 8143608 w 12192000"/>
              <a:gd name="connsiteY155" fmla="*/ 176212 h 1787292"/>
              <a:gd name="connsiteX156" fmla="*/ 8211871 w 12192000"/>
              <a:gd name="connsiteY156" fmla="*/ 174625 h 1787292"/>
              <a:gd name="connsiteX157" fmla="*/ 8272196 w 12192000"/>
              <a:gd name="connsiteY157" fmla="*/ 166687 h 1787292"/>
              <a:gd name="connsiteX158" fmla="*/ 8324583 w 12192000"/>
              <a:gd name="connsiteY158" fmla="*/ 155575 h 1787292"/>
              <a:gd name="connsiteX159" fmla="*/ 8370621 w 12192000"/>
              <a:gd name="connsiteY159" fmla="*/ 141287 h 1787292"/>
              <a:gd name="connsiteX160" fmla="*/ 8411896 w 12192000"/>
              <a:gd name="connsiteY160" fmla="*/ 125412 h 1787292"/>
              <a:gd name="connsiteX161" fmla="*/ 8448408 w 12192000"/>
              <a:gd name="connsiteY161" fmla="*/ 106362 h 1787292"/>
              <a:gd name="connsiteX162" fmla="*/ 8486508 w 12192000"/>
              <a:gd name="connsiteY162" fmla="*/ 87312 h 1787292"/>
              <a:gd name="connsiteX163" fmla="*/ 8524608 w 12192000"/>
              <a:gd name="connsiteY163" fmla="*/ 68262 h 1787292"/>
              <a:gd name="connsiteX164" fmla="*/ 8561120 w 12192000"/>
              <a:gd name="connsiteY164" fmla="*/ 52387 h 1787292"/>
              <a:gd name="connsiteX165" fmla="*/ 8602396 w 12192000"/>
              <a:gd name="connsiteY165" fmla="*/ 36512 h 1787292"/>
              <a:gd name="connsiteX166" fmla="*/ 8648432 w 12192000"/>
              <a:gd name="connsiteY166" fmla="*/ 20637 h 1787292"/>
              <a:gd name="connsiteX167" fmla="*/ 8700820 w 12192000"/>
              <a:gd name="connsiteY167" fmla="*/ 9525 h 1787292"/>
              <a:gd name="connsiteX168" fmla="*/ 8761146 w 12192000"/>
              <a:gd name="connsiteY168" fmla="*/ 3175 h 1787292"/>
              <a:gd name="connsiteX169" fmla="*/ 8827820 w 12192000"/>
              <a:gd name="connsiteY169" fmla="*/ 0 h 1787292"/>
              <a:gd name="connsiteX170" fmla="*/ 8897670 w 12192000"/>
              <a:gd name="connsiteY170" fmla="*/ 3175 h 1787292"/>
              <a:gd name="connsiteX171" fmla="*/ 8957996 w 12192000"/>
              <a:gd name="connsiteY171" fmla="*/ 9525 h 1787292"/>
              <a:gd name="connsiteX172" fmla="*/ 9010382 w 12192000"/>
              <a:gd name="connsiteY172" fmla="*/ 20637 h 1787292"/>
              <a:gd name="connsiteX173" fmla="*/ 9056420 w 12192000"/>
              <a:gd name="connsiteY173" fmla="*/ 36512 h 1787292"/>
              <a:gd name="connsiteX174" fmla="*/ 9097696 w 12192000"/>
              <a:gd name="connsiteY174" fmla="*/ 52387 h 1787292"/>
              <a:gd name="connsiteX175" fmla="*/ 9134208 w 12192000"/>
              <a:gd name="connsiteY175" fmla="*/ 68262 h 1787292"/>
              <a:gd name="connsiteX176" fmla="*/ 9172308 w 12192000"/>
              <a:gd name="connsiteY176" fmla="*/ 87312 h 1787292"/>
              <a:gd name="connsiteX177" fmla="*/ 9210408 w 12192000"/>
              <a:gd name="connsiteY177" fmla="*/ 106362 h 1787292"/>
              <a:gd name="connsiteX178" fmla="*/ 9246920 w 12192000"/>
              <a:gd name="connsiteY178" fmla="*/ 125412 h 1787292"/>
              <a:gd name="connsiteX179" fmla="*/ 9288196 w 12192000"/>
              <a:gd name="connsiteY179" fmla="*/ 141287 h 1787292"/>
              <a:gd name="connsiteX180" fmla="*/ 9334232 w 12192000"/>
              <a:gd name="connsiteY180" fmla="*/ 155575 h 1787292"/>
              <a:gd name="connsiteX181" fmla="*/ 9386620 w 12192000"/>
              <a:gd name="connsiteY181" fmla="*/ 166687 h 1787292"/>
              <a:gd name="connsiteX182" fmla="*/ 9446946 w 12192000"/>
              <a:gd name="connsiteY182" fmla="*/ 174625 h 1787292"/>
              <a:gd name="connsiteX183" fmla="*/ 9515208 w 12192000"/>
              <a:gd name="connsiteY183" fmla="*/ 176212 h 1787292"/>
              <a:gd name="connsiteX184" fmla="*/ 9583470 w 12192000"/>
              <a:gd name="connsiteY184" fmla="*/ 174625 h 1787292"/>
              <a:gd name="connsiteX185" fmla="*/ 9643796 w 12192000"/>
              <a:gd name="connsiteY185" fmla="*/ 166687 h 1787292"/>
              <a:gd name="connsiteX186" fmla="*/ 9696182 w 12192000"/>
              <a:gd name="connsiteY186" fmla="*/ 155575 h 1787292"/>
              <a:gd name="connsiteX187" fmla="*/ 9742220 w 12192000"/>
              <a:gd name="connsiteY187" fmla="*/ 141287 h 1787292"/>
              <a:gd name="connsiteX188" fmla="*/ 9783496 w 12192000"/>
              <a:gd name="connsiteY188" fmla="*/ 125412 h 1787292"/>
              <a:gd name="connsiteX189" fmla="*/ 9820008 w 12192000"/>
              <a:gd name="connsiteY189" fmla="*/ 106362 h 1787292"/>
              <a:gd name="connsiteX190" fmla="*/ 9896208 w 12192000"/>
              <a:gd name="connsiteY190" fmla="*/ 68262 h 1787292"/>
              <a:gd name="connsiteX191" fmla="*/ 9932720 w 12192000"/>
              <a:gd name="connsiteY191" fmla="*/ 52387 h 1787292"/>
              <a:gd name="connsiteX192" fmla="*/ 9973996 w 12192000"/>
              <a:gd name="connsiteY192" fmla="*/ 36512 h 1787292"/>
              <a:gd name="connsiteX193" fmla="*/ 10020032 w 12192000"/>
              <a:gd name="connsiteY193" fmla="*/ 20637 h 1787292"/>
              <a:gd name="connsiteX194" fmla="*/ 10072420 w 12192000"/>
              <a:gd name="connsiteY194" fmla="*/ 9525 h 1787292"/>
              <a:gd name="connsiteX195" fmla="*/ 10132746 w 12192000"/>
              <a:gd name="connsiteY195" fmla="*/ 3175 h 1787292"/>
              <a:gd name="connsiteX196" fmla="*/ 10201008 w 12192000"/>
              <a:gd name="connsiteY196" fmla="*/ 0 h 1787292"/>
              <a:gd name="connsiteX197" fmla="*/ 10269270 w 12192000"/>
              <a:gd name="connsiteY197" fmla="*/ 3175 h 1787292"/>
              <a:gd name="connsiteX198" fmla="*/ 10329596 w 12192000"/>
              <a:gd name="connsiteY198" fmla="*/ 9525 h 1787292"/>
              <a:gd name="connsiteX199" fmla="*/ 10381982 w 12192000"/>
              <a:gd name="connsiteY199" fmla="*/ 20637 h 1787292"/>
              <a:gd name="connsiteX200" fmla="*/ 10428020 w 12192000"/>
              <a:gd name="connsiteY200" fmla="*/ 36512 h 1787292"/>
              <a:gd name="connsiteX201" fmla="*/ 10469296 w 12192000"/>
              <a:gd name="connsiteY201" fmla="*/ 52387 h 1787292"/>
              <a:gd name="connsiteX202" fmla="*/ 10505808 w 12192000"/>
              <a:gd name="connsiteY202" fmla="*/ 68262 h 1787292"/>
              <a:gd name="connsiteX203" fmla="*/ 10543908 w 12192000"/>
              <a:gd name="connsiteY203" fmla="*/ 87312 h 1787292"/>
              <a:gd name="connsiteX204" fmla="*/ 10582008 w 12192000"/>
              <a:gd name="connsiteY204" fmla="*/ 106362 h 1787292"/>
              <a:gd name="connsiteX205" fmla="*/ 10618520 w 12192000"/>
              <a:gd name="connsiteY205" fmla="*/ 125412 h 1787292"/>
              <a:gd name="connsiteX206" fmla="*/ 10659796 w 12192000"/>
              <a:gd name="connsiteY206" fmla="*/ 141287 h 1787292"/>
              <a:gd name="connsiteX207" fmla="*/ 10705832 w 12192000"/>
              <a:gd name="connsiteY207" fmla="*/ 155575 h 1787292"/>
              <a:gd name="connsiteX208" fmla="*/ 10758220 w 12192000"/>
              <a:gd name="connsiteY208" fmla="*/ 166687 h 1787292"/>
              <a:gd name="connsiteX209" fmla="*/ 10818546 w 12192000"/>
              <a:gd name="connsiteY209" fmla="*/ 174625 h 1787292"/>
              <a:gd name="connsiteX210" fmla="*/ 10886808 w 12192000"/>
              <a:gd name="connsiteY210" fmla="*/ 176212 h 1787292"/>
              <a:gd name="connsiteX211" fmla="*/ 10955070 w 12192000"/>
              <a:gd name="connsiteY211" fmla="*/ 174625 h 1787292"/>
              <a:gd name="connsiteX212" fmla="*/ 11015396 w 12192000"/>
              <a:gd name="connsiteY212" fmla="*/ 166687 h 1787292"/>
              <a:gd name="connsiteX213" fmla="*/ 11067782 w 12192000"/>
              <a:gd name="connsiteY213" fmla="*/ 155575 h 1787292"/>
              <a:gd name="connsiteX214" fmla="*/ 11113820 w 12192000"/>
              <a:gd name="connsiteY214" fmla="*/ 141287 h 1787292"/>
              <a:gd name="connsiteX215" fmla="*/ 11155096 w 12192000"/>
              <a:gd name="connsiteY215" fmla="*/ 125412 h 1787292"/>
              <a:gd name="connsiteX216" fmla="*/ 11191608 w 12192000"/>
              <a:gd name="connsiteY216" fmla="*/ 106362 h 1787292"/>
              <a:gd name="connsiteX217" fmla="*/ 11229708 w 12192000"/>
              <a:gd name="connsiteY217" fmla="*/ 87312 h 1787292"/>
              <a:gd name="connsiteX218" fmla="*/ 11267808 w 12192000"/>
              <a:gd name="connsiteY218" fmla="*/ 68262 h 1787292"/>
              <a:gd name="connsiteX219" fmla="*/ 11304320 w 12192000"/>
              <a:gd name="connsiteY219" fmla="*/ 52387 h 1787292"/>
              <a:gd name="connsiteX220" fmla="*/ 11345596 w 12192000"/>
              <a:gd name="connsiteY220" fmla="*/ 36512 h 1787292"/>
              <a:gd name="connsiteX221" fmla="*/ 11391632 w 12192000"/>
              <a:gd name="connsiteY221" fmla="*/ 20637 h 1787292"/>
              <a:gd name="connsiteX222" fmla="*/ 11444020 w 12192000"/>
              <a:gd name="connsiteY222" fmla="*/ 9525 h 1787292"/>
              <a:gd name="connsiteX223" fmla="*/ 11504346 w 12192000"/>
              <a:gd name="connsiteY223" fmla="*/ 3175 h 1787292"/>
              <a:gd name="connsiteX224" fmla="*/ 11572608 w 12192000"/>
              <a:gd name="connsiteY224" fmla="*/ 0 h 1787292"/>
              <a:gd name="connsiteX225" fmla="*/ 11640870 w 12192000"/>
              <a:gd name="connsiteY225" fmla="*/ 3175 h 1787292"/>
              <a:gd name="connsiteX226" fmla="*/ 11701196 w 12192000"/>
              <a:gd name="connsiteY226" fmla="*/ 9525 h 1787292"/>
              <a:gd name="connsiteX227" fmla="*/ 11753582 w 12192000"/>
              <a:gd name="connsiteY227" fmla="*/ 20637 h 1787292"/>
              <a:gd name="connsiteX228" fmla="*/ 11799620 w 12192000"/>
              <a:gd name="connsiteY228" fmla="*/ 36512 h 1787292"/>
              <a:gd name="connsiteX229" fmla="*/ 11840896 w 12192000"/>
              <a:gd name="connsiteY229" fmla="*/ 52387 h 1787292"/>
              <a:gd name="connsiteX230" fmla="*/ 11877408 w 12192000"/>
              <a:gd name="connsiteY230" fmla="*/ 68262 h 1787292"/>
              <a:gd name="connsiteX231" fmla="*/ 11915508 w 12192000"/>
              <a:gd name="connsiteY231" fmla="*/ 87312 h 1787292"/>
              <a:gd name="connsiteX232" fmla="*/ 11953608 w 12192000"/>
              <a:gd name="connsiteY232" fmla="*/ 106362 h 1787292"/>
              <a:gd name="connsiteX233" fmla="*/ 11990120 w 12192000"/>
              <a:gd name="connsiteY233" fmla="*/ 125412 h 1787292"/>
              <a:gd name="connsiteX234" fmla="*/ 12031396 w 12192000"/>
              <a:gd name="connsiteY234" fmla="*/ 141287 h 1787292"/>
              <a:gd name="connsiteX235" fmla="*/ 12077432 w 12192000"/>
              <a:gd name="connsiteY235" fmla="*/ 155575 h 1787292"/>
              <a:gd name="connsiteX236" fmla="*/ 12129820 w 12192000"/>
              <a:gd name="connsiteY236" fmla="*/ 166688 h 1787292"/>
              <a:gd name="connsiteX237" fmla="*/ 12190146 w 12192000"/>
              <a:gd name="connsiteY237" fmla="*/ 174625 h 1787292"/>
              <a:gd name="connsiteX238" fmla="*/ 12192000 w 12192000"/>
              <a:gd name="connsiteY238" fmla="*/ 174668 h 1787292"/>
              <a:gd name="connsiteX239" fmla="*/ 12192000 w 12192000"/>
              <a:gd name="connsiteY239" fmla="*/ 885826 h 1787292"/>
              <a:gd name="connsiteX240" fmla="*/ 12192000 w 12192000"/>
              <a:gd name="connsiteY240" fmla="*/ 1787292 h 1787292"/>
              <a:gd name="connsiteX241" fmla="*/ 0 w 12192000"/>
              <a:gd name="connsiteY241" fmla="*/ 1787292 h 1787292"/>
              <a:gd name="connsiteX242" fmla="*/ 0 w 12192000"/>
              <a:gd name="connsiteY242" fmla="*/ 885826 h 1787292"/>
              <a:gd name="connsiteX243" fmla="*/ 0 w 12192000"/>
              <a:gd name="connsiteY243" fmla="*/ 174668 h 1787292"/>
              <a:gd name="connsiteX244" fmla="*/ 1852 w 12192000"/>
              <a:gd name="connsiteY244" fmla="*/ 174625 h 1787292"/>
              <a:gd name="connsiteX245" fmla="*/ 62177 w 12192000"/>
              <a:gd name="connsiteY245" fmla="*/ 166687 h 1787292"/>
              <a:gd name="connsiteX246" fmla="*/ 114564 w 12192000"/>
              <a:gd name="connsiteY246" fmla="*/ 155575 h 1787292"/>
              <a:gd name="connsiteX247" fmla="*/ 160602 w 12192000"/>
              <a:gd name="connsiteY247" fmla="*/ 141287 h 1787292"/>
              <a:gd name="connsiteX248" fmla="*/ 201877 w 12192000"/>
              <a:gd name="connsiteY248" fmla="*/ 125412 h 1787292"/>
              <a:gd name="connsiteX249" fmla="*/ 238389 w 12192000"/>
              <a:gd name="connsiteY249" fmla="*/ 106362 h 1787292"/>
              <a:gd name="connsiteX250" fmla="*/ 276489 w 12192000"/>
              <a:gd name="connsiteY250" fmla="*/ 87312 h 1787292"/>
              <a:gd name="connsiteX251" fmla="*/ 314589 w 12192000"/>
              <a:gd name="connsiteY251" fmla="*/ 68262 h 1787292"/>
              <a:gd name="connsiteX252" fmla="*/ 351102 w 12192000"/>
              <a:gd name="connsiteY252" fmla="*/ 52387 h 1787292"/>
              <a:gd name="connsiteX253" fmla="*/ 392377 w 12192000"/>
              <a:gd name="connsiteY253" fmla="*/ 36512 h 1787292"/>
              <a:gd name="connsiteX254" fmla="*/ 438414 w 12192000"/>
              <a:gd name="connsiteY254" fmla="*/ 20637 h 1787292"/>
              <a:gd name="connsiteX255" fmla="*/ 490802 w 12192000"/>
              <a:gd name="connsiteY255" fmla="*/ 9525 h 1787292"/>
              <a:gd name="connsiteX256" fmla="*/ 551127 w 12192000"/>
              <a:gd name="connsiteY256" fmla="*/ 3175 h 178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675ADFF-AF01-C5F6-D75E-05776A45D3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3314" y="5493376"/>
            <a:ext cx="8045373" cy="742279"/>
          </a:xfrm>
        </p:spPr>
        <p:txBody>
          <a:bodyPr anchor="ctr">
            <a:normAutofit/>
          </a:bodyPr>
          <a:lstStyle/>
          <a:p>
            <a:r>
              <a:rPr lang="cs-CZ" sz="1800">
                <a:solidFill>
                  <a:srgbClr val="2A1A00"/>
                </a:solidFill>
              </a:rPr>
              <a:t>2.A,B</a:t>
            </a:r>
          </a:p>
        </p:txBody>
      </p:sp>
    </p:spTree>
    <p:extLst>
      <p:ext uri="{BB962C8B-B14F-4D97-AF65-F5344CB8AC3E}">
        <p14:creationId xmlns:p14="http://schemas.microsoft.com/office/powerpoint/2010/main" val="3428280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4CEE3C-DFAC-AD6E-B1C6-4C02CCB04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C9F8D5-E0AA-6B2D-5977-0ABBFF66D193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6200000">
            <a:off x="2237778" y="460106"/>
            <a:ext cx="3182561" cy="3593591"/>
          </a:xfrm>
        </p:spPr>
        <p:txBody>
          <a:bodyPr>
            <a:normAutofit/>
          </a:bodyPr>
          <a:lstStyle/>
          <a:p>
            <a:r>
              <a:rPr lang="cs-CZ" sz="3200" dirty="0"/>
              <a:t>Literární formy</a:t>
            </a:r>
          </a:p>
        </p:txBody>
      </p:sp>
      <p:pic>
        <p:nvPicPr>
          <p:cNvPr id="1026" name="Picture 2" descr="Základní dělení literatury - Běžící češtinář">
            <a:extLst>
              <a:ext uri="{FF2B5EF4-FFF2-40B4-BE49-F238E27FC236}">
                <a16:creationId xmlns:a16="http://schemas.microsoft.com/office/drawing/2014/main" id="{D8473E2B-235F-3617-E7BD-0A39CCBE6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5D1EB208-E81B-D9E0-C41D-169FFD159859}"/>
              </a:ext>
            </a:extLst>
          </p:cNvPr>
          <p:cNvSpPr txBox="1">
            <a:spLocks/>
          </p:cNvSpPr>
          <p:nvPr/>
        </p:nvSpPr>
        <p:spPr>
          <a:xfrm rot="5400000">
            <a:off x="6939875" y="2569463"/>
            <a:ext cx="3182561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3200" dirty="0"/>
              <a:t>Literární druhy</a:t>
            </a:r>
          </a:p>
        </p:txBody>
      </p:sp>
    </p:spTree>
    <p:extLst>
      <p:ext uri="{BB962C8B-B14F-4D97-AF65-F5344CB8AC3E}">
        <p14:creationId xmlns:p14="http://schemas.microsoft.com/office/powerpoint/2010/main" val="94242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439111-417E-2550-7E33-F7B8F595E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Literární druhy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9E1E2E-0D86-FD9D-11B1-A9CE1B01F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EPIKA </a:t>
            </a:r>
          </a:p>
          <a:p>
            <a:pPr lvl="1"/>
            <a:r>
              <a:rPr lang="cs-CZ" sz="2400" dirty="0"/>
              <a:t>obsahuje a popisuje určitý děj.</a:t>
            </a:r>
          </a:p>
          <a:p>
            <a:r>
              <a:rPr lang="cs-CZ" sz="2800" dirty="0"/>
              <a:t>LYRIKA </a:t>
            </a:r>
          </a:p>
          <a:p>
            <a:pPr lvl="1"/>
            <a:r>
              <a:rPr lang="cs-CZ" sz="2400" dirty="0"/>
              <a:t>nemá děj, vyjadřuje pocity.</a:t>
            </a:r>
          </a:p>
          <a:p>
            <a:r>
              <a:rPr lang="cs-CZ" sz="2800" dirty="0"/>
              <a:t>DRAMA </a:t>
            </a:r>
          </a:p>
          <a:p>
            <a:pPr lvl="1"/>
            <a:r>
              <a:rPr lang="cs-CZ" sz="2400" dirty="0"/>
              <a:t>je tvořeno promluvami (monology a dialogy), případně jednáním, jednotlivých postav.</a:t>
            </a:r>
          </a:p>
        </p:txBody>
      </p:sp>
    </p:spTree>
    <p:extLst>
      <p:ext uri="{BB962C8B-B14F-4D97-AF65-F5344CB8AC3E}">
        <p14:creationId xmlns:p14="http://schemas.microsoft.com/office/powerpoint/2010/main" val="129652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1F67F0-9D47-F6E4-2CCA-BFE098E8F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509C362-148A-2E0E-9026-3C15C334B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B93A9829-777D-69A3-98E6-4F11B29DC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54" y="530271"/>
            <a:ext cx="3879615" cy="4453213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A55CDC54-2E76-3072-D62D-077BE3A7F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238" y="282561"/>
            <a:ext cx="5888816" cy="2755914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230CE060-5313-14D8-6E14-03BAF67AB3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6615" y="3138299"/>
            <a:ext cx="7891553" cy="333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749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7F64B5-7AE5-1CE6-30D8-E6AAC330C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201F231-2AD3-0D3E-BE91-F8D6B2A4A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C42EA6D1-AB7C-816E-0452-80DE9D7DF0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61"/>
          <a:stretch/>
        </p:blipFill>
        <p:spPr>
          <a:xfrm>
            <a:off x="172296" y="2430965"/>
            <a:ext cx="3898306" cy="4337001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C7E89AA6-3320-3A49-616A-8D7086802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6123" y="268543"/>
            <a:ext cx="9143581" cy="3768198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CAD1831C-8535-0912-6646-4F993C5E04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9984" y="4150583"/>
            <a:ext cx="6191651" cy="267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551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DA4E77-51B5-F62B-E70D-95FD0AC6B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Literární druhy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094CC40-C0FC-467E-A147-8AB3E7E7D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600" dirty="0"/>
              <a:t>Lyrika</a:t>
            </a:r>
          </a:p>
          <a:p>
            <a:r>
              <a:rPr lang="cs-CZ" sz="3600" dirty="0"/>
              <a:t>Epika</a:t>
            </a:r>
          </a:p>
          <a:p>
            <a:r>
              <a:rPr lang="cs-CZ" sz="3600" dirty="0"/>
              <a:t>Drama</a:t>
            </a:r>
          </a:p>
          <a:p>
            <a:r>
              <a:rPr lang="cs-CZ" sz="3600" dirty="0"/>
              <a:t>(Lyricko-epická báseň!)</a:t>
            </a:r>
          </a:p>
          <a:p>
            <a:pPr lvl="1"/>
            <a:r>
              <a:rPr lang="cs-CZ" sz="3400" dirty="0"/>
              <a:t> balady, romance, poéma</a:t>
            </a:r>
          </a:p>
        </p:txBody>
      </p:sp>
    </p:spTree>
    <p:extLst>
      <p:ext uri="{BB962C8B-B14F-4D97-AF65-F5344CB8AC3E}">
        <p14:creationId xmlns:p14="http://schemas.microsoft.com/office/powerpoint/2010/main" val="3391665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2D5C2D-0096-3900-6900-92292C8A3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F53FE6B-520A-507B-C247-B9787BF8D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B295DDF6-7450-BB99-637B-979DC511E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958" y="223718"/>
            <a:ext cx="4473837" cy="641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973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2C6B2B-6AA7-393B-77BB-D6AA4AC3A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Literární žánry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C589049-7C3F-93BE-13A9-7E5070AB1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2050" name="Picture 2" descr="Strašák jménem analýza uměleckého textu | Maturant | Čeština doma">
            <a:extLst>
              <a:ext uri="{FF2B5EF4-FFF2-40B4-BE49-F238E27FC236}">
                <a16:creationId xmlns:a16="http://schemas.microsoft.com/office/drawing/2014/main" id="{1EA42A7A-63B4-0966-C677-046F831E8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446" y="1493249"/>
            <a:ext cx="8235408" cy="511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0560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776E6B-9363-F68A-724C-CFE3A81FE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CB1F666-C4D2-CB03-29B4-CD6F1A4C5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36F8F15-827A-CDF7-909E-6DC4BF75A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537" y="323581"/>
            <a:ext cx="10226926" cy="6210838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41281EC0-57BD-BA51-F43F-3883666EB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437" y="6299399"/>
            <a:ext cx="4276148" cy="353494"/>
          </a:xfrm>
          <a:prstGeom prst="rect">
            <a:avLst/>
          </a:prstGeom>
        </p:spPr>
      </p:pic>
      <p:sp>
        <p:nvSpPr>
          <p:cNvPr id="9" name="Obdélník 8">
            <a:extLst>
              <a:ext uri="{FF2B5EF4-FFF2-40B4-BE49-F238E27FC236}">
                <a16:creationId xmlns:a16="http://schemas.microsoft.com/office/drawing/2014/main" id="{FEF8AAB3-208C-5FA8-C17D-0B226FE89F01}"/>
              </a:ext>
            </a:extLst>
          </p:cNvPr>
          <p:cNvSpPr/>
          <p:nvPr/>
        </p:nvSpPr>
        <p:spPr>
          <a:xfrm>
            <a:off x="6434254" y="1148576"/>
            <a:ext cx="4003287" cy="156117"/>
          </a:xfrm>
          <a:prstGeom prst="rect">
            <a:avLst/>
          </a:prstGeom>
          <a:solidFill>
            <a:schemeClr val="bg1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638058"/>
      </p:ext>
    </p:extLst>
  </p:cSld>
  <p:clrMapOvr>
    <a:masterClrMapping/>
  </p:clrMapOvr>
</p:sld>
</file>

<file path=ppt/theme/theme1.xml><?xml version="1.0" encoding="utf-8"?>
<a:theme xmlns:a="http://schemas.openxmlformats.org/drawingml/2006/main" name="Odznáček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TM10001106[[fn=Odznáček]]</Template>
  <TotalTime>1108</TotalTime>
  <Words>327</Words>
  <Application>Microsoft Office PowerPoint</Application>
  <PresentationFormat>Širokoúhlá obrazovka</PresentationFormat>
  <Paragraphs>39</Paragraphs>
  <Slides>9</Slides>
  <Notes>6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5" baseType="lpstr">
      <vt:lpstr>Arial</vt:lpstr>
      <vt:lpstr>Arial</vt:lpstr>
      <vt:lpstr>Calibri</vt:lpstr>
      <vt:lpstr>Gill Sans MT</vt:lpstr>
      <vt:lpstr>Impact</vt:lpstr>
      <vt:lpstr>Odznáček</vt:lpstr>
      <vt:lpstr>literární druhy a žánry</vt:lpstr>
      <vt:lpstr>Prezentace aplikace PowerPoint</vt:lpstr>
      <vt:lpstr>Literární druhy</vt:lpstr>
      <vt:lpstr>Prezentace aplikace PowerPoint</vt:lpstr>
      <vt:lpstr>Prezentace aplikace PowerPoint</vt:lpstr>
      <vt:lpstr>Literární druhy</vt:lpstr>
      <vt:lpstr>Prezentace aplikace PowerPoint</vt:lpstr>
      <vt:lpstr>Literární žánry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Literární věda, literární druhy a žánry</dc:title>
  <dc:creator>Dana Brandejská</dc:creator>
  <cp:lastModifiedBy>Dana Brandejská</cp:lastModifiedBy>
  <cp:revision>42</cp:revision>
  <dcterms:created xsi:type="dcterms:W3CDTF">2023-09-13T12:22:02Z</dcterms:created>
  <dcterms:modified xsi:type="dcterms:W3CDTF">2023-09-18T07:32:41Z</dcterms:modified>
</cp:coreProperties>
</file>