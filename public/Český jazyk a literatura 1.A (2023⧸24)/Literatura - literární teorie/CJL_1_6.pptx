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FF38E5-0618-58CE-479B-49C95ABD9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42992C0-E47B-D123-FC0E-31190BF72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C074413-B328-DC00-7FC0-20F40740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A2ECC7B-9E61-61C5-C824-430F8AAD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34C79D-B00A-D11C-148D-AC11C7C2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199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C4DA04-BBB0-528E-8834-8D0A621B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2E1D70-D92A-D91D-9B0E-A47DB63B4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ACE311F-BC07-7490-90B1-B92E620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911F7F-D358-422F-3860-67F07BAB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B8B677-6118-FEA5-C317-63714FC5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8143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78F154-2A66-AD03-DDAB-3B204F96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ABA90EE-75BB-12DB-38CB-E698C3BD1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BDEA4B9-307E-48A1-469D-DB3C44BE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5008CB4-5581-B791-A42C-002470F2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B893E1-BC1E-7AE4-0044-1423623E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386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A38578-5865-1DF3-A48E-FBAA050A2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C9992A-24F6-8ECD-04F0-5016EFA7B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3DDD10-3EE9-DC00-0A97-075E174E6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B778828-A42F-00C9-2BCD-CC058D2F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407F1E0-0E39-34AB-B778-FD97BFEA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063B769-C007-C33D-C467-0715B9BA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161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710A12-EFE3-0838-3D3F-15827DE3F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021302F-CEFF-7E64-E274-D4BD70330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0F35C3C-DABC-0E66-C847-83678EA51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F82F8DF-334E-FF78-CBF7-B8996745E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0BABCE9-8482-9C47-8BF8-E7DFD9961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2840DDD5-1748-8B7C-4BCF-45BA1A62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D506D54-55BC-0C45-0EA8-6AE95049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F7B6FE8-EC6C-2D7F-B2EA-06EDC361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829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1131B3-7099-D0A9-7008-A1C87D3C7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7F189B2-158D-1C52-C8F7-095F4BC14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BBA873E-62DE-2478-351E-A0AFCB35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85308A3-C95A-F859-BFC0-2B4A24B5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7713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E2CA923-6925-4DA3-EE5C-DC8F31D0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D4395A4-475D-489B-4A4C-8520DDB1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A7DA601-5A32-A75C-0BC5-7466C4307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658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7020BC-71CC-3BC2-6198-42458D6F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488313-C233-4119-35DD-1210F6948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62F567C-E3BD-71E8-03C9-81C9DF683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6B3C0F8-3635-552A-60E8-11E7D98B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0991513-96F5-0DBB-18A1-D0B224E9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E9DA322-C2B3-77F6-6631-632B1833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70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2DAE57-559B-7E90-938D-A693A3A5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911967C0-734A-AD4A-2EE1-8928BD7BE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4E2E89D-E948-3F7D-48F7-89656E46B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82577FB-701E-A42D-3A3F-B6E33530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520AD25-4794-2E15-77B9-C1E7259B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7DEBA8B-934C-1DD8-D5A2-6277ADBB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878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B26CD9-2993-452E-DBEF-0AAFE793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BFFAC79-1B07-53FE-E968-C3495226A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F4E1FC7-C4C4-F90F-E393-5529E7EC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A8CB3FC-4656-CD20-BCB0-50E51B23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73A0EF-12C2-736D-C542-B6B0AA79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347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86457229-627B-4313-0B57-90D4DEE44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AE5B02C-71C5-CB7A-0A8D-EFF5456BC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74217B3-098B-FB85-C8B6-06A133BE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6CC0CC6-D964-687C-8777-0074A87E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0C9F6C0-3218-62B9-5876-45399127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943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A39A04D-EF2B-2E33-15B1-6F1E1416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531462A-405A-5E85-3CE1-0271B430A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95C3385-5DAF-267F-70ED-C8064811A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32369-BBCB-4AD9-B15B-2A695BECAE46}" type="datetimeFigureOut">
              <a:rPr lang="cs-CZ" smtClean="0"/>
              <a:t>15.09.2023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1840B65-1822-EEEC-021C-D09980CD3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FD02BD-AE98-3D31-CB94-E2E0EF97A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602D5-21CB-4926-9FF7-E75AF960A18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188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5F90A5-A8FD-8054-B302-0CDF36CE87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Zamyšlení – literární teorie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E15D998-25E1-54A1-D6F8-CE12A4AD5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1. A</a:t>
            </a:r>
          </a:p>
        </p:txBody>
      </p:sp>
    </p:spTree>
    <p:extLst>
      <p:ext uri="{BB962C8B-B14F-4D97-AF65-F5344CB8AC3E}">
        <p14:creationId xmlns:p14="http://schemas.microsoft.com/office/powerpoint/2010/main" val="850333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8D7876-5861-18A5-DCFD-A2BB99A5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zamyšlení?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E9C699-9E13-F7A7-5B29-3B52E60F5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(Lehčí) druh úvahy</a:t>
            </a:r>
          </a:p>
          <a:p>
            <a:r>
              <a:rPr lang="cs-CZ" dirty="0"/>
              <a:t>Zabýváme se problémem (ne do hloubky!) a na konci vyvodíme závěr</a:t>
            </a:r>
          </a:p>
          <a:p>
            <a:r>
              <a:rPr lang="cs-CZ" dirty="0"/>
              <a:t>Využíváme pouze </a:t>
            </a:r>
            <a:r>
              <a:rPr lang="cs-CZ" b="1" u="sng" dirty="0"/>
              <a:t>své</a:t>
            </a:r>
            <a:r>
              <a:rPr lang="cs-CZ" dirty="0"/>
              <a:t> názory, postoje</a:t>
            </a:r>
          </a:p>
          <a:p>
            <a:r>
              <a:rPr lang="cs-CZ" dirty="0"/>
              <a:t>Nemusíme dospět k řešení problému</a:t>
            </a:r>
          </a:p>
          <a:p>
            <a:endParaRPr lang="cs-CZ" dirty="0"/>
          </a:p>
          <a:p>
            <a:r>
              <a:rPr lang="cs-CZ" dirty="0"/>
              <a:t>Nepoužíváme řečnické otázky (popř. minimálně)</a:t>
            </a:r>
          </a:p>
        </p:txBody>
      </p:sp>
    </p:spTree>
    <p:extLst>
      <p:ext uri="{BB962C8B-B14F-4D97-AF65-F5344CB8AC3E}">
        <p14:creationId xmlns:p14="http://schemas.microsoft.com/office/powerpoint/2010/main" val="1885620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D09A54-FBCE-4F06-1AA3-BA746F4F2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01059B-513B-1729-5E9A-99A89077C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Cca 150 slov (+- 30 slov)		</a:t>
            </a:r>
            <a:r>
              <a:rPr lang="cs-CZ" dirty="0" err="1"/>
              <a:t>Deadline</a:t>
            </a:r>
            <a:r>
              <a:rPr lang="cs-CZ"/>
              <a:t>: dnes 13:10</a:t>
            </a:r>
            <a:endParaRPr lang="cs-CZ" dirty="0"/>
          </a:p>
          <a:p>
            <a:endParaRPr lang="cs-CZ" dirty="0"/>
          </a:p>
          <a:p>
            <a:r>
              <a:rPr lang="cs-CZ" dirty="0"/>
              <a:t>TÉMATA NA VÝBĚR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dirty="0"/>
              <a:t>Kdybych se stal literárním kritikem, tak bych…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dirty="0"/>
              <a:t>Má v době počítačů a telefonů smysl literární kritika?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dirty="0"/>
              <a:t>Jak mi literatura proměňuje pohled na svět (hodnotící </a:t>
            </a:r>
            <a:r>
              <a:rPr lang="cs-CZ" dirty="0" err="1"/>
              <a:t>fce</a:t>
            </a:r>
            <a:r>
              <a:rPr lang="cs-CZ" dirty="0"/>
              <a:t> literatury)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dirty="0"/>
              <a:t>Pozitivní kritika aneb umění kritiky při komunikaci</a:t>
            </a:r>
          </a:p>
          <a:p>
            <a:pPr marL="914400" lvl="1" indent="-457200">
              <a:buFont typeface="+mj-lt"/>
              <a:buAutoNum type="arabicPeriod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2254616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2825</TotalTime>
  <Words>103</Words>
  <Application>Microsoft Office PowerPoint</Application>
  <PresentationFormat>Širokoúhlá obrazovka</PresentationFormat>
  <Paragraphs>17</Paragraphs>
  <Slides>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Motiv Office</vt:lpstr>
      <vt:lpstr>Zamyšlení – literární teorie</vt:lpstr>
      <vt:lpstr>Co je zamyšlení?</vt:lpstr>
      <vt:lpstr>ÚKOL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Zpracování informací</dc:title>
  <dc:creator>Dana Brandejská</dc:creator>
  <cp:lastModifiedBy>Dana Brandejská</cp:lastModifiedBy>
  <cp:revision>42</cp:revision>
  <dcterms:created xsi:type="dcterms:W3CDTF">2023-09-15T13:30:42Z</dcterms:created>
  <dcterms:modified xsi:type="dcterms:W3CDTF">2023-09-17T12:35:45Z</dcterms:modified>
</cp:coreProperties>
</file>