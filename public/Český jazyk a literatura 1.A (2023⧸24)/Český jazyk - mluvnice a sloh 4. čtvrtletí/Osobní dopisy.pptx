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63" r:id="rId3"/>
    <p:sldId id="264" r:id="rId4"/>
    <p:sldId id="257" r:id="rId5"/>
    <p:sldId id="265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>
            <a:normAutofit/>
          </a:bodyPr>
          <a:lstStyle>
            <a:lvl1pPr algn="ctr">
              <a:defRPr sz="3600" b="0" i="0" cap="all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1463040" y="1847088"/>
            <a:ext cx="3090672" cy="3090672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6400800" cy="342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6906479-E25E-470C-AF65-204A1FC37DCB}" type="datetimeFigureOut">
              <a:rPr lang="cs-CZ" smtClean="0"/>
              <a:pPr/>
              <a:t>12.04.2024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120" y="63642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05A35C9-8D07-44A5-85D1-45C33B35BE9D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274320" algn="l" defTabSz="91440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OSOBNÍ  DOPISY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OSOBNÍ DOPISY - CHARAKTERISTIKA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/>
              <a:t>NEFORMÁLNÍ, NEOFICIÁLNÍ</a:t>
            </a:r>
          </a:p>
          <a:p>
            <a:r>
              <a:rPr lang="cs-CZ" dirty="0"/>
              <a:t>CITOVĚ ZABARVENÉ</a:t>
            </a:r>
          </a:p>
          <a:p>
            <a:r>
              <a:rPr lang="cs-CZ" dirty="0"/>
              <a:t>VYJADŘOVÁNÍ V NÁZNACÍCH</a:t>
            </a:r>
          </a:p>
          <a:p>
            <a:r>
              <a:rPr lang="cs-CZ" dirty="0"/>
              <a:t>STYL MLUVENÝCH PROJEVŮ – i nespisovné vyjadřování</a:t>
            </a:r>
          </a:p>
          <a:p>
            <a:r>
              <a:rPr lang="cs-CZ" dirty="0"/>
              <a:t>TEMATICKÁ NEUSPOŘÁDANOST – přeskakování </a:t>
            </a:r>
          </a:p>
          <a:p>
            <a:pPr>
              <a:buNone/>
            </a:pPr>
            <a:r>
              <a:rPr lang="cs-CZ" dirty="0"/>
              <a:t>  </a:t>
            </a:r>
          </a:p>
          <a:p>
            <a:pPr>
              <a:buNone/>
            </a:pPr>
            <a:endParaRPr lang="cs-CZ" dirty="0"/>
          </a:p>
          <a:p>
            <a:pPr>
              <a:buNone/>
            </a:pPr>
            <a:r>
              <a:rPr lang="cs-CZ" dirty="0"/>
              <a:t>        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Úprava osobních dopisů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ü"/>
            </a:pPr>
            <a:r>
              <a:rPr lang="cs-CZ" dirty="0"/>
              <a:t>KLASICKÁ   - ODSAZUJÍ SE ZAČÁTKY ODSTAVCŮ – 5      ÚHOZŮ OD LEVÉ SVISLICE, PODPIS VPRAVO</a:t>
            </a:r>
          </a:p>
          <a:p>
            <a:pPr>
              <a:buFont typeface="Wingdings" pitchFamily="2" charset="2"/>
              <a:buChar char="ü"/>
            </a:pPr>
            <a:endParaRPr lang="cs-CZ" dirty="0"/>
          </a:p>
          <a:p>
            <a:pPr>
              <a:buFont typeface="Wingdings" pitchFamily="2" charset="2"/>
              <a:buChar char="ü"/>
            </a:pPr>
            <a:r>
              <a:rPr lang="cs-CZ" dirty="0"/>
              <a:t>BLOKOVÁ – LEVÝ OKRAJ ZAROVNANÝ OD LEVÉ SVISLICE, MEZI ODSTAVCI VYNECHANÝ ŘÁDEK, PODPIS VLEVO</a:t>
            </a:r>
          </a:p>
          <a:p>
            <a:pPr>
              <a:buFont typeface="Wingdings" pitchFamily="2" charset="2"/>
              <a:buChar char="ü"/>
            </a:pPr>
            <a:r>
              <a:rPr lang="cs-CZ" dirty="0"/>
              <a:t>PODPIS VLASTNORUČNÍ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BLAHOPŘEJNÉ  DOPISY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Gratulace, blahopřejné dopisy píšeme k různým příležitostem – Vánocům, Velikonocům, narozeninám, životním jubileím, k životním výročím, úspěchům v osobním i pracovním životě.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OSOBNÍ DOPISY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Poděkování za dar, lékařskou péči, za projevené blahopřání i soustrast, kondolence, žádost, stížnost, odmítnutí, přihláška omluva, pozvání, pozvánka, inzerát, odpověď na inzerát, pohledy, drobné vzkazy, otevřené dopisy, anonymní dopisy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BLAHOPŘEJNÉ DOPISY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Píšeme osobám známým – citlivě, vtipně, humorně, srdečně</a:t>
            </a:r>
          </a:p>
          <a:p>
            <a:r>
              <a:rPr lang="cs-CZ" dirty="0"/>
              <a:t>- poděkujeme, je-li to vhodné</a:t>
            </a:r>
          </a:p>
          <a:p>
            <a:r>
              <a:rPr lang="cs-CZ" dirty="0"/>
              <a:t>- oslovení volíme, jak jsme zvyklí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371600" y="1484784"/>
            <a:ext cx="6400800" cy="648072"/>
          </a:xfrm>
        </p:spPr>
        <p:txBody>
          <a:bodyPr>
            <a:normAutofit fontScale="90000"/>
          </a:bodyPr>
          <a:lstStyle/>
          <a:p>
            <a:r>
              <a:rPr lang="cs-CZ" dirty="0"/>
              <a:t>Text  blahopřání k životnímu jubileu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Milá Maruško,</a:t>
            </a:r>
          </a:p>
          <a:p>
            <a:pPr indent="0">
              <a:buNone/>
            </a:pPr>
            <a:r>
              <a:rPr lang="cs-CZ" dirty="0"/>
              <a:t>    s překvapením zjišťuji, že zanedlouho slavíš své „kulaté“ narozeniny. Nikdo by Ti tento věk určitě nehádal.</a:t>
            </a:r>
          </a:p>
          <a:p>
            <a:pPr>
              <a:buNone/>
            </a:pPr>
            <a:r>
              <a:rPr lang="cs-CZ" dirty="0"/>
              <a:t>          Vzpomínám na léta našeho dětství a mládí, která jsme v </a:t>
            </a:r>
            <a:r>
              <a:rPr lang="cs-CZ" dirty="0" err="1"/>
              <a:t>Semilech</a:t>
            </a:r>
            <a:r>
              <a:rPr lang="cs-CZ" dirty="0"/>
              <a:t> prožily.</a:t>
            </a:r>
          </a:p>
          <a:p>
            <a:pPr>
              <a:buNone/>
            </a:pPr>
            <a:r>
              <a:rPr lang="cs-CZ" dirty="0"/>
              <a:t>          Věřím, že Ti Tvůj životní elán vydrží i do dalších let a že se budeme společně setkávat nejen na srazech naší bývalé třídy.</a:t>
            </a:r>
          </a:p>
          <a:p>
            <a:pPr>
              <a:buNone/>
            </a:pPr>
            <a:endParaRPr lang="cs-CZ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POKRAČOVÁNÍ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cs-CZ" dirty="0"/>
              <a:t>         Přeji Ti, abys své narozeniny příjemně oslavila v kruhu svých blízkých. Do dalších let hodně zdraví, spokojenosti v práci i v rodině, ale i plno pěkných zážitků.</a:t>
            </a:r>
          </a:p>
          <a:p>
            <a:pPr>
              <a:buNone/>
            </a:pPr>
            <a:r>
              <a:rPr lang="cs-CZ" dirty="0"/>
              <a:t>          Se srdečným pozdravem</a:t>
            </a:r>
          </a:p>
          <a:p>
            <a:pPr>
              <a:buNone/>
            </a:pPr>
            <a:r>
              <a:rPr lang="cs-CZ" dirty="0"/>
              <a:t>                                                       Karolina /podpis/</a:t>
            </a:r>
          </a:p>
          <a:p>
            <a:pPr>
              <a:buNone/>
            </a:pPr>
            <a:r>
              <a:rPr lang="cs-CZ" dirty="0"/>
              <a:t>       KLASICKÁ ÚPRAVA, ŘÁDKOVÁNÍ 1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Konkrétní příklad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Vaše bývalá spolužačka vás zve na sraz třídy 10 let po maturitě. Osobním dopisem se omlouváte, protože koncem června máte termín porodu.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OMLUVA NA SRAZ TŘÍDY</a:t>
            </a:r>
          </a:p>
        </p:txBody>
      </p:sp>
      <p:pic>
        <p:nvPicPr>
          <p:cNvPr id="4" name="Zástupný symbol pro obsah 3" descr="Obrázek osobního dopisu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124915" y="2204864"/>
            <a:ext cx="2894169" cy="3456384"/>
          </a:xfrm>
        </p:spPr>
      </p:pic>
      <p:sp>
        <p:nvSpPr>
          <p:cNvPr id="5" name="TextovéPole 4"/>
          <p:cNvSpPr txBox="1"/>
          <p:nvPr/>
        </p:nvSpPr>
        <p:spPr>
          <a:xfrm>
            <a:off x="1115616" y="4005064"/>
            <a:ext cx="172819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cs-CZ" dirty="0"/>
              <a:t>NEPÍŠE SE OBSAH DOPISU</a:t>
            </a:r>
          </a:p>
        </p:txBody>
      </p:sp>
      <p:cxnSp>
        <p:nvCxnSpPr>
          <p:cNvPr id="7" name="Přímá spojovací šipka 6"/>
          <p:cNvCxnSpPr/>
          <p:nvPr/>
        </p:nvCxnSpPr>
        <p:spPr>
          <a:xfrm flipV="1">
            <a:off x="2915816" y="3861048"/>
            <a:ext cx="864096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ovéPole 7"/>
          <p:cNvSpPr txBox="1"/>
          <p:nvPr/>
        </p:nvSpPr>
        <p:spPr>
          <a:xfrm>
            <a:off x="6516216" y="4797152"/>
            <a:ext cx="187220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cs-CZ" dirty="0"/>
              <a:t>OSLOVENÍ CITOVĚ ZABARVENÉ</a:t>
            </a:r>
          </a:p>
        </p:txBody>
      </p:sp>
      <p:cxnSp>
        <p:nvCxnSpPr>
          <p:cNvPr id="10" name="Přímá spojovací šipka 9"/>
          <p:cNvCxnSpPr/>
          <p:nvPr/>
        </p:nvCxnSpPr>
        <p:spPr>
          <a:xfrm>
            <a:off x="3707904" y="4077072"/>
            <a:ext cx="2808312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ovéPole 8"/>
          <p:cNvSpPr txBox="1"/>
          <p:nvPr/>
        </p:nvSpPr>
        <p:spPr>
          <a:xfrm>
            <a:off x="1403649" y="2420888"/>
            <a:ext cx="172819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cs-CZ" dirty="0"/>
              <a:t>Bloková úprava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vět módy">
  <a:themeElements>
    <a:clrScheme name="Aspek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Černá kravata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vět módy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99</TotalTime>
  <Words>327</Words>
  <Application>Microsoft Office PowerPoint</Application>
  <PresentationFormat>Předvádění na obrazovce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Garamond</vt:lpstr>
      <vt:lpstr>Wingdings</vt:lpstr>
      <vt:lpstr>Svět módy</vt:lpstr>
      <vt:lpstr>OSOBNÍ  DOPISY</vt:lpstr>
      <vt:lpstr>OSOBNÍ DOPISY - CHARAKTERISTIKA</vt:lpstr>
      <vt:lpstr>Úprava osobních dopisů</vt:lpstr>
      <vt:lpstr>BLAHOPŘEJNÉ  DOPISY</vt:lpstr>
      <vt:lpstr>DALŠÍ OSOBNÍ DOPISY</vt:lpstr>
      <vt:lpstr>BLAHOPŘEJNÉ DOPISY</vt:lpstr>
      <vt:lpstr>Text  blahopřání k životnímu jubileu</vt:lpstr>
      <vt:lpstr>POKRAČOVÁNÍ</vt:lpstr>
      <vt:lpstr>Konkrétní příklad</vt:lpstr>
      <vt:lpstr>OMLUVA NA SRAZ TŘÍDY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OSOBNÍ  DOPISY</dc:title>
  <dc:creator>jirousoval</dc:creator>
  <cp:lastModifiedBy>Věra Hanáková</cp:lastModifiedBy>
  <cp:revision>17</cp:revision>
  <dcterms:created xsi:type="dcterms:W3CDTF">2013-05-10T17:11:16Z</dcterms:created>
  <dcterms:modified xsi:type="dcterms:W3CDTF">2024-04-12T07:49:54Z</dcterms:modified>
</cp:coreProperties>
</file>