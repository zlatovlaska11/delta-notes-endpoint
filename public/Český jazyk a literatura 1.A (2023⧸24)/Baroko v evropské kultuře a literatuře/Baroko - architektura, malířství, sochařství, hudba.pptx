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82" r:id="rId10"/>
    <p:sldId id="283" r:id="rId11"/>
    <p:sldId id="284" r:id="rId12"/>
    <p:sldId id="285" r:id="rId13"/>
    <p:sldId id="278" r:id="rId14"/>
    <p:sldId id="268" r:id="rId15"/>
    <p:sldId id="269" r:id="rId16"/>
    <p:sldId id="270" r:id="rId17"/>
    <p:sldId id="271" r:id="rId18"/>
    <p:sldId id="279" r:id="rId19"/>
    <p:sldId id="280" r:id="rId20"/>
    <p:sldId id="286" r:id="rId21"/>
    <p:sldId id="287" r:id="rId22"/>
    <p:sldId id="288" r:id="rId23"/>
    <p:sldId id="289" r:id="rId24"/>
    <p:sldId id="259" r:id="rId25"/>
    <p:sldId id="281" r:id="rId2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EFF7A-FD23-4355-B044-29A84C1B615E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A72DD-5679-4F8F-8F19-38C9994D33ED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Tři grácie – </a:t>
            </a:r>
            <a:r>
              <a:rPr lang="cs-CZ" dirty="0" err="1"/>
              <a:t>Rubens</a:t>
            </a:r>
            <a:r>
              <a:rPr lang="cs-CZ" dirty="0"/>
              <a:t>,</a:t>
            </a:r>
            <a:r>
              <a:rPr lang="cs-CZ" baseline="0" dirty="0"/>
              <a:t> Kostel sv. Jana Nepomuckého na Zelené hoře, typická barokní výzdoba kostela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72DD-5679-4F8F-8F19-38C9994D33ED}" type="slidenum">
              <a:rPr lang="cs-CZ" smtClean="0"/>
              <a:pPr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Hlavně oblast jižních</a:t>
            </a:r>
            <a:r>
              <a:rPr lang="cs-CZ" baseline="0" dirty="0"/>
              <a:t> Čech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3A72DD-5679-4F8F-8F19-38C9994D33ED}" type="slidenum">
              <a:rPr lang="cs-CZ" smtClean="0"/>
              <a:pPr/>
              <a:t>12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adpis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22" name="Podnadpis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20" name="Zástupný symbol pro zápatí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10" name="Zástupný symbol pro číslo snímku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Elipsa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a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Obdélní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a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a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6" name="Obdélní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Obdélní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9" name="Vývojový diagram: postup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Vývojový diagram: postup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ýseč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a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Prstenec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Obdélní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Zástupný symbol pro nadpis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9" name="Zástupný symbol pro text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24" name="Zástupný symbol pro datum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6B1FBF-17FB-4AC6-9320-7098FD9E2CEF}" type="datetimeFigureOut">
              <a:rPr lang="cs-CZ" smtClean="0"/>
              <a:pPr/>
              <a:t>13.03.2024</a:t>
            </a:fld>
            <a:endParaRPr lang="cs-CZ"/>
          </a:p>
        </p:txBody>
      </p:sp>
      <p:sp>
        <p:nvSpPr>
          <p:cNvPr id="10" name="Zástupný symbol pro zápatí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cs-CZ"/>
          </a:p>
        </p:txBody>
      </p:sp>
      <p:sp>
        <p:nvSpPr>
          <p:cNvPr id="22" name="Zástupný symbol pro číslo snímku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C45D223-3BCA-4BB2-BF44-3575A143AAF7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5" name="Obdélní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://upload.wikimedia.org/wikipedia/commons/0/02/Brno,_kostel_(10)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http://upload.wikimedia.org/wikipedia/commons/thumb/9/99/%C5%BD%C4%8F%C3%A1r_nad_S%C3%A1zavou_-_25.jpg/800px-%C5%BD%C4%8F%C3%A1r_nad_S%C3%A1zavou_-_25.jp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upload.wikimedia.org/wikipedia/commons/e/e8/Colonnato_del_Bernini_-_fedewild.jpg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upload.wikimedia.org/wikipedia/commons/thumb/7/76/Lazio_Roma_Navona2_tango7174.jpg/500px-Lazio_Roma_Navona2_tango7174.jp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upload.wikimedia.org/wikipedia/commons/thumb/9/90/Parione_-_s_Agnese_in_Agone_1020587.JPG/759px-Parione_-_s_Agnese_in_Agone_1020587.JPG" TargetMode="Externa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c/c2/Versailles_chateau.jpg" TargetMode="External"/><Relationship Id="rId7" Type="http://schemas.openxmlformats.org/officeDocument/2006/relationships/hyperlink" Target="http://upload.wikimedia.org/wikipedia/commons/thumb/8/88/Invalides_2007_03_11.jpg/587px-Invalides_2007_03_11.jpg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hyperlink" Target="http://upload.wikimedia.org/wikipedia/commons/thumb/f/f1/Chateau_Versailles_Galerie_des_Glaces.jpg/800px-Chateau_Versailles_Galerie_des_Glaces.jpg" TargetMode="Externa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9/9b/Cath%C3%A9drale_St-Paul_-_entr%C3%A9e_principale.jpg/781px-Cath%C3%A9drale_St-Paul_-_entr%C3%A9e_principale.jpg" TargetMode="External"/><Relationship Id="rId7" Type="http://schemas.openxmlformats.org/officeDocument/2006/relationships/image" Target="../media/image18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upload.wikimedia.org/wikipedia/commons/thumb/4/45/PB011939_Karls_Kirche_Wien.JPG/450px-PB011939_Karls_Kirche_Wien.JPG" TargetMode="External"/><Relationship Id="rId5" Type="http://schemas.openxmlformats.org/officeDocument/2006/relationships/image" Target="../media/image17.jpeg"/><Relationship Id="rId4" Type="http://schemas.openxmlformats.org/officeDocument/2006/relationships/hyperlink" Target="http://upload.wikimedia.org/wikipedia/commons/thumb/0/06/Sch%C3%B6nbrunn_Palace_(8371661287).jpg/800px-Sch%C3%B6nbrunn_Palace_(8371661287)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upload.wikimedia.org/wikipedia/commons/8/81/Prag_17_(RaBoe).jpg" TargetMode="External"/><Relationship Id="rId4" Type="http://schemas.openxmlformats.org/officeDocument/2006/relationships/hyperlink" Target="http://upload.wikimedia.org/wikipedia/commons/thumb/d/df/Prag_2013_019.jpg/800px-Prag_2013_019.jpg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upload.wikimedia.org/wikipedia/commons/2/21/Chlumec_-_Karlova_koruna.jpg" TargetMode="External"/><Relationship Id="rId4" Type="http://schemas.openxmlformats.org/officeDocument/2006/relationships/hyperlink" Target="http://upload.wikimedia.org/wikipedia/commons/thumb/9/99/%C5%BD%C4%8F%C3%A1r_nad_S%C3%A1zavou_-_25.jpg/800px-%C5%BD%C4%8F%C3%A1r_nad_S%C3%A1zavou_-_25.j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e/eb/Chram_sv_Mikulase_z_upati_Petrina.jpg/800px-Chram_sv_Mikulase_z_upati_Petrina.jpg" TargetMode="External"/><Relationship Id="rId7" Type="http://schemas.openxmlformats.org/officeDocument/2006/relationships/image" Target="../media/image25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eg"/><Relationship Id="rId5" Type="http://schemas.openxmlformats.org/officeDocument/2006/relationships/hyperlink" Target="http://upload.wikimedia.org/wikipedia/commons/thumb/9/96/Praha_B%C5%99evnov_monastery_from_SE_DSCN0284.JPG/800px-Praha_B%C5%99evnov_monastery_from_SE_DSCN0284.JPG" TargetMode="External"/><Relationship Id="rId4" Type="http://schemas.openxmlformats.org/officeDocument/2006/relationships/hyperlink" Target="http://upload.wikimedia.org/wikipedia/commons/thumb/8/8f/Interior_of_Church_of_St_Nicholas_in_Mala_Strana_in_Prague.jpg/462px-Interior_of_Church_of_St_Nicholas_in_Mala_Strana_in_Prague.jp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://upload.wikimedia.org/wikipedia/commons/thumb/b/ba/Kv%C4%9Btov-house2.jpg/800px-Kv%C4%9Btov-house2.jp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jpeg"/><Relationship Id="rId5" Type="http://schemas.openxmlformats.org/officeDocument/2006/relationships/hyperlink" Target="http://upload.wikimedia.org/wikipedia/commons/thumb/4/4b/Holasovice1.jpg/799px-Holasovice1.jpg" TargetMode="Externa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4/47/Sv_Barbora_Marketa_Alzbeta.jpg/400px-Sv_Barbora_Marketa_Alzbeta.jpg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upload.wikimedia.org/wikipedia/commons/thumb/5/5b/Charles_Bridge_St_Adalbert.jpg/400px-Charles_Bridge_St_Adalbert.jpg" TargetMode="Externa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e/e4/Kuks_Big_Christian_Warior.jpg/800px-Kuks_Big_Christian_Warior.jpg" TargetMode="Externa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commons/e/ec/Roman_architecture.jpg" TargetMode="External"/><Relationship Id="rId13" Type="http://schemas.openxmlformats.org/officeDocument/2006/relationships/hyperlink" Target="http://upload.wikimedia.org/wikipedia/commons/thumb/8/88/Invalides_2007_03_11.jpg/587px-Invalides_2007_03_11.jpg" TargetMode="External"/><Relationship Id="rId18" Type="http://schemas.openxmlformats.org/officeDocument/2006/relationships/hyperlink" Target="http://upload.wikimedia.org/wikipedia/commons/thumb/0/0b/Rembrandt_van_Rijn-De_Nachtwacht-1642.jpg/717px-Rembrandt_van_Rijn-De_Nachtwacht-1642.jpg" TargetMode="External"/><Relationship Id="rId3" Type="http://schemas.openxmlformats.org/officeDocument/2006/relationships/hyperlink" Target="http://upload.wikimedia.org/wikipedia/commons/thumb/9/99/%C5%BD%C4%8F%C3%A1r_nad_S%C3%A1zavou_-_25.jpg/800px-%C5%BD%C4%8F%C3%A1r_nad_S%C3%A1zavou_-_25.jpg" TargetMode="External"/><Relationship Id="rId7" Type="http://schemas.openxmlformats.org/officeDocument/2006/relationships/hyperlink" Target="http://upload.wikimedia.org/wikipedia/commons/thumb/7/76/Lazio_Roma_Navona2_tango7174.jpg/500px-Lazio_Roma_Navona2_tango7174.jpg" TargetMode="External"/><Relationship Id="rId12" Type="http://schemas.openxmlformats.org/officeDocument/2006/relationships/hyperlink" Target="http://upload.wikimedia.org/wikipedia/commons/thumb/f/f1/Chateau_Versailles_Galerie_des_Glaces.jpg/800px-Chateau_Versailles_Galerie_des_Glaces.jpg" TargetMode="External"/><Relationship Id="rId17" Type="http://schemas.openxmlformats.org/officeDocument/2006/relationships/hyperlink" Target="http://upload.wikimedia.org/wikipedia/commons/thumb/4/42/Michelangelo_Caravaggio_021.jpg/800px-Michelangelo_Caravaggio_021.jpg" TargetMode="External"/><Relationship Id="rId2" Type="http://schemas.openxmlformats.org/officeDocument/2006/relationships/hyperlink" Target="http://upload.wikimedia.org/wikipedia/commons/thumb/9/9c/Peter_Paul_Rubens_026.jpg/486px-Peter_Paul_Rubens_026.jpg" TargetMode="External"/><Relationship Id="rId16" Type="http://schemas.openxmlformats.org/officeDocument/2006/relationships/hyperlink" Target="http://upload.wikimedia.org/wikipedia/commons/thumb/4/45/PB011939_Karls_Kirche_Wien.JPG/450px-PB011939_Karls_Kirche_Wien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pload.wikimedia.org/wikipedia/commons/d/d5/Gian_Lorenzo_Bernini,_self-portrait,_c1623.jpg" TargetMode="External"/><Relationship Id="rId11" Type="http://schemas.openxmlformats.org/officeDocument/2006/relationships/hyperlink" Target="http://upload.wikimedia.org/wikipedia/commons/c/c2/Versailles_chateau.jpg" TargetMode="External"/><Relationship Id="rId5" Type="http://schemas.openxmlformats.org/officeDocument/2006/relationships/hyperlink" Target="http://upload.wikimedia.org/wikipedia/commons/e/e8/Colonnato_del_Bernini_-_fedewild.jpg" TargetMode="External"/><Relationship Id="rId15" Type="http://schemas.openxmlformats.org/officeDocument/2006/relationships/hyperlink" Target="http://upload.wikimedia.org/wikipedia/commons/thumb/0/06/Sch%C3%B6nbrunn_Palace_(8371661287).jpg/800px-Sch%C3%B6nbrunn_Palace_(8371661287).jpg" TargetMode="External"/><Relationship Id="rId10" Type="http://schemas.openxmlformats.org/officeDocument/2006/relationships/hyperlink" Target="http://upload.wikimedia.org/wikipedia/commons/c/cc/Borromini.jpg" TargetMode="External"/><Relationship Id="rId4" Type="http://schemas.openxmlformats.org/officeDocument/2006/relationships/hyperlink" Target="http://upload.wikimedia.org/wikipedia/commons/0/02/Brno,_kostel_(10).jpg" TargetMode="External"/><Relationship Id="rId9" Type="http://schemas.openxmlformats.org/officeDocument/2006/relationships/hyperlink" Target="http://upload.wikimedia.org/wikipedia/commons/thumb/9/90/Parione_-_s_Agnese_in_Agone_1020587.JPG/759px-Parione_-_s_Agnese_in_Agone_1020587.JPG" TargetMode="External"/><Relationship Id="rId14" Type="http://schemas.openxmlformats.org/officeDocument/2006/relationships/hyperlink" Target="http://upload.wikimedia.org/wikipedia/commons/thumb/9/9b/Cath%C3%A9drale_St-Paul_-_entr%C3%A9e_principale.jpg/781px-Cath%C3%A9drale_St-Paul_-_entr%C3%A9e_principale.jpg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commons/thumb/e/eb/Chram_sv_Mikulase_z_upati_Petrina.jpg/800px-Chram_sv_Mikulase_z_upati_Petrina.jpg" TargetMode="External"/><Relationship Id="rId13" Type="http://schemas.openxmlformats.org/officeDocument/2006/relationships/hyperlink" Target="http://upload.wikimedia.org/wikipedia/commons/thumb/5/5b/Charles_Bridge_St_Adalbert.jpg/400px-Charles_Bridge_St_Adalbert.jpg" TargetMode="External"/><Relationship Id="rId3" Type="http://schemas.openxmlformats.org/officeDocument/2006/relationships/hyperlink" Target="http://upload.wikimedia.org/wikipedia/commons/thumb/5/56/Karel_%C5%A0kr%C3%A9ta_-_Paris_a_Helena.jpg/483px-Karel_%C5%A0kr%C3%A9ta_-_Paris_a_Helena.jpg" TargetMode="External"/><Relationship Id="rId7" Type="http://schemas.openxmlformats.org/officeDocument/2006/relationships/hyperlink" Target="http://upload.wikimedia.org/wikipedia/commons/2/21/Chlumec_-_Karlova_koruna.jpg" TargetMode="External"/><Relationship Id="rId12" Type="http://schemas.openxmlformats.org/officeDocument/2006/relationships/hyperlink" Target="http://upload.wikimedia.org/wikipedia/commons/thumb/4/47/Sv_Barbora_Marketa_Alzbeta.jpg/400px-Sv_Barbora_Marketa_Alzbeta.jpg" TargetMode="External"/><Relationship Id="rId2" Type="http://schemas.openxmlformats.org/officeDocument/2006/relationships/hyperlink" Target="http://upload.wikimedia.org/wikipedia/commons/thumb/6/61/Karel_%C5%A0kr%C3%A9ta_-_Narozen%C3%AD_svat%C3%A9ho_V%C3%A1clava.jpg/800px-Karel_%C5%A0kr%C3%A9ta_-_Narozen%C3%AD_svat%C3%A9ho_V%C3%A1clava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pload.wikimedia.org/wikipedia/commons/8/81/Prag_17_(RaBoe).jpg" TargetMode="External"/><Relationship Id="rId11" Type="http://schemas.openxmlformats.org/officeDocument/2006/relationships/hyperlink" Target="http://upload.wikimedia.org/wikipedia/commons/thumb/b/ba/Kv%C4%9Btov-house2.jpg/800px-Kv%C4%9Btov-house2.jpg" TargetMode="External"/><Relationship Id="rId5" Type="http://schemas.openxmlformats.org/officeDocument/2006/relationships/hyperlink" Target="http://upload.wikimedia.org/wikipedia/commons/thumb/d/df/Prag_2013_019.jpg/800px-Prag_2013_019.jpg" TargetMode="External"/><Relationship Id="rId15" Type="http://schemas.openxmlformats.org/officeDocument/2006/relationships/hyperlink" Target="http://upload.wikimedia.org/wikipedia/commons/thumb/b/be/Sv_Luitgarda.jpg/400px-Sv_Luitgarda.jpg" TargetMode="External"/><Relationship Id="rId10" Type="http://schemas.openxmlformats.org/officeDocument/2006/relationships/hyperlink" Target="http://upload.wikimedia.org/wikipedia/commons/thumb/4/4b/Holasovice1.jpg/799px-Holasovice1.jpg" TargetMode="External"/><Relationship Id="rId4" Type="http://schemas.openxmlformats.org/officeDocument/2006/relationships/hyperlink" Target="http://upload.wikimedia.org/wikipedia/commons/thumb/2/29/Brandl_Jan_Baptista_Manetin.jpg/372px-Brandl_Jan_Baptista_Manetin.jpg" TargetMode="External"/><Relationship Id="rId9" Type="http://schemas.openxmlformats.org/officeDocument/2006/relationships/hyperlink" Target="http://upload.wikimedia.org/wikipedia/commons/thumb/8/8f/Interior_of_Church_of_St_Nicholas_in_Mala_Strana_in_Prague.jpg/462px-Interior_of_Church_of_St_Nicholas_in_Mala_Strana_in_Prague.jpg" TargetMode="External"/><Relationship Id="rId14" Type="http://schemas.openxmlformats.org/officeDocument/2006/relationships/hyperlink" Target="http://upload.wikimedia.org/wikipedia/commons/thumb/e/e4/Kuks_Big_Christian_Warior.jpg/800px-Kuks_Big_Christian_Warior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cs-CZ" sz="8000" dirty="0"/>
              <a:t>BAROKO</a:t>
            </a:r>
            <a:endParaRPr lang="cs-CZ" dirty="0"/>
          </a:p>
        </p:txBody>
      </p:sp>
      <p:pic>
        <p:nvPicPr>
          <p:cNvPr id="27650" name="Picture 2" descr="http://upload.wikimedia.org/wikipedia/commons/9/9c/Peter_Paul_Rubens_02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1628800"/>
            <a:ext cx="3888432" cy="4807218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1043608" y="6309320"/>
            <a:ext cx="3600400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http://upload.wikimedia.org/wikipedia/commons/thumb/9/9c/Peter_Paul_Rubens_026.jpg/486px-Peter_Paul_Rubens_026.jpg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1628800"/>
            <a:ext cx="3582308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bdélník 7"/>
          <p:cNvSpPr/>
          <p:nvPr/>
        </p:nvSpPr>
        <p:spPr>
          <a:xfrm>
            <a:off x="5148064" y="3861049"/>
            <a:ext cx="3528392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http://upload.wikimedia.org/wikipedia/commons/thumb/9/99/%C5%BD%C4%8F%C3%A1r_nad_S%C3%A1zavou_-_25.jpg/800px-%C5%BD%C4%8F%C3%A1r_nad_S%C3%A1zavou_-_25.jpg</a:t>
            </a:r>
            <a:r>
              <a:rPr lang="cs-CZ" sz="300" dirty="0"/>
              <a:t>, CC BY-SA, autor . </a:t>
            </a:r>
            <a:r>
              <a:rPr lang="cs-CZ" sz="300" dirty="0" err="1"/>
              <a:t>Fojsinek</a:t>
            </a:r>
            <a:endParaRPr lang="cs-CZ" sz="300" dirty="0"/>
          </a:p>
        </p:txBody>
      </p:sp>
      <p:pic>
        <p:nvPicPr>
          <p:cNvPr id="27652" name="Picture 4" descr="http://upload.wikimedia.org/wikipedia/commons/0/02/Brno%2C_kostel_%2810%29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48064" y="4264606"/>
            <a:ext cx="3456384" cy="2593394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5148064" y="6719501"/>
            <a:ext cx="3384376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7"/>
              </a:rPr>
              <a:t>http://upload.wikimedia.org/wikipedia/commons/0/02/Brno%2C_kostel_%2810%29.jpg</a:t>
            </a:r>
            <a:r>
              <a:rPr lang="cs-CZ" sz="300" dirty="0"/>
              <a:t>, CC BY-SA, autor:</a:t>
            </a:r>
            <a:r>
              <a:rPr lang="cs-CZ" sz="300" dirty="0" err="1"/>
              <a:t>Dezidor</a:t>
            </a:r>
            <a:endParaRPr lang="cs-CZ" sz="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PŮVOD A ZNAKY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99592" y="1447800"/>
            <a:ext cx="8244408" cy="4800600"/>
          </a:xfrm>
        </p:spPr>
        <p:txBody>
          <a:bodyPr>
            <a:normAutofit lnSpcReduction="10000"/>
          </a:bodyPr>
          <a:lstStyle/>
          <a:p>
            <a:pPr lvl="0"/>
            <a:r>
              <a:rPr lang="cs-CZ" dirty="0"/>
              <a:t>Z Itálie, projevil se hlavně v 17. století</a:t>
            </a:r>
          </a:p>
          <a:p>
            <a:pPr lvl="0"/>
            <a:r>
              <a:rPr lang="cs-CZ" dirty="0"/>
              <a:t>Původně hanlivé označení „pošetilý“, „směšný“ </a:t>
            </a:r>
          </a:p>
          <a:p>
            <a:pPr lvl="0"/>
            <a:r>
              <a:rPr lang="cs-CZ" dirty="0"/>
              <a:t>Obrat od člověka k Bohu</a:t>
            </a:r>
          </a:p>
          <a:p>
            <a:pPr lvl="0"/>
            <a:r>
              <a:rPr lang="cs-CZ" dirty="0"/>
              <a:t>Znaky: okázalost, bohatství, různé formy, tvary, pohyb</a:t>
            </a:r>
          </a:p>
          <a:p>
            <a:r>
              <a:rPr lang="cs-CZ" dirty="0"/>
              <a:t>Dvě hlavní linie: </a:t>
            </a:r>
            <a:r>
              <a:rPr lang="cs-CZ" b="1" dirty="0"/>
              <a:t>klasicizující baroko </a:t>
            </a:r>
            <a:r>
              <a:rPr lang="cs-CZ" dirty="0"/>
              <a:t>(typické pro protestantskou Evropu) a </a:t>
            </a:r>
            <a:r>
              <a:rPr lang="cs-CZ" b="1" dirty="0"/>
              <a:t>dynamické</a:t>
            </a:r>
            <a:r>
              <a:rPr lang="cs-CZ" dirty="0"/>
              <a:t> (katolická Evropa, zvláště Španělsko a habsburské území)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ARCHITEKTURA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cs-CZ" dirty="0"/>
              <a:t>Cit pro kompozici a monumentalitu,</a:t>
            </a:r>
          </a:p>
          <a:p>
            <a:pPr lvl="0"/>
            <a:r>
              <a:rPr lang="cs-CZ" dirty="0"/>
              <a:t>Stavby skvěle zapadaly do okolní krajiny</a:t>
            </a:r>
          </a:p>
          <a:p>
            <a:pPr lvl="0"/>
            <a:r>
              <a:rPr lang="cs-CZ" dirty="0"/>
              <a:t>Mělo zapůsobit na lid jako nebe na zemi</a:t>
            </a:r>
          </a:p>
          <a:p>
            <a:pPr lvl="0"/>
            <a:r>
              <a:rPr lang="cs-CZ" dirty="0"/>
              <a:t>Kontrasty tmy a světla</a:t>
            </a:r>
          </a:p>
          <a:p>
            <a:pPr lvl="0"/>
            <a:r>
              <a:rPr lang="cs-CZ" dirty="0"/>
              <a:t>Barevné mramory, zlato, drahé dřevo</a:t>
            </a:r>
          </a:p>
          <a:p>
            <a:pPr lvl="0"/>
            <a:r>
              <a:rPr lang="cs-CZ" dirty="0"/>
              <a:t>Zámky, městské paláce, zahrady s fontánami, sochami a altány</a:t>
            </a:r>
          </a:p>
          <a:p>
            <a:pPr lvl="0"/>
            <a:r>
              <a:rPr lang="cs-CZ" dirty="0"/>
              <a:t>Hlavně církevní stavby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699792" y="188640"/>
            <a:ext cx="6444208" cy="1143000"/>
          </a:xfrm>
        </p:spPr>
        <p:txBody>
          <a:bodyPr/>
          <a:lstStyle/>
          <a:p>
            <a:r>
              <a:rPr lang="cs-CZ" b="1" dirty="0" err="1"/>
              <a:t>Gian</a:t>
            </a:r>
            <a:r>
              <a:rPr lang="cs-CZ" b="1" dirty="0"/>
              <a:t> </a:t>
            </a:r>
            <a:r>
              <a:rPr lang="cs-CZ" b="1" dirty="0" err="1"/>
              <a:t>Lorenzo</a:t>
            </a:r>
            <a:r>
              <a:rPr lang="cs-CZ" b="1" dirty="0"/>
              <a:t> BERNINI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114800"/>
            <a:ext cx="21431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8640"/>
            <a:ext cx="209550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87216" y="1412776"/>
            <a:ext cx="7056784" cy="4701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ovéPole 7"/>
          <p:cNvSpPr txBox="1"/>
          <p:nvPr/>
        </p:nvSpPr>
        <p:spPr>
          <a:xfrm>
            <a:off x="3347864" y="6237312"/>
            <a:ext cx="462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Chrám sv. Petra v Římě – kolonáda a baldachýn</a:t>
            </a:r>
          </a:p>
        </p:txBody>
      </p:sp>
      <p:sp>
        <p:nvSpPr>
          <p:cNvPr id="7" name="Obdélník 6"/>
          <p:cNvSpPr/>
          <p:nvPr/>
        </p:nvSpPr>
        <p:spPr>
          <a:xfrm>
            <a:off x="2123728" y="5949280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http://upload.wikimedia.org/wikipedia/commons/e/e8/Colonnato_del_Bernini_-_fedewild.jpg</a:t>
            </a:r>
            <a:r>
              <a:rPr lang="cs-CZ" sz="300" dirty="0"/>
              <a:t>, CC BY-SA, autor: </a:t>
            </a:r>
            <a:r>
              <a:rPr lang="cs-CZ" sz="300" dirty="0" err="1"/>
              <a:t>Federico</a:t>
            </a:r>
            <a:endParaRPr lang="cs-CZ" sz="300" dirty="0"/>
          </a:p>
        </p:txBody>
      </p:sp>
      <p:sp>
        <p:nvSpPr>
          <p:cNvPr id="9" name="Obdélník 8"/>
          <p:cNvSpPr/>
          <p:nvPr/>
        </p:nvSpPr>
        <p:spPr>
          <a:xfrm>
            <a:off x="0" y="2924944"/>
            <a:ext cx="1565920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http://upload.wikimedia.org/wikipedia/commons/6/66/Bernini_Baldachino.jpg</a:t>
            </a:r>
          </a:p>
        </p:txBody>
      </p:sp>
      <p:sp>
        <p:nvSpPr>
          <p:cNvPr id="10" name="Obdélník 9"/>
          <p:cNvSpPr/>
          <p:nvPr/>
        </p:nvSpPr>
        <p:spPr>
          <a:xfrm>
            <a:off x="0" y="6719501"/>
            <a:ext cx="1997968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http://upload.wikimedia.org/wikipedia/commons/d/d5/Gian_Lorenzo_Bernini%2C_self-portrait%2C_c1623.jpg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96175" y="2149068"/>
            <a:ext cx="3547825" cy="4708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ovéPole 5"/>
          <p:cNvSpPr txBox="1"/>
          <p:nvPr/>
        </p:nvSpPr>
        <p:spPr>
          <a:xfrm>
            <a:off x="1403648" y="6021288"/>
            <a:ext cx="243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cs-CZ" dirty="0"/>
              <a:t>Fontána čtyř řek v Římě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6372200" y="1700808"/>
            <a:ext cx="202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Vidění svaté Terezie</a:t>
            </a:r>
          </a:p>
        </p:txBody>
      </p:sp>
      <p:sp>
        <p:nvSpPr>
          <p:cNvPr id="8" name="Obdélník 7"/>
          <p:cNvSpPr/>
          <p:nvPr/>
        </p:nvSpPr>
        <p:spPr>
          <a:xfrm>
            <a:off x="5580112" y="6525344"/>
            <a:ext cx="2862064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http://upload.wikimedia.org/wikipedia/commons/thumb/4/4c/Ecstasy_St_Theresa_SM_della_Vittoria.jpg/451px-Ecstasy_St_Theresa_SM_della_Vittoria.jpg</a:t>
            </a:r>
          </a:p>
        </p:txBody>
      </p:sp>
      <p:pic>
        <p:nvPicPr>
          <p:cNvPr id="4098" name="Picture 2" descr="File:Lazio Roma Navona2 tango717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260648"/>
            <a:ext cx="4762500" cy="5715000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611560" y="580526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4"/>
              </a:rPr>
              <a:t>http://upload.wikimedia.org/wikipedia/commons/thumb/7/76/Lazio_Roma_Navona2_tango7174.jpg/500px-Lazio_Roma_Navona2_tango7174.jpg</a:t>
            </a:r>
            <a:r>
              <a:rPr lang="cs-CZ" sz="300" dirty="0"/>
              <a:t>, CC BY-</a:t>
            </a:r>
            <a:r>
              <a:rPr lang="cs-CZ" sz="300" dirty="0" err="1"/>
              <a:t>Sa</a:t>
            </a:r>
            <a:r>
              <a:rPr lang="cs-CZ" sz="300" dirty="0"/>
              <a:t>, autor: Tango7174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5698976" cy="1143000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Franceso</a:t>
            </a:r>
            <a:r>
              <a:rPr lang="cs-CZ" dirty="0"/>
              <a:t> BORROMINI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9744" y="0"/>
            <a:ext cx="2304256" cy="3107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ovéPole 6"/>
          <p:cNvSpPr txBox="1"/>
          <p:nvPr/>
        </p:nvSpPr>
        <p:spPr>
          <a:xfrm>
            <a:off x="4499992" y="2420888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Kostel San </a:t>
            </a:r>
            <a:r>
              <a:rPr lang="cs-CZ" dirty="0" err="1"/>
              <a:t>Carlo</a:t>
            </a:r>
            <a:r>
              <a:rPr lang="cs-CZ" dirty="0"/>
              <a:t> a San </a:t>
            </a:r>
            <a:r>
              <a:rPr lang="cs-CZ" dirty="0" err="1"/>
              <a:t>Agnes</a:t>
            </a:r>
            <a:r>
              <a:rPr lang="cs-CZ" dirty="0"/>
              <a:t> v Římě </a:t>
            </a:r>
          </a:p>
        </p:txBody>
      </p:sp>
      <p:pic>
        <p:nvPicPr>
          <p:cNvPr id="3074" name="Picture 2" descr="http://upload.wikimedia.org/wikipedia/commons/thumb/e/ec/Roman_architecture.jpg/220px-Roman_architectur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980727"/>
            <a:ext cx="4032448" cy="5333831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395536" y="6093296"/>
            <a:ext cx="2574032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http://upload.wikimedia.org/wikipedia/commons/e/ec/Roman_architecture.jpg</a:t>
            </a:r>
          </a:p>
        </p:txBody>
      </p:sp>
      <p:pic>
        <p:nvPicPr>
          <p:cNvPr id="3076" name="Picture 4" descr="File:Parione - s Agnese in Agone 102058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33044" y="3212976"/>
            <a:ext cx="4610955" cy="3645024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4572000" y="648866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dirty="0">
                <a:hlinkClick r:id="rId5"/>
              </a:rPr>
              <a:t>http</a:t>
            </a:r>
            <a:r>
              <a:rPr lang="cs-CZ" sz="300" dirty="0">
                <a:hlinkClick r:id="rId5"/>
              </a:rPr>
              <a:t>://upload.wikimedia.org/wikipedia/commons/thumb/9/90/Parione_-_s_Agnese_in_Agone_1020587.JPG/759px-Parione_-_s_Agnese_in_Agone_1020587.JPG</a:t>
            </a:r>
            <a:r>
              <a:rPr lang="cs-CZ" sz="300" dirty="0"/>
              <a:t>, CC BY-SA, autor: </a:t>
            </a:r>
            <a:r>
              <a:rPr lang="cs-CZ" sz="300" dirty="0" err="1"/>
              <a:t>lalupa</a:t>
            </a:r>
            <a:endParaRPr lang="cs-CZ" sz="300" dirty="0"/>
          </a:p>
        </p:txBody>
      </p:sp>
      <p:sp>
        <p:nvSpPr>
          <p:cNvPr id="12" name="Obdélník 11"/>
          <p:cNvSpPr/>
          <p:nvPr/>
        </p:nvSpPr>
        <p:spPr>
          <a:xfrm>
            <a:off x="6858000" y="2924944"/>
            <a:ext cx="2286000" cy="14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http://upload.wikimedia.org/wikipedia/commons/c/cc/Borromini.jpg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Versailles a Invalidovna ve Francii</a:t>
            </a:r>
          </a:p>
        </p:txBody>
      </p:sp>
      <p:pic>
        <p:nvPicPr>
          <p:cNvPr id="2050" name="Picture 2" descr="File:Versailles chatea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24744"/>
            <a:ext cx="4272409" cy="2841153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323528" y="3861048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3"/>
              </a:rPr>
              <a:t>http://upload.wikimedia.org/wikipedia/commons/c/c2/Versailles_chateau.jpg</a:t>
            </a:r>
            <a:r>
              <a:rPr lang="cs-CZ" sz="300" dirty="0"/>
              <a:t>, CC BY-SA, autor: </a:t>
            </a:r>
            <a:r>
              <a:rPr lang="cs-CZ" sz="300" dirty="0" err="1"/>
              <a:t>Marc</a:t>
            </a:r>
            <a:r>
              <a:rPr lang="cs-CZ" sz="300" dirty="0"/>
              <a:t> </a:t>
            </a:r>
            <a:r>
              <a:rPr lang="cs-CZ" sz="300" dirty="0" err="1"/>
              <a:t>Vassal</a:t>
            </a:r>
            <a:endParaRPr lang="cs-CZ" sz="300" dirty="0"/>
          </a:p>
        </p:txBody>
      </p:sp>
      <p:pic>
        <p:nvPicPr>
          <p:cNvPr id="2052" name="Picture 4" descr="File:Chateau Versailles Galerie des Glace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528" y="4085872"/>
            <a:ext cx="4176464" cy="2772128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323528" y="65253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http://upload.wikimedia.org/wikipedia/commons/thumb/f/f1/Chateau_Versailles_Galerie_des_Glaces.jpg/800px-Chateau_Versailles_Galerie_des_Glaces.jpg</a:t>
            </a:r>
            <a:r>
              <a:rPr lang="cs-CZ" sz="300" dirty="0"/>
              <a:t>, CC BY-SA, </a:t>
            </a:r>
            <a:r>
              <a:rPr lang="cs-CZ" sz="300" dirty="0" err="1"/>
              <a:t>autir</a:t>
            </a:r>
            <a:r>
              <a:rPr lang="cs-CZ" sz="300" dirty="0"/>
              <a:t>: </a:t>
            </a:r>
            <a:r>
              <a:rPr lang="cs-CZ" sz="300" dirty="0" err="1"/>
              <a:t>Myrabella</a:t>
            </a:r>
            <a:endParaRPr lang="cs-CZ" sz="300" dirty="0"/>
          </a:p>
        </p:txBody>
      </p:sp>
      <p:pic>
        <p:nvPicPr>
          <p:cNvPr id="2056" name="Picture 8" descr="File:Invalides 2007 03 1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88024" y="1556792"/>
            <a:ext cx="4140968" cy="4225622"/>
          </a:xfrm>
          <a:prstGeom prst="rect">
            <a:avLst/>
          </a:prstGeom>
          <a:noFill/>
        </p:spPr>
      </p:pic>
      <p:sp>
        <p:nvSpPr>
          <p:cNvPr id="12" name="Obdélník 11"/>
          <p:cNvSpPr/>
          <p:nvPr/>
        </p:nvSpPr>
        <p:spPr>
          <a:xfrm>
            <a:off x="4572000" y="5589240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7"/>
              </a:rPr>
              <a:t>http://upload.wikimedia.org/wikipedia/commons/thumb/8/88/Invalides_2007_03_11.jpg/587px-Invalides_2007_03_11.jpg</a:t>
            </a:r>
            <a:r>
              <a:rPr lang="cs-CZ" sz="300" dirty="0"/>
              <a:t>, CC BY-SA, autor: </a:t>
            </a:r>
            <a:r>
              <a:rPr lang="cs-CZ" sz="300" dirty="0" err="1"/>
              <a:t>benh</a:t>
            </a:r>
            <a:endParaRPr lang="cs-CZ" sz="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-11360" y="188640"/>
            <a:ext cx="9155360" cy="1143000"/>
          </a:xfrm>
        </p:spPr>
        <p:txBody>
          <a:bodyPr>
            <a:noAutofit/>
          </a:bodyPr>
          <a:lstStyle/>
          <a:p>
            <a:pPr algn="ctr"/>
            <a:r>
              <a:rPr lang="cs-CZ" sz="3600" dirty="0"/>
              <a:t>Chrám sv. Pavla v Londýně, </a:t>
            </a:r>
            <a:r>
              <a:rPr lang="cs-CZ" sz="3600" dirty="0" err="1"/>
              <a:t>Schönbrunn</a:t>
            </a:r>
            <a:r>
              <a:rPr lang="cs-CZ" sz="3600" dirty="0"/>
              <a:t> a chrám sv. Karla </a:t>
            </a:r>
            <a:r>
              <a:rPr lang="cs-CZ" sz="3600" dirty="0" err="1"/>
              <a:t>Boromejského</a:t>
            </a:r>
            <a:r>
              <a:rPr lang="cs-CZ" sz="3600" dirty="0"/>
              <a:t> ve Vídni</a:t>
            </a:r>
          </a:p>
        </p:txBody>
      </p:sp>
      <p:pic>
        <p:nvPicPr>
          <p:cNvPr id="1026" name="Picture 2" descr="File:Cathédrale St-Paul - entrée principa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268760"/>
            <a:ext cx="3958550" cy="3036072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179512" y="4077072"/>
            <a:ext cx="315009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3"/>
              </a:rPr>
              <a:t>http://upload.wikimedia.org/wikipedia/commons/thumb/9/9b/Cath%C3%A9drale_St-Paul_-_entr%C3%A9e_principale.jpg/781px-Cath%C3%A9drale_St-Paul_-_entr%C3%A9e_principale.jpg</a:t>
            </a:r>
            <a:r>
              <a:rPr lang="cs-CZ" sz="300" dirty="0"/>
              <a:t>, CC BY-</a:t>
            </a:r>
            <a:r>
              <a:rPr lang="cs-CZ" sz="300" dirty="0" err="1"/>
              <a:t>Sa</a:t>
            </a:r>
            <a:r>
              <a:rPr lang="cs-CZ" sz="300" dirty="0"/>
              <a:t>, autor: Bernard </a:t>
            </a:r>
            <a:r>
              <a:rPr lang="cs-CZ" sz="300" dirty="0" err="1"/>
              <a:t>Gagnon</a:t>
            </a:r>
            <a:endParaRPr lang="cs-CZ" sz="300" dirty="0"/>
          </a:p>
        </p:txBody>
      </p:sp>
      <p:sp>
        <p:nvSpPr>
          <p:cNvPr id="9" name="Obdélník 8"/>
          <p:cNvSpPr/>
          <p:nvPr/>
        </p:nvSpPr>
        <p:spPr>
          <a:xfrm>
            <a:off x="3059832" y="6719501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4"/>
              </a:rPr>
              <a:t>http://upload.wikimedia.org/wikipedia/commons/thumb/0/06/Sch%C3%B6nbrunn_Palace_%288371661287%29.jpg/800px-Sch%C3%B6nbrunn_Palace_%288371661287%29.jpg</a:t>
            </a:r>
            <a:r>
              <a:rPr lang="cs-CZ" sz="300" dirty="0"/>
              <a:t>, CC BY-SA,  autor: </a:t>
            </a:r>
            <a:r>
              <a:rPr lang="cs-CZ" sz="300" dirty="0" err="1"/>
              <a:t>Steve</a:t>
            </a:r>
            <a:r>
              <a:rPr lang="cs-CZ" sz="300" dirty="0"/>
              <a:t> </a:t>
            </a:r>
            <a:r>
              <a:rPr lang="cs-CZ" sz="300" dirty="0" err="1"/>
              <a:t>Collis</a:t>
            </a:r>
            <a:endParaRPr lang="cs-CZ" sz="300" dirty="0"/>
          </a:p>
        </p:txBody>
      </p:sp>
      <p:pic>
        <p:nvPicPr>
          <p:cNvPr id="1030" name="Picture 6" descr="File:PB011939 Karls Kirche Wie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19664" y="1268760"/>
            <a:ext cx="3024336" cy="4032448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6569968" y="5013176"/>
            <a:ext cx="25740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6"/>
              </a:rPr>
              <a:t>http://upload.wikimedia.org/wikipedia/commons/thumb/4/45/PB011939_Karls_Kirche_Wien.JPG/450px-PB011939_Karls_Kirche_Wien.JPG</a:t>
            </a:r>
            <a:r>
              <a:rPr lang="cs-CZ" sz="300" dirty="0"/>
              <a:t>, CC BY-SA, autor: Luke1ace</a:t>
            </a:r>
          </a:p>
        </p:txBody>
      </p:sp>
      <p:pic>
        <p:nvPicPr>
          <p:cNvPr id="1028" name="Picture 4" descr="File:Schönbrunn Palace (8371661287)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27784" y="4070211"/>
            <a:ext cx="4176464" cy="27877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Klementinum a Černínský palác</a:t>
            </a:r>
          </a:p>
        </p:txBody>
      </p:sp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05325" y="3645024"/>
            <a:ext cx="46386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58" name="Picture 2" descr="File:Prag 2013 0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1124744"/>
            <a:ext cx="4896544" cy="3672408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179512" y="4581128"/>
            <a:ext cx="3150096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4"/>
              </a:rPr>
              <a:t>http://upload.wikimedia.org/wikipedia/commons/thumb/d/df/Prag_2013_019.jpg/800px-Prag_2013_019.jpg</a:t>
            </a:r>
            <a:r>
              <a:rPr lang="cs-CZ" sz="300" dirty="0"/>
              <a:t>, CC BY-SA, autor: Klaus Graf</a:t>
            </a:r>
          </a:p>
        </p:txBody>
      </p:sp>
      <p:sp>
        <p:nvSpPr>
          <p:cNvPr id="8" name="Obdélník 7"/>
          <p:cNvSpPr/>
          <p:nvPr/>
        </p:nvSpPr>
        <p:spPr>
          <a:xfrm>
            <a:off x="4427984" y="65253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http://upload.wikimedia.org/wikipedia/commons/8/81/Prag_17_%28RaBoe%29.jpg</a:t>
            </a:r>
            <a:r>
              <a:rPr lang="cs-CZ" sz="300" dirty="0"/>
              <a:t>, CC BY-</a:t>
            </a:r>
            <a:r>
              <a:rPr lang="cs-CZ" sz="300" dirty="0" err="1"/>
              <a:t>Sa</a:t>
            </a:r>
            <a:r>
              <a:rPr lang="cs-CZ" sz="300" dirty="0"/>
              <a:t>, autor: </a:t>
            </a:r>
            <a:r>
              <a:rPr lang="cs-CZ" sz="300" dirty="0" err="1"/>
              <a:t>Ra</a:t>
            </a:r>
            <a:r>
              <a:rPr lang="cs-CZ" sz="300" dirty="0"/>
              <a:t> </a:t>
            </a:r>
            <a:r>
              <a:rPr lang="cs-CZ" sz="300" dirty="0" err="1"/>
              <a:t>Boe</a:t>
            </a:r>
            <a:endParaRPr lang="cs-CZ" sz="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1600" y="0"/>
            <a:ext cx="5760640" cy="1368152"/>
          </a:xfrm>
        </p:spPr>
        <p:txBody>
          <a:bodyPr>
            <a:normAutofit fontScale="90000"/>
          </a:bodyPr>
          <a:lstStyle/>
          <a:p>
            <a:r>
              <a:rPr lang="cs-CZ" dirty="0"/>
              <a:t>Jan Blažej </a:t>
            </a:r>
            <a:r>
              <a:rPr lang="cs-CZ" dirty="0" err="1"/>
              <a:t>Santini</a:t>
            </a:r>
            <a:r>
              <a:rPr lang="cs-CZ" dirty="0"/>
              <a:t>-</a:t>
            </a:r>
            <a:r>
              <a:rPr lang="cs-CZ" dirty="0" err="1"/>
              <a:t>Aichel</a:t>
            </a:r>
            <a:endParaRPr lang="cs-CZ" dirty="0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7956" y="3140968"/>
            <a:ext cx="4956043" cy="371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196752"/>
            <a:ext cx="4981625" cy="370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ovéPole 6"/>
          <p:cNvSpPr txBox="1"/>
          <p:nvPr/>
        </p:nvSpPr>
        <p:spPr>
          <a:xfrm>
            <a:off x="5436096" y="1772816"/>
            <a:ext cx="3923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/>
              <a:t>Kostel sv. Jana Nepomuckého na Zelené hoře u Žďáru nad Sázavou</a:t>
            </a:r>
          </a:p>
          <a:p>
            <a:pPr>
              <a:buFont typeface="Arial" pitchFamily="34" charset="0"/>
              <a:buChar char="•"/>
            </a:pPr>
            <a:r>
              <a:rPr lang="cs-CZ" dirty="0"/>
              <a:t>Zámek Karlova koruna v Chlumci nad Cidlinou</a:t>
            </a:r>
          </a:p>
        </p:txBody>
      </p:sp>
      <p:sp>
        <p:nvSpPr>
          <p:cNvPr id="8" name="Obdélník 7"/>
          <p:cNvSpPr/>
          <p:nvPr/>
        </p:nvSpPr>
        <p:spPr>
          <a:xfrm>
            <a:off x="251520" y="47251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4"/>
              </a:rPr>
              <a:t>http://upload.wikimedia.org/wikipedia/commons/thumb/9/99/%C5%BD%C4%8F%C3%A1r_nad_S%C3%A1zavou_-_25.jpg/800px-%C5%BD%C4%8F%C3%A1r_nad_S%C3%A1zavou_-_25.jpg</a:t>
            </a:r>
            <a:r>
              <a:rPr lang="cs-CZ" sz="300" dirty="0"/>
              <a:t>, CC BY-SA, autor . </a:t>
            </a:r>
            <a:r>
              <a:rPr lang="cs-CZ" sz="300" dirty="0" err="1"/>
              <a:t>Fojsinek</a:t>
            </a:r>
            <a:endParaRPr lang="cs-CZ" sz="300" dirty="0"/>
          </a:p>
        </p:txBody>
      </p:sp>
      <p:sp>
        <p:nvSpPr>
          <p:cNvPr id="9" name="Obdélník 8"/>
          <p:cNvSpPr/>
          <p:nvPr/>
        </p:nvSpPr>
        <p:spPr>
          <a:xfrm>
            <a:off x="4211960" y="6719501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http://upload.wikimedia.org/wikipedia/commons/2/21/Chlumec_-_Karlova_koruna.jpg</a:t>
            </a:r>
            <a:r>
              <a:rPr lang="cs-CZ" sz="300" dirty="0"/>
              <a:t>, CC BY-SA, autor: Lubomír </a:t>
            </a:r>
            <a:r>
              <a:rPr lang="cs-CZ" sz="300" dirty="0" err="1"/>
              <a:t>Havrda</a:t>
            </a:r>
            <a:endParaRPr lang="cs-CZ" sz="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cs-CZ" dirty="0"/>
              <a:t>Kilián Ignác a Kryštof </a:t>
            </a:r>
            <a:r>
              <a:rPr lang="cs-CZ" dirty="0" err="1"/>
              <a:t>Dientzenhoferové</a:t>
            </a:r>
            <a:endParaRPr lang="cs-CZ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53880" y="1052736"/>
            <a:ext cx="4890120" cy="3172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ovéPole 4"/>
          <p:cNvSpPr txBox="1"/>
          <p:nvPr/>
        </p:nvSpPr>
        <p:spPr>
          <a:xfrm>
            <a:off x="5712163" y="4869160"/>
            <a:ext cx="3431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Chrám sv. Mikuláše na Malé straně s interiérem </a:t>
            </a:r>
          </a:p>
          <a:p>
            <a:r>
              <a:rPr lang="cs-CZ" dirty="0" err="1"/>
              <a:t>Břevnovský</a:t>
            </a:r>
            <a:r>
              <a:rPr lang="cs-CZ" dirty="0"/>
              <a:t> klášter - přestavba</a:t>
            </a:r>
          </a:p>
        </p:txBody>
      </p:sp>
      <p:sp>
        <p:nvSpPr>
          <p:cNvPr id="7" name="Obdélník 6"/>
          <p:cNvSpPr/>
          <p:nvPr/>
        </p:nvSpPr>
        <p:spPr>
          <a:xfrm>
            <a:off x="251520" y="6453336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3"/>
              </a:rPr>
              <a:t>http://upload.wikimedia.org/wikipedia/commons/thumb/e/eb/Chram_sv_Mikulase_z_upati_Petrina.jpg/800px-Chram_sv_Mikulase_z_upati_Petrina.jpg</a:t>
            </a:r>
            <a:r>
              <a:rPr lang="cs-CZ" sz="300" dirty="0"/>
              <a:t>, CC BY-SA, autor: </a:t>
            </a:r>
            <a:r>
              <a:rPr lang="cs-CZ" sz="300" dirty="0" err="1"/>
              <a:t>Ludek</a:t>
            </a:r>
            <a:endParaRPr lang="cs-CZ" sz="300" dirty="0"/>
          </a:p>
        </p:txBody>
      </p:sp>
      <p:sp>
        <p:nvSpPr>
          <p:cNvPr id="9" name="Obdélník 8"/>
          <p:cNvSpPr/>
          <p:nvPr/>
        </p:nvSpPr>
        <p:spPr>
          <a:xfrm>
            <a:off x="467544" y="4293096"/>
            <a:ext cx="244827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4"/>
              </a:rPr>
              <a:t>http://upload.wikimedia.org/wikipedia/commons/thumb/8/8f/Interior_of_Church_of_St_Nicholas_in_Mala_Strana_in_Prague.jpg/462px-Interior_of_Church_of_St_Nicholas_in_Mala_Strana_in_Prague.jpg</a:t>
            </a:r>
            <a:r>
              <a:rPr lang="cs-CZ" sz="300" dirty="0"/>
              <a:t>, CC BY-SA, autor. </a:t>
            </a:r>
            <a:r>
              <a:rPr lang="cs-CZ" sz="300" dirty="0" err="1"/>
              <a:t>Heinz</a:t>
            </a:r>
            <a:r>
              <a:rPr lang="cs-CZ" sz="300" dirty="0"/>
              <a:t>-Josef </a:t>
            </a:r>
            <a:r>
              <a:rPr lang="cs-CZ" sz="300" dirty="0" err="1"/>
              <a:t>Lücking</a:t>
            </a:r>
            <a:endParaRPr lang="cs-CZ" sz="300" dirty="0"/>
          </a:p>
        </p:txBody>
      </p:sp>
      <p:sp>
        <p:nvSpPr>
          <p:cNvPr id="10" name="Obdélník 9"/>
          <p:cNvSpPr/>
          <p:nvPr/>
        </p:nvSpPr>
        <p:spPr>
          <a:xfrm>
            <a:off x="4572000" y="4077072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http://upload.wikimedia.org/wikipedia/commons/thumb/9/96/Praha_B%C5%99evnov_monastery_from_SE_DSCN0284.JPG/800px-Praha_B%C5%99evnov_monastery_from_SE_DSCN0284.JPG</a:t>
            </a:r>
            <a:r>
              <a:rPr lang="cs-CZ" sz="300" dirty="0"/>
              <a:t>, CC BY-SA, autor: </a:t>
            </a:r>
            <a:r>
              <a:rPr lang="cs-CZ" sz="300" dirty="0" err="1"/>
              <a:t>Sokoljan</a:t>
            </a:r>
            <a:endParaRPr lang="cs-CZ" sz="300" dirty="0"/>
          </a:p>
        </p:txBody>
      </p:sp>
      <p:pic>
        <p:nvPicPr>
          <p:cNvPr id="12290" name="Picture 2" descr="Soubor:Chram sv Mikulase z upati Petrina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512" y="2780928"/>
            <a:ext cx="5148064" cy="3861048"/>
          </a:xfrm>
          <a:prstGeom prst="rect">
            <a:avLst/>
          </a:prstGeom>
          <a:noFill/>
        </p:spPr>
      </p:pic>
      <p:pic>
        <p:nvPicPr>
          <p:cNvPr id="12292" name="Picture 4" descr="Soubor:Interior of Church of St Nicholas in Mala Strana in Prague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5536" y="1268760"/>
            <a:ext cx="2520280" cy="3273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2708920"/>
            <a:ext cx="4283968" cy="1143000"/>
          </a:xfrm>
        </p:spPr>
        <p:txBody>
          <a:bodyPr/>
          <a:lstStyle/>
          <a:p>
            <a:r>
              <a:rPr lang="cs-CZ" dirty="0"/>
              <a:t>Selské baroko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1776" y="3284984"/>
            <a:ext cx="4472224" cy="357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 descr="Soubor:Holasovice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7624" y="260648"/>
            <a:ext cx="7610475" cy="2476501"/>
          </a:xfrm>
          <a:prstGeom prst="rect">
            <a:avLst/>
          </a:prstGeom>
          <a:noFill/>
        </p:spPr>
      </p:pic>
      <p:sp>
        <p:nvSpPr>
          <p:cNvPr id="8" name="Obdélník 7"/>
          <p:cNvSpPr/>
          <p:nvPr/>
        </p:nvSpPr>
        <p:spPr>
          <a:xfrm>
            <a:off x="1187624" y="256490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http://upload.wikimedia.org/wikipedia/commons/thumb/4/4b/Holasovice1.jpg/799px-Holasovice1.jpg</a:t>
            </a:r>
            <a:r>
              <a:rPr lang="cs-CZ" sz="300" dirty="0"/>
              <a:t>,  CC BY-SA, autor: </a:t>
            </a:r>
            <a:r>
              <a:rPr lang="cs-CZ" sz="300" dirty="0" err="1"/>
              <a:t>Sgbeer</a:t>
            </a:r>
            <a:endParaRPr lang="cs-CZ" sz="300" dirty="0"/>
          </a:p>
        </p:txBody>
      </p:sp>
      <p:pic>
        <p:nvPicPr>
          <p:cNvPr id="11268" name="Picture 4" descr="Soubor:Kv&amp;ecaron;tov-house2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1520" y="3591018"/>
            <a:ext cx="4355976" cy="3266982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251520" y="65253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7"/>
              </a:rPr>
              <a:t>http://upload.wikimedia.org/wikipedia/commons/thumb/b/ba/Kv%C4%9Btov-house2.jpg/800px-Kv%C4%9Btov-house2.jpg</a:t>
            </a:r>
            <a:r>
              <a:rPr lang="cs-CZ" sz="300" dirty="0"/>
              <a:t>, CC BY-SA, autor: Chmee2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4572000" y="6719501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/>
              <a:t>http://upload.wikimedia.org/wikipedia/commons/thumb/7/77/Z%C3%A1lu%C5%BE%C3%AD_-_selsk%C3%A9_baroko.JPG/751px-Z%C3%A1lu%C5%BE%C3%AD_-_selsk%C3%A9_baroko.JPG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dirty="0"/>
              <a:t>MALÍŘSTVÍ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cs-CZ" dirty="0"/>
              <a:t>Náměty hlavně z církevní, biblické a antické historie, stylizované krajiny, lovecké náměty</a:t>
            </a:r>
          </a:p>
          <a:p>
            <a:pPr lvl="0"/>
            <a:r>
              <a:rPr lang="cs-CZ" dirty="0" err="1"/>
              <a:t>Carravaggio</a:t>
            </a:r>
            <a:r>
              <a:rPr lang="cs-CZ" dirty="0"/>
              <a:t> </a:t>
            </a:r>
            <a:r>
              <a:rPr lang="en-US" dirty="0"/>
              <a:t>[</a:t>
            </a:r>
            <a:r>
              <a:rPr lang="en-US" dirty="0" err="1"/>
              <a:t>Karavadžo</a:t>
            </a:r>
            <a:r>
              <a:rPr lang="en-US" dirty="0"/>
              <a:t>]- Ital</a:t>
            </a:r>
            <a:endParaRPr lang="cs-CZ" dirty="0"/>
          </a:p>
          <a:p>
            <a:pPr lvl="0"/>
            <a:r>
              <a:rPr lang="cs-CZ" dirty="0"/>
              <a:t>Rembrandt van </a:t>
            </a:r>
            <a:r>
              <a:rPr lang="cs-CZ" dirty="0" err="1"/>
              <a:t>Rijn</a:t>
            </a:r>
            <a:r>
              <a:rPr lang="cs-CZ" dirty="0"/>
              <a:t> - Nizozemec</a:t>
            </a:r>
          </a:p>
          <a:p>
            <a:pPr lvl="0"/>
            <a:r>
              <a:rPr lang="cs-CZ" dirty="0"/>
              <a:t>Peter Paul </a:t>
            </a:r>
            <a:r>
              <a:rPr lang="cs-CZ" dirty="0" err="1"/>
              <a:t>Rubens</a:t>
            </a:r>
            <a:r>
              <a:rPr lang="cs-CZ" dirty="0"/>
              <a:t> – Nizozemec, proslulý ideálem ženské krásy</a:t>
            </a:r>
          </a:p>
          <a:p>
            <a:pPr lvl="0"/>
            <a:r>
              <a:rPr lang="cs-CZ" dirty="0" err="1"/>
              <a:t>Diego</a:t>
            </a:r>
            <a:r>
              <a:rPr lang="cs-CZ" dirty="0"/>
              <a:t> </a:t>
            </a:r>
            <a:r>
              <a:rPr lang="cs-CZ" dirty="0" err="1"/>
              <a:t>Vélazquez</a:t>
            </a:r>
            <a:r>
              <a:rPr lang="cs-CZ" dirty="0"/>
              <a:t> </a:t>
            </a:r>
            <a:r>
              <a:rPr lang="en-US" dirty="0"/>
              <a:t>[</a:t>
            </a:r>
            <a:r>
              <a:rPr lang="en-US" dirty="0" err="1"/>
              <a:t>Vélazkéz</a:t>
            </a:r>
            <a:r>
              <a:rPr lang="en-US" dirty="0"/>
              <a:t>]- </a:t>
            </a:r>
            <a:r>
              <a:rPr lang="en-US" dirty="0" err="1"/>
              <a:t>Španěl</a:t>
            </a:r>
            <a:endParaRPr lang="cs-CZ" dirty="0"/>
          </a:p>
          <a:p>
            <a:pPr lvl="0"/>
            <a:r>
              <a:rPr lang="cs-CZ" dirty="0"/>
              <a:t>Karel </a:t>
            </a:r>
            <a:r>
              <a:rPr lang="cs-CZ" dirty="0" err="1"/>
              <a:t>Škréta</a:t>
            </a:r>
            <a:r>
              <a:rPr lang="cs-CZ" dirty="0"/>
              <a:t> –portrétista, nejvýznamnější český barokní malíř</a:t>
            </a:r>
          </a:p>
          <a:p>
            <a:pPr lvl="0"/>
            <a:r>
              <a:rPr lang="cs-CZ" dirty="0"/>
              <a:t>Petr </a:t>
            </a:r>
            <a:r>
              <a:rPr lang="cs-CZ" dirty="0" err="1"/>
              <a:t>Brandl</a:t>
            </a:r>
            <a:r>
              <a:rPr lang="cs-CZ" dirty="0"/>
              <a:t> – Čech, vrcholné baroko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-243408"/>
            <a:ext cx="4978896" cy="1143000"/>
          </a:xfrm>
        </p:spPr>
        <p:txBody>
          <a:bodyPr/>
          <a:lstStyle/>
          <a:p>
            <a:r>
              <a:rPr lang="cs-CZ" dirty="0" err="1"/>
              <a:t>Carravaggio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4932040" y="620688"/>
            <a:ext cx="2771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Stětí Jana Křtitele</a:t>
            </a:r>
          </a:p>
        </p:txBody>
      </p:sp>
      <p:pic>
        <p:nvPicPr>
          <p:cNvPr id="37890" name="Picture 2" descr="http://upload.wikimedia.org/wikipedia/commons/archive/4/42/20100628151117%21Michelangelo_Caravaggio_0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80728"/>
            <a:ext cx="8001000" cy="5391151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899592" y="6309320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/>
              <a:t>http://upload.wikimedia.org/wikipedia/commons/thumb/4/42/Michelangelo_Caravaggio_021.jpg/800px-Michelangelo_Caravaggio_021.jpg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5050904" cy="1143000"/>
          </a:xfrm>
        </p:spPr>
        <p:txBody>
          <a:bodyPr/>
          <a:lstStyle/>
          <a:p>
            <a:r>
              <a:rPr lang="cs-CZ" dirty="0"/>
              <a:t>Rembrandt van </a:t>
            </a:r>
            <a:r>
              <a:rPr lang="cs-CZ" dirty="0" err="1"/>
              <a:t>Rijn</a:t>
            </a:r>
            <a:endParaRPr lang="cs-CZ" dirty="0"/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908720"/>
            <a:ext cx="6876256" cy="575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ovéPole 7"/>
          <p:cNvSpPr txBox="1"/>
          <p:nvPr/>
        </p:nvSpPr>
        <p:spPr>
          <a:xfrm>
            <a:off x="6300192" y="476672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Noční hlídka</a:t>
            </a:r>
          </a:p>
        </p:txBody>
      </p:sp>
      <p:sp>
        <p:nvSpPr>
          <p:cNvPr id="7" name="Obdélník 6"/>
          <p:cNvSpPr/>
          <p:nvPr/>
        </p:nvSpPr>
        <p:spPr>
          <a:xfrm>
            <a:off x="1475656" y="65253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/>
              <a:t>http://upload.wikimedia.org/wikipedia/commons/thumb/0/0b/Rembrandt_van_Rijn-De_Nachtwacht-1642.jpg/717px-Rembrandt_van_Rijn-De_Nachtwacht-1642.jpg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4788024" cy="1143000"/>
          </a:xfrm>
        </p:spPr>
        <p:txBody>
          <a:bodyPr/>
          <a:lstStyle/>
          <a:p>
            <a:r>
              <a:rPr lang="cs-CZ" dirty="0"/>
              <a:t>Peter Paul </a:t>
            </a:r>
            <a:r>
              <a:rPr lang="cs-CZ" dirty="0" err="1"/>
              <a:t>Rubens</a:t>
            </a:r>
            <a:endParaRPr lang="cs-CZ" dirty="0"/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908720"/>
            <a:ext cx="4419600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3369" y="980728"/>
            <a:ext cx="4410631" cy="5445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ovéPole 5"/>
          <p:cNvSpPr txBox="1"/>
          <p:nvPr/>
        </p:nvSpPr>
        <p:spPr>
          <a:xfrm>
            <a:off x="5364088" y="0"/>
            <a:ext cx="1661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Klanění tří králů</a:t>
            </a:r>
          </a:p>
          <a:p>
            <a:r>
              <a:rPr lang="cs-CZ" dirty="0"/>
              <a:t>Tři grácie</a:t>
            </a:r>
          </a:p>
        </p:txBody>
      </p:sp>
      <p:sp>
        <p:nvSpPr>
          <p:cNvPr id="7" name="Obdélník 6"/>
          <p:cNvSpPr/>
          <p:nvPr/>
        </p:nvSpPr>
        <p:spPr>
          <a:xfrm>
            <a:off x="4716016" y="6165304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800" dirty="0"/>
              <a:t>http://</a:t>
            </a:r>
            <a:r>
              <a:rPr lang="cs-CZ" sz="300" dirty="0"/>
              <a:t>upload.wikimedia.org/wikipedia/commons/thumb/9/9c/Peter_Paul_Rubens_026.jpg/486px-Peter_Paul_Rubens_026.jpg</a:t>
            </a:r>
          </a:p>
        </p:txBody>
      </p:sp>
      <p:sp>
        <p:nvSpPr>
          <p:cNvPr id="8" name="Obdélník 7"/>
          <p:cNvSpPr/>
          <p:nvPr/>
        </p:nvSpPr>
        <p:spPr>
          <a:xfrm>
            <a:off x="179512" y="6525344"/>
            <a:ext cx="2862064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http://upload.wikimedia.org/wikipedia/commons/thumb/8/82/Peter_Paul_Rubens_009.jpg/464px-Peter_Paul_Rubens_009.jpg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4644008" cy="1143000"/>
          </a:xfrm>
        </p:spPr>
        <p:txBody>
          <a:bodyPr/>
          <a:lstStyle/>
          <a:p>
            <a:r>
              <a:rPr lang="cs-CZ" dirty="0" err="1"/>
              <a:t>Diego</a:t>
            </a:r>
            <a:r>
              <a:rPr lang="cs-CZ" dirty="0"/>
              <a:t> </a:t>
            </a:r>
            <a:r>
              <a:rPr lang="cs-CZ" dirty="0" err="1"/>
              <a:t>Vélasquez</a:t>
            </a:r>
            <a:endParaRPr lang="cs-CZ" dirty="0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980728"/>
            <a:ext cx="5010150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ovéPole 5"/>
          <p:cNvSpPr txBox="1"/>
          <p:nvPr/>
        </p:nvSpPr>
        <p:spPr>
          <a:xfrm>
            <a:off x="6372200" y="260648"/>
            <a:ext cx="228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Infantka a dvorní dámy</a:t>
            </a:r>
          </a:p>
        </p:txBody>
      </p:sp>
      <p:sp>
        <p:nvSpPr>
          <p:cNvPr id="7" name="Obdélník 6"/>
          <p:cNvSpPr/>
          <p:nvPr/>
        </p:nvSpPr>
        <p:spPr>
          <a:xfrm>
            <a:off x="2699792" y="6525344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/>
              <a:t>http://upload.wikimedia.org/wikipedia/commons/thumb/3/31/Las_Meninas%2C_by_Diego_Vel%C3%A1zquez%2C_from_Prado_in_Google_Earth.jpg/521px-Las_Meninas%2C_by_Diego_Vel%C3%A1zquez%2C_from_Prado_in_Google_Earth.jpg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Karel </a:t>
            </a:r>
            <a:r>
              <a:rPr lang="cs-CZ" dirty="0" err="1"/>
              <a:t>Škréta</a:t>
            </a:r>
            <a:endParaRPr lang="cs-CZ" dirty="0"/>
          </a:p>
        </p:txBody>
      </p:sp>
      <p:pic>
        <p:nvPicPr>
          <p:cNvPr id="38914" name="Picture 2" descr="Soubor:Karel Škréta - Narození svatého Václav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268760"/>
            <a:ext cx="5808051" cy="3528392"/>
          </a:xfrm>
          <a:prstGeom prst="rect">
            <a:avLst/>
          </a:prstGeom>
          <a:noFill/>
        </p:spPr>
      </p:pic>
      <p:sp>
        <p:nvSpPr>
          <p:cNvPr id="4" name="Obdélník 3"/>
          <p:cNvSpPr/>
          <p:nvPr/>
        </p:nvSpPr>
        <p:spPr>
          <a:xfrm>
            <a:off x="323528" y="4797152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/>
              <a:t>http://upload.wikimedia.org/wikipedia/commons/thumb/6/61/Karel_%C5%A0kr%C3%A9ta_-_Narozen%C3%AD_svat%C3%A9ho_V%C3%A1clava.jpg/800px-Karel_%C5%A0kr%C3%A9ta_-_Narozen%C3%AD_svat%C3%A9ho_V%C3%A1clava.jpg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9333" y="2204864"/>
            <a:ext cx="3544667" cy="440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bdélník 5"/>
          <p:cNvSpPr/>
          <p:nvPr/>
        </p:nvSpPr>
        <p:spPr>
          <a:xfrm>
            <a:off x="5580112" y="6525344"/>
            <a:ext cx="3563888" cy="14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http://upload.wikimedia.org/wikipedia/commons/thumb/5/56/Karel_%C5%A0kr%C3%A9ta_-_Paris_a_Helena.jpg/483px-Karel_%C5%A0kr%C3%A9ta_-_Paris_a_Helena.jpg</a:t>
            </a:r>
          </a:p>
        </p:txBody>
      </p:sp>
      <p:sp>
        <p:nvSpPr>
          <p:cNvPr id="8" name="Obdélník 7"/>
          <p:cNvSpPr/>
          <p:nvPr/>
        </p:nvSpPr>
        <p:spPr>
          <a:xfrm>
            <a:off x="971600" y="53012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dirty="0"/>
              <a:t>Narození sv. Václava</a:t>
            </a:r>
          </a:p>
          <a:p>
            <a:r>
              <a:rPr lang="cs-CZ" dirty="0"/>
              <a:t>Paris a Helena (Dvojportrét)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Petr </a:t>
            </a:r>
            <a:r>
              <a:rPr lang="cs-CZ" dirty="0" err="1"/>
              <a:t>Brandl</a:t>
            </a:r>
            <a:endParaRPr lang="cs-CZ" dirty="0"/>
          </a:p>
        </p:txBody>
      </p:sp>
      <p:pic>
        <p:nvPicPr>
          <p:cNvPr id="40962" name="Picture 2" descr="Soubor:Petr Brandl - Boha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268760"/>
            <a:ext cx="3960440" cy="5339919"/>
          </a:xfrm>
          <a:prstGeom prst="rect">
            <a:avLst/>
          </a:prstGeom>
          <a:noFill/>
        </p:spPr>
      </p:pic>
      <p:sp>
        <p:nvSpPr>
          <p:cNvPr id="4" name="TextovéPole 3"/>
          <p:cNvSpPr txBox="1"/>
          <p:nvPr/>
        </p:nvSpPr>
        <p:spPr>
          <a:xfrm>
            <a:off x="5364088" y="188640"/>
            <a:ext cx="2717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Boháč</a:t>
            </a:r>
          </a:p>
          <a:p>
            <a:r>
              <a:rPr lang="cs-CZ" dirty="0"/>
              <a:t>Jan Křtitel křtí Ježíše Krista</a:t>
            </a:r>
          </a:p>
        </p:txBody>
      </p:sp>
      <p:sp>
        <p:nvSpPr>
          <p:cNvPr id="5" name="Obdélník 4"/>
          <p:cNvSpPr/>
          <p:nvPr/>
        </p:nvSpPr>
        <p:spPr>
          <a:xfrm>
            <a:off x="1043608" y="6525344"/>
            <a:ext cx="2934072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http://upload.wikimedia.org/wikipedBohac.jpg/445px-Petr_Brandlia/commons/thumb/d/d5/Petr_Brandl_-__-_Bohac.jpg</a:t>
            </a:r>
          </a:p>
        </p:txBody>
      </p:sp>
      <p:pic>
        <p:nvPicPr>
          <p:cNvPr id="40964" name="Picture 4" descr="Soubor:Brandl Jan Baptista Maneti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92080" y="980728"/>
            <a:ext cx="3543300" cy="5705476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5292080" y="6525344"/>
            <a:ext cx="2790056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http://upload.wikimedia.org/wikipedia/commons/thumb/2/29/Brandl_Jan_Baptista_Manetin.jpg/372px-Brandl_Jan_Baptista_Manetin.jpg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SOCHAŘSTVÍ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Ferdinand Maxmilián </a:t>
            </a:r>
            <a:r>
              <a:rPr lang="cs-CZ" dirty="0" err="1"/>
              <a:t>Brokoff</a:t>
            </a:r>
            <a:r>
              <a:rPr lang="cs-CZ" dirty="0"/>
              <a:t> – sochy na Karlově mostě, výzdoba chrámu sv. Mikuláše</a:t>
            </a:r>
          </a:p>
          <a:p>
            <a:pPr lvl="0">
              <a:buNone/>
            </a:pPr>
            <a:endParaRPr lang="cs-CZ" dirty="0"/>
          </a:p>
          <a:p>
            <a:pPr lvl="0"/>
            <a:r>
              <a:rPr lang="cs-CZ" dirty="0"/>
              <a:t>Matyáš Bernard Braun – sochy ctností a neřestí na zámku Kuks u Dvora Králové, sochy na Karlově mostě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/>
              <a:t>Ferdinand Maxmilián </a:t>
            </a:r>
            <a:r>
              <a:rPr lang="cs-CZ" sz="4400" dirty="0" err="1"/>
              <a:t>Brokoff</a:t>
            </a:r>
            <a:endParaRPr lang="cs-CZ" dirty="0"/>
          </a:p>
        </p:txBody>
      </p:sp>
      <p:pic>
        <p:nvPicPr>
          <p:cNvPr id="41986" name="Picture 2" descr="Soubor:Sv Barbora Marketa Alzbeta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96752"/>
            <a:ext cx="3672408" cy="5508612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1187624" y="6525344"/>
            <a:ext cx="3456384" cy="14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3"/>
              </a:rPr>
              <a:t>http://upload.wikimedia.org/wikipedia/commons/thumb/4/47/Sv_Barbora_Marketa_Alzbeta.jpg/400px-Sv_Barbora_Marketa_Alzbeta.jpg</a:t>
            </a:r>
            <a:r>
              <a:rPr lang="cs-CZ" sz="300" dirty="0"/>
              <a:t>, CC BY-SA, autor: </a:t>
            </a:r>
            <a:r>
              <a:rPr lang="cs-CZ" sz="300" dirty="0" err="1"/>
              <a:t>Zp</a:t>
            </a:r>
            <a:endParaRPr lang="cs-CZ" sz="300" dirty="0"/>
          </a:p>
        </p:txBody>
      </p:sp>
      <p:sp>
        <p:nvSpPr>
          <p:cNvPr id="6" name="Obdélník 5"/>
          <p:cNvSpPr/>
          <p:nvPr/>
        </p:nvSpPr>
        <p:spPr>
          <a:xfrm>
            <a:off x="1115616" y="1268760"/>
            <a:ext cx="3744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dirty="0"/>
              <a:t>Svatá Barbora, sv. Markéta a sv. Alžběta na Karlově mostě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1628800"/>
            <a:ext cx="331236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bdélník 7"/>
          <p:cNvSpPr/>
          <p:nvPr/>
        </p:nvSpPr>
        <p:spPr>
          <a:xfrm>
            <a:off x="5364088" y="6453336"/>
            <a:ext cx="2790056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>
                <a:hlinkClick r:id="rId5"/>
              </a:rPr>
              <a:t>http://upload.wikimedia.org/wikipedia/commons/thumb/5/5b/Charles_Bridge_St_Adalbert.jpg/400px-Charles_Bridge_St_Adalbert.jpg</a:t>
            </a:r>
            <a:r>
              <a:rPr lang="cs-CZ" sz="300" dirty="0"/>
              <a:t>, CC BY-SA, autor: </a:t>
            </a:r>
            <a:r>
              <a:rPr lang="cs-CZ" sz="300" dirty="0" err="1"/>
              <a:t>Zp</a:t>
            </a:r>
            <a:endParaRPr lang="cs-CZ" sz="300" dirty="0"/>
          </a:p>
        </p:txBody>
      </p:sp>
      <p:sp>
        <p:nvSpPr>
          <p:cNvPr id="9" name="Obdélník 8"/>
          <p:cNvSpPr/>
          <p:nvPr/>
        </p:nvSpPr>
        <p:spPr>
          <a:xfrm>
            <a:off x="5580112" y="1268760"/>
            <a:ext cx="2518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dirty="0"/>
              <a:t>Sv. Vojtěch – Karlův most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400" dirty="0"/>
              <a:t>Matyáš Bernard Braun</a:t>
            </a:r>
            <a:endParaRPr lang="cs-CZ" dirty="0"/>
          </a:p>
        </p:txBody>
      </p:sp>
      <p:pic>
        <p:nvPicPr>
          <p:cNvPr id="40964" name="Picture 4" descr="Soubor:Kuks Big Christian Wari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340768"/>
            <a:ext cx="5616624" cy="4212468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683568" y="5373216"/>
            <a:ext cx="4572000" cy="1384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300" dirty="0">
                <a:hlinkClick r:id="rId3"/>
              </a:rPr>
              <a:t>http://upload.wikimedia.org/wikipedia/commons/thumb/e/e4/Kuks_Big_Christian_Warior.jpg/800px-Kuks_Big_Christian_Warior.jpg</a:t>
            </a:r>
            <a:r>
              <a:rPr lang="cs-CZ" sz="300" dirty="0"/>
              <a:t>, CC BY-SA, autor: Stanislav Jelen</a:t>
            </a:r>
          </a:p>
        </p:txBody>
      </p:sp>
      <p:pic>
        <p:nvPicPr>
          <p:cNvPr id="40966" name="Picture 6" descr="Soubor:Sv Luitgard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24128" y="1728192"/>
            <a:ext cx="3419872" cy="5129808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5724128" y="6719501"/>
            <a:ext cx="3006080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http://upload.wikimedia.org/wikipedia/commons/thumb/b/be/Sv_Luitgarda.jpg/400px-Sv_Luitgarda.jpg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827584" y="58052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dirty="0"/>
              <a:t>Ctnosti a neřesti – Kuks</a:t>
            </a:r>
          </a:p>
          <a:p>
            <a:r>
              <a:rPr lang="cs-CZ" dirty="0"/>
              <a:t>Sen sv. </a:t>
            </a:r>
            <a:r>
              <a:rPr lang="cs-CZ" dirty="0" err="1"/>
              <a:t>Luitgardy</a:t>
            </a:r>
            <a:r>
              <a:rPr lang="cs-CZ" dirty="0"/>
              <a:t> – Karlův most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cs-CZ" sz="7200">
                <a:latin typeface="Monotype Corsiva" pitchFamily="66" charset="0"/>
              </a:rPr>
              <a:t>Hudba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b="1"/>
          </a:p>
          <a:p>
            <a:pPr>
              <a:buFont typeface="Wingdings" pitchFamily="2" charset="2"/>
              <a:buNone/>
            </a:pPr>
            <a:endParaRPr lang="cs-CZ" b="1"/>
          </a:p>
          <a:p>
            <a:pPr>
              <a:buFont typeface="Wingdings" pitchFamily="2" charset="2"/>
              <a:buNone/>
            </a:pPr>
            <a:endParaRPr lang="cs-CZ" b="1"/>
          </a:p>
          <a:p>
            <a:pPr>
              <a:buFont typeface="Wingdings" pitchFamily="2" charset="2"/>
              <a:buNone/>
            </a:pPr>
            <a:endParaRPr lang="cs-CZ" b="1"/>
          </a:p>
          <a:p>
            <a:pPr>
              <a:buFont typeface="Wingdings" pitchFamily="2" charset="2"/>
              <a:buNone/>
            </a:pPr>
            <a:endParaRPr lang="cs-CZ" b="1"/>
          </a:p>
          <a:p>
            <a:pPr>
              <a:buFont typeface="Wingdings" pitchFamily="2" charset="2"/>
              <a:buNone/>
            </a:pPr>
            <a:endParaRPr lang="cs-CZ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775"/>
            <a:ext cx="2384425" cy="2952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250824" y="4941888"/>
            <a:ext cx="1944911" cy="13731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800" dirty="0" err="1"/>
              <a:t>Johann</a:t>
            </a:r>
            <a:r>
              <a:rPr lang="cs-CZ" sz="2800" dirty="0"/>
              <a:t> Sebastian </a:t>
            </a:r>
            <a:r>
              <a:rPr lang="cs-CZ" sz="2800" dirty="0" err="1"/>
              <a:t>Bach</a:t>
            </a:r>
            <a:endParaRPr lang="cs-CZ" sz="2800" dirty="0"/>
          </a:p>
        </p:txBody>
      </p:sp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975" y="1628775"/>
            <a:ext cx="2316163" cy="2952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2555875" y="4941888"/>
            <a:ext cx="2160588" cy="13731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800"/>
              <a:t>Antonio Lucio Vivaldi</a:t>
            </a:r>
          </a:p>
        </p:txBody>
      </p:sp>
      <p:pic>
        <p:nvPicPr>
          <p:cNvPr id="2560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3438" y="1628775"/>
            <a:ext cx="2182812" cy="2952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</p:pic>
      <p:sp>
        <p:nvSpPr>
          <p:cNvPr id="25610" name="Text Box 11"/>
          <p:cNvSpPr txBox="1">
            <a:spLocks noChangeArrowheads="1"/>
          </p:cNvSpPr>
          <p:nvPr/>
        </p:nvSpPr>
        <p:spPr bwMode="auto">
          <a:xfrm>
            <a:off x="5076825" y="4868863"/>
            <a:ext cx="1727200" cy="13731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800"/>
              <a:t>Georg Friedrich Händel </a:t>
            </a:r>
          </a:p>
        </p:txBody>
      </p:sp>
      <p:sp>
        <p:nvSpPr>
          <p:cNvPr id="25611" name="Text Box 12"/>
          <p:cNvSpPr txBox="1">
            <a:spLocks noChangeArrowheads="1"/>
          </p:cNvSpPr>
          <p:nvPr/>
        </p:nvSpPr>
        <p:spPr bwMode="auto">
          <a:xfrm>
            <a:off x="7164388" y="5013325"/>
            <a:ext cx="1979612" cy="138499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800" dirty="0"/>
              <a:t>Adam Michna z </a:t>
            </a:r>
            <a:r>
              <a:rPr lang="cs-CZ" sz="2800" dirty="0" err="1"/>
              <a:t>Otradovic</a:t>
            </a:r>
            <a:endParaRPr lang="cs-CZ" dirty="0"/>
          </a:p>
        </p:txBody>
      </p:sp>
      <p:sp>
        <p:nvSpPr>
          <p:cNvPr id="12" name="Obdélník 11"/>
          <p:cNvSpPr/>
          <p:nvPr/>
        </p:nvSpPr>
        <p:spPr>
          <a:xfrm>
            <a:off x="4716016" y="4365104"/>
            <a:ext cx="2141984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http://upload.wikimedia.org/wikipedia/commons/3/3d/Haendel.jpg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2339752" y="4437112"/>
            <a:ext cx="2304256" cy="144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http://upload.wikimedia.org/wikipedia/commons/thumb/b/bd/Vivaldi.jpg/225px-Vivaldi.jpg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0" y="4437112"/>
            <a:ext cx="1997968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http://upload.wikimedia.org/wikipedia/commons/thumb/b/b5/Bach.jpg/225px-Bach.jpg</a:t>
            </a:r>
          </a:p>
        </p:txBody>
      </p:sp>
      <p:pic>
        <p:nvPicPr>
          <p:cNvPr id="48130" name="Picture 2" descr="Adam Václav Michna z Otradovic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04248" y="1628800"/>
            <a:ext cx="1968218" cy="2952328"/>
          </a:xfrm>
          <a:prstGeom prst="rect">
            <a:avLst/>
          </a:prstGeom>
          <a:noFill/>
        </p:spPr>
      </p:pic>
      <p:sp>
        <p:nvSpPr>
          <p:cNvPr id="16" name="Obdélník 15"/>
          <p:cNvSpPr/>
          <p:nvPr/>
        </p:nvSpPr>
        <p:spPr>
          <a:xfrm>
            <a:off x="6804248" y="4437112"/>
            <a:ext cx="2141984" cy="138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00" dirty="0"/>
              <a:t>http://upload.wikimedia.org/wikipedia/commons/3/32/Adam_michna_z_otradovic.jpg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71600" y="1196752"/>
            <a:ext cx="8172400" cy="5400600"/>
          </a:xfrm>
        </p:spPr>
        <p:txBody>
          <a:bodyPr>
            <a:normAutofit fontScale="92500" lnSpcReduction="10000"/>
          </a:bodyPr>
          <a:lstStyle/>
          <a:p>
            <a:r>
              <a:rPr lang="cs-CZ" sz="1000" dirty="0">
                <a:hlinkClick r:id="rId2"/>
              </a:rPr>
              <a:t>http://upload.wikimedia.org/wikipedia/commons/thumb/9/9c/Peter_Paul_Rubens_026.jpg/486px-Peter_Paul_Rubens_026.jpg</a:t>
            </a:r>
            <a:endParaRPr lang="cs-CZ" sz="1000" dirty="0"/>
          </a:p>
          <a:p>
            <a:r>
              <a:rPr lang="cs-CZ" sz="1000" dirty="0">
                <a:hlinkClick r:id="rId3"/>
              </a:rPr>
              <a:t>http://upload.wikimedia.org/wikipedia/commons/thumb/9/99/%C5%BD%C4%8F%C3%A1r_nad_S%C3%A1zavou_-_25.jpg/800px-%C5%BD%C4%8F%C3%A1r_nad_S%C3%A1zavou_-_25.jpg</a:t>
            </a:r>
            <a:r>
              <a:rPr lang="cs-CZ" sz="1000" dirty="0"/>
              <a:t>, CC BY-SA, autor . </a:t>
            </a:r>
            <a:r>
              <a:rPr lang="cs-CZ" sz="1000" dirty="0" err="1"/>
              <a:t>Fojsinek</a:t>
            </a:r>
            <a:endParaRPr lang="cs-CZ" sz="1000" dirty="0"/>
          </a:p>
          <a:p>
            <a:r>
              <a:rPr lang="cs-CZ" sz="1000" dirty="0">
                <a:hlinkClick r:id="rId4"/>
              </a:rPr>
              <a:t>http://upload.wikimedia.org/wikipedia/commons/0/02/Brno%2C_kostel_%2810%29.jpg</a:t>
            </a:r>
            <a:r>
              <a:rPr lang="cs-CZ" sz="1000" dirty="0"/>
              <a:t>, CC BY-SA, autor:</a:t>
            </a:r>
            <a:r>
              <a:rPr lang="cs-CZ" sz="1000" dirty="0" err="1"/>
              <a:t>Dezidor</a:t>
            </a:r>
            <a:endParaRPr lang="cs-CZ" sz="1000" dirty="0"/>
          </a:p>
          <a:p>
            <a:r>
              <a:rPr lang="cs-CZ" sz="1000" dirty="0">
                <a:hlinkClick r:id="rId5"/>
              </a:rPr>
              <a:t>http://upload.wikimedia.org/wikipedia/commons/e/e8/Colonnato_del_Bernini_-_fedewild.jpg</a:t>
            </a:r>
            <a:r>
              <a:rPr lang="cs-CZ" sz="1000" dirty="0"/>
              <a:t>, CC BY-SA, autor: </a:t>
            </a:r>
            <a:r>
              <a:rPr lang="cs-CZ" sz="1000" dirty="0" err="1"/>
              <a:t>Federico</a:t>
            </a:r>
            <a:endParaRPr lang="cs-CZ" sz="1000" dirty="0"/>
          </a:p>
          <a:p>
            <a:r>
              <a:rPr lang="cs-CZ" sz="1000" dirty="0"/>
              <a:t>http://upload.wikimedia.org/wikipedia/commons/6/66/Bernini_Baldachino.jpg</a:t>
            </a:r>
          </a:p>
          <a:p>
            <a:r>
              <a:rPr lang="cs-CZ" sz="1000" dirty="0">
                <a:hlinkClick r:id="rId6"/>
              </a:rPr>
              <a:t>http://upload.wikimedia.org/wikipedia/commons/d/d5/Gian_Lorenzo_Bernini%2C_self-portrait%2C_c1623.jpg</a:t>
            </a:r>
            <a:endParaRPr lang="cs-CZ" sz="1000" dirty="0"/>
          </a:p>
          <a:p>
            <a:r>
              <a:rPr lang="cs-CZ" sz="1000" dirty="0"/>
              <a:t>http://upload.wikimedia.org/wikipedia/commons/thumb/4/4c/Ecstasy_St_Theresa_SM_della_Vittoria.jpg/451px-Ecstasy_St_Theresa_SM_della_Vittoria.jpg</a:t>
            </a:r>
          </a:p>
          <a:p>
            <a:r>
              <a:rPr lang="cs-CZ" sz="1000" dirty="0">
                <a:hlinkClick r:id="rId7"/>
              </a:rPr>
              <a:t>http://upload.wikimedia.org/wikipedia/commons/thumb/7/76/Lazio_Roma_Navona2_tango7174.jpg/500px-Lazio_Roma_Navona2_tango7174.jpg</a:t>
            </a:r>
            <a:r>
              <a:rPr lang="cs-CZ" sz="1000" dirty="0"/>
              <a:t>, CC BY-SA, autor: Tango7174</a:t>
            </a:r>
          </a:p>
          <a:p>
            <a:r>
              <a:rPr lang="cs-CZ" sz="1000" dirty="0">
                <a:hlinkClick r:id="rId8"/>
              </a:rPr>
              <a:t>http://upload.wikimedia.org/wikipedia/commons/e/ec/Roman_architecture.jpg</a:t>
            </a:r>
            <a:endParaRPr lang="cs-CZ" sz="1000" dirty="0"/>
          </a:p>
          <a:p>
            <a:r>
              <a:rPr lang="cs-CZ" sz="1000" dirty="0">
                <a:hlinkClick r:id="rId9"/>
              </a:rPr>
              <a:t>://</a:t>
            </a:r>
            <a:r>
              <a:rPr lang="cs-CZ" sz="1000" dirty="0" err="1">
                <a:hlinkClick r:id="rId9"/>
              </a:rPr>
              <a:t>upload.wikimedia.org</a:t>
            </a:r>
            <a:r>
              <a:rPr lang="cs-CZ" sz="1000" dirty="0">
                <a:hlinkClick r:id="rId9"/>
              </a:rPr>
              <a:t>/</a:t>
            </a:r>
            <a:r>
              <a:rPr lang="cs-CZ" sz="1000" dirty="0" err="1">
                <a:hlinkClick r:id="rId9"/>
              </a:rPr>
              <a:t>wikipedia</a:t>
            </a:r>
            <a:r>
              <a:rPr lang="cs-CZ" sz="1000" dirty="0">
                <a:hlinkClick r:id="rId9"/>
              </a:rPr>
              <a:t>/</a:t>
            </a:r>
            <a:r>
              <a:rPr lang="cs-CZ" sz="1000" dirty="0" err="1">
                <a:hlinkClick r:id="rId9"/>
              </a:rPr>
              <a:t>commons</a:t>
            </a:r>
            <a:r>
              <a:rPr lang="cs-CZ" sz="1000" dirty="0">
                <a:hlinkClick r:id="rId9"/>
              </a:rPr>
              <a:t>/</a:t>
            </a:r>
            <a:r>
              <a:rPr lang="cs-CZ" sz="1000" dirty="0" err="1">
                <a:hlinkClick r:id="rId9"/>
              </a:rPr>
              <a:t>thumb</a:t>
            </a:r>
            <a:r>
              <a:rPr lang="cs-CZ" sz="1000" dirty="0">
                <a:hlinkClick r:id="rId9"/>
              </a:rPr>
              <a:t>/9/90/</a:t>
            </a:r>
            <a:r>
              <a:rPr lang="cs-CZ" sz="1000" dirty="0" err="1">
                <a:hlinkClick r:id="rId9"/>
              </a:rPr>
              <a:t>Parione</a:t>
            </a:r>
            <a:r>
              <a:rPr lang="cs-CZ" sz="1000" dirty="0">
                <a:hlinkClick r:id="rId9"/>
              </a:rPr>
              <a:t>_-_s_</a:t>
            </a:r>
            <a:r>
              <a:rPr lang="cs-CZ" sz="1000" dirty="0" err="1">
                <a:hlinkClick r:id="rId9"/>
              </a:rPr>
              <a:t>Agnese</a:t>
            </a:r>
            <a:r>
              <a:rPr lang="cs-CZ" sz="1000" dirty="0">
                <a:hlinkClick r:id="rId9"/>
              </a:rPr>
              <a:t>_in_Agone_1020587.JPG/759px-</a:t>
            </a:r>
            <a:r>
              <a:rPr lang="cs-CZ" sz="1000" dirty="0" err="1">
                <a:hlinkClick r:id="rId9"/>
              </a:rPr>
              <a:t>Parione</a:t>
            </a:r>
            <a:r>
              <a:rPr lang="cs-CZ" sz="1000" dirty="0">
                <a:hlinkClick r:id="rId9"/>
              </a:rPr>
              <a:t>_-_s_</a:t>
            </a:r>
            <a:r>
              <a:rPr lang="cs-CZ" sz="1000" dirty="0" err="1">
                <a:hlinkClick r:id="rId9"/>
              </a:rPr>
              <a:t>Agnese</a:t>
            </a:r>
            <a:r>
              <a:rPr lang="cs-CZ" sz="1000" dirty="0">
                <a:hlinkClick r:id="rId9"/>
              </a:rPr>
              <a:t>_in_Agone_1020587.JPG</a:t>
            </a:r>
            <a:r>
              <a:rPr lang="cs-CZ" sz="1000" dirty="0"/>
              <a:t>, CC BY-SA, autor: </a:t>
            </a:r>
            <a:r>
              <a:rPr lang="cs-CZ" sz="1000" dirty="0" err="1"/>
              <a:t>lalupa</a:t>
            </a:r>
            <a:endParaRPr lang="cs-CZ" sz="1000" dirty="0"/>
          </a:p>
          <a:p>
            <a:r>
              <a:rPr lang="cs-CZ" sz="1000" dirty="0">
                <a:hlinkClick r:id="rId10"/>
              </a:rPr>
              <a:t>http://upload.wikimedia.org/wikipedia/commons/c/cc/Borromini.jpg</a:t>
            </a:r>
            <a:endParaRPr lang="cs-CZ" sz="1000" dirty="0"/>
          </a:p>
          <a:p>
            <a:r>
              <a:rPr lang="cs-CZ" sz="1000" dirty="0">
                <a:hlinkClick r:id="rId11"/>
              </a:rPr>
              <a:t>http://upload.wikimedia.org/wikipedia/commons/c/c2/Versailles_chateau.jpg</a:t>
            </a:r>
            <a:r>
              <a:rPr lang="cs-CZ" sz="1000" dirty="0"/>
              <a:t>, CC BY-SA, autor: </a:t>
            </a:r>
            <a:r>
              <a:rPr lang="cs-CZ" sz="1000" dirty="0" err="1"/>
              <a:t>Marc</a:t>
            </a:r>
            <a:r>
              <a:rPr lang="cs-CZ" sz="1000" dirty="0"/>
              <a:t> </a:t>
            </a:r>
            <a:r>
              <a:rPr lang="cs-CZ" sz="1000" dirty="0" err="1"/>
              <a:t>Vassal</a:t>
            </a:r>
            <a:endParaRPr lang="cs-CZ" sz="1000" dirty="0"/>
          </a:p>
          <a:p>
            <a:r>
              <a:rPr lang="cs-CZ" sz="1000" dirty="0">
                <a:hlinkClick r:id="rId12"/>
              </a:rPr>
              <a:t>http://upload.wikimedia.org/wikipedia/commons/thumb/f/f1/Chateau_Versailles_Galerie_des_Glaces.jpg/800px-Chateau_Versailles_Galerie_des_Glaces.jpg</a:t>
            </a:r>
            <a:r>
              <a:rPr lang="cs-CZ" sz="1000" dirty="0"/>
              <a:t>, CC BY-SA, </a:t>
            </a:r>
            <a:r>
              <a:rPr lang="cs-CZ" sz="1000" dirty="0" err="1"/>
              <a:t>autir</a:t>
            </a:r>
            <a:r>
              <a:rPr lang="cs-CZ" sz="1000" dirty="0"/>
              <a:t>: </a:t>
            </a:r>
            <a:r>
              <a:rPr lang="cs-CZ" sz="1000" dirty="0" err="1"/>
              <a:t>Myrabella</a:t>
            </a:r>
            <a:endParaRPr lang="cs-CZ" sz="1000" dirty="0"/>
          </a:p>
          <a:p>
            <a:r>
              <a:rPr lang="cs-CZ" sz="1000" dirty="0">
                <a:hlinkClick r:id="rId13"/>
              </a:rPr>
              <a:t>http://upload.wikimedia.org/wikipedia/commons/thumb/8/88/Invalides_2007_03_11.jpg/587px-Invalides_2007_03_11.jpg</a:t>
            </a:r>
            <a:r>
              <a:rPr lang="cs-CZ" sz="1000" dirty="0"/>
              <a:t>, CC BY-SA, autor: </a:t>
            </a:r>
            <a:r>
              <a:rPr lang="cs-CZ" sz="1000" dirty="0" err="1"/>
              <a:t>benh</a:t>
            </a:r>
            <a:endParaRPr lang="cs-CZ" sz="1000" dirty="0"/>
          </a:p>
          <a:p>
            <a:r>
              <a:rPr lang="cs-CZ" sz="1000" dirty="0">
                <a:hlinkClick r:id="rId14"/>
              </a:rPr>
              <a:t>http://upload.wikimedia.org/wikipedia/commons/thumb/9/9b/Cath%C3%A9drale_St-Paul_-_entr%C3%A9e_principale.jpg/781px-Cath%C3%A9drale_St-Paul_-_entr%C3%A9e_principale.jpg</a:t>
            </a:r>
            <a:r>
              <a:rPr lang="cs-CZ" sz="1000" dirty="0"/>
              <a:t>, CC BY-</a:t>
            </a:r>
            <a:r>
              <a:rPr lang="cs-CZ" sz="1000" dirty="0" err="1"/>
              <a:t>Sa</a:t>
            </a:r>
            <a:r>
              <a:rPr lang="cs-CZ" sz="1000" dirty="0"/>
              <a:t>, autor: Bernard </a:t>
            </a:r>
            <a:r>
              <a:rPr lang="cs-CZ" sz="1000" dirty="0" err="1"/>
              <a:t>Gagnon</a:t>
            </a:r>
            <a:endParaRPr lang="cs-CZ" sz="1000" dirty="0"/>
          </a:p>
          <a:p>
            <a:r>
              <a:rPr lang="cs-CZ" sz="1000" dirty="0">
                <a:hlinkClick r:id="rId15"/>
              </a:rPr>
              <a:t>http://upload.wikimedia.org/wikipedia/commons/thumb/0/06/Sch%C3%B6nbrunn_Palace_%288371661287%29.jpg/800px-Sch%C3%B6nbrunn_Palace_%288371661287%29.jpg</a:t>
            </a:r>
            <a:r>
              <a:rPr lang="cs-CZ" sz="1000" dirty="0"/>
              <a:t>, CC BY-SA,  autor: </a:t>
            </a:r>
            <a:r>
              <a:rPr lang="cs-CZ" sz="1000" dirty="0" err="1"/>
              <a:t>Steve</a:t>
            </a:r>
            <a:r>
              <a:rPr lang="cs-CZ" sz="1000" dirty="0"/>
              <a:t> </a:t>
            </a:r>
            <a:r>
              <a:rPr lang="cs-CZ" sz="1000" dirty="0" err="1"/>
              <a:t>Collis</a:t>
            </a:r>
            <a:endParaRPr lang="cs-CZ" sz="1000" dirty="0"/>
          </a:p>
          <a:p>
            <a:r>
              <a:rPr lang="cs-CZ" sz="1000" dirty="0">
                <a:hlinkClick r:id="rId16"/>
              </a:rPr>
              <a:t>http://upload.wikimedia.org/wikipedia/commons/thumb/4/45/PB011939_Karls_Kirche_Wien.JPG/450px-PB011939_Karls_Kirche_Wien.JPG</a:t>
            </a:r>
            <a:r>
              <a:rPr lang="cs-CZ" sz="1000" dirty="0"/>
              <a:t>, CC BY-SA, autor: Luke1ace</a:t>
            </a:r>
          </a:p>
          <a:p>
            <a:r>
              <a:rPr lang="cs-CZ" sz="1000" dirty="0">
                <a:hlinkClick r:id="rId17"/>
              </a:rPr>
              <a:t>http://upload.wikimedia.org/wikipedia/commons/thumb/4/42/Michelangelo_Caravaggio_021.jpg/800px-Michelangelo_Caravaggio_021.jpg</a:t>
            </a:r>
            <a:endParaRPr lang="cs-CZ" sz="1000" dirty="0"/>
          </a:p>
          <a:p>
            <a:r>
              <a:rPr lang="cs-CZ" sz="1000" dirty="0">
                <a:hlinkClick r:id="rId18"/>
              </a:rPr>
              <a:t>http://upload.wikimedia.org/wikipedia/commons/thumb/0/0b/Rembrandt_van_Rijn-De_Nachtwacht-1642.jpg/717px-Rembrandt_van_Rijn-De_Nachtwacht-1642.jpg</a:t>
            </a:r>
            <a:endParaRPr lang="cs-CZ" sz="1000" dirty="0"/>
          </a:p>
          <a:p>
            <a:r>
              <a:rPr lang="cs-CZ" sz="1000" dirty="0"/>
              <a:t>http://upload.wikimedia.org/wikipedia/commons/thumb/8/82/Peter_Paul_Rubens_009.jpg/464px-Peter_Paul_Rubens_009.jpg</a:t>
            </a:r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435608" y="332656"/>
            <a:ext cx="7498080" cy="6336704"/>
          </a:xfrm>
        </p:spPr>
        <p:txBody>
          <a:bodyPr>
            <a:normAutofit/>
          </a:bodyPr>
          <a:lstStyle/>
          <a:p>
            <a:r>
              <a:rPr lang="cs-CZ" sz="900" dirty="0"/>
              <a:t>http://upload.wikimedia.org/wikipedia/commons/thumb/3/31/Las_Meninas%2C_by_Diego_Vel%C3%A1zquez%2C_from_Prado_in_Google_Earth.jpg/521px-Las_Meninas%2C_by_Diego_Vel%C3%A1zquez%2C_from_Prado_in_Google_Earth.jpg</a:t>
            </a:r>
          </a:p>
          <a:p>
            <a:r>
              <a:rPr lang="cs-CZ" sz="900" dirty="0">
                <a:hlinkClick r:id="rId2"/>
              </a:rPr>
              <a:t>http://upload.wikimedia.org/wikipedia/commons/thumb/6/61/Karel_%C5%A0kr%C3%A9ta_-_Narozen%C3%AD_svat%C3%A9ho_V%C3%A1clava.jpg/800px-Karel_%C5%A0kr%C3%A9ta_-_Narozen%C3%AD_svat%C3%A9ho_V%C3%A1clava.jpg</a:t>
            </a:r>
            <a:endParaRPr lang="cs-CZ" sz="900" dirty="0"/>
          </a:p>
          <a:p>
            <a:r>
              <a:rPr lang="cs-CZ" sz="900" dirty="0">
                <a:hlinkClick r:id="rId3"/>
              </a:rPr>
              <a:t>http://upload.wikimedia.org/wikipedia/commons/thumb/5/56/Karel_%C5%A0kr%C3%A9ta_-_Paris_a_Helena.jpg/483px-Karel_%C5%A0kr%C3%A9ta_-_Paris_a_Helena.jpg</a:t>
            </a:r>
            <a:endParaRPr lang="cs-CZ" sz="900" dirty="0"/>
          </a:p>
          <a:p>
            <a:r>
              <a:rPr lang="cs-CZ" sz="900" dirty="0"/>
              <a:t>http://upload.wikimedia.org/wikipedBohac.jpg/445px-Petr_Brandlia/commons/thumb/d/d5/Petr_Brandl_-__-_Bohac.jpg</a:t>
            </a:r>
          </a:p>
          <a:p>
            <a:r>
              <a:rPr lang="cs-CZ" sz="900" dirty="0">
                <a:hlinkClick r:id="rId4"/>
              </a:rPr>
              <a:t>http://upload.wikimedia.org/wikipedia/commons/thumb/2/29/Brandl_Jan_Baptista_Manetin.jpg/372px-Brandl_Jan_Baptista_Manetin.jpg</a:t>
            </a:r>
            <a:endParaRPr lang="cs-CZ" sz="900" dirty="0"/>
          </a:p>
          <a:p>
            <a:r>
              <a:rPr lang="cs-CZ" sz="900" dirty="0">
                <a:hlinkClick r:id="rId5"/>
              </a:rPr>
              <a:t>http://upload.wikimedia.org/wikipedia/commons/thumb/d/df/Prag_2013_019.jpg/800px-Prag_2013_019.jpg</a:t>
            </a:r>
            <a:r>
              <a:rPr lang="cs-CZ" sz="900" dirty="0"/>
              <a:t>, CC BY-SA, autor: Klaus Graf</a:t>
            </a:r>
          </a:p>
          <a:p>
            <a:r>
              <a:rPr lang="cs-CZ" sz="900" dirty="0">
                <a:hlinkClick r:id="rId6"/>
              </a:rPr>
              <a:t>http://upload.wikimedia.org/wikipedia/commons/8/81/Prag_17_%28RaBoe%29.jpg</a:t>
            </a:r>
            <a:r>
              <a:rPr lang="cs-CZ" sz="900" dirty="0"/>
              <a:t>, CC BY-</a:t>
            </a:r>
            <a:r>
              <a:rPr lang="cs-CZ" sz="900" dirty="0" err="1"/>
              <a:t>Sa</a:t>
            </a:r>
            <a:r>
              <a:rPr lang="cs-CZ" sz="900" dirty="0"/>
              <a:t>, autor: </a:t>
            </a:r>
            <a:r>
              <a:rPr lang="cs-CZ" sz="900" dirty="0" err="1"/>
              <a:t>Ra</a:t>
            </a:r>
            <a:r>
              <a:rPr lang="cs-CZ" sz="900" dirty="0"/>
              <a:t> </a:t>
            </a:r>
            <a:r>
              <a:rPr lang="cs-CZ" sz="900" dirty="0" err="1"/>
              <a:t>Boe</a:t>
            </a:r>
            <a:endParaRPr lang="cs-CZ" sz="900" dirty="0"/>
          </a:p>
          <a:p>
            <a:r>
              <a:rPr lang="cs-CZ" sz="900" dirty="0">
                <a:hlinkClick r:id="rId7"/>
              </a:rPr>
              <a:t>http://upload.wikimedia.org/wikipedia/commons/2/21/Chlumec_-_Karlova_koruna.jpg</a:t>
            </a:r>
            <a:r>
              <a:rPr lang="cs-CZ" sz="900" dirty="0"/>
              <a:t>, CC BY-SA, autor: Lubomír </a:t>
            </a:r>
            <a:r>
              <a:rPr lang="cs-CZ" sz="900" dirty="0" err="1"/>
              <a:t>Havrda</a:t>
            </a:r>
            <a:endParaRPr lang="cs-CZ" sz="900" dirty="0"/>
          </a:p>
          <a:p>
            <a:r>
              <a:rPr lang="cs-CZ" sz="900" dirty="0">
                <a:hlinkClick r:id="rId8"/>
              </a:rPr>
              <a:t>http://upload.wikimedia.org/wikipedia/commons/thumb/e/eb/Chram_sv_Mikulase_z_upati_Petrina.jpg/800px-Chram_sv_Mikulase_z_upati_Petrina.jpg</a:t>
            </a:r>
            <a:r>
              <a:rPr lang="cs-CZ" sz="900" dirty="0"/>
              <a:t>, CC BY-SA, autor: </a:t>
            </a:r>
            <a:r>
              <a:rPr lang="cs-CZ" sz="900" dirty="0" err="1"/>
              <a:t>Ludek</a:t>
            </a:r>
            <a:endParaRPr lang="cs-CZ" sz="900" dirty="0"/>
          </a:p>
          <a:p>
            <a:r>
              <a:rPr lang="cs-CZ" sz="900" dirty="0">
                <a:hlinkClick r:id="rId9"/>
              </a:rPr>
              <a:t>http://upload.wikimedia.org/wikipedia/commons/thumb/8/8f/Interior_of_Church_of_St_Nicholas_in_Mala_Strana_in_Prague.jpg/462px-Interior_of_Church_of_St_Nicholas_in_Mala_Strana_in_Prague.jpg</a:t>
            </a:r>
            <a:r>
              <a:rPr lang="cs-CZ" sz="900" dirty="0"/>
              <a:t>, CC BY-SA, autor. </a:t>
            </a:r>
            <a:r>
              <a:rPr lang="cs-CZ" sz="900" dirty="0" err="1"/>
              <a:t>Heinz</a:t>
            </a:r>
            <a:r>
              <a:rPr lang="cs-CZ" sz="900" dirty="0"/>
              <a:t>-Josef </a:t>
            </a:r>
            <a:r>
              <a:rPr lang="cs-CZ" sz="900" dirty="0" err="1"/>
              <a:t>Lücking</a:t>
            </a:r>
            <a:endParaRPr lang="cs-CZ" sz="900" dirty="0"/>
          </a:p>
          <a:p>
            <a:r>
              <a:rPr lang="cs-CZ" sz="900" dirty="0">
                <a:hlinkClick r:id="rId10"/>
              </a:rPr>
              <a:t>http://upload.wikimedia.org/wikipedia/commons/thumb/4/4b/Holasovice1.jpg/799px-Holasovice1.jpg</a:t>
            </a:r>
            <a:r>
              <a:rPr lang="cs-CZ" sz="900" dirty="0"/>
              <a:t>,  CC BY-SA, autor: </a:t>
            </a:r>
            <a:r>
              <a:rPr lang="cs-CZ" sz="900" dirty="0" err="1"/>
              <a:t>Sgbeer</a:t>
            </a:r>
            <a:endParaRPr lang="cs-CZ" sz="900" dirty="0"/>
          </a:p>
          <a:p>
            <a:r>
              <a:rPr lang="cs-CZ" sz="900" dirty="0">
                <a:hlinkClick r:id="rId11"/>
              </a:rPr>
              <a:t>http://upload.wikimedia.org/wikipedia/commons/thumb/b/ba/Kv%C4%9Btov-house2.jpg/800px-Kv%C4%9Btov-house2.jpg</a:t>
            </a:r>
            <a:r>
              <a:rPr lang="cs-CZ" sz="900" dirty="0"/>
              <a:t>, CC BY-SA, autor: Chmee2</a:t>
            </a:r>
          </a:p>
          <a:p>
            <a:r>
              <a:rPr lang="cs-CZ" sz="900" dirty="0"/>
              <a:t>http://upload.wikimedia.org/wikipedia/commons/thumb/7/77/Z%C3%A1lu%C5%BE%C3%AD_-_selsk%C3%A9_baroko.JPG/751px-Z%C3%A1lu%C5%BE%C3%AD_-_selsk%C3%A9_baroko.JPG</a:t>
            </a:r>
          </a:p>
          <a:p>
            <a:r>
              <a:rPr lang="cs-CZ" sz="900" dirty="0">
                <a:hlinkClick r:id="rId12"/>
              </a:rPr>
              <a:t>http://upload.wikimedia.org/wikipedia/commons/thumb/4/47/Sv_Barbora_Marketa_Alzbeta.jpg/400px-Sv_Barbora_Marketa_Alzbeta.jpg</a:t>
            </a:r>
            <a:r>
              <a:rPr lang="cs-CZ" sz="900" dirty="0"/>
              <a:t>, CC BY-SA, autor: </a:t>
            </a:r>
            <a:r>
              <a:rPr lang="cs-CZ" sz="900" dirty="0" err="1"/>
              <a:t>Zp</a:t>
            </a:r>
            <a:endParaRPr lang="cs-CZ" sz="900" dirty="0"/>
          </a:p>
          <a:p>
            <a:r>
              <a:rPr lang="cs-CZ" sz="900" dirty="0">
                <a:hlinkClick r:id="rId13"/>
              </a:rPr>
              <a:t>http://upload.wikimedia.org/wikipedia/commons/thumb/5/5b/Charles_Bridge_St_Adalbert.jpg/400px-Charles_Bridge_St_Adalbert.jpg</a:t>
            </a:r>
            <a:r>
              <a:rPr lang="cs-CZ" sz="900" dirty="0"/>
              <a:t>, CC BY-SA, autor: </a:t>
            </a:r>
            <a:r>
              <a:rPr lang="cs-CZ" sz="900" dirty="0" err="1"/>
              <a:t>Zp</a:t>
            </a:r>
            <a:endParaRPr lang="cs-CZ" sz="900" dirty="0"/>
          </a:p>
          <a:p>
            <a:r>
              <a:rPr lang="cs-CZ" sz="900" dirty="0">
                <a:hlinkClick r:id="rId14"/>
              </a:rPr>
              <a:t>http://upload.wikimedia.org/wikipedia/commons/thumb/e/e4/Kuks_Big_Christian_Warior.jpg/800px-Kuks_Big_Christian_Warior.jpg</a:t>
            </a:r>
            <a:r>
              <a:rPr lang="cs-CZ" sz="900" dirty="0"/>
              <a:t>, CC BY-SA, autor: Stanislav Jelen</a:t>
            </a:r>
          </a:p>
          <a:p>
            <a:r>
              <a:rPr lang="cs-CZ" sz="900" dirty="0">
                <a:hlinkClick r:id="rId15"/>
              </a:rPr>
              <a:t>http://upload.wikimedia.org/wikipedia/commons/thumb/b/be/Sv_Luitgarda.jpg/400px-Sv_Luitgarda.jpg</a:t>
            </a:r>
            <a:endParaRPr lang="cs-CZ" sz="900" dirty="0"/>
          </a:p>
          <a:p>
            <a:r>
              <a:rPr lang="cs-CZ" sz="900" dirty="0"/>
              <a:t>http://upload.wikimedia.org/wikipedia/commons/thumb/b/bd/Vivaldi.jpg/225px-Vivaldi.jpg</a:t>
            </a:r>
          </a:p>
          <a:p>
            <a:r>
              <a:rPr lang="cs-CZ" sz="900" dirty="0"/>
              <a:t>http://upload.wikimedia.org/wikipedia/commons/3/3d/Haendel.jpg</a:t>
            </a:r>
          </a:p>
          <a:p>
            <a:r>
              <a:rPr lang="cs-CZ" sz="900" dirty="0"/>
              <a:t>http://upload.wikimedia.org/wikipedia/commons/thumb/b/b5/Bach.jpg/225px-Bach.jpg</a:t>
            </a:r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  <a:p>
            <a:endParaRPr lang="cs-CZ" sz="9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unovrat">
  <a:themeElements>
    <a:clrScheme name="Slunovrat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lunovra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lunovrat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234</TotalTime>
  <Words>3781</Words>
  <Application>Microsoft Office PowerPoint</Application>
  <PresentationFormat>Předvádění na obrazovce (4:3)</PresentationFormat>
  <Paragraphs>183</Paragraphs>
  <Slides>25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3" baseType="lpstr">
      <vt:lpstr>Arial</vt:lpstr>
      <vt:lpstr>Calibri</vt:lpstr>
      <vt:lpstr>Gill Sans MT</vt:lpstr>
      <vt:lpstr>Monotype Corsiva</vt:lpstr>
      <vt:lpstr>Verdana</vt:lpstr>
      <vt:lpstr>Wingdings</vt:lpstr>
      <vt:lpstr>Wingdings 2</vt:lpstr>
      <vt:lpstr>Slunovrat</vt:lpstr>
      <vt:lpstr>BAROKO</vt:lpstr>
      <vt:lpstr>PŮVOD A ZNAKY</vt:lpstr>
      <vt:lpstr>ARCHITEKTURA</vt:lpstr>
      <vt:lpstr>Gian Lorenzo BERNINI</vt:lpstr>
      <vt:lpstr>Prezentace aplikace PowerPoint</vt:lpstr>
      <vt:lpstr>Franceso BORROMINI</vt:lpstr>
      <vt:lpstr>Versailles a Invalidovna ve Francii</vt:lpstr>
      <vt:lpstr>Chrám sv. Pavla v Londýně, Schönbrunn a chrám sv. Karla Boromejského ve Vídni</vt:lpstr>
      <vt:lpstr>Klementinum a Černínský palác</vt:lpstr>
      <vt:lpstr>Jan Blažej Santini-Aichel</vt:lpstr>
      <vt:lpstr>Kilián Ignác a Kryštof Dientzenhoferové</vt:lpstr>
      <vt:lpstr>Selské baroko</vt:lpstr>
      <vt:lpstr>MALÍŘSTVÍ</vt:lpstr>
      <vt:lpstr>Carravaggio</vt:lpstr>
      <vt:lpstr>Rembrandt van Rijn</vt:lpstr>
      <vt:lpstr>Peter Paul Rubens</vt:lpstr>
      <vt:lpstr>Diego Vélasquez</vt:lpstr>
      <vt:lpstr>Karel Škréta</vt:lpstr>
      <vt:lpstr>Petr Brandl</vt:lpstr>
      <vt:lpstr>SOCHAŘSTVÍ</vt:lpstr>
      <vt:lpstr>Ferdinand Maxmilián Brokoff</vt:lpstr>
      <vt:lpstr>Matyáš Bernard Braun</vt:lpstr>
      <vt:lpstr>Hudba</vt:lpstr>
      <vt:lpstr>Zdroje</vt:lpstr>
      <vt:lpstr>Prezentace aplikace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Soňa</dc:creator>
  <cp:lastModifiedBy>Věra Hanáková</cp:lastModifiedBy>
  <cp:revision>46</cp:revision>
  <dcterms:created xsi:type="dcterms:W3CDTF">2013-05-13T08:42:35Z</dcterms:created>
  <dcterms:modified xsi:type="dcterms:W3CDTF">2024-03-13T21:20:52Z</dcterms:modified>
</cp:coreProperties>
</file>