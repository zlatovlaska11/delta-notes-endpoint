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8" r:id="rId2"/>
    <p:sldId id="257" r:id="rId3"/>
    <p:sldId id="258" r:id="rId4"/>
    <p:sldId id="259" r:id="rId5"/>
    <p:sldId id="260" r:id="rId6"/>
    <p:sldId id="261" r:id="rId7"/>
    <p:sldId id="27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0" r:id="rId17"/>
    <p:sldId id="271" r:id="rId18"/>
    <p:sldId id="272" r:id="rId19"/>
    <p:sldId id="273" r:id="rId20"/>
    <p:sldId id="274" r:id="rId21"/>
    <p:sldId id="277" r:id="rId22"/>
    <p:sldId id="280" r:id="rId23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2" autoAdjust="0"/>
    <p:restoredTop sz="94614" autoAdjust="0"/>
  </p:normalViewPr>
  <p:slideViewPr>
    <p:cSldViewPr>
      <p:cViewPr varScale="1">
        <p:scale>
          <a:sx n="105" d="100"/>
          <a:sy n="105" d="100"/>
        </p:scale>
        <p:origin x="208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92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1AF52-6BDD-4221-B154-DAA35BC90026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421E-44DE-446D-95B7-6DD5FCF552B0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421E-44DE-446D-95B7-6DD5FCF552B0}" type="slidenum">
              <a:rPr lang="cs-CZ" smtClean="0"/>
              <a:pPr/>
              <a:t>2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Kopule (chrám sv. Petra</a:t>
            </a:r>
            <a:r>
              <a:rPr lang="cs-CZ" baseline="0" dirty="0"/>
              <a:t> v Římě), měšťanské domy (Telč), zámek (Červená Lhota), štukování, kazetový strop, sgrafito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421E-44DE-446D-95B7-6DD5FCF552B0}" type="slidenum">
              <a:rPr lang="cs-CZ" smtClean="0"/>
              <a:pPr/>
              <a:t>6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50421E-44DE-446D-95B7-6DD5FCF552B0}" type="slidenum">
              <a:rPr lang="cs-CZ" smtClean="0"/>
              <a:pPr/>
              <a:t>20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89646-07D0-46EE-B4E4-A82992E784A0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D3E73-7739-4018-9012-20B823617740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commons/thumb/5/5f/PlafondCharles_Quint.JPG/800px-PlafondCharles_Quint.JPG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upload.wikimedia.org/wikipedia/commons/thumb/4/40/Telc109.jpg/799px-Telc109.jpg" TargetMode="External"/><Relationship Id="rId11" Type="http://schemas.openxmlformats.org/officeDocument/2006/relationships/hyperlink" Target="http://upload.wikimedia.org/wikipedia/commons/thumb/0/01/Cervena_Lhota,_Czech_Republic.jpg/800px-Cervena_Lhota,_Czech_Republic.jpg" TargetMode="External"/><Relationship Id="rId5" Type="http://schemas.openxmlformats.org/officeDocument/2006/relationships/image" Target="../media/image19.jpeg"/><Relationship Id="rId10" Type="http://schemas.openxmlformats.org/officeDocument/2006/relationships/image" Target="../media/image22.jpeg"/><Relationship Id="rId4" Type="http://schemas.openxmlformats.org/officeDocument/2006/relationships/image" Target="../media/image18.jpeg"/><Relationship Id="rId9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2/2d/Pra%C5%BEsk%C3%BD_hrad,_Letohr%C3%A1dek_kr%C3%A1lovny_Anny_02.jpg/800px-Pra%C5%BEsk%C3%BD_hrad,_Letohr%C3%A1dek_kr%C3%A1lovny_Anny_02.jpg" TargetMode="External"/><Relationship Id="rId7" Type="http://schemas.openxmlformats.org/officeDocument/2006/relationships/hyperlink" Target="http://upload.wikimedia.org/wikipedia/commons/thumb/6/6a/Schwarzenbersk%C3%BD_pal%C3%A1c_1.JPG/200px-Schwarzenbersk%C3%BD_pal%C3%A1c_1.JPG,CC" TargetMode="Externa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jpeg"/><Relationship Id="rId5" Type="http://schemas.openxmlformats.org/officeDocument/2006/relationships/hyperlink" Target="http://upload.wikimedia.org/wikipedia/commons/thumb/4/40/LetohradekHvezda2.jpg/800px-LetohradekHvezda2.jpg" TargetMode="External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upload.wikimedia.org/wikipedia/commons/thumb/f/f0/Donatello_-_David_-_Floren%C3%A7a.jpg/372px-Donatello_-_David_-_Floren%C3%A7a.jp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thumb/1/1f/Michelangelo's_Pieta_5450_cropncleaned_edit.jpg/572px-Michelangelo's_Pieta_5450_cropncleaned_edit.jpg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upload.wikimedia.org/wikipedia/commons/thumb/6/63/Michelangelos_David.jpg/450px-Michelangelos_David.jpg" TargetMode="Externa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upload.wikimedia.org/wikipedia/commons/d/db/Lightmatter_Sistine_Chapel_ceiling.jpg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hans-weingartz.de/" TargetMode="External"/><Relationship Id="rId13" Type="http://schemas.openxmlformats.org/officeDocument/2006/relationships/hyperlink" Target="http://upload.wikimedia.org/wikipedia/commons/thumb/a/a6/Tychonian_system.svg/576px-Tychonian_system.svg.png" TargetMode="External"/><Relationship Id="rId18" Type="http://schemas.openxmlformats.org/officeDocument/2006/relationships/hyperlink" Target="http://upload.wikimedia.org/wikipedia/commons/9/90/Breznice_PB_CZ_chateau_sgraffito_detail_605.jpg" TargetMode="External"/><Relationship Id="rId3" Type="http://schemas.openxmlformats.org/officeDocument/2006/relationships/hyperlink" Target="http://upload.wikimedia.org/wikipedia/commons/a/af/Darnley_stage_3.jpg" TargetMode="External"/><Relationship Id="rId7" Type="http://schemas.openxmlformats.org/officeDocument/2006/relationships/hyperlink" Target="http://upload.wikimedia.org/wikipedia/commons/thumb/4/40/Telc109.jpg/799px-Telc109.jpg" TargetMode="External"/><Relationship Id="rId12" Type="http://schemas.openxmlformats.org/officeDocument/2006/relationships/hyperlink" Target="http://upload.wikimedia.org/wikipedia/commons/2/2b/Tycho_Brahe.JPG" TargetMode="External"/><Relationship Id="rId17" Type="http://schemas.openxmlformats.org/officeDocument/2006/relationships/hyperlink" Target="http://upload.wikimedia.org/wikipedia/commons/c/ce/Johan_amos_comenius_1592-1671.jpg" TargetMode="External"/><Relationship Id="rId2" Type="http://schemas.openxmlformats.org/officeDocument/2006/relationships/hyperlink" Target="http://upload.wikimedia.org/wikipedia/commons/e/ec/Mona_Lisa,_by_Leonardo_da_Vinci,_from_C2RMF_retouched.jpg" TargetMode="External"/><Relationship Id="rId16" Type="http://schemas.openxmlformats.org/officeDocument/2006/relationships/hyperlink" Target="http://upload.wikimedia.org/wikipedia/commons/2/27/Santi_di_Tito_-_Niccolo_Machiavelli's_portrait_headcrop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pload.wikimedia.org/wikipedia/commons/thumb/2/2d/Pra%C5%BEsk%C3%BD_hrad,_Letohr%C3%A1dek_kr%C3%A1lovny_Anny_02.jpg/800px-Pra%C5%BEsk%C3%BD_hrad,_Letohr%C3%A1dek_kr%C3%A1lovny_Anny_02.jpg" TargetMode="External"/><Relationship Id="rId11" Type="http://schemas.openxmlformats.org/officeDocument/2006/relationships/hyperlink" Target="http://upload.wikimedia.org/wikipedia/commons/thumb/d/d4/Johannes_Kepler_1610.jpg/436px-Johannes_Kepler_1610.jpg" TargetMode="External"/><Relationship Id="rId5" Type="http://schemas.openxmlformats.org/officeDocument/2006/relationships/hyperlink" Target="http://upload.wikimedia.org/wikipedia/commons/thumb/6/63/Michelangelos_David.jpg/450px-Michelangelos_David.jpg" TargetMode="External"/><Relationship Id="rId15" Type="http://schemas.openxmlformats.org/officeDocument/2006/relationships/hyperlink" Target="http://upload.wikimedia.org/wikipedia/commons/8/88/Galileo_facing_the_Roman_Inquisition.jpg" TargetMode="External"/><Relationship Id="rId10" Type="http://schemas.openxmlformats.org/officeDocument/2006/relationships/hyperlink" Target="http://upload.wikimedia.org/wikipedia/commons/5/57/Heliocentric.jpg" TargetMode="External"/><Relationship Id="rId19" Type="http://schemas.openxmlformats.org/officeDocument/2006/relationships/hyperlink" Target="http://upload.wikimedia.org/wikipedia/commons/thumb/0/01/Cervena_Lhota,_Czech_Republic.jpg/800px-Cervena_Lhota,_Czech_Republic.jpg" TargetMode="External"/><Relationship Id="rId4" Type="http://schemas.openxmlformats.org/officeDocument/2006/relationships/hyperlink" Target="http://upload.wikimedia.org/wikipedia/commons/thumb/6/68/Raffael_058.jpg/800px-Raffael_058.jpg" TargetMode="External"/><Relationship Id="rId9" Type="http://schemas.openxmlformats.org/officeDocument/2006/relationships/hyperlink" Target="http://upload.wikimedia.org/wikipedia/commons/a/a0/Buchdrucker-1568.png" TargetMode="External"/><Relationship Id="rId14" Type="http://schemas.openxmlformats.org/officeDocument/2006/relationships/hyperlink" Target="http://upload.wikimedia.org/wikipedia/commons/thumb/6/6e/Galileo_by_Passignano.jpg/482px-Galileo_by_Passignano.jpg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commons/thumb/5/57/Lady_with_an_Ermine.jpg/439px-Lady_with_an_Ermine.jpg" TargetMode="External"/><Relationship Id="rId13" Type="http://schemas.openxmlformats.org/officeDocument/2006/relationships/hyperlink" Target="http://upload.wikimedia.org/wikipedia/commons/thumb/2/24/Rome_Sistine_Chapel_01.jpg/456px-Rome_Sistine_Chapel_01.jpg" TargetMode="External"/><Relationship Id="rId18" Type="http://schemas.openxmlformats.org/officeDocument/2006/relationships/hyperlink" Target="http://upload.wikimedia.org/wikipedia/commons/thumb/d/d2/Arcimboldovertemnus.jpeg/488px-Arcimboldovertemnus.jpeg" TargetMode="External"/><Relationship Id="rId3" Type="http://schemas.openxmlformats.org/officeDocument/2006/relationships/hyperlink" Target="http://upload.wikimedia.org/wikipedia/commons/thumb/6/6a/Schwarzenbersk%C3%BD_pal%C3%A1c_1.JPG/200px-Schwarzenbersk%C3%BD_pal%C3%A1c_1.JPG,CC" TargetMode="External"/><Relationship Id="rId7" Type="http://schemas.openxmlformats.org/officeDocument/2006/relationships/hyperlink" Target="http://upload.wikimedia.org/wikipedia/commons/thumb/2/22/Da_Vinci_Vitruve_Luc_Viatour.jpg/441px-Da_Vinci_Vitruve_Luc_Viatour.jpg" TargetMode="External"/><Relationship Id="rId12" Type="http://schemas.openxmlformats.org/officeDocument/2006/relationships/hyperlink" Target="http://upload.wikimedia.org/wikipedia/commons/thumb/6/63/Michelangelos_David.jpg/450px-Michelangelos_David.jpg" TargetMode="External"/><Relationship Id="rId17" Type="http://schemas.openxmlformats.org/officeDocument/2006/relationships/hyperlink" Target="http://upload.wikimedia.org/wikipedia/commons/thumb/f/f0/Hans_Holbein_d._J._065.jpg/476px-Hans_Holbein_d._J._065.jpg" TargetMode="External"/><Relationship Id="rId2" Type="http://schemas.openxmlformats.org/officeDocument/2006/relationships/hyperlink" Target="http://upload.wikimedia.org/wikipedia/commons/thumb/2/2d/Pra%C5%BEsk%C3%BD_hrad,_Letohr%C3%A1dek_kr%C3%A1lovny_Anny_02.jpg/800px-Pra%C5%BEsk%C3%BD_hrad,_Letohr%C3%A1dek_kr%C3%A1lovny_Anny_02.jpg" TargetMode="External"/><Relationship Id="rId16" Type="http://schemas.openxmlformats.org/officeDocument/2006/relationships/hyperlink" Target="http://upload.wikimedia.org/wikipedia/commons/thumb/8/8a/Hans_Holbein_d._J._074.jpg/490px-Hans_Holbein_d._J._074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upload.wikimedia.org/wikipedia/commons/thumb/0/08/Leonardo_da_Vinci_(1452-1519)_-_The_Last_Supper_(1495-1498).jpg/800px-Leonardo_da_Vinci_(1452-1519)_-_The_Last_Supper_(1495-1498).jpg" TargetMode="External"/><Relationship Id="rId11" Type="http://schemas.openxmlformats.org/officeDocument/2006/relationships/hyperlink" Target="http://upload.wikimedia.org/wikipedia/commons/thumb/1/1f/Michelangelo's_Pieta_5450_cropncleaned_edit.jpg/572px-Michelangelo's_Pieta_5450_cropncleaned_edit.jpg" TargetMode="External"/><Relationship Id="rId5" Type="http://schemas.openxmlformats.org/officeDocument/2006/relationships/hyperlink" Target="http://upload.wikimedia.org/wikipedia/commons/thumb/f/f0/Donatello_-_David_-_Floren%C3%A7a.jpg/372px-Donatello_-_David_-_Floren%C3%A7a.jpg" TargetMode="External"/><Relationship Id="rId15" Type="http://schemas.openxmlformats.org/officeDocument/2006/relationships/hyperlink" Target="http://upload.wikimedia.org/wikipedia/commons/thumb/7/70/Albrecht_D%C3%BCrer_099.jpg/714px-Albrecht_D%C3%BCrer_099.jpg" TargetMode="External"/><Relationship Id="rId10" Type="http://schemas.openxmlformats.org/officeDocument/2006/relationships/hyperlink" Target="http://upload.wikimedia.org/wikipedia/commons/thumb/9/94/Sanzio_01.jpg/773px-Sanzio_01.jpg" TargetMode="External"/><Relationship Id="rId19" Type="http://schemas.openxmlformats.org/officeDocument/2006/relationships/hyperlink" Target="http://upload.wikimedia.org/wikipedia/commons/2/2a/Hw-shakespeare.png" TargetMode="External"/><Relationship Id="rId4" Type="http://schemas.openxmlformats.org/officeDocument/2006/relationships/hyperlink" Target="http://upload.wikimedia.org/wikipedia/commons/thumb/a/af/St_George_Donatello_Orsanmichele_n1.jpg/239px-St_George_Donatello_Orsanmichele_n1.jpg" TargetMode="External"/><Relationship Id="rId9" Type="http://schemas.openxmlformats.org/officeDocument/2006/relationships/hyperlink" Target="http://upload.wikimedia.org/wikipedia/commons/thumb/6/6a/Mona_Lisa.jpg/396px-Mona_Lisa.jpg" TargetMode="External"/><Relationship Id="rId14" Type="http://schemas.openxmlformats.org/officeDocument/2006/relationships/hyperlink" Target="http://upload.wikimedia.org/wikipedia/commons/d/db/Lightmatter_Sistine_Chapel_ceiling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ZNAKY RENESANCE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obrat od Boha k člověku</a:t>
            </a:r>
          </a:p>
          <a:p>
            <a:r>
              <a:rPr lang="cs-CZ" dirty="0"/>
              <a:t>návrat k antice</a:t>
            </a:r>
          </a:p>
          <a:p>
            <a:r>
              <a:rPr lang="cs-CZ" dirty="0"/>
              <a:t>vzestup vzdělanosti</a:t>
            </a:r>
          </a:p>
          <a:p>
            <a:r>
              <a:rPr lang="cs-CZ" dirty="0"/>
              <a:t>antropocentrismus</a:t>
            </a:r>
          </a:p>
          <a:p>
            <a:r>
              <a:rPr lang="cs-CZ" dirty="0"/>
              <a:t>humanismus</a:t>
            </a:r>
          </a:p>
          <a:p>
            <a:r>
              <a:rPr lang="cs-CZ" dirty="0"/>
              <a:t>počátek v Itálii (14. - 16.století)</a:t>
            </a:r>
          </a:p>
          <a:p>
            <a:r>
              <a:rPr lang="cs-CZ" dirty="0"/>
              <a:t>zámořské objevy, rozvoj vědy, umění</a:t>
            </a:r>
          </a:p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 dirty="0"/>
              <a:t>Knihtisk- 1450 – </a:t>
            </a:r>
            <a:r>
              <a:rPr lang="cs-CZ" b="1" dirty="0" err="1"/>
              <a:t>Johannes</a:t>
            </a:r>
            <a:r>
              <a:rPr lang="cs-CZ" b="1" dirty="0"/>
              <a:t> </a:t>
            </a:r>
            <a:r>
              <a:rPr lang="cs-CZ" b="1" dirty="0" err="1"/>
              <a:t>Gutenberg</a:t>
            </a:r>
            <a:endParaRPr lang="cs-CZ" b="1" dirty="0"/>
          </a:p>
        </p:txBody>
      </p:sp>
      <p:pic>
        <p:nvPicPr>
          <p:cNvPr id="23554" name="Picture 2" descr="Soubor:Buchdrucker-1568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1143000"/>
            <a:ext cx="4391025" cy="5715000"/>
          </a:xfrm>
          <a:prstGeom prst="rect">
            <a:avLst/>
          </a:prstGeom>
          <a:noFill/>
        </p:spPr>
      </p:pic>
      <p:sp>
        <p:nvSpPr>
          <p:cNvPr id="8" name="Obdélník 7"/>
          <p:cNvSpPr/>
          <p:nvPr/>
        </p:nvSpPr>
        <p:spPr>
          <a:xfrm>
            <a:off x="4211960" y="6688723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http://upload.wikimedia.org/wikipedia/commons/a/a0/Buchdrucker-1568.png</a:t>
            </a:r>
          </a:p>
        </p:txBody>
      </p:sp>
      <p:pic>
        <p:nvPicPr>
          <p:cNvPr id="23556" name="Picture 4" descr="http://upload.wikimedia.org/wikipedia/commons/3/33/Gutenber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1340768"/>
            <a:ext cx="1872208" cy="2402834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179512" y="3573016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http://upload.wikimedia.org/wikipedia/commons/3/33/Gutenberg.jpg</a:t>
            </a:r>
          </a:p>
        </p:txBody>
      </p:sp>
      <p:pic>
        <p:nvPicPr>
          <p:cNvPr id="23560" name="Picture 8" descr="Soubor:Buchdruck-15-jahrhundert 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5656" y="3356983"/>
            <a:ext cx="2664296" cy="3501017"/>
          </a:xfrm>
          <a:prstGeom prst="rect">
            <a:avLst/>
          </a:prstGeom>
          <a:noFill/>
        </p:spPr>
      </p:pic>
      <p:sp>
        <p:nvSpPr>
          <p:cNvPr id="13" name="Obdélník 12"/>
          <p:cNvSpPr/>
          <p:nvPr/>
        </p:nvSpPr>
        <p:spPr>
          <a:xfrm>
            <a:off x="1475656" y="6688723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http://upload.wikimedia.org/wikipedia/commons/a/af/Buchdruck-15-jahrhundert_1.jpg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0" y="260648"/>
            <a:ext cx="9144000" cy="1143000"/>
          </a:xfrm>
        </p:spPr>
        <p:txBody>
          <a:bodyPr>
            <a:normAutofit/>
          </a:bodyPr>
          <a:lstStyle/>
          <a:p>
            <a:r>
              <a:rPr lang="cs-CZ" sz="3600" dirty="0"/>
              <a:t>Mikuláš </a:t>
            </a:r>
            <a:r>
              <a:rPr lang="cs-CZ" sz="3600" dirty="0" err="1"/>
              <a:t>Koperník</a:t>
            </a:r>
            <a:r>
              <a:rPr lang="cs-CZ" sz="3600" dirty="0"/>
              <a:t>, Jan </a:t>
            </a:r>
            <a:r>
              <a:rPr lang="cs-CZ" sz="3600" dirty="0" err="1"/>
              <a:t>Kepler</a:t>
            </a:r>
            <a:r>
              <a:rPr lang="cs-CZ" sz="3600" dirty="0"/>
              <a:t>, </a:t>
            </a:r>
            <a:r>
              <a:rPr lang="cs-CZ" sz="3600" dirty="0" err="1"/>
              <a:t>Tycho</a:t>
            </a:r>
            <a:r>
              <a:rPr lang="cs-CZ" sz="3600" dirty="0"/>
              <a:t> de </a:t>
            </a:r>
            <a:r>
              <a:rPr lang="cs-CZ" sz="3600" dirty="0" err="1"/>
              <a:t>Brahe</a:t>
            </a:r>
            <a:endParaRPr lang="cs-CZ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357984"/>
            <a:ext cx="2987824" cy="2500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196753"/>
            <a:ext cx="1728192" cy="230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79912" y="4352925"/>
            <a:ext cx="1819275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76256" y="1124744"/>
            <a:ext cx="1224136" cy="1815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bdélník 8"/>
          <p:cNvSpPr/>
          <p:nvPr/>
        </p:nvSpPr>
        <p:spPr>
          <a:xfrm>
            <a:off x="467544" y="3212976"/>
            <a:ext cx="17281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http://upload.wikimedia.org/wikipedia/commons/f/f2/Nikolaus_Kopernikus.jpg</a:t>
            </a:r>
          </a:p>
        </p:txBody>
      </p:sp>
      <p:sp>
        <p:nvSpPr>
          <p:cNvPr id="10" name="Obdélník 9"/>
          <p:cNvSpPr/>
          <p:nvPr/>
        </p:nvSpPr>
        <p:spPr>
          <a:xfrm>
            <a:off x="0" y="6688723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http://upload.wikimedia.org/wikipedia/commons/5/57/Heliocentric.jpg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323528" y="3789040"/>
            <a:ext cx="1678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heliocentrismus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3779912" y="6534835"/>
            <a:ext cx="1709936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http://upload.wikimedia.org/wikipedia/commons/thumb/d/d4/Johannes_Kepler_1610.jpg/436px-Johannes_Kepler_1610.jpg</a:t>
            </a:r>
          </a:p>
        </p:txBody>
      </p:sp>
      <p:pic>
        <p:nvPicPr>
          <p:cNvPr id="22530" name="Picture 2" descr="http://upload.wikimedia.org/wikipedia/commons/1/19/Kepler-solar-system-1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19872" y="1052736"/>
            <a:ext cx="2520280" cy="2771443"/>
          </a:xfrm>
          <a:prstGeom prst="rect">
            <a:avLst/>
          </a:prstGeom>
          <a:noFill/>
        </p:spPr>
      </p:pic>
      <p:sp>
        <p:nvSpPr>
          <p:cNvPr id="15" name="Obdélník 14"/>
          <p:cNvSpPr/>
          <p:nvPr/>
        </p:nvSpPr>
        <p:spPr>
          <a:xfrm>
            <a:off x="3419872" y="3573017"/>
            <a:ext cx="252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http://upload.wikimedia.org/wikipedia/commons/1/19/Kepler-solar-system-1.png</a:t>
            </a:r>
          </a:p>
        </p:txBody>
      </p:sp>
      <p:sp>
        <p:nvSpPr>
          <p:cNvPr id="16" name="TextovéPole 15"/>
          <p:cNvSpPr txBox="1"/>
          <p:nvPr/>
        </p:nvSpPr>
        <p:spPr>
          <a:xfrm>
            <a:off x="2915816" y="3861048"/>
            <a:ext cx="335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err="1"/>
              <a:t>Keplerův</a:t>
            </a:r>
            <a:r>
              <a:rPr lang="cs-CZ" dirty="0"/>
              <a:t> model sluneční soustavy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6876256" y="2564904"/>
            <a:ext cx="108012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http://upload.wikimedia.org/wikipedia/commons/2/2b/Tycho_Brahe.JPG</a:t>
            </a:r>
          </a:p>
        </p:txBody>
      </p:sp>
      <p:pic>
        <p:nvPicPr>
          <p:cNvPr id="22532" name="Picture 4" descr="File:Tychonian system.sv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940152" y="3833664"/>
            <a:ext cx="3024336" cy="3024336"/>
          </a:xfrm>
          <a:prstGeom prst="rect">
            <a:avLst/>
          </a:prstGeom>
          <a:noFill/>
        </p:spPr>
      </p:pic>
      <p:sp>
        <p:nvSpPr>
          <p:cNvPr id="19" name="Obdélník 18"/>
          <p:cNvSpPr/>
          <p:nvPr/>
        </p:nvSpPr>
        <p:spPr>
          <a:xfrm>
            <a:off x="6209928" y="6612359"/>
            <a:ext cx="2934072" cy="24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http://upload.wikimedia.org/wikipedia/commons/thumb/a/a6/Tychonian_system.svg/576px-Tychonian_system.svg.png</a:t>
            </a:r>
          </a:p>
        </p:txBody>
      </p:sp>
      <p:sp>
        <p:nvSpPr>
          <p:cNvPr id="20" name="TextovéPole 19"/>
          <p:cNvSpPr txBox="1"/>
          <p:nvPr/>
        </p:nvSpPr>
        <p:spPr>
          <a:xfrm>
            <a:off x="6335688" y="3356992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Kolem Země obíhá Slunce a Měsíc a ostatní planety obíhají kolem Slunce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Galileo Galilei, </a:t>
            </a:r>
            <a:r>
              <a:rPr lang="cs-CZ" dirty="0" err="1"/>
              <a:t>Giordano</a:t>
            </a:r>
            <a:r>
              <a:rPr lang="cs-CZ" dirty="0"/>
              <a:t> Bruno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196752"/>
            <a:ext cx="2808312" cy="226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Obdélník 7"/>
          <p:cNvSpPr/>
          <p:nvPr/>
        </p:nvSpPr>
        <p:spPr>
          <a:xfrm>
            <a:off x="899592" y="3212976"/>
            <a:ext cx="280831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http://upload.wikimedia.org/wikipedia/commons/thumb/6/6e/Galileo_by_Passignano.jpg/482px-Galileo_by_Passignano.jpg</a:t>
            </a:r>
          </a:p>
        </p:txBody>
      </p:sp>
      <p:pic>
        <p:nvPicPr>
          <p:cNvPr id="21506" name="Picture 2" descr="http://upload.wikimedia.org/wikipedia/commons/8/88/Galileo_facing_the_Roman_Inquisi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809181"/>
            <a:ext cx="3995936" cy="3048819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467544" y="6688723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http://upload.wikimedia.org/wikipedia/commons/8/88/Galileo_facing_the_Roman_Inquisition.jpg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1403648" y="3429000"/>
            <a:ext cx="163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A přece se točí!</a:t>
            </a:r>
          </a:p>
        </p:txBody>
      </p:sp>
      <p:pic>
        <p:nvPicPr>
          <p:cNvPr id="21508" name="Picture 4" descr="Soubor:Relief Bruno Campo dei Fiori n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8633" y="3861048"/>
            <a:ext cx="4485367" cy="2780928"/>
          </a:xfrm>
          <a:prstGeom prst="rect">
            <a:avLst/>
          </a:prstGeom>
          <a:noFill/>
        </p:spPr>
      </p:pic>
      <p:sp>
        <p:nvSpPr>
          <p:cNvPr id="13" name="Obdélník 12"/>
          <p:cNvSpPr/>
          <p:nvPr/>
        </p:nvSpPr>
        <p:spPr>
          <a:xfrm>
            <a:off x="4716016" y="6453336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/>
              <a:t>http://upload.wikimedia.org/wikipedia/commons/b/ba/Relief_Bruno_Campo_dei_Fiori_n1.jpg</a:t>
            </a:r>
          </a:p>
        </p:txBody>
      </p:sp>
      <p:pic>
        <p:nvPicPr>
          <p:cNvPr id="21510" name="Picture 6" descr="Soubor:Giordano Brun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196752"/>
            <a:ext cx="2306023" cy="2592288"/>
          </a:xfrm>
          <a:prstGeom prst="rect">
            <a:avLst/>
          </a:prstGeom>
          <a:noFill/>
        </p:spPr>
      </p:pic>
      <p:sp>
        <p:nvSpPr>
          <p:cNvPr id="15" name="Obdélník 14"/>
          <p:cNvSpPr/>
          <p:nvPr/>
        </p:nvSpPr>
        <p:spPr>
          <a:xfrm>
            <a:off x="4572000" y="3573016"/>
            <a:ext cx="223224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http://upload.wikimedia.org/wikipedia/commons/1/15/Giordano_Bruno.jpg</a:t>
            </a:r>
          </a:p>
        </p:txBody>
      </p:sp>
      <p:sp>
        <p:nvSpPr>
          <p:cNvPr id="16" name="TextovéPole 15"/>
          <p:cNvSpPr txBox="1"/>
          <p:nvPr/>
        </p:nvSpPr>
        <p:spPr>
          <a:xfrm>
            <a:off x="6516216" y="1772816"/>
            <a:ext cx="2190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Vesmír je nekonečný!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7593576" y="3429000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Inkviziční soud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cs-CZ" dirty="0" err="1"/>
              <a:t>Niccolo</a:t>
            </a:r>
            <a:r>
              <a:rPr lang="cs-CZ" dirty="0"/>
              <a:t> Machiavelli, </a:t>
            </a:r>
            <a:r>
              <a:rPr lang="cs-CZ" dirty="0" err="1"/>
              <a:t>Erasmus</a:t>
            </a:r>
            <a:r>
              <a:rPr lang="cs-CZ" dirty="0"/>
              <a:t> Rotterdamský, Jan Ámos Komenský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844824"/>
            <a:ext cx="2501522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bdélník 5"/>
          <p:cNvSpPr/>
          <p:nvPr/>
        </p:nvSpPr>
        <p:spPr>
          <a:xfrm>
            <a:off x="395536" y="4437112"/>
            <a:ext cx="252028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http://upload.wikimedia.org/wikipedia/commons/2/27/Santi_di_Tito_-_Niccolo_Machiavelli%27s_portrait_headcrop.jpg</a:t>
            </a:r>
          </a:p>
        </p:txBody>
      </p:sp>
      <p:pic>
        <p:nvPicPr>
          <p:cNvPr id="16386" name="Picture 2" descr="Soubor:Holbein-erasmu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2780928"/>
            <a:ext cx="2736304" cy="3874814"/>
          </a:xfrm>
          <a:prstGeom prst="rect">
            <a:avLst/>
          </a:prstGeom>
          <a:noFill/>
        </p:spPr>
      </p:pic>
      <p:pic>
        <p:nvPicPr>
          <p:cNvPr id="16388" name="Picture 4" descr="http://upload.wikimedia.org/wikipedia/commons/c/ce/Johan_amos_comenius_1592-167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61369" y="1628800"/>
            <a:ext cx="3055326" cy="3456384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5940152" y="4869160"/>
            <a:ext cx="2790056" cy="173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http://upload.wikimedia.org/wikipedia/commons/c/ce/Johan_amos_comenius_1592-1671.jpg</a:t>
            </a:r>
          </a:p>
        </p:txBody>
      </p:sp>
      <p:sp>
        <p:nvSpPr>
          <p:cNvPr id="7" name="Obdélník 6"/>
          <p:cNvSpPr/>
          <p:nvPr/>
        </p:nvSpPr>
        <p:spPr>
          <a:xfrm>
            <a:off x="2987824" y="6381328"/>
            <a:ext cx="279005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http://upload.wikimedia.org/wikipedia/commons/thumb/3/30/Holbein-erasmus.jpg/423px-Holbein-erasmus.jpg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cs-CZ" dirty="0"/>
              <a:t>Znaky architektury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3284984"/>
            <a:ext cx="16764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bdélník 8"/>
          <p:cNvSpPr/>
          <p:nvPr/>
        </p:nvSpPr>
        <p:spPr>
          <a:xfrm>
            <a:off x="6876256" y="4293096"/>
            <a:ext cx="170993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http://upload.wikimedia.org/wikipedia/commons/9/90/Breznice_PB_CZ_chateau_sgraffito_detail_605.jpg</a:t>
            </a:r>
          </a:p>
        </p:txBody>
      </p:sp>
      <p:pic>
        <p:nvPicPr>
          <p:cNvPr id="15362" name="Picture 2" descr="Soubor:Petersdom von Engelsburg gesehe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980728"/>
            <a:ext cx="3984377" cy="2988283"/>
          </a:xfrm>
          <a:prstGeom prst="rect">
            <a:avLst/>
          </a:prstGeom>
          <a:noFill/>
        </p:spPr>
      </p:pic>
      <p:sp>
        <p:nvSpPr>
          <p:cNvPr id="12" name="Obdélník 11"/>
          <p:cNvSpPr/>
          <p:nvPr/>
        </p:nvSpPr>
        <p:spPr>
          <a:xfrm>
            <a:off x="0" y="3717032"/>
            <a:ext cx="392392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500" dirty="0"/>
              <a:t>http://upload.wikimedia.org/wikipedia/commons/thumb/1/15/Petersdom_von_Engelsburg_gesehen.jpg/800px-Petersdom_von_Engelsburg_gesehen.jpg</a:t>
            </a:r>
          </a:p>
        </p:txBody>
      </p:sp>
      <p:pic>
        <p:nvPicPr>
          <p:cNvPr id="3" name="Picture 2" descr="Soubor:Telc109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37399" y="908720"/>
            <a:ext cx="5106601" cy="2160240"/>
          </a:xfrm>
          <a:prstGeom prst="rect">
            <a:avLst/>
          </a:prstGeom>
          <a:noFill/>
        </p:spPr>
      </p:pic>
      <p:sp>
        <p:nvSpPr>
          <p:cNvPr id="13" name="Obdélník 12"/>
          <p:cNvSpPr/>
          <p:nvPr/>
        </p:nvSpPr>
        <p:spPr>
          <a:xfrm>
            <a:off x="3995936" y="2996952"/>
            <a:ext cx="4572000" cy="1692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500" dirty="0">
                <a:hlinkClick r:id="rId6"/>
              </a:rPr>
              <a:t>http://upload.wikimedia.org/wikipedia/commons/thumb/4/40/Telc109.jpg/799px-Telc109.jpg</a:t>
            </a:r>
            <a:r>
              <a:rPr lang="cs-CZ" sz="500" dirty="0"/>
              <a:t>, CC BY_SA, autor: Hans </a:t>
            </a:r>
            <a:r>
              <a:rPr lang="cs-CZ" sz="500" dirty="0" err="1"/>
              <a:t>Weingartz</a:t>
            </a:r>
            <a:endParaRPr lang="cs-CZ" sz="500" dirty="0"/>
          </a:p>
        </p:txBody>
      </p:sp>
      <p:pic>
        <p:nvPicPr>
          <p:cNvPr id="15364" name="Picture 4" descr="File:PlafondCharles Quint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56176" y="4751766"/>
            <a:ext cx="2808312" cy="2106234"/>
          </a:xfrm>
          <a:prstGeom prst="rect">
            <a:avLst/>
          </a:prstGeom>
          <a:noFill/>
        </p:spPr>
      </p:pic>
      <p:sp>
        <p:nvSpPr>
          <p:cNvPr id="14" name="Obdélník 13"/>
          <p:cNvSpPr/>
          <p:nvPr/>
        </p:nvSpPr>
        <p:spPr>
          <a:xfrm>
            <a:off x="6156176" y="6642556"/>
            <a:ext cx="280831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8"/>
              </a:rPr>
              <a:t>http://upload.wikimedia.org/wikipedia/commons/thumb/5/5f/PlafondCharles_Quint.JPG/800px-PlafondCharles_Quint.JPG</a:t>
            </a:r>
            <a:r>
              <a:rPr lang="cs-CZ" sz="400" dirty="0"/>
              <a:t>, CC BY-SA, autor: </a:t>
            </a:r>
            <a:r>
              <a:rPr lang="cs-CZ" sz="400" dirty="0" err="1"/>
              <a:t>jebulon</a:t>
            </a:r>
            <a:endParaRPr lang="cs-CZ" sz="400" dirty="0"/>
          </a:p>
        </p:txBody>
      </p:sp>
      <p:pic>
        <p:nvPicPr>
          <p:cNvPr id="15366" name="Picture 6" descr="Soubor:The D&amp;aogon;bski Palace1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707904" y="3573016"/>
            <a:ext cx="2232248" cy="2976331"/>
          </a:xfrm>
          <a:prstGeom prst="rect">
            <a:avLst/>
          </a:prstGeom>
          <a:noFill/>
        </p:spPr>
      </p:pic>
      <p:sp>
        <p:nvSpPr>
          <p:cNvPr id="16" name="Obdélník 15"/>
          <p:cNvSpPr/>
          <p:nvPr/>
        </p:nvSpPr>
        <p:spPr>
          <a:xfrm>
            <a:off x="3707904" y="6381328"/>
            <a:ext cx="2232248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http://upload.wikimedia.org/wikipedia/commons/8/86/The_D%C4%85bski_Palace1.JPG</a:t>
            </a:r>
          </a:p>
        </p:txBody>
      </p:sp>
      <p:pic>
        <p:nvPicPr>
          <p:cNvPr id="15368" name="Picture 8" descr="Soubor:Cervena Lhota, Czech Republic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79512" y="4077072"/>
            <a:ext cx="3312368" cy="2484276"/>
          </a:xfrm>
          <a:prstGeom prst="rect">
            <a:avLst/>
          </a:prstGeom>
          <a:noFill/>
        </p:spPr>
      </p:pic>
      <p:sp>
        <p:nvSpPr>
          <p:cNvPr id="18" name="Obdélník 17"/>
          <p:cNvSpPr/>
          <p:nvPr/>
        </p:nvSpPr>
        <p:spPr>
          <a:xfrm>
            <a:off x="179512" y="6381328"/>
            <a:ext cx="331236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11"/>
              </a:rPr>
              <a:t>http://upload.wikimedia.org/wikipedia/commons/thumb/0/01/Cervena_Lhota%2C_Czech_Republic.jpg/800px-Cervena_Lhota%2C_Czech_Republic.jpg</a:t>
            </a:r>
            <a:r>
              <a:rPr lang="cs-CZ" sz="400" dirty="0"/>
              <a:t>, CC BY-SA, autor Zdeněk Svoboda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4860032" cy="1143000"/>
          </a:xfrm>
        </p:spPr>
        <p:txBody>
          <a:bodyPr/>
          <a:lstStyle/>
          <a:p>
            <a:r>
              <a:rPr lang="cs-CZ" dirty="0"/>
              <a:t>Další znaky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00200"/>
            <a:ext cx="4330824" cy="4525963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horizontální stavby</a:t>
            </a:r>
          </a:p>
          <a:p>
            <a:r>
              <a:rPr lang="cs-CZ" dirty="0"/>
              <a:t>světské stavby (zámek, měšťanské domy, paláce, kašny, radnice, jízdárny, letohrádky)</a:t>
            </a:r>
          </a:p>
          <a:p>
            <a:r>
              <a:rPr lang="cs-CZ" dirty="0"/>
              <a:t>velká pravoúhlá okna</a:t>
            </a:r>
          </a:p>
          <a:p>
            <a:r>
              <a:rPr lang="cs-CZ" dirty="0"/>
              <a:t>světlost</a:t>
            </a:r>
          </a:p>
          <a:p>
            <a:r>
              <a:rPr lang="cs-CZ" dirty="0"/>
              <a:t>arkády</a:t>
            </a:r>
          </a:p>
          <a:p>
            <a:r>
              <a:rPr lang="cs-CZ" dirty="0"/>
              <a:t>antické vzory</a:t>
            </a:r>
          </a:p>
        </p:txBody>
      </p:sp>
      <p:pic>
        <p:nvPicPr>
          <p:cNvPr id="39938" name="Picture 2" descr="File:GT056-Antigua SchlKids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404664"/>
            <a:ext cx="4240960" cy="2592287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4788024" y="2852936"/>
            <a:ext cx="4355976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http://upload.wikimedia.org/wikipedia/commons/a/a2/GT056-Antigua_SchlKids.jpeg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5796136" y="0"/>
            <a:ext cx="303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Arkády a pravoúhlá velká okna</a:t>
            </a:r>
          </a:p>
        </p:txBody>
      </p:sp>
      <p:pic>
        <p:nvPicPr>
          <p:cNvPr id="39940" name="Picture 4" descr="Soubor:Rucella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3068960"/>
            <a:ext cx="2808312" cy="3623628"/>
          </a:xfrm>
          <a:prstGeom prst="rect">
            <a:avLst/>
          </a:prstGeom>
          <a:noFill/>
        </p:spPr>
      </p:pic>
      <p:sp>
        <p:nvSpPr>
          <p:cNvPr id="8" name="Obdélník 7"/>
          <p:cNvSpPr/>
          <p:nvPr/>
        </p:nvSpPr>
        <p:spPr>
          <a:xfrm>
            <a:off x="4716016" y="6453336"/>
            <a:ext cx="2141984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http://upload.wikimedia.org/wikipedia/commons/thumb/c/cc/Rucellai.jpg/465px-Rucellai.jpg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7596337" y="3501008"/>
            <a:ext cx="15476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Palác má v každém patře jiné antické sloupy</a:t>
            </a:r>
          </a:p>
          <a:p>
            <a:r>
              <a:rPr lang="cs-CZ" dirty="0"/>
              <a:t>Přízemí – dórský, 1.patro – iónský,           2. patro  - korintský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cs-CZ" dirty="0"/>
              <a:t>Stavby v českých zemích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0" y="3861048"/>
            <a:ext cx="2614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Letohrádek královny Anny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539552" y="5301208"/>
            <a:ext cx="197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Letohrádek Hvězda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6732240" y="4077072"/>
            <a:ext cx="22322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err="1"/>
              <a:t>Schwarzenberský</a:t>
            </a:r>
            <a:r>
              <a:rPr lang="cs-CZ" dirty="0"/>
              <a:t> (Lobkovický) palác na Hradčanském náměstí</a:t>
            </a:r>
          </a:p>
        </p:txBody>
      </p:sp>
      <p:pic>
        <p:nvPicPr>
          <p:cNvPr id="13314" name="Picture 2" descr="Soubor:Pra&amp;zcaron;ský hrad, Letohrádek královny Anny 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4211960" cy="2822014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0" y="3501008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>
                <a:hlinkClick r:id="rId3"/>
              </a:rPr>
              <a:t>http://upload.wikimedia.org/wikipedia/commons/thumb/2/2d/Pra%C5%BEsk%C3%BD_hrad%2C_Letohr%C3%A1dek_kr%C3%A1lovny_Anny_02.jpg/800px-Pra%C5%BEsk%C3%BD_hrad%2C_Letohr%C3%A1dek_kr%C3%A1lovny_Anny_02.jpg</a:t>
            </a:r>
            <a:r>
              <a:rPr lang="cs-CZ" sz="400" dirty="0"/>
              <a:t>, CC BY-SA, autor: </a:t>
            </a:r>
            <a:r>
              <a:rPr lang="cs-CZ" sz="400" dirty="0" err="1"/>
              <a:t>Karen</a:t>
            </a:r>
            <a:r>
              <a:rPr lang="cs-CZ" sz="400" dirty="0"/>
              <a:t> Blaha</a:t>
            </a:r>
          </a:p>
        </p:txBody>
      </p:sp>
      <p:pic>
        <p:nvPicPr>
          <p:cNvPr id="13316" name="Picture 4" descr="Soubor:LetohradekHvezda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3861048"/>
            <a:ext cx="4191510" cy="2808312"/>
          </a:xfrm>
          <a:prstGeom prst="rect">
            <a:avLst/>
          </a:prstGeom>
          <a:noFill/>
        </p:spPr>
      </p:pic>
      <p:sp>
        <p:nvSpPr>
          <p:cNvPr id="12" name="Obdélník 11"/>
          <p:cNvSpPr/>
          <p:nvPr/>
        </p:nvSpPr>
        <p:spPr>
          <a:xfrm>
            <a:off x="2555776" y="6525344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>
                <a:hlinkClick r:id="rId5"/>
              </a:rPr>
              <a:t>http://upload.wikimedia.org/wikipedia/commons/thumb/4/40/LetohradekHvezda2.jpg/800px-LetohradekHvezda2.jpg</a:t>
            </a:r>
            <a:r>
              <a:rPr lang="cs-CZ" sz="400" dirty="0"/>
              <a:t>, CC BY-SA, autor: Adam </a:t>
            </a:r>
            <a:r>
              <a:rPr lang="cs-CZ" sz="400" dirty="0" err="1"/>
              <a:t>Zivner</a:t>
            </a:r>
            <a:endParaRPr lang="cs-CZ" sz="400" dirty="0"/>
          </a:p>
        </p:txBody>
      </p:sp>
      <p:pic>
        <p:nvPicPr>
          <p:cNvPr id="13318" name="Picture 6" descr="Soubor:Schwarzenberský palác 1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27984" y="836712"/>
            <a:ext cx="3909120" cy="2931840"/>
          </a:xfrm>
          <a:prstGeom prst="rect">
            <a:avLst/>
          </a:prstGeom>
          <a:noFill/>
        </p:spPr>
      </p:pic>
      <p:sp>
        <p:nvSpPr>
          <p:cNvPr id="15" name="Obdélník 14"/>
          <p:cNvSpPr/>
          <p:nvPr/>
        </p:nvSpPr>
        <p:spPr>
          <a:xfrm>
            <a:off x="4499992" y="3501008"/>
            <a:ext cx="3816424" cy="216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7"/>
              </a:rPr>
              <a:t>http://upload.wikimedia.org/wikipedia/commons/thumb/6/6a/Schwarzenbersk%C3%BD_pal%C3%A1c_1.JPG/200px-Schwarzenbersk%C3%BD_pal%C3%A1c_1.JPG,CC</a:t>
            </a:r>
            <a:r>
              <a:rPr lang="cs-CZ" sz="400" dirty="0"/>
              <a:t> BY-SA, autor: </a:t>
            </a:r>
            <a:r>
              <a:rPr lang="cs-CZ" sz="400" dirty="0" err="1"/>
              <a:t>VitVit</a:t>
            </a:r>
            <a:endParaRPr lang="cs-CZ" sz="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491880" y="980728"/>
            <a:ext cx="2520280" cy="2376264"/>
          </a:xfrm>
          <a:ln w="190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cs-CZ" b="1" dirty="0" err="1"/>
              <a:t>Donatello</a:t>
            </a:r>
            <a:br>
              <a:rPr lang="cs-CZ" b="1" dirty="0"/>
            </a:br>
            <a:r>
              <a:rPr lang="cs-CZ" sz="2400" b="1" dirty="0"/>
              <a:t>- </a:t>
            </a:r>
            <a:r>
              <a:rPr lang="cs-CZ" sz="2700" b="1" dirty="0"/>
              <a:t>florentský sochař</a:t>
            </a:r>
            <a:br>
              <a:rPr lang="cs-CZ" sz="2700" b="1" dirty="0"/>
            </a:br>
            <a:r>
              <a:rPr lang="cs-CZ" sz="2700" b="1" dirty="0"/>
              <a:t>- sochařské portréty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0" y="6488668"/>
            <a:ext cx="1627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Bronzový David</a:t>
            </a:r>
          </a:p>
        </p:txBody>
      </p:sp>
      <p:pic>
        <p:nvPicPr>
          <p:cNvPr id="12290" name="Picture 2" descr="Soubor:St George Donatello Orsanmichele n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168" y="191686"/>
            <a:ext cx="2664296" cy="6666314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6084168" y="6642556"/>
            <a:ext cx="221399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http://upload.wikimedia.org/wikipedia/commons/thumb/a/af/St_George_Donatello_Orsanmichele_n1.jpg/239px-St_George_Donatello_Orsanmichele_n1.jpg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4716016" y="0"/>
            <a:ext cx="133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Socha sv. Jiří</a:t>
            </a:r>
          </a:p>
        </p:txBody>
      </p:sp>
      <p:pic>
        <p:nvPicPr>
          <p:cNvPr id="12292" name="Picture 4" descr="File:Donatello - David - Florenç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04664"/>
            <a:ext cx="3543300" cy="5715000"/>
          </a:xfrm>
          <a:prstGeom prst="rect">
            <a:avLst/>
          </a:prstGeom>
          <a:noFill/>
        </p:spPr>
      </p:pic>
      <p:sp>
        <p:nvSpPr>
          <p:cNvPr id="14" name="Obdélník 13"/>
          <p:cNvSpPr/>
          <p:nvPr/>
        </p:nvSpPr>
        <p:spPr>
          <a:xfrm>
            <a:off x="0" y="5877272"/>
            <a:ext cx="279005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4"/>
              </a:rPr>
              <a:t>http://upload.wikimedia.org/wikipedia/commons/thumb/f/f0/Donatello_-_David_-_Floren%C3%A7a.jpg/372px-Donatello_-_David_-_Floren%C3%A7a.jpg</a:t>
            </a:r>
            <a:r>
              <a:rPr lang="cs-CZ" sz="400" dirty="0"/>
              <a:t>, CC BY-SA, autor: </a:t>
            </a:r>
            <a:r>
              <a:rPr lang="cs-CZ" sz="400" dirty="0" err="1"/>
              <a:t>Patrick</a:t>
            </a:r>
            <a:r>
              <a:rPr lang="cs-CZ" sz="400" dirty="0"/>
              <a:t> </a:t>
            </a:r>
            <a:r>
              <a:rPr lang="cs-CZ" sz="400" dirty="0" err="1"/>
              <a:t>A</a:t>
            </a:r>
            <a:r>
              <a:rPr lang="cs-CZ" sz="400" dirty="0"/>
              <a:t>.</a:t>
            </a:r>
            <a:r>
              <a:rPr lang="cs-CZ" sz="400" dirty="0" err="1"/>
              <a:t>Rodgers</a:t>
            </a:r>
            <a:endParaRPr lang="cs-CZ" sz="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r>
              <a:rPr lang="cs-CZ" dirty="0"/>
              <a:t>Sandro </a:t>
            </a:r>
            <a:r>
              <a:rPr lang="cs-CZ" dirty="0" err="1"/>
              <a:t>Boticelli</a:t>
            </a:r>
            <a:endParaRPr lang="cs-CZ" dirty="0"/>
          </a:p>
        </p:txBody>
      </p:sp>
      <p:sp>
        <p:nvSpPr>
          <p:cNvPr id="5" name="TextovéPole 4"/>
          <p:cNvSpPr txBox="1"/>
          <p:nvPr/>
        </p:nvSpPr>
        <p:spPr>
          <a:xfrm>
            <a:off x="0" y="0"/>
            <a:ext cx="160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Zrození Venuše</a:t>
            </a:r>
          </a:p>
        </p:txBody>
      </p:sp>
      <p:pic>
        <p:nvPicPr>
          <p:cNvPr id="11266" name="Picture 2" descr="File:Sandro Botticelli - La nascita di Venere - Google Art Project - edite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52736"/>
            <a:ext cx="8712968" cy="5467389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251520" y="6381328"/>
            <a:ext cx="889248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http://upload.wikimedia.org/wikipedia/commons/thumb/0/0b/Sandro_Botticelli_-_La_nascita_di_Venere_-_Google_Art_Project_-_edited.jpg/800px-Sandro_Botticelli_-_La_nascita_di_Venere_-_Google_Art_Project_-_edited.jpg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File:Mona Lis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408" y="0"/>
            <a:ext cx="3028592" cy="4581128"/>
          </a:xfrm>
          <a:prstGeom prst="rect">
            <a:avLst/>
          </a:prstGeom>
          <a:noFill/>
        </p:spPr>
      </p:pic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131840" y="0"/>
            <a:ext cx="3024336" cy="2492896"/>
          </a:xfrm>
        </p:spPr>
        <p:txBody>
          <a:bodyPr>
            <a:normAutofit fontScale="90000"/>
          </a:bodyPr>
          <a:lstStyle/>
          <a:p>
            <a:r>
              <a:rPr lang="cs-CZ" b="1" dirty="0" err="1"/>
              <a:t>Leonardo</a:t>
            </a:r>
            <a:r>
              <a:rPr lang="cs-CZ" b="1" dirty="0"/>
              <a:t> </a:t>
            </a:r>
            <a:r>
              <a:rPr lang="cs-CZ" b="1" dirty="0" err="1"/>
              <a:t>da</a:t>
            </a:r>
            <a:r>
              <a:rPr lang="cs-CZ" b="1" dirty="0"/>
              <a:t> Vinci</a:t>
            </a:r>
            <a:br>
              <a:rPr lang="cs-CZ" dirty="0"/>
            </a:br>
            <a:r>
              <a:rPr lang="cs-CZ" sz="2700" dirty="0"/>
              <a:t>malíř, sochař, vynálezce, přírodovědec, architekt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251520" y="5733256"/>
            <a:ext cx="21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Dáma s hranostajem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7524328" y="4653136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 err="1"/>
              <a:t>Mona</a:t>
            </a:r>
            <a:r>
              <a:rPr lang="cs-CZ" dirty="0"/>
              <a:t> </a:t>
            </a:r>
            <a:r>
              <a:rPr lang="cs-CZ" dirty="0" err="1"/>
              <a:t>Lisa</a:t>
            </a:r>
            <a:endParaRPr lang="cs-CZ" dirty="0"/>
          </a:p>
        </p:txBody>
      </p:sp>
      <p:pic>
        <p:nvPicPr>
          <p:cNvPr id="10242" name="Picture 2" descr="http://upload.wikimedia.org/wikipedia/commons/thumb/5/57/Lady_with_an_Ermine.jpg/220px-Lady_with_an_Ermin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980727"/>
            <a:ext cx="2880321" cy="3927711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251520" y="4725144"/>
            <a:ext cx="243001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http://upload.wikimedia.org/wikipedia/commons/thumb/5/57/Lady_with_an_Ermine.jpg/439px-Lady_with_an_Ermine.jpg</a:t>
            </a:r>
          </a:p>
        </p:txBody>
      </p:sp>
      <p:pic>
        <p:nvPicPr>
          <p:cNvPr id="10244" name="Picture 4" descr="Soubor:Da Vinci Vitruve Luc Viatou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1840" y="2651117"/>
            <a:ext cx="3096344" cy="4212713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3131840" y="6597352"/>
            <a:ext cx="3168352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http://upload.wikimedia.org/wikipedia/commons/thumb/2/22/Da_Vinci_Vitruve_Luc_Viatour.jpg/441px-Da_Vinci_Vitruve_Luc_Viatour.jpg</a:t>
            </a:r>
          </a:p>
        </p:txBody>
      </p:sp>
      <p:sp>
        <p:nvSpPr>
          <p:cNvPr id="13" name="Obdélník 12"/>
          <p:cNvSpPr/>
          <p:nvPr/>
        </p:nvSpPr>
        <p:spPr>
          <a:xfrm>
            <a:off x="6156176" y="4509120"/>
            <a:ext cx="228600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http://upload.wikimedia.org/wikipedia/commons/thumb/6/6a/Mona_Lisa.jpg/396px-Mona_Lisa.jpg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275856" y="476672"/>
            <a:ext cx="2173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Poslední večeře páně</a:t>
            </a:r>
          </a:p>
        </p:txBody>
      </p:sp>
      <p:pic>
        <p:nvPicPr>
          <p:cNvPr id="9218" name="Picture 2" descr="Soubor:Leonardo da Vinci (1452-1519) - The Last Supper (1495-1498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1" y="1052736"/>
            <a:ext cx="8873357" cy="4536504"/>
          </a:xfrm>
          <a:prstGeom prst="rect">
            <a:avLst/>
          </a:prstGeom>
          <a:noFill/>
        </p:spPr>
      </p:pic>
      <p:sp>
        <p:nvSpPr>
          <p:cNvPr id="5" name="Obdélník 4"/>
          <p:cNvSpPr/>
          <p:nvPr/>
        </p:nvSpPr>
        <p:spPr>
          <a:xfrm>
            <a:off x="251520" y="5517232"/>
            <a:ext cx="648072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http://upload.wikimedia.org/wikipedia/commons/thumb/0/08/Leonardo_da_Vinci_%281452-1519%29_-_The_Last_Supper_%281495-1498%29.jpg/800px-Leonardo_da_Vinci_%281452-1519%29_-_The_Last_Supper_%281495-1498%29.jpg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80112" y="620688"/>
            <a:ext cx="3131840" cy="1143000"/>
          </a:xfrm>
          <a:ln w="190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cs-CZ" b="1" dirty="0" err="1"/>
              <a:t>Raffael</a:t>
            </a:r>
            <a:r>
              <a:rPr lang="cs-CZ" b="1" dirty="0"/>
              <a:t> </a:t>
            </a:r>
            <a:r>
              <a:rPr lang="cs-CZ" b="1" dirty="0" err="1"/>
              <a:t>Santi</a:t>
            </a:r>
            <a:br>
              <a:rPr lang="cs-CZ" dirty="0"/>
            </a:br>
            <a:r>
              <a:rPr lang="cs-CZ" sz="2700" dirty="0"/>
              <a:t>malíř, sochař</a:t>
            </a:r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3" y="3790706"/>
            <a:ext cx="2952328" cy="3067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ovéPole 5"/>
          <p:cNvSpPr txBox="1"/>
          <p:nvPr/>
        </p:nvSpPr>
        <p:spPr>
          <a:xfrm>
            <a:off x="0" y="4221088"/>
            <a:ext cx="157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Athénská škola</a:t>
            </a:r>
          </a:p>
        </p:txBody>
      </p:sp>
      <p:sp>
        <p:nvSpPr>
          <p:cNvPr id="7" name="TextovéPole 6"/>
          <p:cNvSpPr txBox="1"/>
          <p:nvPr/>
        </p:nvSpPr>
        <p:spPr>
          <a:xfrm>
            <a:off x="395536" y="5229200"/>
            <a:ext cx="10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Tři grácie</a:t>
            </a:r>
          </a:p>
        </p:txBody>
      </p:sp>
      <p:sp>
        <p:nvSpPr>
          <p:cNvPr id="8" name="TextovéPole 7"/>
          <p:cNvSpPr txBox="1"/>
          <p:nvPr/>
        </p:nvSpPr>
        <p:spPr>
          <a:xfrm>
            <a:off x="6444208" y="2636912"/>
            <a:ext cx="1819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Sixtinská madona</a:t>
            </a:r>
          </a:p>
        </p:txBody>
      </p:sp>
      <p:pic>
        <p:nvPicPr>
          <p:cNvPr id="8194" name="Picture 2" descr="Soubor:Sanzio 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0"/>
            <a:ext cx="5076056" cy="3940018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0" y="3789040"/>
            <a:ext cx="3150096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http://upload.wikimedia.org/wikipedia/commons/thumb/9/94/Sanzio_01.jpg/773px-Sanzio_01.jpg</a:t>
            </a:r>
          </a:p>
        </p:txBody>
      </p:sp>
      <p:pic>
        <p:nvPicPr>
          <p:cNvPr id="8196" name="Picture 4" descr="RAFAEL - Madonna Sixtina (Gemäldegalerie Alter Meister, Dresde, 1513-14. Óleo sobre lienzo, 265 x 196 cm)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6500" y="2943224"/>
            <a:ext cx="2857500" cy="3914776"/>
          </a:xfrm>
          <a:prstGeom prst="rect">
            <a:avLst/>
          </a:prstGeom>
          <a:noFill/>
        </p:spPr>
      </p:pic>
      <p:sp>
        <p:nvSpPr>
          <p:cNvPr id="9" name="Obdélník 8"/>
          <p:cNvSpPr/>
          <p:nvPr/>
        </p:nvSpPr>
        <p:spPr>
          <a:xfrm>
            <a:off x="6444208" y="6669360"/>
            <a:ext cx="2699792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http://upload.wikimedia.org/wikipedia/commons/thumb/e/ea/Raffael_051.jpg/440px-Raffael_051.jpg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1619672" y="6704112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http://upload.wikimedia.org/wikipedia/commons/thumb/9/94/Sanzio_00.jpg/444px-Sanzio_00.jpg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084984" y="0"/>
            <a:ext cx="6059016" cy="1143000"/>
          </a:xfrm>
        </p:spPr>
        <p:txBody>
          <a:bodyPr/>
          <a:lstStyle/>
          <a:p>
            <a:r>
              <a:rPr lang="cs-CZ" dirty="0" err="1"/>
              <a:t>Michelangelo</a:t>
            </a:r>
            <a:r>
              <a:rPr lang="cs-CZ" dirty="0"/>
              <a:t> </a:t>
            </a:r>
            <a:r>
              <a:rPr lang="cs-CZ" dirty="0" err="1"/>
              <a:t>Buonarotti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6732240" y="5157192"/>
            <a:ext cx="7922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David</a:t>
            </a:r>
          </a:p>
          <a:p>
            <a:r>
              <a:rPr lang="cs-CZ" dirty="0"/>
              <a:t>Pieta</a:t>
            </a:r>
          </a:p>
          <a:p>
            <a:r>
              <a:rPr lang="cs-CZ" dirty="0"/>
              <a:t>Mojžíš</a:t>
            </a:r>
          </a:p>
        </p:txBody>
      </p:sp>
      <p:pic>
        <p:nvPicPr>
          <p:cNvPr id="7170" name="Picture 2" descr="Soubor:Michelangelo's Pieta 5450 cropncleaned edi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836712"/>
            <a:ext cx="3624337" cy="3795417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0" y="4365104"/>
            <a:ext cx="23580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3"/>
              </a:rPr>
              <a:t>http://upload.wikimedia.org/wikipedia/commons/thumb/1/1f/Michelangelo%27s_Pieta_5450_cropncleaned_edit.jpg/572px-Michelangelo%27s_Pieta_5450_cropncleaned_edit.jpg</a:t>
            </a:r>
            <a:r>
              <a:rPr lang="cs-CZ" sz="400" dirty="0"/>
              <a:t>, CC BY-SA, autor: Stanislav </a:t>
            </a:r>
            <a:r>
              <a:rPr lang="cs-CZ" sz="400" dirty="0" err="1"/>
              <a:t>Traykov</a:t>
            </a:r>
            <a:endParaRPr lang="cs-CZ" sz="400" dirty="0"/>
          </a:p>
        </p:txBody>
      </p:sp>
      <p:pic>
        <p:nvPicPr>
          <p:cNvPr id="7172" name="Picture 4" descr="Soubor:San Pietro in Vincoli Rome 2011 1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2744820"/>
            <a:ext cx="2664296" cy="4113179"/>
          </a:xfrm>
          <a:prstGeom prst="rect">
            <a:avLst/>
          </a:prstGeom>
          <a:noFill/>
        </p:spPr>
      </p:pic>
      <p:sp>
        <p:nvSpPr>
          <p:cNvPr id="12" name="Obdélník 11"/>
          <p:cNvSpPr/>
          <p:nvPr/>
        </p:nvSpPr>
        <p:spPr>
          <a:xfrm>
            <a:off x="3275856" y="6642556"/>
            <a:ext cx="257403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http://upload.wikimedia.org/wikipedia/commons/thumb/8/88/San_Pietro_in_Vincoli_Rome_2011_14.jpg/388px-San_Pietro_in_Vincoli_Rome_2011_14.jpg</a:t>
            </a:r>
          </a:p>
        </p:txBody>
      </p:sp>
      <p:pic>
        <p:nvPicPr>
          <p:cNvPr id="7174" name="Picture 6" descr="Soubor:Michelangelos Davi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2160" y="908720"/>
            <a:ext cx="3078342" cy="4104456"/>
          </a:xfrm>
          <a:prstGeom prst="rect">
            <a:avLst/>
          </a:prstGeom>
          <a:noFill/>
        </p:spPr>
      </p:pic>
      <p:sp>
        <p:nvSpPr>
          <p:cNvPr id="14" name="Obdélník 13"/>
          <p:cNvSpPr/>
          <p:nvPr/>
        </p:nvSpPr>
        <p:spPr>
          <a:xfrm>
            <a:off x="6137920" y="4725144"/>
            <a:ext cx="300608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6"/>
              </a:rPr>
              <a:t>http://upload.wikimedia.org/wikipedia/commons/thumb/6/63/Michelangelos_David.jpg/450px-Michelangelos_David.jpg</a:t>
            </a:r>
            <a:r>
              <a:rPr lang="cs-CZ" sz="400" dirty="0"/>
              <a:t>, CC BY-SA, autor: David </a:t>
            </a:r>
            <a:r>
              <a:rPr lang="cs-CZ" sz="400" dirty="0" err="1"/>
              <a:t>Gaya</a:t>
            </a:r>
            <a:endParaRPr lang="cs-CZ" sz="400" dirty="0"/>
          </a:p>
        </p:txBody>
      </p:sp>
      <p:sp>
        <p:nvSpPr>
          <p:cNvPr id="15" name="TextovéPole 14"/>
          <p:cNvSpPr txBox="1"/>
          <p:nvPr/>
        </p:nvSpPr>
        <p:spPr>
          <a:xfrm>
            <a:off x="3779912" y="1196752"/>
            <a:ext cx="147546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dirty="0"/>
              <a:t>sochař</a:t>
            </a:r>
          </a:p>
          <a:p>
            <a:r>
              <a:rPr lang="cs-CZ" sz="2800" dirty="0"/>
              <a:t>malíř</a:t>
            </a:r>
          </a:p>
          <a:p>
            <a:r>
              <a:rPr lang="cs-CZ" sz="2800" dirty="0"/>
              <a:t>architekt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6372200" y="274638"/>
            <a:ext cx="2314600" cy="1143000"/>
          </a:xfrm>
        </p:spPr>
        <p:txBody>
          <a:bodyPr>
            <a:normAutofit fontScale="90000"/>
          </a:bodyPr>
          <a:lstStyle/>
          <a:p>
            <a:r>
              <a:rPr lang="cs-CZ" sz="2000" dirty="0"/>
              <a:t>Sixtinská kaple</a:t>
            </a:r>
            <a:br>
              <a:rPr lang="cs-CZ" sz="2000" dirty="0"/>
            </a:br>
            <a:r>
              <a:rPr lang="cs-CZ" sz="2000" dirty="0"/>
              <a:t>(Poslední soud)</a:t>
            </a:r>
            <a:br>
              <a:rPr lang="cs-CZ" sz="2000" dirty="0"/>
            </a:br>
            <a:br>
              <a:rPr lang="cs-CZ" sz="2000" dirty="0"/>
            </a:br>
            <a:r>
              <a:rPr lang="cs-CZ" sz="2000" dirty="0"/>
              <a:t>Strop Sixtinské kaple</a:t>
            </a:r>
          </a:p>
        </p:txBody>
      </p:sp>
      <p:sp>
        <p:nvSpPr>
          <p:cNvPr id="9" name="Obdélník 8"/>
          <p:cNvSpPr/>
          <p:nvPr/>
        </p:nvSpPr>
        <p:spPr>
          <a:xfrm>
            <a:off x="0" y="4869160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http://upload.wikimedia.org/wikipedia/commons/thumb/2/24/Rome_Sistine_Chapel_01.jpg/456px-Rome_Sistine_Chapel_01.jpg</a:t>
            </a:r>
          </a:p>
        </p:txBody>
      </p:sp>
      <p:pic>
        <p:nvPicPr>
          <p:cNvPr id="43014" name="Picture 6" descr="Soubor:Lightmatter Sistine Chapel ceil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59832" y="2708920"/>
            <a:ext cx="6084167" cy="4030522"/>
          </a:xfrm>
          <a:prstGeom prst="rect">
            <a:avLst/>
          </a:prstGeom>
          <a:noFill/>
        </p:spPr>
      </p:pic>
      <p:pic>
        <p:nvPicPr>
          <p:cNvPr id="43012" name="Picture 4" descr="Soubor:Rome Sistine Chapel 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8640"/>
            <a:ext cx="3727586" cy="4896544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3059832" y="6365557"/>
            <a:ext cx="45720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>
                <a:hlinkClick r:id="rId4"/>
              </a:rPr>
              <a:t>http://upload.wikimedia.org/wikipedia/commons/d/db/Lightmatter_Sistine_Chapel_ceiling.jpg</a:t>
            </a:r>
            <a:r>
              <a:rPr lang="cs-CZ" sz="400" dirty="0"/>
              <a:t>, CC BY-SA, autor: </a:t>
            </a:r>
            <a:r>
              <a:rPr lang="cs-CZ" sz="400" dirty="0" err="1"/>
              <a:t>Aaron</a:t>
            </a:r>
            <a:r>
              <a:rPr lang="cs-CZ" sz="400" dirty="0"/>
              <a:t> Logan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39952" y="274638"/>
            <a:ext cx="2808312" cy="1143000"/>
          </a:xfrm>
        </p:spPr>
        <p:txBody>
          <a:bodyPr>
            <a:normAutofit/>
          </a:bodyPr>
          <a:lstStyle/>
          <a:p>
            <a:r>
              <a:rPr lang="cs-CZ" sz="5400" b="1" dirty="0" err="1"/>
              <a:t>Tizian</a:t>
            </a:r>
            <a:endParaRPr lang="cs-CZ" sz="5400" b="1" dirty="0"/>
          </a:p>
        </p:txBody>
      </p:sp>
      <p:sp>
        <p:nvSpPr>
          <p:cNvPr id="7" name="TextovéPole 6"/>
          <p:cNvSpPr txBox="1"/>
          <p:nvPr/>
        </p:nvSpPr>
        <p:spPr>
          <a:xfrm>
            <a:off x="971600" y="1052736"/>
            <a:ext cx="174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Venuše </a:t>
            </a:r>
            <a:r>
              <a:rPr lang="cs-CZ" dirty="0" err="1"/>
              <a:t>Urbinská</a:t>
            </a:r>
            <a:endParaRPr lang="cs-CZ" dirty="0"/>
          </a:p>
        </p:txBody>
      </p:sp>
      <p:pic>
        <p:nvPicPr>
          <p:cNvPr id="6146" name="Picture 2" descr="File:Tizian 1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8206" y="1352096"/>
            <a:ext cx="7620000" cy="54768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39752" y="0"/>
            <a:ext cx="2880320" cy="1143000"/>
          </a:xfrm>
        </p:spPr>
        <p:txBody>
          <a:bodyPr>
            <a:normAutofit fontScale="90000"/>
          </a:bodyPr>
          <a:lstStyle/>
          <a:p>
            <a:r>
              <a:rPr lang="cs-CZ" b="1" dirty="0"/>
              <a:t>Manýrismus 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0" y="692696"/>
            <a:ext cx="2387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800" b="1" dirty="0"/>
              <a:t>Albrecht </a:t>
            </a:r>
            <a:r>
              <a:rPr lang="cs-CZ" sz="2800" b="1" dirty="0" err="1"/>
              <a:t>Dürer</a:t>
            </a:r>
            <a:endParaRPr lang="cs-CZ" sz="2800" b="1" dirty="0"/>
          </a:p>
        </p:txBody>
      </p:sp>
      <p:sp>
        <p:nvSpPr>
          <p:cNvPr id="9" name="TextovéPole 8"/>
          <p:cNvSpPr txBox="1"/>
          <p:nvPr/>
        </p:nvSpPr>
        <p:spPr>
          <a:xfrm>
            <a:off x="5004048" y="1052736"/>
            <a:ext cx="199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Růžencová slavnost</a:t>
            </a:r>
          </a:p>
        </p:txBody>
      </p:sp>
      <p:pic>
        <p:nvPicPr>
          <p:cNvPr id="5122" name="Picture 2" descr="File:Albrecht Dürer, Selbstbildnis mit 26 Jahren (Prado, Madrid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52524"/>
            <a:ext cx="2993811" cy="3932660"/>
          </a:xfrm>
          <a:prstGeom prst="rect">
            <a:avLst/>
          </a:prstGeom>
          <a:noFill/>
        </p:spPr>
      </p:pic>
      <p:sp>
        <p:nvSpPr>
          <p:cNvPr id="11" name="Obdélník 10"/>
          <p:cNvSpPr/>
          <p:nvPr/>
        </p:nvSpPr>
        <p:spPr>
          <a:xfrm>
            <a:off x="179512" y="4797152"/>
            <a:ext cx="26460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http://upload.wikimedia.org/wikipedia/commons/thumb/8/88/Albrecht_D%C3%BCrer%2C_Selbstbildnis_mit_26_Jahren_%28Prado%2C_Madrid%29.jpg/456px-Albrecht_D%C3%BCrer%2C_Selbstbildnis_mit_26_Jahren_%28Prado%2C_Madrid%29.jpg</a:t>
            </a:r>
          </a:p>
        </p:txBody>
      </p:sp>
      <p:sp>
        <p:nvSpPr>
          <p:cNvPr id="12" name="TextovéPole 11"/>
          <p:cNvSpPr txBox="1"/>
          <p:nvPr/>
        </p:nvSpPr>
        <p:spPr>
          <a:xfrm>
            <a:off x="179512" y="5301208"/>
            <a:ext cx="1857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Vlastní podobizna</a:t>
            </a:r>
          </a:p>
        </p:txBody>
      </p:sp>
      <p:pic>
        <p:nvPicPr>
          <p:cNvPr id="5124" name="Picture 4" descr="Soubor:Albrecht Dürer 09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1805764"/>
            <a:ext cx="6012160" cy="5052236"/>
          </a:xfrm>
          <a:prstGeom prst="rect">
            <a:avLst/>
          </a:prstGeom>
          <a:noFill/>
        </p:spPr>
      </p:pic>
      <p:sp>
        <p:nvSpPr>
          <p:cNvPr id="14" name="Obdélník 13"/>
          <p:cNvSpPr/>
          <p:nvPr/>
        </p:nvSpPr>
        <p:spPr>
          <a:xfrm>
            <a:off x="3131840" y="6704112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http://upload.wikimedia.org/wikipedia/commons/thumb/7/70/Albrecht_D%C3%BCrer_099.jpg/714px-Albrecht_D%C3%BCrer_099.jpg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Hans </a:t>
            </a:r>
            <a:r>
              <a:rPr lang="cs-CZ" dirty="0" err="1"/>
              <a:t>Holbein</a:t>
            </a:r>
            <a:r>
              <a:rPr lang="cs-CZ" dirty="0"/>
              <a:t> ml.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483768" cy="3511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ovéPole 3"/>
          <p:cNvSpPr txBox="1"/>
          <p:nvPr/>
        </p:nvSpPr>
        <p:spPr>
          <a:xfrm>
            <a:off x="1" y="3429000"/>
            <a:ext cx="233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Portrét </a:t>
            </a:r>
            <a:r>
              <a:rPr lang="cs-CZ" dirty="0" err="1"/>
              <a:t>Erasma</a:t>
            </a:r>
            <a:r>
              <a:rPr lang="cs-CZ" dirty="0"/>
              <a:t> </a:t>
            </a:r>
            <a:r>
              <a:rPr lang="cs-CZ" dirty="0" err="1"/>
              <a:t>Rottredamského</a:t>
            </a:r>
            <a:endParaRPr lang="cs-CZ" dirty="0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46900" y="2708920"/>
            <a:ext cx="3297099" cy="414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ovéPole 6"/>
          <p:cNvSpPr txBox="1"/>
          <p:nvPr/>
        </p:nvSpPr>
        <p:spPr>
          <a:xfrm>
            <a:off x="7654297" y="2348880"/>
            <a:ext cx="1489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Thomas More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83768" y="1700808"/>
            <a:ext cx="3384376" cy="413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ovéPole 8"/>
          <p:cNvSpPr txBox="1"/>
          <p:nvPr/>
        </p:nvSpPr>
        <p:spPr>
          <a:xfrm>
            <a:off x="3563888" y="580526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Jindřich VIII.</a:t>
            </a:r>
          </a:p>
        </p:txBody>
      </p:sp>
      <p:sp>
        <p:nvSpPr>
          <p:cNvPr id="10" name="Obdélník 9"/>
          <p:cNvSpPr/>
          <p:nvPr/>
        </p:nvSpPr>
        <p:spPr>
          <a:xfrm>
            <a:off x="0" y="3140968"/>
            <a:ext cx="24117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http://upload.wikimedia.org/wikipedia/commons/thumb/3/30/Holbein-erasmus.jpg/423px-Holbein-erasmus.jpg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2483768" y="5589240"/>
            <a:ext cx="2790056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http://upload.wikimedia.org/wikipedia/commons/thumb/8/8a/Hans_Holbein_d._J._074.jpg/490px-Hans_Holbein_d._J._074.jpg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5868144" y="6704112"/>
            <a:ext cx="3078088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http://upload.wikimedia.org/wikipedia/commons/thumb/f/f0/Hans_Holbein_d._J._065.jpg/476px-Hans_Holbein_d._J._065.jpg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0" y="0"/>
            <a:ext cx="4572000" cy="1143000"/>
          </a:xfrm>
        </p:spPr>
        <p:txBody>
          <a:bodyPr/>
          <a:lstStyle/>
          <a:p>
            <a:r>
              <a:rPr lang="cs-CZ" dirty="0" err="1"/>
              <a:t>Arcimboldo</a:t>
            </a:r>
            <a:endParaRPr lang="cs-CZ" dirty="0"/>
          </a:p>
        </p:txBody>
      </p:sp>
      <p:sp>
        <p:nvSpPr>
          <p:cNvPr id="6" name="TextovéPole 5"/>
          <p:cNvSpPr txBox="1"/>
          <p:nvPr/>
        </p:nvSpPr>
        <p:spPr>
          <a:xfrm>
            <a:off x="5940152" y="1268760"/>
            <a:ext cx="567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Jaro</a:t>
            </a:r>
          </a:p>
        </p:txBody>
      </p:sp>
      <p:pic>
        <p:nvPicPr>
          <p:cNvPr id="3074" name="Picture 2" descr="Soubor:Arcimboldovertemnus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8640"/>
            <a:ext cx="4648200" cy="5715000"/>
          </a:xfrm>
          <a:prstGeom prst="rect">
            <a:avLst/>
          </a:prstGeom>
          <a:noFill/>
        </p:spPr>
      </p:pic>
      <p:sp>
        <p:nvSpPr>
          <p:cNvPr id="8" name="Obdélník 7"/>
          <p:cNvSpPr/>
          <p:nvPr/>
        </p:nvSpPr>
        <p:spPr>
          <a:xfrm>
            <a:off x="323528" y="5877272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http://upload.wikimedia.org/wikipedia/commons/thumb/d/d2/Arcimboldovertemnus.jpeg/488px-Arcimboldovertemnus.jpeg</a:t>
            </a:r>
          </a:p>
        </p:txBody>
      </p:sp>
      <p:pic>
        <p:nvPicPr>
          <p:cNvPr id="3076" name="Picture 4" descr="Soubor:Giuseppe Arcimboldo - Spring, 157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9486" y="1916832"/>
            <a:ext cx="4124513" cy="4941168"/>
          </a:xfrm>
          <a:prstGeom prst="rect">
            <a:avLst/>
          </a:prstGeom>
          <a:noFill/>
        </p:spPr>
      </p:pic>
      <p:sp>
        <p:nvSpPr>
          <p:cNvPr id="10" name="Obdélník 9"/>
          <p:cNvSpPr/>
          <p:nvPr/>
        </p:nvSpPr>
        <p:spPr>
          <a:xfrm>
            <a:off x="5004048" y="6704112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http://upload.wikimedia.org/wikipedia/commons/a/a5/Giuseppe_Arcimboldo_-_Spring%2C_1573.jpg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251520" y="6165304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Rudolf II.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cs-CZ" dirty="0"/>
              <a:t>Literatura</a:t>
            </a:r>
            <a:br>
              <a:rPr lang="cs-CZ" dirty="0"/>
            </a:br>
            <a:r>
              <a:rPr lang="cs-CZ" sz="2700" dirty="0"/>
              <a:t>Shakespeare, </a:t>
            </a:r>
            <a:r>
              <a:rPr lang="cs-CZ" sz="2700" dirty="0" err="1"/>
              <a:t>Boccaccio</a:t>
            </a:r>
            <a:r>
              <a:rPr lang="cs-CZ" sz="2700" dirty="0"/>
              <a:t>, Dante </a:t>
            </a:r>
            <a:r>
              <a:rPr lang="cs-CZ" sz="2700" dirty="0" err="1"/>
              <a:t>Alighieri</a:t>
            </a:r>
            <a:endParaRPr lang="cs-CZ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1800" y="2784405"/>
            <a:ext cx="3168352" cy="407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1124744"/>
            <a:ext cx="3347864" cy="510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Soubor:Hw-shakespear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052736"/>
            <a:ext cx="3724275" cy="5267326"/>
          </a:xfrm>
          <a:prstGeom prst="rect">
            <a:avLst/>
          </a:prstGeom>
          <a:noFill/>
        </p:spPr>
      </p:pic>
      <p:sp>
        <p:nvSpPr>
          <p:cNvPr id="7" name="Obdélník 6"/>
          <p:cNvSpPr/>
          <p:nvPr/>
        </p:nvSpPr>
        <p:spPr>
          <a:xfrm>
            <a:off x="755576" y="5589240"/>
            <a:ext cx="2213992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http://upload.wikimedia.org/wikipedia/commons/2/2a/Hw-shakespeare.png</a:t>
            </a:r>
          </a:p>
        </p:txBody>
      </p:sp>
      <p:sp>
        <p:nvSpPr>
          <p:cNvPr id="8" name="Obdélník 7"/>
          <p:cNvSpPr/>
          <p:nvPr/>
        </p:nvSpPr>
        <p:spPr>
          <a:xfrm>
            <a:off x="2771800" y="6704112"/>
            <a:ext cx="4572000" cy="1538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400" dirty="0"/>
              <a:t>http://upload.wikimedia.org/wikipedia/commons/2/26/Giovanni_Boccaccio_01.jpg</a:t>
            </a:r>
          </a:p>
        </p:txBody>
      </p:sp>
      <p:sp>
        <p:nvSpPr>
          <p:cNvPr id="9" name="Obdélník 8"/>
          <p:cNvSpPr/>
          <p:nvPr/>
        </p:nvSpPr>
        <p:spPr>
          <a:xfrm>
            <a:off x="5796136" y="6021288"/>
            <a:ext cx="2646040" cy="153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400" dirty="0"/>
              <a:t>http://upload.wikimedia.org/wikipedia/commons/6/6f/Portrait_de_Dante.jpg</a:t>
            </a:r>
          </a:p>
        </p:txBody>
      </p:sp>
      <p:sp>
        <p:nvSpPr>
          <p:cNvPr id="10" name="TextovéPole 9"/>
          <p:cNvSpPr txBox="1"/>
          <p:nvPr/>
        </p:nvSpPr>
        <p:spPr>
          <a:xfrm>
            <a:off x="6084168" y="6453336"/>
            <a:ext cx="2960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Portrét od Sandra Botticelliho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lnSpcReduction="10000"/>
          </a:bodyPr>
          <a:lstStyle/>
          <a:p>
            <a:r>
              <a:rPr lang="cs-CZ" sz="1000" dirty="0">
                <a:hlinkClick r:id="rId2"/>
              </a:rPr>
              <a:t>http://upload.wikimedia.org/wikipedia/commons/e/ec/Mona_Lisa%2C_by_Leonardo_da_Vinci%2C_from_C2RMF_retouched.jpg</a:t>
            </a:r>
            <a:endParaRPr lang="cs-CZ" sz="1000" dirty="0"/>
          </a:p>
          <a:p>
            <a:r>
              <a:rPr lang="cs-CZ" sz="1000" dirty="0">
                <a:hlinkClick r:id="rId3"/>
              </a:rPr>
              <a:t>http://upload.wikimedia.org/wikipedia/commons/a/af/Darnley_stage_3.jpg</a:t>
            </a:r>
            <a:endParaRPr lang="cs-CZ" sz="1000" dirty="0"/>
          </a:p>
          <a:p>
            <a:r>
              <a:rPr lang="cs-CZ" sz="1000" dirty="0">
                <a:hlinkClick r:id="rId4"/>
              </a:rPr>
              <a:t>http://upload.wikimedia.org/wikipedia/commons/thumb/6/68/Raffael_058.jpg/800px-Raffael_058.jpg</a:t>
            </a:r>
            <a:endParaRPr lang="cs-CZ" sz="1000" dirty="0"/>
          </a:p>
          <a:p>
            <a:r>
              <a:rPr lang="cs-CZ" sz="1000" dirty="0">
                <a:hlinkClick r:id="rId5"/>
              </a:rPr>
              <a:t>http://upload.wikimedia.org/wikipedia/commons/thumb/6/63/Michelangelos_David.jpg/450px-Michelangelos_David.jpg</a:t>
            </a:r>
            <a:r>
              <a:rPr lang="cs-CZ" sz="1000" dirty="0"/>
              <a:t>, CC BY-SA, autor: David </a:t>
            </a:r>
            <a:r>
              <a:rPr lang="cs-CZ" sz="1000" dirty="0" err="1"/>
              <a:t>Gaya</a:t>
            </a:r>
            <a:endParaRPr lang="cs-CZ" sz="1000" dirty="0"/>
          </a:p>
          <a:p>
            <a:r>
              <a:rPr lang="cs-CZ" sz="1000" dirty="0">
                <a:hlinkClick r:id="rId6"/>
              </a:rPr>
              <a:t>http://upload.wikimedia.org/wikipedia/commons/thumb/2/2d/Pra%C5%BEsk%C3%BD_hrad%2C_Letohr%C3%A1dek_kr%C3%A1lovny_Anny_02.jpg/800px-Pra%C5%BEsk%C3%BD_hrad%2C_Letohr%C3%A1dek_kr%C3%A1lovny_Anny_02.jpg</a:t>
            </a:r>
            <a:r>
              <a:rPr lang="cs-CZ" sz="1000" dirty="0"/>
              <a:t>, CC BY-SA, autor: </a:t>
            </a:r>
            <a:r>
              <a:rPr lang="cs-CZ" sz="1000" dirty="0" err="1"/>
              <a:t>Karen</a:t>
            </a:r>
            <a:r>
              <a:rPr lang="cs-CZ" sz="1000" dirty="0"/>
              <a:t> Blaha</a:t>
            </a:r>
          </a:p>
          <a:p>
            <a:r>
              <a:rPr lang="cs-CZ" sz="1000" dirty="0">
                <a:hlinkClick r:id="rId7"/>
              </a:rPr>
              <a:t>http://upload.wikimedia.org/wikipedia/commons/thumb/4/40/Telc109.jpg/799px-Telc109.jpg</a:t>
            </a:r>
            <a:r>
              <a:rPr lang="cs-CZ" sz="1000" dirty="0"/>
              <a:t>, CC BY-SA, autor: </a:t>
            </a:r>
            <a:r>
              <a:rPr lang="cs-CZ" sz="1000" dirty="0">
                <a:hlinkClick r:id="rId8"/>
              </a:rPr>
              <a:t>Hans </a:t>
            </a:r>
            <a:r>
              <a:rPr lang="cs-CZ" sz="1000" dirty="0" err="1">
                <a:hlinkClick r:id="rId8"/>
              </a:rPr>
              <a:t>Weingartz</a:t>
            </a:r>
            <a:endParaRPr lang="cs-CZ" sz="1000" dirty="0"/>
          </a:p>
          <a:p>
            <a:r>
              <a:rPr lang="cs-CZ" sz="1000" dirty="0">
                <a:hlinkClick r:id="rId9"/>
              </a:rPr>
              <a:t>http://upload.wikimedia.org/wikipedia/commons/a/a0/Buchdrucker-1568.png</a:t>
            </a:r>
            <a:endParaRPr lang="cs-CZ" sz="1000" dirty="0"/>
          </a:p>
          <a:p>
            <a:r>
              <a:rPr lang="cs-CZ" sz="1000" dirty="0"/>
              <a:t>http://upload.wikimedia.org/wikipedia/commons/a/af/Buchdruck-15-jahrhundert_1.jpg</a:t>
            </a:r>
          </a:p>
          <a:p>
            <a:r>
              <a:rPr lang="cs-CZ" sz="700" dirty="0"/>
              <a:t>http://upload.wikimedia.org/wikipedia/commons/3/33/Gutenberg.jpg</a:t>
            </a:r>
          </a:p>
          <a:p>
            <a:r>
              <a:rPr lang="cs-CZ" sz="1000" dirty="0"/>
              <a:t>http://upload.wikimedia.org/wikipedia/commons/f/f2/Nikolaus_Kopernikus.jpg</a:t>
            </a:r>
          </a:p>
          <a:p>
            <a:r>
              <a:rPr lang="cs-CZ" sz="1000" dirty="0">
                <a:hlinkClick r:id="rId10"/>
              </a:rPr>
              <a:t>http://upload.wikimedia.org/wikipedia/commons/5/57/Heliocentric.jpg</a:t>
            </a:r>
            <a:endParaRPr lang="cs-CZ" sz="1000" dirty="0"/>
          </a:p>
          <a:p>
            <a:r>
              <a:rPr lang="cs-CZ" sz="1000" dirty="0">
                <a:hlinkClick r:id="rId11"/>
              </a:rPr>
              <a:t>http://upload.wikimedia.org/wikipedia/commons/thumb/d/d4/Johannes_Kepler_1610.jpg/436px-Johannes_Kepler_1610.jpg</a:t>
            </a:r>
            <a:endParaRPr lang="cs-CZ" sz="1000" dirty="0"/>
          </a:p>
          <a:p>
            <a:r>
              <a:rPr lang="cs-CZ" sz="1000" dirty="0"/>
              <a:t>http://upload.wikimedia.org/wikipedia/commons/1/19/Kepler-solar-system-1.png</a:t>
            </a:r>
          </a:p>
          <a:p>
            <a:r>
              <a:rPr lang="cs-CZ" sz="1000" dirty="0">
                <a:hlinkClick r:id="rId12"/>
              </a:rPr>
              <a:t>http://upload.wikimedia.org/wikipedia/commons/2/2b/Tycho_Brahe.JPG</a:t>
            </a:r>
            <a:endParaRPr lang="cs-CZ" sz="1000" dirty="0"/>
          </a:p>
          <a:p>
            <a:r>
              <a:rPr lang="cs-CZ" sz="700" dirty="0">
                <a:hlinkClick r:id="rId13"/>
              </a:rPr>
              <a:t>http://upload.wikimedia.org/wikipedia/commons/thumb/a/a6/Tychonian_system.svg/576px-Tychonian_system.svg.png</a:t>
            </a:r>
            <a:endParaRPr lang="cs-CZ" sz="700" dirty="0"/>
          </a:p>
          <a:p>
            <a:r>
              <a:rPr lang="cs-CZ" sz="1000" dirty="0">
                <a:hlinkClick r:id="rId14"/>
              </a:rPr>
              <a:t>http://upload.wikimedia.org/wikipedia/commons/thumb/6/6e/Galileo_by_Passignano.jpg/482px-Galileo_by_Passignano.jpg</a:t>
            </a:r>
            <a:endParaRPr lang="cs-CZ" sz="1000" dirty="0"/>
          </a:p>
          <a:p>
            <a:r>
              <a:rPr lang="cs-CZ" sz="1000" dirty="0">
                <a:hlinkClick r:id="rId15"/>
              </a:rPr>
              <a:t>http://upload.wikimedia.org/wikipedia/commons/8/88/Galileo_facing_the_Roman_Inquisition.jpg</a:t>
            </a:r>
            <a:endParaRPr lang="cs-CZ" sz="1000" dirty="0"/>
          </a:p>
          <a:p>
            <a:r>
              <a:rPr lang="cs-CZ" sz="1000" dirty="0"/>
              <a:t>http://upload.wikimedia.org/wikipedia/commons/b/ba/Relief_Bruno_Campo_dei_Fiori_n1.jpg</a:t>
            </a:r>
          </a:p>
          <a:p>
            <a:r>
              <a:rPr lang="cs-CZ" sz="1000" dirty="0"/>
              <a:t>http://upload.wikimedia.org/wikipedia/commons/1/15/Giordano_Bruno.jpg</a:t>
            </a:r>
          </a:p>
          <a:p>
            <a:r>
              <a:rPr lang="cs-CZ" sz="1000" dirty="0">
                <a:hlinkClick r:id="rId16"/>
              </a:rPr>
              <a:t>http://upload.wikimedia.org/wikipedia/commons/2/27/Santi_di_Tito_-_Niccolo_Machiavelli%27s_portrait_headcrop.jpg</a:t>
            </a:r>
            <a:endParaRPr lang="cs-CZ" sz="1000" dirty="0"/>
          </a:p>
          <a:p>
            <a:r>
              <a:rPr lang="cs-CZ" sz="1000" dirty="0"/>
              <a:t>http://upload.wikimedia.org/wikipedia/commons/thumb/3/30/Holbein-erasmus.jpg/423px-Holbein-erasmus.jpg</a:t>
            </a:r>
          </a:p>
          <a:p>
            <a:r>
              <a:rPr lang="cs-CZ" sz="1000" dirty="0">
                <a:hlinkClick r:id="rId17"/>
              </a:rPr>
              <a:t>http://upload.wikimedia.org/wikipedia/commons/c/ce/Johan_amos_comenius_1592-1671.jpg</a:t>
            </a:r>
            <a:endParaRPr lang="cs-CZ" sz="1000" dirty="0"/>
          </a:p>
          <a:p>
            <a:r>
              <a:rPr lang="cs-CZ" sz="1000" dirty="0">
                <a:hlinkClick r:id="rId18"/>
              </a:rPr>
              <a:t>http://upload.wikimedia.org/wikipedia/commons/9/90/Breznice_PB_CZ_chateau_sgraffito_detail_605.jpg</a:t>
            </a:r>
            <a:endParaRPr lang="cs-CZ" sz="1000" dirty="0"/>
          </a:p>
          <a:p>
            <a:r>
              <a:rPr lang="cs-CZ" sz="1000" dirty="0"/>
              <a:t>http://upload.wikimedia.org/wikipedia/commons/thumb/1/15/Petersdom_von_Engelsburg_gesehen.jpg/800px-Petersdom_von_Engelsburg_gesehen.jpg</a:t>
            </a:r>
          </a:p>
          <a:p>
            <a:r>
              <a:rPr lang="cs-CZ" sz="1000" dirty="0">
                <a:hlinkClick r:id="rId7"/>
              </a:rPr>
              <a:t>http://upload.wikimedia.org/wikipedia/commons/thumb/4/40/Telc109.jpg/799px-Telc109.jpg</a:t>
            </a:r>
            <a:r>
              <a:rPr lang="cs-CZ" sz="1000" dirty="0"/>
              <a:t>, CC BY_SA, autor: Hans </a:t>
            </a:r>
            <a:r>
              <a:rPr lang="cs-CZ" sz="1000" dirty="0" err="1"/>
              <a:t>Weingartz</a:t>
            </a:r>
            <a:endParaRPr lang="cs-CZ" sz="1000" dirty="0"/>
          </a:p>
          <a:p>
            <a:r>
              <a:rPr lang="cs-CZ" sz="1000" dirty="0" err="1"/>
              <a:t>upload.wikimedia.org</a:t>
            </a:r>
            <a:r>
              <a:rPr lang="cs-CZ" sz="1000" dirty="0"/>
              <a:t>/</a:t>
            </a:r>
            <a:r>
              <a:rPr lang="cs-CZ" sz="1000" dirty="0" err="1"/>
              <a:t>wikipedia</a:t>
            </a:r>
            <a:r>
              <a:rPr lang="cs-CZ" sz="1000" dirty="0"/>
              <a:t>/</a:t>
            </a:r>
            <a:r>
              <a:rPr lang="cs-CZ" sz="1000" dirty="0" err="1"/>
              <a:t>commons</a:t>
            </a:r>
            <a:r>
              <a:rPr lang="cs-CZ" sz="1000" dirty="0"/>
              <a:t>/8/86/</a:t>
            </a:r>
            <a:r>
              <a:rPr lang="cs-CZ" sz="1000" dirty="0" err="1"/>
              <a:t>The</a:t>
            </a:r>
            <a:r>
              <a:rPr lang="cs-CZ" sz="1000" dirty="0"/>
              <a:t>_D%C4%85bski_Palace1.JPG</a:t>
            </a:r>
          </a:p>
          <a:p>
            <a:r>
              <a:rPr lang="cs-CZ" sz="1000" dirty="0">
                <a:hlinkClick r:id="rId19"/>
              </a:rPr>
              <a:t>http://upload.wikimedia.org/wikipedia/commons/thumb/0/01/Cervena_Lhota%2C_Czech_Republic.jpg/800px-Cervena_Lhota%2C_Czech_Republic.jpg</a:t>
            </a:r>
            <a:r>
              <a:rPr lang="cs-CZ" sz="1000" dirty="0"/>
              <a:t>, CC BY-SA, autor Zdeněk Svoboda</a:t>
            </a:r>
          </a:p>
          <a:p>
            <a:r>
              <a:rPr lang="cs-CZ" sz="1000" dirty="0"/>
              <a:t>http://upload.wikimedia.org/wikipedia/commons/a/a2/GT056-Antigua_SchlKids.jpeg</a:t>
            </a:r>
          </a:p>
          <a:p>
            <a:r>
              <a:rPr lang="cs-CZ" sz="1000" dirty="0"/>
              <a:t>http://upload.wikimedia.org/wikipedia/commons/thumb/c/cc/Rucellai.jpg/465px-Rucellai.jpg</a:t>
            </a:r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dirty="0"/>
          </a:p>
          <a:p>
            <a:endParaRPr lang="cs-CZ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92500"/>
          </a:bodyPr>
          <a:lstStyle/>
          <a:p>
            <a:r>
              <a:rPr lang="cs-CZ" sz="1000" dirty="0">
                <a:hlinkClick r:id="rId2"/>
              </a:rPr>
              <a:t>http://upload.wikimedia.org/wikipedia/commons/thumb/2/2d/Pra%C5%BEsk%C3%BD_hrad%2C_Letohr%C3%A1dek_kr%C3%A1lovny_Anny_02.jpg/800px-Pra%C5%BEsk%C3%BD_hrad%2C_Letohr%C3%A1dek_kr%C3%A1lovny_Anny_02.jpg</a:t>
            </a:r>
            <a:r>
              <a:rPr lang="cs-CZ" sz="1000" dirty="0"/>
              <a:t>, CC BY-SA, autor: </a:t>
            </a:r>
            <a:r>
              <a:rPr lang="cs-CZ" sz="1000" dirty="0" err="1"/>
              <a:t>Karen</a:t>
            </a:r>
            <a:r>
              <a:rPr lang="cs-CZ" sz="1000" dirty="0"/>
              <a:t> Blaha</a:t>
            </a:r>
          </a:p>
          <a:p>
            <a:r>
              <a:rPr lang="cs-CZ" sz="1000" dirty="0">
                <a:hlinkClick r:id="rId3"/>
              </a:rPr>
              <a:t>http://upload.wikimedia.org/wikipedia/commons/thumb/6/6a/Schwarzenbersk%C3%BD_pal%C3%A1c_1.JPG/200px-Schwarzenbersk%C3%BD_pal%C3%A1c_1.JPG,CC</a:t>
            </a:r>
            <a:r>
              <a:rPr lang="cs-CZ" sz="1000" dirty="0"/>
              <a:t> BY-SA, autor: </a:t>
            </a:r>
            <a:r>
              <a:rPr lang="cs-CZ" sz="1000" dirty="0" err="1"/>
              <a:t>VitVit</a:t>
            </a:r>
            <a:endParaRPr lang="cs-CZ" sz="1000" dirty="0"/>
          </a:p>
          <a:p>
            <a:r>
              <a:rPr lang="cs-CZ" sz="1000" dirty="0">
                <a:hlinkClick r:id="rId4"/>
              </a:rPr>
              <a:t>http://upload.wikimedia.org/wikipedia/commons/thumb/a/af/St_George_Donatello_Orsanmichele_n1.jpg/239px-St_George_Donatello_Orsanmichele_n1.jpg</a:t>
            </a:r>
            <a:endParaRPr lang="cs-CZ" sz="1000" dirty="0"/>
          </a:p>
          <a:p>
            <a:r>
              <a:rPr lang="cs-CZ" sz="1000" dirty="0">
                <a:hlinkClick r:id="rId5"/>
              </a:rPr>
              <a:t>http://upload.wikimedia.org/wikipedia/commons/thumb/f/f0/Donatello_-_David_-_Floren%C3%A7a.jpg/372px-Donatello_-_David_-_Floren%C3%A7a.jpg</a:t>
            </a:r>
            <a:r>
              <a:rPr lang="cs-CZ" sz="1000" dirty="0"/>
              <a:t>, CC BY-SA, autor: </a:t>
            </a:r>
            <a:r>
              <a:rPr lang="cs-CZ" sz="1000" dirty="0" err="1"/>
              <a:t>Patrick</a:t>
            </a:r>
            <a:r>
              <a:rPr lang="cs-CZ" sz="1000" dirty="0"/>
              <a:t> </a:t>
            </a:r>
            <a:r>
              <a:rPr lang="cs-CZ" sz="1000" dirty="0" err="1"/>
              <a:t>A</a:t>
            </a:r>
            <a:r>
              <a:rPr lang="cs-CZ" sz="1000" dirty="0"/>
              <a:t>.</a:t>
            </a:r>
            <a:r>
              <a:rPr lang="cs-CZ" sz="1000" dirty="0" err="1"/>
              <a:t>Rodgers</a:t>
            </a:r>
            <a:endParaRPr lang="cs-CZ" sz="1000" dirty="0"/>
          </a:p>
          <a:p>
            <a:r>
              <a:rPr lang="cs-CZ" sz="1000" dirty="0"/>
              <a:t>http://upload.wikimedia.org/wikipedia/commons/thumb/0/0b/Sandro_Botticelli_-_La_nascita_di_Venere_-_Google_Art_Project_-_edited.jpg/800px-Sandro_Botticelli_-_La_nascita_di_Venere_-_Google_Art_Project_-_edited.jpg</a:t>
            </a:r>
          </a:p>
          <a:p>
            <a:r>
              <a:rPr lang="cs-CZ" sz="1000" dirty="0">
                <a:hlinkClick r:id="rId6"/>
              </a:rPr>
              <a:t>http://upload.wikimedia.org/wikipedia/commons/thumb/0/08/Leonardo_da_Vinci_%281452-1519%29_-_The_Last_Supper_%281495-1498%29.jpg/800px-Leonardo_da_Vinci_%281452-1519%29_-_The_Last_Supper_%281495-1498%29.jpg</a:t>
            </a:r>
            <a:endParaRPr lang="cs-CZ" sz="1000" dirty="0"/>
          </a:p>
          <a:p>
            <a:r>
              <a:rPr lang="cs-CZ" sz="1000" dirty="0">
                <a:hlinkClick r:id="rId7"/>
              </a:rPr>
              <a:t>http://upload.wikimedia.org/wikipedia/commons/thumb/2/22/Da_Vinci_Vitruve_Luc_Viatour.jpg/441px-Da_Vinci_Vitruve_Luc_Viatour.jpg</a:t>
            </a:r>
            <a:endParaRPr lang="cs-CZ" sz="1000" dirty="0"/>
          </a:p>
          <a:p>
            <a:r>
              <a:rPr lang="cs-CZ" sz="1000" dirty="0">
                <a:hlinkClick r:id="rId8"/>
              </a:rPr>
              <a:t>http://upload.wikimedia.org/wikipedia/commons/thumb/5/57/Lady_with_an_Ermine.jpg/439px-Lady_with_an_Ermine.jpg</a:t>
            </a:r>
            <a:endParaRPr lang="cs-CZ" sz="1000" dirty="0"/>
          </a:p>
          <a:p>
            <a:r>
              <a:rPr lang="cs-CZ" sz="1000" dirty="0">
                <a:hlinkClick r:id="rId9"/>
              </a:rPr>
              <a:t>http://upload.wikimedia.org/wikipedia/commons/thumb/6/6a/Mona_Lisa.jpg/396px-Mona_Lisa.jpg</a:t>
            </a:r>
            <a:endParaRPr lang="cs-CZ" sz="1000" dirty="0"/>
          </a:p>
          <a:p>
            <a:r>
              <a:rPr lang="cs-CZ" sz="1000" dirty="0"/>
              <a:t>http://upload.wikimedia.org/wikipedia/commons/thumb/e/ea/Raffael_051.jpg/440px-Raffael_051.jpg</a:t>
            </a:r>
          </a:p>
          <a:p>
            <a:r>
              <a:rPr lang="cs-CZ" sz="1000" dirty="0">
                <a:hlinkClick r:id="rId10"/>
              </a:rPr>
              <a:t>http://upload.wikimedia.org/wikipedia/commons/thumb/9/94/Sanzio_01.jpg/773px-Sanzio_01.jpg</a:t>
            </a:r>
            <a:endParaRPr lang="cs-CZ" sz="1000" dirty="0"/>
          </a:p>
          <a:p>
            <a:r>
              <a:rPr lang="cs-CZ" sz="1000" dirty="0" err="1"/>
              <a:t>upload.wikimedia.org</a:t>
            </a:r>
            <a:r>
              <a:rPr lang="cs-CZ" sz="1000" dirty="0"/>
              <a:t>/</a:t>
            </a:r>
            <a:r>
              <a:rPr lang="cs-CZ" sz="1000" dirty="0" err="1"/>
              <a:t>wikipedia</a:t>
            </a:r>
            <a:r>
              <a:rPr lang="cs-CZ" sz="1000" dirty="0"/>
              <a:t>/</a:t>
            </a:r>
            <a:r>
              <a:rPr lang="cs-CZ" sz="1000" dirty="0" err="1"/>
              <a:t>commons</a:t>
            </a:r>
            <a:r>
              <a:rPr lang="cs-CZ" sz="1000" dirty="0"/>
              <a:t>/</a:t>
            </a:r>
            <a:r>
              <a:rPr lang="cs-CZ" sz="1000" dirty="0" err="1"/>
              <a:t>thumb</a:t>
            </a:r>
            <a:r>
              <a:rPr lang="cs-CZ" sz="1000" dirty="0"/>
              <a:t>/9/94/</a:t>
            </a:r>
            <a:r>
              <a:rPr lang="cs-CZ" sz="1000" dirty="0" err="1"/>
              <a:t>Sanzio</a:t>
            </a:r>
            <a:r>
              <a:rPr lang="cs-CZ" sz="1000" dirty="0"/>
              <a:t>_00.jpg/444px-</a:t>
            </a:r>
            <a:r>
              <a:rPr lang="cs-CZ" sz="1000" dirty="0" err="1"/>
              <a:t>Sanzio</a:t>
            </a:r>
            <a:r>
              <a:rPr lang="cs-CZ" sz="1000" dirty="0"/>
              <a:t>_00.jpg</a:t>
            </a:r>
          </a:p>
          <a:p>
            <a:r>
              <a:rPr lang="cs-CZ" sz="1000" dirty="0"/>
              <a:t>http://upload.wikimedia.org/wikipedia/commons/thumb/8/88/San_Pietro_in_Vincoli_Rome_2011_14.jpg/388px-San_Pietro_in_Vincoli_Rome_2011_14.jpg</a:t>
            </a:r>
          </a:p>
          <a:p>
            <a:r>
              <a:rPr lang="cs-CZ" sz="1000" dirty="0">
                <a:hlinkClick r:id="rId11"/>
              </a:rPr>
              <a:t>http://upload.wikimedia.org/wikipedia/commons/thumb/1/1f/Michelangelo%27s_Pieta_5450_cropncleaned_edit.jpg/572px-Michelangelo%27s_Pieta_5450_cropncleaned_edit.jpg</a:t>
            </a:r>
            <a:r>
              <a:rPr lang="cs-CZ" sz="1000" dirty="0"/>
              <a:t>, CC BY-SA, autor: Stanislav </a:t>
            </a:r>
            <a:r>
              <a:rPr lang="cs-CZ" sz="1000" dirty="0" err="1"/>
              <a:t>Traykov</a:t>
            </a:r>
            <a:endParaRPr lang="cs-CZ" sz="1000" dirty="0"/>
          </a:p>
          <a:p>
            <a:r>
              <a:rPr lang="cs-CZ" sz="1000" dirty="0">
                <a:hlinkClick r:id="rId12"/>
              </a:rPr>
              <a:t>http://upload.wikimedia.org/wikipedia/commons/thumb/6/63/Michelangelos_David.jpg/450px-Michelangelos_David.jpg</a:t>
            </a:r>
            <a:r>
              <a:rPr lang="cs-CZ" sz="1000" dirty="0"/>
              <a:t>, CC BY-SA, autor: David </a:t>
            </a:r>
            <a:r>
              <a:rPr lang="cs-CZ" sz="1000" dirty="0" err="1"/>
              <a:t>Gaya</a:t>
            </a:r>
            <a:endParaRPr lang="cs-CZ" sz="1000" dirty="0"/>
          </a:p>
          <a:p>
            <a:r>
              <a:rPr lang="cs-CZ" sz="1000" dirty="0">
                <a:hlinkClick r:id="rId13"/>
              </a:rPr>
              <a:t>http://upload.wikimedia.org/wikipedia/commons/thumb/2/24/Rome_Sistine_Chapel_01.jpg/456px-Rome_Sistine_Chapel_01.jpg</a:t>
            </a:r>
            <a:endParaRPr lang="cs-CZ" sz="1000" dirty="0"/>
          </a:p>
          <a:p>
            <a:r>
              <a:rPr lang="cs-CZ" sz="1000" dirty="0">
                <a:hlinkClick r:id="rId14"/>
              </a:rPr>
              <a:t>http://upload.wikimedia.org/wikipedia/commons/d/db/Lightmatter_Sistine_Chapel_ceiling.jpg</a:t>
            </a:r>
            <a:r>
              <a:rPr lang="cs-CZ" sz="1000" dirty="0"/>
              <a:t>, CC BY-SA, autor: </a:t>
            </a:r>
            <a:r>
              <a:rPr lang="cs-CZ" sz="1000" dirty="0" err="1"/>
              <a:t>Aaron</a:t>
            </a:r>
            <a:r>
              <a:rPr lang="cs-CZ" sz="1000" dirty="0"/>
              <a:t> Logan</a:t>
            </a:r>
          </a:p>
          <a:p>
            <a:r>
              <a:rPr lang="cs-CZ" sz="1000" dirty="0"/>
              <a:t>http://upload.wikimedia.org/wikipedia/commons/thumb/8/88/Albrecht_D%C3%BCrer%2C_Selbstbildnis_mit_26_Jahren_%28Prado%2C_Madrid%29.jpg/456px-Albrecht_D%C3%BCrer%2C_Selbstbildnis_mit_26_Jahren_%28Prado%2C_Madrid%29.jpg</a:t>
            </a:r>
          </a:p>
          <a:p>
            <a:r>
              <a:rPr lang="cs-CZ" sz="1000" dirty="0">
                <a:hlinkClick r:id="rId15"/>
              </a:rPr>
              <a:t>http://upload.wikimedia.org/wikipedia/commons/thumb/7/70/Albrecht_D%C3%BCrer_099.jpg/714px-Albrecht_D%C3%BCrer_099.jpg</a:t>
            </a:r>
            <a:endParaRPr lang="cs-CZ" sz="1000" dirty="0"/>
          </a:p>
          <a:p>
            <a:r>
              <a:rPr lang="cs-CZ" sz="1000" dirty="0"/>
              <a:t>http://upload.wikimedia.org/wikipedia/commons/thumb/3/30/Holbein-erasmus.jpg/423px-Holbein-erasmus.jpg</a:t>
            </a:r>
          </a:p>
          <a:p>
            <a:r>
              <a:rPr lang="cs-CZ" sz="1000" dirty="0">
                <a:hlinkClick r:id="rId16"/>
              </a:rPr>
              <a:t>http://upload.wikimedia.org/wikipedia/commons/thumb/8/8a/Hans_Holbein_d._J._074.jpg/490px-Hans_Holbein_d._J._074.jpg</a:t>
            </a:r>
            <a:endParaRPr lang="cs-CZ" sz="1000" dirty="0"/>
          </a:p>
          <a:p>
            <a:r>
              <a:rPr lang="cs-CZ" sz="1000" dirty="0">
                <a:hlinkClick r:id="rId17"/>
              </a:rPr>
              <a:t>http://upload.wikimedia.org/wikipedia/commons/thumb/f/f0/Hans_Holbein_d._J._065.jpg/476px-Hans_Holbein_d._J._065.jpg</a:t>
            </a:r>
            <a:endParaRPr lang="cs-CZ" sz="1000" dirty="0"/>
          </a:p>
          <a:p>
            <a:r>
              <a:rPr lang="cs-CZ" sz="1000" dirty="0">
                <a:hlinkClick r:id="rId18"/>
              </a:rPr>
              <a:t>http://upload.wikimedia.org/wikipedia/commons/thumb/d/d2/Arcimboldovertemnus.jpeg/488px-Arcimboldovertemnus.jpeg</a:t>
            </a:r>
            <a:endParaRPr lang="cs-CZ" sz="1000" dirty="0"/>
          </a:p>
          <a:p>
            <a:r>
              <a:rPr lang="cs-CZ" sz="1000" dirty="0"/>
              <a:t>http://upload.wikimedia.org/wikipedia/commons/a/a5/Giuseppe_Arcimboldo_-_Spring%2C_1573.jpg</a:t>
            </a:r>
          </a:p>
          <a:p>
            <a:r>
              <a:rPr lang="cs-CZ" sz="1000" dirty="0">
                <a:hlinkClick r:id="rId19"/>
              </a:rPr>
              <a:t>http://upload.wikimedia.org/wikipedia/commons/2/2a/Hw-shakespeare.png</a:t>
            </a:r>
            <a:endParaRPr lang="cs-CZ" sz="1000" dirty="0"/>
          </a:p>
          <a:p>
            <a:r>
              <a:rPr lang="cs-CZ" sz="1000" dirty="0"/>
              <a:t>http://upload.wikimedia.org/wikipedia/commons/2/26/Giovanni_Boccaccio_01.jpg</a:t>
            </a:r>
          </a:p>
          <a:p>
            <a:r>
              <a:rPr lang="cs-CZ" sz="1000" dirty="0"/>
              <a:t>http://upload.wikimedia.org/wikipedia/commons/6/6f/Portrait_de_Dante.jpg</a:t>
            </a:r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  <a:p>
            <a:endParaRPr lang="cs-CZ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3883</Words>
  <Application>Microsoft Office PowerPoint</Application>
  <PresentationFormat>Předvádění na obrazovce (4:3)</PresentationFormat>
  <Paragraphs>207</Paragraphs>
  <Slides>22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5" baseType="lpstr">
      <vt:lpstr>Arial</vt:lpstr>
      <vt:lpstr>Calibri</vt:lpstr>
      <vt:lpstr>Motiv sady Office</vt:lpstr>
      <vt:lpstr>ZNAKY RENESANCE</vt:lpstr>
      <vt:lpstr>Knihtisk- 1450 – Johannes Gutenberg</vt:lpstr>
      <vt:lpstr>Mikuláš Koperník, Jan Kepler, Tycho de Brahe</vt:lpstr>
      <vt:lpstr>Galileo Galilei, Giordano Bruno</vt:lpstr>
      <vt:lpstr>Niccolo Machiavelli, Erasmus Rotterdamský, Jan Ámos Komenský</vt:lpstr>
      <vt:lpstr>Znaky architektury</vt:lpstr>
      <vt:lpstr>Další znaky</vt:lpstr>
      <vt:lpstr>Stavby v českých zemích</vt:lpstr>
      <vt:lpstr>Donatello - florentský sochař - sochařské portréty</vt:lpstr>
      <vt:lpstr>Sandro Boticelli</vt:lpstr>
      <vt:lpstr>Leonardo da Vinci malíř, sochař, vynálezce, přírodovědec, architekt</vt:lpstr>
      <vt:lpstr>Prezentace aplikace PowerPoint</vt:lpstr>
      <vt:lpstr>Raffael Santi malíř, sochař</vt:lpstr>
      <vt:lpstr>Michelangelo Buonarotti</vt:lpstr>
      <vt:lpstr>Sixtinská kaple (Poslední soud)  Strop Sixtinské kaple</vt:lpstr>
      <vt:lpstr>Tizian</vt:lpstr>
      <vt:lpstr>Manýrismus </vt:lpstr>
      <vt:lpstr>Hans Holbein ml.</vt:lpstr>
      <vt:lpstr>Arcimboldo</vt:lpstr>
      <vt:lpstr>Literatura Shakespeare, Boccaccio, Dante Alighieri</vt:lpstr>
      <vt:lpstr>ZDROJE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Sona</dc:creator>
  <cp:lastModifiedBy>Věra Hanáková</cp:lastModifiedBy>
  <cp:revision>170</cp:revision>
  <dcterms:created xsi:type="dcterms:W3CDTF">2011-03-27T13:49:37Z</dcterms:created>
  <dcterms:modified xsi:type="dcterms:W3CDTF">2024-02-11T16:52:57Z</dcterms:modified>
</cp:coreProperties>
</file>