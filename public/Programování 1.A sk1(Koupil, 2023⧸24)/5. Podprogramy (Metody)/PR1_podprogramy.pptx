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5"/>
  </p:notesMasterIdLst>
  <p:sldIdLst>
    <p:sldId id="256" r:id="rId2"/>
    <p:sldId id="267" r:id="rId3"/>
    <p:sldId id="268" r:id="rId4"/>
    <p:sldId id="269" r:id="rId5"/>
    <p:sldId id="270" r:id="rId6"/>
    <p:sldId id="272" r:id="rId7"/>
    <p:sldId id="277" r:id="rId8"/>
    <p:sldId id="271" r:id="rId9"/>
    <p:sldId id="274" r:id="rId10"/>
    <p:sldId id="279" r:id="rId11"/>
    <p:sldId id="275" r:id="rId12"/>
    <p:sldId id="276" r:id="rId13"/>
    <p:sldId id="278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6CDC4228-505B-4311-B64F-48D46967CB63}"/>
    <pc:docChg chg="undo custSel addSld modSld">
      <pc:chgData name="KOUPIL Jan" userId="e926d9f2-b86a-408f-b8de-77ef0706564a" providerId="ADAL" clId="{6CDC4228-505B-4311-B64F-48D46967CB63}" dt="2017-11-07T21:34:32.579" v="449" actId="6549"/>
      <pc:docMkLst>
        <pc:docMk/>
      </pc:docMkLst>
      <pc:sldChg chg="modSp">
        <pc:chgData name="KOUPIL Jan" userId="e926d9f2-b86a-408f-b8de-77ef0706564a" providerId="ADAL" clId="{6CDC4228-505B-4311-B64F-48D46967CB63}" dt="2017-11-07T21:24:22.077" v="232" actId="6549"/>
        <pc:sldMkLst>
          <pc:docMk/>
          <pc:sldMk cId="3542012920" sldId="268"/>
        </pc:sldMkLst>
        <pc:spChg chg="mod">
          <ac:chgData name="KOUPIL Jan" userId="e926d9f2-b86a-408f-b8de-77ef0706564a" providerId="ADAL" clId="{6CDC4228-505B-4311-B64F-48D46967CB63}" dt="2017-11-07T21:21:54.861" v="2" actId="20577"/>
          <ac:spMkLst>
            <pc:docMk/>
            <pc:sldMk cId="3542012920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6CDC4228-505B-4311-B64F-48D46967CB63}" dt="2017-11-07T21:24:22.077" v="232" actId="6549"/>
          <ac:spMkLst>
            <pc:docMk/>
            <pc:sldMk cId="3542012920" sldId="268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6CDC4228-505B-4311-B64F-48D46967CB63}" dt="2017-11-07T21:29:17.010" v="412" actId="20577"/>
        <pc:sldMkLst>
          <pc:docMk/>
          <pc:sldMk cId="302363658" sldId="271"/>
        </pc:sldMkLst>
        <pc:spChg chg="mod">
          <ac:chgData name="KOUPIL Jan" userId="e926d9f2-b86a-408f-b8de-77ef0706564a" providerId="ADAL" clId="{6CDC4228-505B-4311-B64F-48D46967CB63}" dt="2017-11-07T21:29:17.010" v="412" actId="20577"/>
          <ac:spMkLst>
            <pc:docMk/>
            <pc:sldMk cId="302363658" sldId="271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6CDC4228-505B-4311-B64F-48D46967CB63}" dt="2017-11-07T21:25:24.793" v="270" actId="20577"/>
        <pc:sldMkLst>
          <pc:docMk/>
          <pc:sldMk cId="1993929138" sldId="272"/>
        </pc:sldMkLst>
        <pc:spChg chg="mod">
          <ac:chgData name="KOUPIL Jan" userId="e926d9f2-b86a-408f-b8de-77ef0706564a" providerId="ADAL" clId="{6CDC4228-505B-4311-B64F-48D46967CB63}" dt="2017-11-07T21:25:24.793" v="270" actId="20577"/>
          <ac:spMkLst>
            <pc:docMk/>
            <pc:sldMk cId="1993929138" sldId="272"/>
            <ac:spMk id="3" creationId="{00000000-0000-0000-0000-000000000000}"/>
          </ac:spMkLst>
        </pc:spChg>
      </pc:sldChg>
      <pc:sldChg chg="modSp add">
        <pc:chgData name="KOUPIL Jan" userId="e926d9f2-b86a-408f-b8de-77ef0706564a" providerId="ADAL" clId="{6CDC4228-505B-4311-B64F-48D46967CB63}" dt="2017-11-07T21:34:32.579" v="449" actId="6549"/>
        <pc:sldMkLst>
          <pc:docMk/>
          <pc:sldMk cId="2302062713" sldId="279"/>
        </pc:sldMkLst>
        <pc:spChg chg="mod">
          <ac:chgData name="KOUPIL Jan" userId="e926d9f2-b86a-408f-b8de-77ef0706564a" providerId="ADAL" clId="{6CDC4228-505B-4311-B64F-48D46967CB63}" dt="2017-11-07T21:33:19.501" v="431" actId="20577"/>
          <ac:spMkLst>
            <pc:docMk/>
            <pc:sldMk cId="2302062713" sldId="279"/>
            <ac:spMk id="2" creationId="{CB4D1052-77DA-440F-A8F8-70FBCC4627F8}"/>
          </ac:spMkLst>
        </pc:spChg>
        <pc:spChg chg="mod">
          <ac:chgData name="KOUPIL Jan" userId="e926d9f2-b86a-408f-b8de-77ef0706564a" providerId="ADAL" clId="{6CDC4228-505B-4311-B64F-48D46967CB63}" dt="2017-11-07T21:34:32.579" v="449" actId="6549"/>
          <ac:spMkLst>
            <pc:docMk/>
            <pc:sldMk cId="2302062713" sldId="279"/>
            <ac:spMk id="3" creationId="{C32AD2D6-31F4-486D-BC47-FF0278BF00E4}"/>
          </ac:spMkLst>
        </pc:spChg>
      </pc:sldChg>
    </pc:docChg>
  </pc:docChgLst>
  <pc:docChgLst>
    <pc:chgData name="KOUPIL Jan" userId="e926d9f2-b86a-408f-b8de-77ef0706564a" providerId="ADAL" clId="{B3F563FE-4FAD-4E11-A65A-63F8248DC7E1}"/>
    <pc:docChg chg="modSld">
      <pc:chgData name="KOUPIL Jan" userId="e926d9f2-b86a-408f-b8de-77ef0706564a" providerId="ADAL" clId="{B3F563FE-4FAD-4E11-A65A-63F8248DC7E1}" dt="2017-11-08T06:55:12.054" v="13" actId="20577"/>
      <pc:docMkLst>
        <pc:docMk/>
      </pc:docMkLst>
      <pc:sldChg chg="modSp">
        <pc:chgData name="KOUPIL Jan" userId="e926d9f2-b86a-408f-b8de-77ef0706564a" providerId="ADAL" clId="{B3F563FE-4FAD-4E11-A65A-63F8248DC7E1}" dt="2017-11-08T06:55:12.054" v="13" actId="20577"/>
        <pc:sldMkLst>
          <pc:docMk/>
          <pc:sldMk cId="3996526635" sldId="267"/>
        </pc:sldMkLst>
        <pc:spChg chg="mod">
          <ac:chgData name="KOUPIL Jan" userId="e926d9f2-b86a-408f-b8de-77ef0706564a" providerId="ADAL" clId="{B3F563FE-4FAD-4E11-A65A-63F8248DC7E1}" dt="2017-11-08T06:55:12.054" v="13" actId="20577"/>
          <ac:spMkLst>
            <pc:docMk/>
            <pc:sldMk cId="3996526635" sldId="26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12DC8-CCBD-40AC-8A46-CD9D6684D863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1D3E5-CC69-4493-A3DC-F7B89F29404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381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414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999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99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80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812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487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718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669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710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4083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1725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0629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0560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269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7579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038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E290B-2998-4E0F-A0AB-BB9A0BCDD482}" type="datetimeFigureOut">
              <a:rPr lang="cs-CZ" smtClean="0"/>
              <a:t>07.11.2017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2B68F65-6ECF-468D-8CCD-4A91FB70BA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818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242392" y="2404534"/>
            <a:ext cx="8478078" cy="1646302"/>
          </a:xfrm>
        </p:spPr>
        <p:txBody>
          <a:bodyPr/>
          <a:lstStyle/>
          <a:p>
            <a:pPr algn="ctr"/>
            <a:r>
              <a:rPr lang="cs-CZ" dirty="0"/>
              <a:t>Podprogramy</a:t>
            </a:r>
            <a:br>
              <a:rPr lang="cs-CZ" dirty="0"/>
            </a:b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Aneb funkce, procedury, metody, subrutiny,…</a:t>
            </a:r>
          </a:p>
        </p:txBody>
      </p:sp>
    </p:spTree>
    <p:extLst>
      <p:ext uri="{BB962C8B-B14F-4D97-AF65-F5344CB8AC3E}">
        <p14:creationId xmlns:p14="http://schemas.microsoft.com/office/powerpoint/2010/main" val="82796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Podprogram (v C</a:t>
            </a:r>
            <a:r>
              <a:rPr lang="cs-CZ"/>
              <a:t># metoda)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část programu</a:t>
            </a:r>
          </a:p>
          <a:p>
            <a:pPr lvl="1"/>
            <a:r>
              <a:rPr lang="cs-CZ" dirty="0"/>
              <a:t>kterou je možné spustit (zavolat) z jiné části programu</a:t>
            </a:r>
          </a:p>
          <a:p>
            <a:pPr lvl="1"/>
            <a:r>
              <a:rPr lang="cs-CZ" dirty="0"/>
              <a:t>která je obvykle pojmenována</a:t>
            </a:r>
          </a:p>
          <a:p>
            <a:pPr lvl="1"/>
            <a:r>
              <a:rPr lang="cs-CZ" dirty="0"/>
              <a:t>které lze předat nějaká data (parametry)</a:t>
            </a:r>
          </a:p>
          <a:p>
            <a:pPr lvl="1"/>
            <a:r>
              <a:rPr lang="cs-CZ" dirty="0"/>
              <a:t>která může vracet hodnoty</a:t>
            </a:r>
          </a:p>
          <a:p>
            <a:pPr lvl="1"/>
            <a:endParaRPr lang="cs-CZ" dirty="0"/>
          </a:p>
          <a:p>
            <a:r>
              <a:rPr lang="cs-CZ" dirty="0"/>
              <a:t>Příklady</a:t>
            </a:r>
          </a:p>
          <a:p>
            <a:pPr lvl="1"/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vetsiCislo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.Max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(číslo1, číslo2)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//vrací hodnotu</a:t>
            </a:r>
            <a:endParaRPr lang="cs-CZ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/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coMáVypsat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//jen vypíše, nic nevrací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652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3" y="1261533"/>
            <a:ext cx="10278841" cy="5528734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figuraPC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NahodnaFigura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generator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figuraHrac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NactiVstup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figuraHrac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== -1)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latin typeface="Consolas" panose="020B0609020204030204" pitchFamily="49" charset="0"/>
              </a:rPr>
              <a:t>"Chybný vstup"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//return v Main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ukončí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program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vysledek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Vitez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figuraHrac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figuraPC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vysledek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== 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latin typeface="Consolas" panose="020B0609020204030204" pitchFamily="49" charset="0"/>
              </a:rPr>
              <a:t>"Remíza"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cs-CZ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popis = Popis(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figuraHrac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figuraPC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vysledek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== 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latin typeface="Consolas" panose="020B0609020204030204" pitchFamily="49" charset="0"/>
              </a:rPr>
              <a:t>"Vyhrál jsi ({0}:{1}), {2}"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CisloNaText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figuraHrac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CisloNaText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figuraPC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), popis);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cs-CZ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latin typeface="Consolas" panose="020B0609020204030204" pitchFamily="49" charset="0"/>
              </a:rPr>
              <a:t>"Prohrál jsi ({0}:{1}), {2}"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CisloNaText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figuraHrac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CisloNaText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figuraPC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), popis);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cs-CZ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.ReadKey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4201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na ně: Metoda pro výpočet obsahu </a:t>
            </a:r>
            <a:r>
              <a:rPr lang="cs-CZ" dirty="0" err="1"/>
              <a:t>čvterce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obsahObdelnika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stranaA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stranaB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stranaA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stranaB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návratový_typ</a:t>
            </a:r>
            <a:r>
              <a:rPr lang="cs-CZ" dirty="0"/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Název_metody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(typParametru1</a:t>
            </a:r>
            <a:r>
              <a:rPr lang="cs-CZ" dirty="0">
                <a:solidFill>
                  <a:srgbClr val="0070C0"/>
                </a:solidFill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nazevParametru1, …)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/>
              <a:t>	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//kód metody</a:t>
            </a:r>
          </a:p>
          <a:p>
            <a:pPr marL="0" indent="0">
              <a:buNone/>
            </a:pP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co_má_vrátit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40714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metodu zavolám?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 jiné metodě (</a:t>
            </a:r>
            <a:r>
              <a:rPr lang="cs-CZ" dirty="0" err="1"/>
              <a:t>Main</a:t>
            </a:r>
            <a:r>
              <a:rPr lang="cs-CZ" dirty="0"/>
              <a:t> je také metoda, jen speciální)</a:t>
            </a:r>
          </a:p>
          <a:p>
            <a:pPr lvl="1"/>
            <a:r>
              <a:rPr lang="cs-CZ" dirty="0"/>
              <a:t>Použiji název metody, </a:t>
            </a:r>
          </a:p>
          <a:p>
            <a:pPr lvl="1"/>
            <a:r>
              <a:rPr lang="cs-CZ" dirty="0"/>
              <a:t>do závorek dám data, která jí předávám (přímo nebo jako proměnné)</a:t>
            </a:r>
          </a:p>
          <a:p>
            <a:pPr lvl="1"/>
            <a:r>
              <a:rPr lang="cs-CZ" dirty="0"/>
              <a:t>Pokud vrací výsledek, mohu si jej uložit</a:t>
            </a:r>
          </a:p>
          <a:p>
            <a:pPr lvl="1"/>
            <a:endParaRPr lang="cs-CZ" dirty="0"/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S1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obsahObdelnika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(3, 4);</a:t>
            </a:r>
          </a:p>
          <a:p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cs-CZ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= 2.165;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1.728;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S2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obsahObdelnika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(a, b);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63213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Návratová hodnota a return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Při deklaraci metody musíme říci, jaký typ dat metody bude vracet</a:t>
            </a:r>
          </a:p>
          <a:p>
            <a:pPr lvl="1"/>
            <a:r>
              <a:rPr lang="cs-CZ" dirty="0" err="1"/>
              <a:t>Int</a:t>
            </a:r>
            <a:r>
              <a:rPr lang="cs-CZ" dirty="0"/>
              <a:t>, Double, </a:t>
            </a:r>
            <a:r>
              <a:rPr lang="cs-CZ" dirty="0" err="1"/>
              <a:t>String</a:t>
            </a:r>
            <a:r>
              <a:rPr lang="cs-CZ" dirty="0"/>
              <a:t>, </a:t>
            </a:r>
            <a:r>
              <a:rPr lang="cs-CZ" dirty="0" err="1"/>
              <a:t>Char</a:t>
            </a:r>
            <a:r>
              <a:rPr lang="cs-CZ" dirty="0"/>
              <a:t>, </a:t>
            </a:r>
            <a:r>
              <a:rPr lang="cs-CZ" dirty="0" err="1"/>
              <a:t>Bool</a:t>
            </a:r>
            <a:r>
              <a:rPr lang="cs-CZ" dirty="0"/>
              <a:t> – jako obvykle</a:t>
            </a:r>
          </a:p>
          <a:p>
            <a:pPr lvl="2"/>
            <a:r>
              <a:rPr lang="cs-CZ" dirty="0"/>
              <a:t>Za return píšu hodnotu.</a:t>
            </a:r>
          </a:p>
          <a:p>
            <a:pPr lvl="2"/>
            <a:r>
              <a:rPr lang="cs-CZ" dirty="0"/>
              <a:t>Return je povinný</a:t>
            </a:r>
          </a:p>
          <a:p>
            <a:pPr lvl="1"/>
            <a:r>
              <a:rPr lang="cs-CZ" dirty="0"/>
              <a:t>Pokud nevrací nic, píšu </a:t>
            </a:r>
            <a:r>
              <a:rPr lang="cs-CZ" dirty="0" err="1"/>
              <a:t>Void</a:t>
            </a:r>
            <a:r>
              <a:rPr lang="cs-CZ" dirty="0"/>
              <a:t> </a:t>
            </a:r>
            <a:r>
              <a:rPr lang="cs-CZ" i="1" dirty="0"/>
              <a:t>(anglicky prázdno)</a:t>
            </a:r>
            <a:endParaRPr lang="cs-CZ" dirty="0"/>
          </a:p>
          <a:p>
            <a:pPr lvl="2"/>
            <a:r>
              <a:rPr lang="cs-CZ" dirty="0"/>
              <a:t>Za return nepíšu nic.</a:t>
            </a:r>
          </a:p>
          <a:p>
            <a:pPr lvl="2"/>
            <a:r>
              <a:rPr lang="cs-CZ" dirty="0"/>
              <a:t>Return není povinný</a:t>
            </a:r>
          </a:p>
        </p:txBody>
      </p:sp>
    </p:spTree>
    <p:extLst>
      <p:ext uri="{BB962C8B-B14F-4D97-AF65-F5344CB8AC3E}">
        <p14:creationId xmlns:p14="http://schemas.microsoft.com/office/powerpoint/2010/main" val="199392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Obor platnosti proměnných (</a:t>
            </a:r>
            <a:r>
              <a:rPr lang="cs-CZ" dirty="0" err="1"/>
              <a:t>scope</a:t>
            </a:r>
            <a:r>
              <a:rPr lang="cs-CZ" dirty="0"/>
              <a:t>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metodě jsou k dispozici jen ta data, která jí při zavolání předáme</a:t>
            </a:r>
          </a:p>
          <a:p>
            <a:r>
              <a:rPr lang="cs-CZ" dirty="0"/>
              <a:t>Pokud v metodě vytvoříme proměnnou, nebude po jejím ukončení přístupná</a:t>
            </a:r>
          </a:p>
          <a:p>
            <a:r>
              <a:rPr lang="cs-CZ" dirty="0"/>
              <a:t>Pokud v metodě pojmenujeme proměnnou stejně, jako v hlavním programu, ničemu to nevadí, i když má jiný obsah – je platná a viditelná jen a pouze pro metodu, kde není předchozí proměnné vidět</a:t>
            </a:r>
          </a:p>
        </p:txBody>
      </p:sp>
    </p:spTree>
    <p:extLst>
      <p:ext uri="{BB962C8B-B14F-4D97-AF65-F5344CB8AC3E}">
        <p14:creationId xmlns:p14="http://schemas.microsoft.com/office/powerpoint/2010/main" val="75238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5067"/>
          </a:xfrm>
        </p:spPr>
        <p:txBody>
          <a:bodyPr/>
          <a:lstStyle/>
          <a:p>
            <a:r>
              <a:rPr lang="cs-CZ" dirty="0"/>
              <a:t>Úlohy - vytvořte metodu, která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77334" y="1354667"/>
            <a:ext cx="8596668" cy="5105400"/>
          </a:xfrm>
        </p:spPr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cs-CZ" dirty="0"/>
              <a:t>vrací logickou hodnotu, zda je číslo sudé</a:t>
            </a:r>
          </a:p>
          <a:p>
            <a:pPr lvl="1"/>
            <a:r>
              <a:rPr lang="cs-CZ" dirty="0"/>
              <a:t>… a použijte ji v hlavním programu</a:t>
            </a:r>
          </a:p>
          <a:p>
            <a:pPr>
              <a:buFont typeface="+mj-lt"/>
              <a:buAutoNum type="arabicPeriod"/>
            </a:pPr>
            <a:r>
              <a:rPr lang="cs-CZ" dirty="0"/>
              <a:t>Vypíše pozdrav na základě předaného jména ("Karel" =&gt; vypíše "Ať žije Karel!") a nic nevrací</a:t>
            </a:r>
          </a:p>
          <a:p>
            <a:pPr>
              <a:buFont typeface="+mj-lt"/>
              <a:buAutoNum type="arabicPeriod"/>
            </a:pPr>
            <a:r>
              <a:rPr lang="cs-CZ" dirty="0"/>
              <a:t>Spočítá a vrátí obsah kruhu o předaném poloměru</a:t>
            </a:r>
          </a:p>
          <a:p>
            <a:pPr>
              <a:buFont typeface="+mj-lt"/>
              <a:buAutoNum type="arabicPeriod"/>
            </a:pPr>
            <a:r>
              <a:rPr lang="cs-CZ" dirty="0"/>
              <a:t>vrací delší ze dvou předaných slov (</a:t>
            </a:r>
            <a:r>
              <a:rPr lang="cs-CZ" dirty="0" err="1"/>
              <a:t>string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… a použijte ji v hlavním programu</a:t>
            </a:r>
          </a:p>
          <a:p>
            <a:pPr>
              <a:buFont typeface="+mj-lt"/>
              <a:buAutoNum type="arabicPeriod"/>
            </a:pPr>
            <a:r>
              <a:rPr lang="cs-CZ" dirty="0"/>
              <a:t>vrací největší ze tří předaných celých čísel</a:t>
            </a:r>
          </a:p>
          <a:p>
            <a:pPr lvl="1"/>
            <a:r>
              <a:rPr lang="cs-CZ" dirty="0"/>
              <a:t>… a použijte ji v hlavním programu</a:t>
            </a:r>
          </a:p>
          <a:p>
            <a:pPr>
              <a:buFont typeface="+mj-lt"/>
              <a:buAutoNum type="arabicPeriod"/>
            </a:pPr>
            <a:r>
              <a:rPr lang="cs-CZ" dirty="0"/>
              <a:t>vrací celkovou délku tří předaných řetězců</a:t>
            </a:r>
          </a:p>
          <a:p>
            <a:pPr>
              <a:buFont typeface="+mj-lt"/>
              <a:buAutoNum type="arabicPeriod"/>
            </a:pPr>
            <a:r>
              <a:rPr lang="cs-CZ" dirty="0"/>
              <a:t>vypíše nejkratší ze tří předaných slov a nic nevrací</a:t>
            </a:r>
          </a:p>
          <a:p>
            <a:pPr>
              <a:buFont typeface="+mj-lt"/>
              <a:buAutoNum type="arabicPeriod"/>
            </a:pPr>
            <a:r>
              <a:rPr lang="cs-CZ" dirty="0"/>
              <a:t>spočítá, jak daleko dojede auto s předanou spotřebou (počet litrů na 100 kilometrů) a stavem nádrže (metoda tedy přijímá dva číselné parametry, smysl mají i desetinná čísla) </a:t>
            </a:r>
          </a:p>
          <a:p>
            <a:pPr lvl="1">
              <a:buFont typeface="+mj-lt"/>
              <a:buAutoNum type="arabicPeriod"/>
            </a:pPr>
            <a:r>
              <a:rPr lang="cs-CZ" dirty="0"/>
              <a:t>Zvolte správné datové typy pro vstup a výstup</a:t>
            </a:r>
          </a:p>
          <a:p>
            <a:pPr lvl="1">
              <a:buFont typeface="+mj-lt"/>
              <a:buAutoNum type="arabicPeriod"/>
            </a:pPr>
            <a:r>
              <a:rPr lang="cs-CZ" dirty="0"/>
              <a:t>Vyzkoušejte ji v hlavním programu na několika hodnotách.</a:t>
            </a:r>
          </a:p>
        </p:txBody>
      </p:sp>
    </p:spTree>
    <p:extLst>
      <p:ext uri="{BB962C8B-B14F-4D97-AF65-F5344CB8AC3E}">
        <p14:creationId xmlns:p14="http://schemas.microsoft.com/office/powerpoint/2010/main" val="302363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několika return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Jakmile program narazí na return, vrací hodnotu a nic za ním se nevykoná</a:t>
            </a:r>
          </a:p>
          <a:p>
            <a:r>
              <a:rPr lang="cs-CZ" dirty="0"/>
              <a:t>Pokud např. procházíme pole a jen hledáme nějakou hodnotu, ukončíme procházení pomocí return, jakmile na hodnotu narazíme.</a:t>
            </a:r>
          </a:p>
          <a:p>
            <a:r>
              <a:rPr lang="cs-CZ" dirty="0"/>
              <a:t>Pokud ale program větvíme, může return být několikrát</a:t>
            </a:r>
          </a:p>
          <a:p>
            <a:pPr lvl="1"/>
            <a:r>
              <a:rPr lang="cs-CZ" dirty="0"/>
              <a:t>VS si bude „stěžovat“, pokud máme v programu nějakou větev IF, která může dosáhnout na konec programu, aniž by narazila na return – každá větev programu musí vždy vracet hodnotu</a:t>
            </a:r>
          </a:p>
        </p:txBody>
      </p:sp>
    </p:spTree>
    <p:extLst>
      <p:ext uri="{BB962C8B-B14F-4D97-AF65-F5344CB8AC3E}">
        <p14:creationId xmlns:p14="http://schemas.microsoft.com/office/powerpoint/2010/main" val="3590567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4D1052-77DA-440F-A8F8-70FBCC46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Pozor na zacyklení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32AD2D6-31F4-486D-BC47-FF0278BF0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Slepice()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Vejce();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Vejce()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Slepice();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02062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Výchozí hodnoty parametrů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49150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Přetěžování funkcí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4820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Rekurze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41256334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4713</TotalTime>
  <Words>628</Words>
  <Application>Microsoft Office PowerPoint</Application>
  <PresentationFormat>Širokoúhlá obrazovka</PresentationFormat>
  <Paragraphs>104</Paragraphs>
  <Slides>13</Slides>
  <Notes>0</Notes>
  <HiddenSlides>3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Wingdings 3</vt:lpstr>
      <vt:lpstr>Faseta</vt:lpstr>
      <vt:lpstr>Podprogramy </vt:lpstr>
      <vt:lpstr>Podprogram (v C# metoda)</vt:lpstr>
      <vt:lpstr>Ukázka</vt:lpstr>
      <vt:lpstr>Jak na ně: Metoda pro výpočet obsahu čvterce</vt:lpstr>
      <vt:lpstr>Jak metodu zavolám?</vt:lpstr>
      <vt:lpstr>Návratová hodnota a return</vt:lpstr>
      <vt:lpstr>Obor platnosti proměnných (scope)</vt:lpstr>
      <vt:lpstr>Úlohy - vytvořte metodu, která </vt:lpstr>
      <vt:lpstr>Použití několika return</vt:lpstr>
      <vt:lpstr>Pozor na zacyklení</vt:lpstr>
      <vt:lpstr>Výchozí hodnoty parametrů</vt:lpstr>
      <vt:lpstr>Přetěžování funkcí</vt:lpstr>
      <vt:lpstr>Rekurze</vt:lpstr>
    </vt:vector>
  </TitlesOfParts>
  <Company>ÚTEF ČVUT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Základy elektrotechniky 2</dc:title>
  <dc:creator>Jan Koupil</dc:creator>
  <cp:lastModifiedBy>KOUPIL Jan</cp:lastModifiedBy>
  <cp:revision>85</cp:revision>
  <dcterms:created xsi:type="dcterms:W3CDTF">2015-09-02T07:07:00Z</dcterms:created>
  <dcterms:modified xsi:type="dcterms:W3CDTF">2017-11-08T06:55:13Z</dcterms:modified>
</cp:coreProperties>
</file>