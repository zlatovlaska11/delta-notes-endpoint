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7" r:id="rId11"/>
    <p:sldId id="288" r:id="rId12"/>
    <p:sldId id="289" r:id="rId13"/>
    <p:sldId id="290" r:id="rId14"/>
    <p:sldId id="291" r:id="rId15"/>
    <p:sldId id="265" r:id="rId16"/>
    <p:sldId id="266" r:id="rId17"/>
    <p:sldId id="269" r:id="rId18"/>
    <p:sldId id="267" r:id="rId19"/>
    <p:sldId id="268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8"/>
    <p:sldId id="292" r:id="rId29"/>
    <p:sldId id="277" r:id="rId30"/>
    <p:sldId id="281" r:id="rId31"/>
    <p:sldId id="279" r:id="rId32"/>
    <p:sldId id="280" r:id="rId33"/>
    <p:sldId id="282" r:id="rId34"/>
    <p:sldId id="285" r:id="rId35"/>
    <p:sldId id="286" r:id="rId36"/>
    <p:sldId id="283" r:id="rId37"/>
    <p:sldId id="284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2393C8-2CE6-47A6-B294-81E87CB050AF}" v="3" dt="2023-03-01T07:01:54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53" autoAdjust="0"/>
  </p:normalViewPr>
  <p:slideViewPr>
    <p:cSldViewPr snapToGrid="0">
      <p:cViewPr varScale="1">
        <p:scale>
          <a:sx n="81" d="100"/>
          <a:sy n="81" d="100"/>
        </p:scale>
        <p:origin x="701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0C21247A-97A0-4945-8F7B-E8ECB36324B2}"/>
    <pc:docChg chg="undo custSel addSld modSld modMainMaster modShowInfo">
      <pc:chgData name="KOUPIL Jan" userId="e926d9f2-b86a-408f-b8de-77ef0706564a" providerId="ADAL" clId="{0C21247A-97A0-4945-8F7B-E8ECB36324B2}" dt="2021-03-22T16:05:18.458" v="627" actId="404"/>
      <pc:docMkLst>
        <pc:docMk/>
      </pc:docMkLst>
      <pc:sldChg chg="addSp delSp mod">
        <pc:chgData name="KOUPIL Jan" userId="e926d9f2-b86a-408f-b8de-77ef0706564a" providerId="ADAL" clId="{0C21247A-97A0-4945-8F7B-E8ECB36324B2}" dt="2021-03-22T16:02:52.819" v="590" actId="478"/>
        <pc:sldMkLst>
          <pc:docMk/>
          <pc:sldMk cId="3213014487" sldId="257"/>
        </pc:sldMkLst>
        <pc:spChg chg="add del">
          <ac:chgData name="KOUPIL Jan" userId="e926d9f2-b86a-408f-b8de-77ef0706564a" providerId="ADAL" clId="{0C21247A-97A0-4945-8F7B-E8ECB36324B2}" dt="2021-03-22T16:02:52.819" v="590" actId="478"/>
          <ac:spMkLst>
            <pc:docMk/>
            <pc:sldMk cId="3213014487" sldId="257"/>
            <ac:spMk id="4" creationId="{00000000-0000-0000-0000-000000000000}"/>
          </ac:spMkLst>
        </pc:spChg>
      </pc:sldChg>
      <pc:sldChg chg="addSp modSp new mod">
        <pc:chgData name="KOUPIL Jan" userId="e926d9f2-b86a-408f-b8de-77ef0706564a" providerId="ADAL" clId="{0C21247A-97A0-4945-8F7B-E8ECB36324B2}" dt="2021-03-22T16:03:08.074" v="591"/>
        <pc:sldMkLst>
          <pc:docMk/>
          <pc:sldMk cId="1646534460" sldId="287"/>
        </pc:sldMkLst>
        <pc:spChg chg="mod">
          <ac:chgData name="KOUPIL Jan" userId="e926d9f2-b86a-408f-b8de-77ef0706564a" providerId="ADAL" clId="{0C21247A-97A0-4945-8F7B-E8ECB36324B2}" dt="2021-03-22T15:38:28.569" v="37" actId="20577"/>
          <ac:spMkLst>
            <pc:docMk/>
            <pc:sldMk cId="1646534460" sldId="287"/>
            <ac:spMk id="2" creationId="{B9940179-AFF4-4C4D-B7B2-A308B9B9089E}"/>
          </ac:spMkLst>
        </pc:spChg>
        <pc:spChg chg="mod">
          <ac:chgData name="KOUPIL Jan" userId="e926d9f2-b86a-408f-b8de-77ef0706564a" providerId="ADAL" clId="{0C21247A-97A0-4945-8F7B-E8ECB36324B2}" dt="2021-03-22T15:41:00.746" v="138" actId="1076"/>
          <ac:spMkLst>
            <pc:docMk/>
            <pc:sldMk cId="1646534460" sldId="287"/>
            <ac:spMk id="3" creationId="{0D85DDC2-3A3C-4C71-9A7D-3AA3D58B739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646534460" sldId="287"/>
            <ac:spMk id="4" creationId="{B98EEA80-DF19-4E90-B5C9-4F8448BDAE13}"/>
          </ac:spMkLst>
        </pc:spChg>
        <pc:spChg chg="add mod">
          <ac:chgData name="KOUPIL Jan" userId="e926d9f2-b86a-408f-b8de-77ef0706564a" providerId="ADAL" clId="{0C21247A-97A0-4945-8F7B-E8ECB36324B2}" dt="2021-03-22T15:50:42.912" v="390" actId="20577"/>
          <ac:spMkLst>
            <pc:docMk/>
            <pc:sldMk cId="1646534460" sldId="287"/>
            <ac:spMk id="6" creationId="{FB8DAE42-A79B-4891-ABF3-8FD7C8C47C84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3:08.074" v="591"/>
        <pc:sldMkLst>
          <pc:docMk/>
          <pc:sldMk cId="4274979833" sldId="288"/>
        </pc:sldMkLst>
        <pc:spChg chg="mod">
          <ac:chgData name="KOUPIL Jan" userId="e926d9f2-b86a-408f-b8de-77ef0706564a" providerId="ADAL" clId="{0C21247A-97A0-4945-8F7B-E8ECB36324B2}" dt="2021-03-22T15:43:36.512" v="231" actId="20577"/>
          <ac:spMkLst>
            <pc:docMk/>
            <pc:sldMk cId="4274979833" sldId="288"/>
            <ac:spMk id="2" creationId="{023659F4-D853-4885-BA11-132E65B54A66}"/>
          </ac:spMkLst>
        </pc:spChg>
        <pc:spChg chg="mod">
          <ac:chgData name="KOUPIL Jan" userId="e926d9f2-b86a-408f-b8de-77ef0706564a" providerId="ADAL" clId="{0C21247A-97A0-4945-8F7B-E8ECB36324B2}" dt="2021-03-22T15:59:46.218" v="520" actId="20577"/>
          <ac:spMkLst>
            <pc:docMk/>
            <pc:sldMk cId="4274979833" sldId="288"/>
            <ac:spMk id="3" creationId="{E4E41B99-0FD6-4D66-A20E-348AD2D9C5B1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4274979833" sldId="288"/>
            <ac:spMk id="4" creationId="{8942C670-F71D-4DC6-AB38-3F25D12FB5EF}"/>
          </ac:spMkLst>
        </pc:spChg>
        <pc:spChg chg="add del mod">
          <ac:chgData name="KOUPIL Jan" userId="e926d9f2-b86a-408f-b8de-77ef0706564a" providerId="ADAL" clId="{0C21247A-97A0-4945-8F7B-E8ECB36324B2}" dt="2021-03-22T15:46:22.330" v="304"/>
          <ac:spMkLst>
            <pc:docMk/>
            <pc:sldMk cId="4274979833" sldId="288"/>
            <ac:spMk id="6" creationId="{DADAF91C-BD2B-45A7-BBBB-61CCA53FD19F}"/>
          </ac:spMkLst>
        </pc:spChg>
      </pc:sldChg>
      <pc:sldChg chg="modSp new mod">
        <pc:chgData name="KOUPIL Jan" userId="e926d9f2-b86a-408f-b8de-77ef0706564a" providerId="ADAL" clId="{0C21247A-97A0-4945-8F7B-E8ECB36324B2}" dt="2021-03-22T16:03:08.074" v="591"/>
        <pc:sldMkLst>
          <pc:docMk/>
          <pc:sldMk cId="178065162" sldId="289"/>
        </pc:sldMkLst>
        <pc:spChg chg="mod">
          <ac:chgData name="KOUPIL Jan" userId="e926d9f2-b86a-408f-b8de-77ef0706564a" providerId="ADAL" clId="{0C21247A-97A0-4945-8F7B-E8ECB36324B2}" dt="2021-03-22T15:51:30.456" v="412" actId="20577"/>
          <ac:spMkLst>
            <pc:docMk/>
            <pc:sldMk cId="178065162" sldId="289"/>
            <ac:spMk id="2" creationId="{F1259C09-0F56-4F77-8153-B068B4A36EA1}"/>
          </ac:spMkLst>
        </pc:spChg>
        <pc:spChg chg="mod">
          <ac:chgData name="KOUPIL Jan" userId="e926d9f2-b86a-408f-b8de-77ef0706564a" providerId="ADAL" clId="{0C21247A-97A0-4945-8F7B-E8ECB36324B2}" dt="2021-03-22T15:59:56.482" v="522" actId="20577"/>
          <ac:spMkLst>
            <pc:docMk/>
            <pc:sldMk cId="178065162" sldId="289"/>
            <ac:spMk id="3" creationId="{39BB37DC-F79F-4425-9806-1296A06F8F5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78065162" sldId="289"/>
            <ac:spMk id="4" creationId="{FE896390-EC54-4112-8741-D676CFA75322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5:18.458" v="627" actId="404"/>
        <pc:sldMkLst>
          <pc:docMk/>
          <pc:sldMk cId="1006157245" sldId="290"/>
        </pc:sldMkLst>
        <pc:spChg chg="mod">
          <ac:chgData name="KOUPIL Jan" userId="e926d9f2-b86a-408f-b8de-77ef0706564a" providerId="ADAL" clId="{0C21247A-97A0-4945-8F7B-E8ECB36324B2}" dt="2021-03-22T16:05:18.458" v="627" actId="404"/>
          <ac:spMkLst>
            <pc:docMk/>
            <pc:sldMk cId="1006157245" sldId="290"/>
            <ac:spMk id="2" creationId="{908DA485-F115-4D39-BD52-C4290CC4DF17}"/>
          </ac:spMkLst>
        </pc:spChg>
        <pc:spChg chg="mod">
          <ac:chgData name="KOUPIL Jan" userId="e926d9f2-b86a-408f-b8de-77ef0706564a" providerId="ADAL" clId="{0C21247A-97A0-4945-8F7B-E8ECB36324B2}" dt="2021-03-22T16:00:20.304" v="537"/>
          <ac:spMkLst>
            <pc:docMk/>
            <pc:sldMk cId="1006157245" sldId="290"/>
            <ac:spMk id="3" creationId="{AF18ED55-A2B7-407E-9660-2579BA8B7178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006157245" sldId="290"/>
            <ac:spMk id="4" creationId="{4028C468-1BA3-4C97-BC64-2E1F61FD3918}"/>
          </ac:spMkLst>
        </pc:spChg>
        <pc:spChg chg="add del mod">
          <ac:chgData name="KOUPIL Jan" userId="e926d9f2-b86a-408f-b8de-77ef0706564a" providerId="ADAL" clId="{0C21247A-97A0-4945-8F7B-E8ECB36324B2}" dt="2021-03-22T16:01:12.146" v="545" actId="21"/>
          <ac:spMkLst>
            <pc:docMk/>
            <pc:sldMk cId="1006157245" sldId="290"/>
            <ac:spMk id="6" creationId="{F670EDA0-BE27-4B6B-A1D5-79192E7D44B7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4:20.702" v="596" actId="404"/>
        <pc:sldMkLst>
          <pc:docMk/>
          <pc:sldMk cId="3990236175" sldId="291"/>
        </pc:sldMkLst>
        <pc:spChg chg="mod">
          <ac:chgData name="KOUPIL Jan" userId="e926d9f2-b86a-408f-b8de-77ef0706564a" providerId="ADAL" clId="{0C21247A-97A0-4945-8F7B-E8ECB36324B2}" dt="2021-03-22T16:01:22.757" v="576" actId="20577"/>
          <ac:spMkLst>
            <pc:docMk/>
            <pc:sldMk cId="3990236175" sldId="291"/>
            <ac:spMk id="2" creationId="{8E7350CC-8D39-4C6D-AAA4-70253E62A5D4}"/>
          </ac:spMkLst>
        </pc:spChg>
        <pc:spChg chg="del mod">
          <ac:chgData name="KOUPIL Jan" userId="e926d9f2-b86a-408f-b8de-77ef0706564a" providerId="ADAL" clId="{0C21247A-97A0-4945-8F7B-E8ECB36324B2}" dt="2021-03-22T16:01:24.694" v="578"/>
          <ac:spMkLst>
            <pc:docMk/>
            <pc:sldMk cId="3990236175" sldId="291"/>
            <ac:spMk id="3" creationId="{9B1ED339-7EE2-483A-99BC-8BB6DD7C2D5D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3990236175" sldId="291"/>
            <ac:spMk id="4" creationId="{39A91D52-2D9A-4397-B5FC-5B236B803480}"/>
          </ac:spMkLst>
        </pc:spChg>
        <pc:spChg chg="add mod">
          <ac:chgData name="KOUPIL Jan" userId="e926d9f2-b86a-408f-b8de-77ef0706564a" providerId="ADAL" clId="{0C21247A-97A0-4945-8F7B-E8ECB36324B2}" dt="2021-03-22T16:04:20.702" v="596" actId="404"/>
          <ac:spMkLst>
            <pc:docMk/>
            <pc:sldMk cId="3990236175" sldId="291"/>
            <ac:spMk id="5" creationId="{A0175A7D-48C8-4883-9637-776BCDF8F899}"/>
          </ac:spMkLst>
        </pc:spChg>
      </pc:sldChg>
      <pc:sldMasterChg chg="modSldLayout">
        <pc:chgData name="KOUPIL Jan" userId="e926d9f2-b86a-408f-b8de-77ef0706564a" providerId="ADAL" clId="{0C21247A-97A0-4945-8F7B-E8ECB36324B2}" dt="2021-03-22T16:03:08.888" v="592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0C21247A-97A0-4945-8F7B-E8ECB36324B2}" dt="2021-03-22T16:03:08.888" v="592"/>
          <pc:sldLayoutMkLst>
            <pc:docMk/>
            <pc:sldMasterMk cId="856121564" sldId="2147483731"/>
            <pc:sldLayoutMk cId="2265024762" sldId="2147483733"/>
          </pc:sldLayoutMkLst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4" creationId="{1C3080E4-572C-41B5-B3A1-1280098FF8D5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5" creationId="{037AFF2A-89CA-4836-9AE5-BF2944705138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6" creationId="{D173D9A3-F8AA-4D4B-BC61-FE7950292652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del mod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002393C8-2CE6-47A6-B294-81E87CB050AF}"/>
    <pc:docChg chg="undo custSel addSld modSld">
      <pc:chgData name="KOUPIL Jan" userId="e926d9f2-b86a-408f-b8de-77ef0706564a" providerId="ADAL" clId="{002393C8-2CE6-47A6-B294-81E87CB050AF}" dt="2023-03-21T12:06:40.940" v="437" actId="20577"/>
      <pc:docMkLst>
        <pc:docMk/>
      </pc:docMkLst>
      <pc:sldChg chg="modSp mod">
        <pc:chgData name="KOUPIL Jan" userId="e926d9f2-b86a-408f-b8de-77ef0706564a" providerId="ADAL" clId="{002393C8-2CE6-47A6-B294-81E87CB050AF}" dt="2023-03-01T07:00:48.211" v="19" actId="6549"/>
        <pc:sldMkLst>
          <pc:docMk/>
          <pc:sldMk cId="4208215380" sldId="263"/>
        </pc:sldMkLst>
        <pc:spChg chg="mod">
          <ac:chgData name="KOUPIL Jan" userId="e926d9f2-b86a-408f-b8de-77ef0706564a" providerId="ADAL" clId="{002393C8-2CE6-47A6-B294-81E87CB050AF}" dt="2023-03-01T07:00:48.211" v="19" actId="6549"/>
          <ac:spMkLst>
            <pc:docMk/>
            <pc:sldMk cId="4208215380" sldId="263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2-04-01T08:11:24.668" v="16" actId="20577"/>
        <pc:sldMkLst>
          <pc:docMk/>
          <pc:sldMk cId="3764581005" sldId="266"/>
        </pc:sldMkLst>
        <pc:spChg chg="mod">
          <ac:chgData name="KOUPIL Jan" userId="e926d9f2-b86a-408f-b8de-77ef0706564a" providerId="ADAL" clId="{002393C8-2CE6-47A6-B294-81E87CB050AF}" dt="2022-04-01T08:11:24.668" v="16" actId="20577"/>
          <ac:spMkLst>
            <pc:docMk/>
            <pc:sldMk cId="3764581005" sldId="266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3-03-21T11:12:54.326" v="69" actId="20577"/>
        <pc:sldMkLst>
          <pc:docMk/>
          <pc:sldMk cId="3370756390" sldId="270"/>
        </pc:sldMkLst>
        <pc:spChg chg="mod">
          <ac:chgData name="KOUPIL Jan" userId="e926d9f2-b86a-408f-b8de-77ef0706564a" providerId="ADAL" clId="{002393C8-2CE6-47A6-B294-81E87CB050AF}" dt="2023-03-21T11:12:54.326" v="69" actId="20577"/>
          <ac:spMkLst>
            <pc:docMk/>
            <pc:sldMk cId="3370756390" sldId="270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3-03-21T10:07:55.878" v="65" actId="20577"/>
        <pc:sldMkLst>
          <pc:docMk/>
          <pc:sldMk cId="492103281" sldId="274"/>
        </pc:sldMkLst>
        <pc:spChg chg="mod">
          <ac:chgData name="KOUPIL Jan" userId="e926d9f2-b86a-408f-b8de-77ef0706564a" providerId="ADAL" clId="{002393C8-2CE6-47A6-B294-81E87CB050AF}" dt="2023-03-21T10:07:55.878" v="65" actId="20577"/>
          <ac:spMkLst>
            <pc:docMk/>
            <pc:sldMk cId="492103281" sldId="274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3-03-21T12:06:21.841" v="414" actId="20577"/>
        <pc:sldMkLst>
          <pc:docMk/>
          <pc:sldMk cId="2451173342" sldId="276"/>
        </pc:sldMkLst>
        <pc:spChg chg="mod">
          <ac:chgData name="KOUPIL Jan" userId="e926d9f2-b86a-408f-b8de-77ef0706564a" providerId="ADAL" clId="{002393C8-2CE6-47A6-B294-81E87CB050AF}" dt="2023-03-21T12:06:21.841" v="414" actId="20577"/>
          <ac:spMkLst>
            <pc:docMk/>
            <pc:sldMk cId="2451173342" sldId="276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3-03-21T12:06:40.940" v="437" actId="20577"/>
        <pc:sldMkLst>
          <pc:docMk/>
          <pc:sldMk cId="3407752239" sldId="277"/>
        </pc:sldMkLst>
        <pc:spChg chg="mod">
          <ac:chgData name="KOUPIL Jan" userId="e926d9f2-b86a-408f-b8de-77ef0706564a" providerId="ADAL" clId="{002393C8-2CE6-47A6-B294-81E87CB050AF}" dt="2023-03-21T12:06:40.940" v="437" actId="20577"/>
          <ac:spMkLst>
            <pc:docMk/>
            <pc:sldMk cId="3407752239" sldId="277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002393C8-2CE6-47A6-B294-81E87CB050AF}" dt="2023-03-01T08:20:53.754" v="26" actId="20577"/>
        <pc:sldMkLst>
          <pc:docMk/>
          <pc:sldMk cId="4274979833" sldId="288"/>
        </pc:sldMkLst>
        <pc:spChg chg="mod">
          <ac:chgData name="KOUPIL Jan" userId="e926d9f2-b86a-408f-b8de-77ef0706564a" providerId="ADAL" clId="{002393C8-2CE6-47A6-B294-81E87CB050AF}" dt="2023-03-01T08:20:53.754" v="26" actId="20577"/>
          <ac:spMkLst>
            <pc:docMk/>
            <pc:sldMk cId="4274979833" sldId="288"/>
            <ac:spMk id="3" creationId="{E4E41B99-0FD6-4D66-A20E-348AD2D9C5B1}"/>
          </ac:spMkLst>
        </pc:spChg>
      </pc:sldChg>
      <pc:sldChg chg="modSp mod">
        <pc:chgData name="KOUPIL Jan" userId="e926d9f2-b86a-408f-b8de-77ef0706564a" providerId="ADAL" clId="{002393C8-2CE6-47A6-B294-81E87CB050AF}" dt="2023-03-01T11:53:19.701" v="32" actId="20577"/>
        <pc:sldMkLst>
          <pc:docMk/>
          <pc:sldMk cId="178065162" sldId="289"/>
        </pc:sldMkLst>
        <pc:spChg chg="mod">
          <ac:chgData name="KOUPIL Jan" userId="e926d9f2-b86a-408f-b8de-77ef0706564a" providerId="ADAL" clId="{002393C8-2CE6-47A6-B294-81E87CB050AF}" dt="2023-03-01T11:53:19.701" v="32" actId="20577"/>
          <ac:spMkLst>
            <pc:docMk/>
            <pc:sldMk cId="178065162" sldId="289"/>
            <ac:spMk id="3" creationId="{39BB37DC-F79F-4425-9806-1296A06F8F5F}"/>
          </ac:spMkLst>
        </pc:spChg>
      </pc:sldChg>
      <pc:sldChg chg="modSp mod">
        <pc:chgData name="KOUPIL Jan" userId="e926d9f2-b86a-408f-b8de-77ef0706564a" providerId="ADAL" clId="{002393C8-2CE6-47A6-B294-81E87CB050AF}" dt="2023-03-01T12:05:26.587" v="59" actId="20577"/>
        <pc:sldMkLst>
          <pc:docMk/>
          <pc:sldMk cId="3990236175" sldId="291"/>
        </pc:sldMkLst>
        <pc:spChg chg="mod">
          <ac:chgData name="KOUPIL Jan" userId="e926d9f2-b86a-408f-b8de-77ef0706564a" providerId="ADAL" clId="{002393C8-2CE6-47A6-B294-81E87CB050AF}" dt="2023-03-01T12:05:26.587" v="59" actId="20577"/>
          <ac:spMkLst>
            <pc:docMk/>
            <pc:sldMk cId="3990236175" sldId="291"/>
            <ac:spMk id="5" creationId="{A0175A7D-48C8-4883-9637-776BCDF8F899}"/>
          </ac:spMkLst>
        </pc:spChg>
      </pc:sldChg>
      <pc:sldChg chg="modSp add mod">
        <pc:chgData name="KOUPIL Jan" userId="e926d9f2-b86a-408f-b8de-77ef0706564a" providerId="ADAL" clId="{002393C8-2CE6-47A6-B294-81E87CB050AF}" dt="2023-03-21T12:00:10.943" v="339" actId="20577"/>
        <pc:sldMkLst>
          <pc:docMk/>
          <pc:sldMk cId="2907988508" sldId="292"/>
        </pc:sldMkLst>
        <pc:spChg chg="mod">
          <ac:chgData name="KOUPIL Jan" userId="e926d9f2-b86a-408f-b8de-77ef0706564a" providerId="ADAL" clId="{002393C8-2CE6-47A6-B294-81E87CB050AF}" dt="2023-03-21T11:57:25.204" v="92" actId="20577"/>
          <ac:spMkLst>
            <pc:docMk/>
            <pc:sldMk cId="2907988508" sldId="292"/>
            <ac:spMk id="2" creationId="{00000000-0000-0000-0000-000000000000}"/>
          </ac:spMkLst>
        </pc:spChg>
        <pc:spChg chg="mod">
          <ac:chgData name="KOUPIL Jan" userId="e926d9f2-b86a-408f-b8de-77ef0706564a" providerId="ADAL" clId="{002393C8-2CE6-47A6-B294-81E87CB050AF}" dt="2023-03-21T12:00:10.943" v="339" actId="20577"/>
          <ac:spMkLst>
            <pc:docMk/>
            <pc:sldMk cId="2907988508" sldId="292"/>
            <ac:spMk id="5" creationId="{00000000-0000-0000-0000-000000000000}"/>
          </ac:spMkLst>
        </pc:spChg>
      </pc:sldChg>
    </pc:docChg>
  </pc:docChgLst>
  <pc:docChgLst>
    <pc:chgData name="KOUPIL Jan" userId="e926d9f2-b86a-408f-b8de-77ef0706564a" providerId="ADAL" clId="{7BDBC3FB-9C82-463B-958A-35590359207B}"/>
    <pc:docChg chg="custSel modSld modMainMaster modNotesMaster">
      <pc:chgData name="KOUPIL Jan" userId="e926d9f2-b86a-408f-b8de-77ef0706564a" providerId="ADAL" clId="{7BDBC3FB-9C82-463B-958A-35590359207B}" dt="2020-11-06T07:46:37.100" v="74" actId="20577"/>
      <pc:docMkLst>
        <pc:docMk/>
      </pc:docMkLst>
      <pc:sldChg chg="modSp modNotes">
        <pc:chgData name="KOUPIL Jan" userId="e926d9f2-b86a-408f-b8de-77ef0706564a" providerId="ADAL" clId="{7BDBC3FB-9C82-463B-958A-35590359207B}" dt="2020-10-08T20:03:56.381" v="0"/>
        <pc:sldMkLst>
          <pc:docMk/>
          <pc:sldMk cId="2754185471" sldId="25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213014487" sldId="25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13014487" sldId="257"/>
            <ac:spMk id="4" creationId="{00000000-0000-0000-0000-00000000000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4.651" v="26"/>
        <pc:sldMkLst>
          <pc:docMk/>
          <pc:sldMk cId="547314671" sldId="25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4.419" v="25" actId="478"/>
          <ac:spMkLst>
            <pc:docMk/>
            <pc:sldMk cId="547314671" sldId="258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4.651" v="26"/>
          <ac:spMkLst>
            <pc:docMk/>
            <pc:sldMk cId="547314671" sldId="258"/>
            <ac:spMk id="5" creationId="{DF40FD2A-8C5E-462C-8770-0D55B460A55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8.174" v="28"/>
        <pc:sldMkLst>
          <pc:docMk/>
          <pc:sldMk cId="2433212059" sldId="25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7.999" v="27" actId="478"/>
          <ac:spMkLst>
            <pc:docMk/>
            <pc:sldMk cId="2433212059" sldId="259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8.174" v="28"/>
          <ac:spMkLst>
            <pc:docMk/>
            <pc:sldMk cId="2433212059" sldId="259"/>
            <ac:spMk id="5" creationId="{9EC2A2CD-C1F1-4004-BC94-A7B924F52323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57207181" sldId="26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3:56.381" v="0"/>
        <pc:sldMkLst>
          <pc:docMk/>
          <pc:sldMk cId="969331777" sldId="26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195461452" sldId="26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08215380" sldId="26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05306772" sldId="26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05306772" sldId="26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88760000" sldId="26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88760000" sldId="26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764581005" sldId="26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029481206" sldId="26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24344326" sldId="26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60466784" sldId="26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60466784" sldId="269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15:28.829" v="29"/>
        <pc:sldMkLst>
          <pc:docMk/>
          <pc:sldMk cId="3370756390" sldId="27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370756390" sldId="27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15:28.829" v="29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536038781" sldId="27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254070863" sldId="27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54070863" sldId="272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41:46.813" v="55" actId="20577"/>
        <pc:sldMkLst>
          <pc:docMk/>
          <pc:sldMk cId="2240804871" sldId="27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40804871" sldId="27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41:46.813" v="55" actId="20577"/>
          <ac:spMkLst>
            <pc:docMk/>
            <pc:sldMk cId="2240804871" sldId="27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40804871" sldId="27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92103281" sldId="27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95335622" sldId="27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451173342" sldId="27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07752239" sldId="27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292798029" sldId="27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413049805" sldId="27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16333401" sldId="28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16333401" sldId="280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1-06T07:46:37.100" v="74" actId="20577"/>
        <pc:sldMkLst>
          <pc:docMk/>
          <pc:sldMk cId="1553475423" sldId="28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1-06T07:46:37.100" v="74" actId="20577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531719450" sldId="28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531719450" sldId="28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576638829" sldId="28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576638829" sldId="28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41550817" sldId="28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41550817" sldId="28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258053116" sldId="28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58053116" sldId="28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58053116" sldId="28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972141019" sldId="28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972141019" sldId="286"/>
            <ac:spMk id="4" creationId="{00000000-0000-0000-0000-000000000000}"/>
          </ac:spMkLst>
        </pc:spChg>
      </pc:sldChg>
      <pc:sldMasterChg chg="modSp modSldLayout">
        <pc:chgData name="KOUPIL Jan" userId="e926d9f2-b86a-408f-b8de-77ef0706564a" providerId="ADAL" clId="{7BDBC3FB-9C82-463B-958A-35590359207B}" dt="2020-10-08T20:03:56.381" v="0"/>
        <pc:sldMasterMkLst>
          <pc:docMk/>
          <pc:sldMasterMk cId="3121953911" sldId="2147483714"/>
        </pc:sldMaster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0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1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6" creationId="{00000000-0000-0000-0000-000000000000}"/>
          </ac:spMkLst>
        </pc:spChg>
        <pc:grpChg chg="mod">
          <ac:chgData name="KOUPIL Jan" userId="e926d9f2-b86a-408f-b8de-77ef0706564a" providerId="ADAL" clId="{7BDBC3FB-9C82-463B-958A-35590359207B}" dt="2020-10-08T20:03:56.381" v="0"/>
          <ac:grpSpMkLst>
            <pc:docMk/>
            <pc:sldMasterMk cId="3121953911" sldId="2147483714"/>
            <ac:grpSpMk id="17" creationId="{00000000-0000-0000-0000-000000000000}"/>
          </ac:grpSpMkLst>
        </pc:grp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8" creationId="{00000000-0000-0000-0000-000000000000}"/>
          </ac:cxnSpMkLst>
        </pc:cxn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9" creationId="{00000000-0000-0000-0000-000000000000}"/>
          </ac:cxnSpMkLst>
        </pc:cxn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901306825" sldId="214748371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18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0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1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6" creationId="{00000000-0000-0000-0000-000000000000}"/>
            </ac:spMkLst>
          </pc:spChg>
          <pc:grpChg chg="mod">
            <ac:chgData name="KOUPIL Jan" userId="e926d9f2-b86a-408f-b8de-77ef0706564a" providerId="ADAL" clId="{7BDBC3FB-9C82-463B-958A-35590359207B}" dt="2020-10-08T20:03:56.381" v="0"/>
            <ac:grpSpMkLst>
              <pc:docMk/>
              <pc:sldMasterMk cId="3121953911" sldId="2147483714"/>
              <pc:sldLayoutMk cId="3901306825" sldId="2147483715"/>
              <ac:grpSpMk id="7" creationId="{00000000-0000-0000-0000-000000000000}"/>
            </ac:grpSpMkLst>
          </pc:grp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8" creationId="{00000000-0000-0000-0000-000000000000}"/>
            </ac:cxnSpMkLst>
          </pc:cxn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9" creationId="{00000000-0000-0000-0000-000000000000}"/>
            </ac:cxnSpMkLst>
          </pc:cxn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30192378" sldId="214748371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4230502660" sldId="214748371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305685844" sldId="2147483719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6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325368701" sldId="214748372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325368701" sldId="2147483720"/>
              <ac:spMk id="2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22589900" sldId="2147483722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824861154" sldId="2147483723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36574231" sldId="2147483724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96124813" sldId="214748372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079449246" sldId="2147483726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1445299005" sldId="214748372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418913139" sldId="214748372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916376486" sldId="214748373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3" creationId="{00000000-0000-0000-0000-000000000000}"/>
            </ac:spMkLst>
          </pc:spChg>
        </pc:sldLayoutChg>
      </pc:sldMasterChg>
      <pc:sldMasterChg chg="modSldLayout">
        <pc:chgData name="KOUPIL Jan" userId="e926d9f2-b86a-408f-b8de-77ef0706564a" providerId="ADAL" clId="{7BDBC3FB-9C82-463B-958A-35590359207B}" dt="2020-10-08T20:04:56.351" v="24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7BDBC3FB-9C82-463B-958A-35590359207B}" dt="2020-10-08T20:04:56.351" v="24"/>
          <pc:sldLayoutMkLst>
            <pc:docMk/>
            <pc:sldMasterMk cId="856121564" sldId="2147483731"/>
            <pc:sldLayoutMk cId="2265024762" sldId="2147483733"/>
          </pc:sldLayoutMkLst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4" creationId="{00000000-0000-0000-0000-000000000000}"/>
            </ac:spMkLst>
          </pc:spChg>
          <pc:spChg chg="del mod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5" creationId="{00000000-0000-0000-0000-000000000000}"/>
            </ac:spMkLst>
          </pc:spChg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6" creationId="{00000000-0000-0000-0000-00000000000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A17D05EF-D0B7-4E8A-ADFB-2280E4B99DCC}"/>
    <pc:docChg chg="undo custSel modSld modMainMaster">
      <pc:chgData name="KOUPIL Jan" userId="e926d9f2-b86a-408f-b8de-77ef0706564a" providerId="ADAL" clId="{A17D05EF-D0B7-4E8A-ADFB-2280E4B99DCC}" dt="2018-10-19T07:02:06.923" v="834"/>
      <pc:docMkLst>
        <pc:docMk/>
      </pc:docMkLst>
      <pc:sldChg chg="modSp">
        <pc:chgData name="KOUPIL Jan" userId="e926d9f2-b86a-408f-b8de-77ef0706564a" providerId="ADAL" clId="{A17D05EF-D0B7-4E8A-ADFB-2280E4B99DCC}" dt="2018-10-19T06:32:32.080" v="615" actId="20577"/>
        <pc:sldMkLst>
          <pc:docMk/>
          <pc:sldMk cId="3213014487" sldId="257"/>
        </pc:sldMkLst>
        <pc:spChg chg="mod">
          <ac:chgData name="KOUPIL Jan" userId="e926d9f2-b86a-408f-b8de-77ef0706564a" providerId="ADAL" clId="{A17D05EF-D0B7-4E8A-ADFB-2280E4B99DCC}" dt="2018-10-19T06:32:32.080" v="615" actId="20577"/>
          <ac:spMkLst>
            <pc:docMk/>
            <pc:sldMk cId="3213014487" sldId="25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4.216" v="632" actId="20577"/>
        <pc:sldMkLst>
          <pc:docMk/>
          <pc:sldMk cId="547314671" sldId="258"/>
        </pc:sldMkLst>
        <pc:spChg chg="mod">
          <ac:chgData name="KOUPIL Jan" userId="e926d9f2-b86a-408f-b8de-77ef0706564a" providerId="ADAL" clId="{A17D05EF-D0B7-4E8A-ADFB-2280E4B99DCC}" dt="2018-10-19T06:33:24.216" v="632" actId="20577"/>
          <ac:spMkLst>
            <pc:docMk/>
            <pc:sldMk cId="547314671" sldId="25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8.646" v="639" actId="20577"/>
        <pc:sldMkLst>
          <pc:docMk/>
          <pc:sldMk cId="2433212059" sldId="259"/>
        </pc:sldMkLst>
        <pc:spChg chg="mod">
          <ac:chgData name="KOUPIL Jan" userId="e926d9f2-b86a-408f-b8de-77ef0706564a" providerId="ADAL" clId="{A17D05EF-D0B7-4E8A-ADFB-2280E4B99DCC}" dt="2018-10-19T06:33:28.646" v="639" actId="20577"/>
          <ac:spMkLst>
            <pc:docMk/>
            <pc:sldMk cId="2433212059" sldId="25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3.812" v="646" actId="20577"/>
        <pc:sldMkLst>
          <pc:docMk/>
          <pc:sldMk cId="4257207181" sldId="260"/>
        </pc:sldMkLst>
        <pc:spChg chg="mod">
          <ac:chgData name="KOUPIL Jan" userId="e926d9f2-b86a-408f-b8de-77ef0706564a" providerId="ADAL" clId="{A17D05EF-D0B7-4E8A-ADFB-2280E4B99DCC}" dt="2018-10-19T06:33:33.812" v="646" actId="20577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8.622" v="651" actId="20577"/>
        <pc:sldMkLst>
          <pc:docMk/>
          <pc:sldMk cId="969331777" sldId="261"/>
        </pc:sldMkLst>
        <pc:spChg chg="mod">
          <ac:chgData name="KOUPIL Jan" userId="e926d9f2-b86a-408f-b8de-77ef0706564a" providerId="ADAL" clId="{A17D05EF-D0B7-4E8A-ADFB-2280E4B99DCC}" dt="2018-10-19T06:33:38.622" v="651" actId="20577"/>
          <ac:spMkLst>
            <pc:docMk/>
            <pc:sldMk cId="969331777" sldId="26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4.154" v="658" actId="20577"/>
        <pc:sldMkLst>
          <pc:docMk/>
          <pc:sldMk cId="3195461452" sldId="262"/>
        </pc:sldMkLst>
        <pc:spChg chg="mod">
          <ac:chgData name="KOUPIL Jan" userId="e926d9f2-b86a-408f-b8de-77ef0706564a" providerId="ADAL" clId="{A17D05EF-D0B7-4E8A-ADFB-2280E4B99DCC}" dt="2018-10-12T06:58:57.003" v="90" actId="1076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3:44.154" v="658" actId="20577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8.870" v="665" actId="20577"/>
        <pc:sldMkLst>
          <pc:docMk/>
          <pc:sldMk cId="4208215380" sldId="263"/>
        </pc:sldMkLst>
        <pc:spChg chg="mod">
          <ac:chgData name="KOUPIL Jan" userId="e926d9f2-b86a-408f-b8de-77ef0706564a" providerId="ADAL" clId="{A17D05EF-D0B7-4E8A-ADFB-2280E4B99DCC}" dt="2018-10-19T06:33:48.870" v="665" actId="20577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55.121" v="672" actId="20577"/>
        <pc:sldMkLst>
          <pc:docMk/>
          <pc:sldMk cId="3605306772" sldId="264"/>
        </pc:sldMkLst>
        <pc:spChg chg="mod">
          <ac:chgData name="KOUPIL Jan" userId="e926d9f2-b86a-408f-b8de-77ef0706564a" providerId="ADAL" clId="{A17D05EF-D0B7-4E8A-ADFB-2280E4B99DCC}" dt="2018-10-19T06:33:55.121" v="672" actId="20577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0.907" v="680" actId="20577"/>
        <pc:sldMkLst>
          <pc:docMk/>
          <pc:sldMk cId="3764581005" sldId="266"/>
        </pc:sldMkLst>
        <pc:spChg chg="mod">
          <ac:chgData name="KOUPIL Jan" userId="e926d9f2-b86a-408f-b8de-77ef0706564a" providerId="ADAL" clId="{A17D05EF-D0B7-4E8A-ADFB-2280E4B99DCC}" dt="2018-10-12T07:02:20.415" v="92" actId="20577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00.907" v="680" actId="20577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0.971" v="694" actId="20577"/>
        <pc:sldMkLst>
          <pc:docMk/>
          <pc:sldMk cId="1029481206" sldId="267"/>
        </pc:sldMkLst>
        <pc:spChg chg="mod">
          <ac:chgData name="KOUPIL Jan" userId="e926d9f2-b86a-408f-b8de-77ef0706564a" providerId="ADAL" clId="{A17D05EF-D0B7-4E8A-ADFB-2280E4B99DCC}" dt="2018-10-12T06:04:43.118" v="79" actId="20577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0.971" v="694" actId="20577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5.225" v="701" actId="20577"/>
        <pc:sldMkLst>
          <pc:docMk/>
          <pc:sldMk cId="2024344326" sldId="268"/>
        </pc:sldMkLst>
        <pc:spChg chg="mod">
          <ac:chgData name="KOUPIL Jan" userId="e926d9f2-b86a-408f-b8de-77ef0706564a" providerId="ADAL" clId="{A17D05EF-D0B7-4E8A-ADFB-2280E4B99DCC}" dt="2018-10-19T06:34:15.225" v="701" actId="20577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6.239" v="687" actId="20577"/>
        <pc:sldMkLst>
          <pc:docMk/>
          <pc:sldMk cId="3460466784" sldId="269"/>
        </pc:sldMkLst>
        <pc:spChg chg="mod">
          <ac:chgData name="KOUPIL Jan" userId="e926d9f2-b86a-408f-b8de-77ef0706564a" providerId="ADAL" clId="{A17D05EF-D0B7-4E8A-ADFB-2280E4B99DCC}" dt="2018-10-19T06:34:06.239" v="687" actId="20577"/>
          <ac:spMkLst>
            <pc:docMk/>
            <pc:sldMk cId="3460466784" sldId="26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9.294" v="707" actId="20577"/>
        <pc:sldMkLst>
          <pc:docMk/>
          <pc:sldMk cId="3370756390" sldId="270"/>
        </pc:sldMkLst>
        <pc:spChg chg="mod">
          <ac:chgData name="KOUPIL Jan" userId="e926d9f2-b86a-408f-b8de-77ef0706564a" providerId="ADAL" clId="{A17D05EF-D0B7-4E8A-ADFB-2280E4B99DCC}" dt="2018-10-12T06:06:26.038" v="84" actId="20577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9.294" v="707" actId="20577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24.206" v="714" actId="20577"/>
        <pc:sldMkLst>
          <pc:docMk/>
          <pc:sldMk cId="2536038781" sldId="271"/>
        </pc:sldMkLst>
        <pc:spChg chg="mod">
          <ac:chgData name="KOUPIL Jan" userId="e926d9f2-b86a-408f-b8de-77ef0706564a" providerId="ADAL" clId="{A17D05EF-D0B7-4E8A-ADFB-2280E4B99DCC}" dt="2018-10-19T06:34:24.206" v="714" actId="20577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6:06:52.887" v="89" actId="20577"/>
        <pc:sldMkLst>
          <pc:docMk/>
          <pc:sldMk cId="3254070863" sldId="272"/>
        </pc:sldMkLst>
        <pc:spChg chg="mod">
          <ac:chgData name="KOUPIL Jan" userId="e926d9f2-b86a-408f-b8de-77ef0706564a" providerId="ADAL" clId="{A17D05EF-D0B7-4E8A-ADFB-2280E4B99DCC}" dt="2018-10-12T06:06:52.887" v="89" actId="20577"/>
          <ac:spMkLst>
            <pc:docMk/>
            <pc:sldMk cId="3254070863" sldId="272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41:19.114" v="5" actId="20577"/>
        <pc:sldMkLst>
          <pc:docMk/>
          <pc:sldMk cId="2240804871" sldId="273"/>
        </pc:sldMkLst>
        <pc:spChg chg="mod">
          <ac:chgData name="KOUPIL Jan" userId="e926d9f2-b86a-408f-b8de-77ef0706564a" providerId="ADAL" clId="{A17D05EF-D0B7-4E8A-ADFB-2280E4B99DCC}" dt="2018-10-12T05:41:19.114" v="5" actId="20577"/>
          <ac:spMkLst>
            <pc:docMk/>
            <pc:sldMk cId="2240804871" sldId="27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13.413" v="760" actId="20577"/>
        <pc:sldMkLst>
          <pc:docMk/>
          <pc:sldMk cId="492103281" sldId="274"/>
        </pc:sldMkLst>
        <pc:spChg chg="mod">
          <ac:chgData name="KOUPIL Jan" userId="e926d9f2-b86a-408f-b8de-77ef0706564a" providerId="ADAL" clId="{A17D05EF-D0B7-4E8A-ADFB-2280E4B99DCC}" dt="2018-10-19T06:35:13.413" v="760" actId="20577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7.979" v="753" actId="20577"/>
        <pc:sldMkLst>
          <pc:docMk/>
          <pc:sldMk cId="3695335622" sldId="275"/>
        </pc:sldMkLst>
        <pc:spChg chg="mod">
          <ac:chgData name="KOUPIL Jan" userId="e926d9f2-b86a-408f-b8de-77ef0706564a" providerId="ADAL" clId="{A17D05EF-D0B7-4E8A-ADFB-2280E4B99DCC}" dt="2018-10-12T05:48:46.781" v="12" actId="20577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5:07.979" v="753" actId="20577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8:53.124" v="14" actId="6549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2.537" v="746" actId="20577"/>
        <pc:sldMkLst>
          <pc:docMk/>
          <pc:sldMk cId="2451173342" sldId="276"/>
        </pc:sldMkLst>
        <pc:spChg chg="mod">
          <ac:chgData name="KOUPIL Jan" userId="e926d9f2-b86a-408f-b8de-77ef0706564a" providerId="ADAL" clId="{A17D05EF-D0B7-4E8A-ADFB-2280E4B99DCC}" dt="2018-10-19T06:35:02.537" v="746" actId="20577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3.790" v="733" actId="20577"/>
        <pc:sldMkLst>
          <pc:docMk/>
          <pc:sldMk cId="3407752239" sldId="277"/>
        </pc:sldMkLst>
        <pc:spChg chg="mod">
          <ac:chgData name="KOUPIL Jan" userId="e926d9f2-b86a-408f-b8de-77ef0706564a" providerId="ADAL" clId="{A17D05EF-D0B7-4E8A-ADFB-2280E4B99DCC}" dt="2018-10-19T06:34:53.790" v="733" actId="20577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7.932" v="739" actId="20577"/>
        <pc:sldMkLst>
          <pc:docMk/>
          <pc:sldMk cId="1292798029" sldId="278"/>
        </pc:sldMkLst>
        <pc:spChg chg="mod">
          <ac:chgData name="KOUPIL Jan" userId="e926d9f2-b86a-408f-b8de-77ef0706564a" providerId="ADAL" clId="{A17D05EF-D0B7-4E8A-ADFB-2280E4B99DCC}" dt="2018-10-19T06:34:57.932" v="739" actId="20577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9:07.706" v="17" actId="20577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49.401" v="727" actId="20577"/>
        <pc:sldMkLst>
          <pc:docMk/>
          <pc:sldMk cId="1413049805" sldId="279"/>
        </pc:sldMkLst>
        <pc:spChg chg="mod">
          <ac:chgData name="KOUPIL Jan" userId="e926d9f2-b86a-408f-b8de-77ef0706564a" providerId="ADAL" clId="{A17D05EF-D0B7-4E8A-ADFB-2280E4B99DCC}" dt="2018-10-19T05:59:13.439" v="93" actId="20577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9.401" v="727" actId="20577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5:59:32.467" v="95" actId="20577"/>
        <pc:sldMkLst>
          <pc:docMk/>
          <pc:sldMk cId="416333401" sldId="280"/>
        </pc:sldMkLst>
        <pc:spChg chg="mod">
          <ac:chgData name="KOUPIL Jan" userId="e926d9f2-b86a-408f-b8de-77ef0706564a" providerId="ADAL" clId="{A17D05EF-D0B7-4E8A-ADFB-2280E4B99DCC}" dt="2018-10-19T05:59:32.467" v="95" actId="20577"/>
          <ac:spMkLst>
            <pc:docMk/>
            <pc:sldMk cId="416333401" sldId="280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7:02:06.923" v="834"/>
        <pc:sldMkLst>
          <pc:docMk/>
          <pc:sldMk cId="1553475423" sldId="281"/>
        </pc:sldMkLst>
        <pc:spChg chg="mod">
          <ac:chgData name="KOUPIL Jan" userId="e926d9f2-b86a-408f-b8de-77ef0706564a" providerId="ADAL" clId="{A17D05EF-D0B7-4E8A-ADFB-2280E4B99DCC}" dt="2018-10-19T06:32:21.666" v="605" actId="1076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7:02:06.923" v="834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3.639" v="721" actId="20577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4:01.592" v="27" actId="20577"/>
        <pc:sldMkLst>
          <pc:docMk/>
          <pc:sldMk cId="3576638829" sldId="283"/>
        </pc:sldMkLst>
        <pc:spChg chg="mod">
          <ac:chgData name="KOUPIL Jan" userId="e926d9f2-b86a-408f-b8de-77ef0706564a" providerId="ADAL" clId="{A17D05EF-D0B7-4E8A-ADFB-2280E4B99DCC}" dt="2018-10-12T05:54:01.592" v="27" actId="20577"/>
          <ac:spMkLst>
            <pc:docMk/>
            <pc:sldMk cId="3576638829" sldId="28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0:47.538" v="20" actId="20577"/>
        <pc:sldMkLst>
          <pc:docMk/>
          <pc:sldMk cId="3972141019" sldId="286"/>
        </pc:sldMkLst>
        <pc:spChg chg="mod">
          <ac:chgData name="KOUPIL Jan" userId="e926d9f2-b86a-408f-b8de-77ef0706564a" providerId="ADAL" clId="{A17D05EF-D0B7-4E8A-ADFB-2280E4B99DCC}" dt="2018-10-12T05:50:47.538" v="20" actId="20577"/>
          <ac:spMkLst>
            <pc:docMk/>
            <pc:sldMk cId="3972141019" sldId="286"/>
            <ac:spMk id="3" creationId="{00000000-0000-0000-0000-000000000000}"/>
          </ac:spMkLst>
        </pc:spChg>
      </pc:sldChg>
      <pc:sldMasterChg chg="modSldLayout">
        <pc:chgData name="KOUPIL Jan" userId="e926d9f2-b86a-408f-b8de-77ef0706564a" providerId="ADAL" clId="{A17D05EF-D0B7-4E8A-ADFB-2280E4B99DCC}" dt="2018-10-19T06:32:56.207" v="622" actId="20577"/>
        <pc:sldMasterMkLst>
          <pc:docMk/>
          <pc:sldMasterMk cId="3121953911" sldId="2147483714"/>
        </pc:sldMasterMkLst>
        <pc:sldLayoutChg chg="modSp">
          <pc:chgData name="KOUPIL Jan" userId="e926d9f2-b86a-408f-b8de-77ef0706564a" providerId="ADAL" clId="{A17D05EF-D0B7-4E8A-ADFB-2280E4B99DCC}" dt="2018-10-19T06:32:56.207" v="622" actId="20577"/>
          <pc:sldLayoutMkLst>
            <pc:docMk/>
            <pc:sldMasterMk cId="3121953911" sldId="2147483714"/>
            <pc:sldLayoutMk cId="2526814075" sldId="2147483716"/>
          </pc:sldLayoutMkLst>
          <pc:spChg chg="mod">
            <ac:chgData name="KOUPIL Jan" userId="e926d9f2-b86a-408f-b8de-77ef0706564a" providerId="ADAL" clId="{A17D05EF-D0B7-4E8A-ADFB-2280E4B99DCC}" dt="2018-10-19T06:32:56.207" v="622" actId="20577"/>
            <ac:spMkLst>
              <pc:docMk/>
              <pc:sldMasterMk cId="3121953911" sldId="2147483714"/>
              <pc:sldLayoutMk cId="2526814075" sldId="2147483716"/>
              <ac:spMk id="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891D0-E89A-4C62-8D77-1730A9C708F5}" type="datetimeFigureOut">
              <a:rPr lang="cs-CZ" smtClean="0"/>
              <a:t>21.03.2023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CE09B-0183-4802-A416-A4F1291EA33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3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B8698-9207-45A1-86D5-52ED7A4342E0}" type="datetimeFigureOut">
              <a:rPr lang="cs-CZ" smtClean="0"/>
              <a:t>21.03.2023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BF39E-B8E3-41DC-9E54-0EF1D23BA98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3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CBF39E-B8E3-41DC-9E54-0EF1D23BA98D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179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2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3080E4-572C-41B5-B3A1-1280098F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AFF2A-89CA-4836-9AE5-BF294470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173D9A3-F8AA-4D4B-BC61-FE795029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2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4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81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1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9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46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48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1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428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92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6386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48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631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915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12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82792" y="3673497"/>
            <a:ext cx="7043021" cy="1646302"/>
          </a:xfrm>
        </p:spPr>
        <p:txBody>
          <a:bodyPr/>
          <a:lstStyle/>
          <a:p>
            <a:r>
              <a:rPr lang="cs-CZ" dirty="0"/>
              <a:t>Úvod do objektově orientovaného programování v C#</a:t>
            </a:r>
          </a:p>
        </p:txBody>
      </p:sp>
    </p:spTree>
    <p:extLst>
      <p:ext uri="{BB962C8B-B14F-4D97-AF65-F5344CB8AC3E}">
        <p14:creationId xmlns:p14="http://schemas.microsoft.com/office/powerpoint/2010/main" val="275418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Objekty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446246"/>
            <a:ext cx="6347714" cy="4595118"/>
          </a:xfrm>
        </p:spPr>
        <p:txBody>
          <a:bodyPr>
            <a:normAutofit/>
          </a:bodyPr>
          <a:lstStyle/>
          <a:p>
            <a:r>
              <a:rPr lang="cs-CZ" dirty="0"/>
              <a:t>Reálné</a:t>
            </a:r>
          </a:p>
          <a:p>
            <a:pPr lvl="1"/>
            <a:r>
              <a:rPr lang="cs-CZ" dirty="0"/>
              <a:t>Skutečné entity reálného světa okolo nás</a:t>
            </a:r>
          </a:p>
          <a:p>
            <a:endParaRPr lang="cs-CZ" dirty="0"/>
          </a:p>
          <a:p>
            <a:r>
              <a:rPr lang="cs-CZ" dirty="0"/>
              <a:t>Softwarové</a:t>
            </a:r>
          </a:p>
          <a:p>
            <a:pPr lvl="1"/>
            <a:r>
              <a:rPr lang="cs-CZ" dirty="0"/>
              <a:t>Softwarové entity, které se snaží přejímat principy reálných objektů</a:t>
            </a:r>
          </a:p>
          <a:p>
            <a:pPr lvl="1"/>
            <a:r>
              <a:rPr lang="cs-CZ" dirty="0"/>
              <a:t>Společným skládáním vytvářejí objektové aplikace</a:t>
            </a:r>
          </a:p>
          <a:p>
            <a:endParaRPr lang="cs-CZ" dirty="0"/>
          </a:p>
          <a:p>
            <a:r>
              <a:rPr lang="cs-CZ" dirty="0"/>
              <a:t>Objekty mají</a:t>
            </a:r>
          </a:p>
          <a:p>
            <a:pPr lvl="1"/>
            <a:r>
              <a:rPr lang="cs-CZ" dirty="0"/>
              <a:t>Identitu (jméno)</a:t>
            </a:r>
          </a:p>
          <a:p>
            <a:pPr lvl="1"/>
            <a:r>
              <a:rPr lang="cs-CZ" dirty="0"/>
              <a:t>Vlastnosti (stav)</a:t>
            </a:r>
          </a:p>
          <a:p>
            <a:pPr lvl="1"/>
            <a:r>
              <a:rPr lang="cs-CZ" dirty="0"/>
              <a:t>Chování (něco dělají)</a:t>
            </a:r>
          </a:p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Jan Koupil 2015-2023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1301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Třídy a objekty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Class</a:t>
            </a:r>
            <a:r>
              <a:rPr lang="cs-CZ" dirty="0"/>
              <a:t> / Třída – zkratka za </a:t>
            </a:r>
            <a:r>
              <a:rPr lang="cs-CZ" dirty="0" err="1"/>
              <a:t>classification</a:t>
            </a:r>
            <a:endParaRPr lang="cs-CZ" dirty="0"/>
          </a:p>
          <a:p>
            <a:pPr lvl="1"/>
            <a:r>
              <a:rPr lang="cs-CZ" dirty="0"/>
              <a:t>Zahrnuje objekty, které mají něco společného</a:t>
            </a:r>
          </a:p>
          <a:p>
            <a:pPr lvl="1"/>
            <a:r>
              <a:rPr lang="cs-CZ" dirty="0"/>
              <a:t>Např. každé auto je jiné, ale všechna mají motor, pneumatiky, kola, palivo, všechna jezdí… =&gt; řekneme-li auto, představíme si spoustu věcí, které auto charakterizují</a:t>
            </a:r>
          </a:p>
          <a:p>
            <a:pPr lvl="1"/>
            <a:endParaRPr lang="cs-CZ" dirty="0"/>
          </a:p>
          <a:p>
            <a:pPr lvl="1"/>
            <a:r>
              <a:rPr lang="cs-CZ" dirty="0"/>
              <a:t>V programování je Třída obecný pojem a Objekt je tzv. Instance třídy – konkrétní člen třídy (např. třída auto a její instance jsou objekty </a:t>
            </a:r>
            <a:r>
              <a:rPr lang="en-US" dirty="0" err="1"/>
              <a:t>m</a:t>
            </a:r>
            <a:r>
              <a:rPr lang="cs-CZ" dirty="0" err="1"/>
              <a:t>ojeAuto</a:t>
            </a:r>
            <a:r>
              <a:rPr lang="cs-CZ" dirty="0"/>
              <a:t>, </a:t>
            </a:r>
            <a:r>
              <a:rPr lang="en-US" dirty="0"/>
              <a:t>s</a:t>
            </a:r>
            <a:r>
              <a:rPr lang="cs-CZ" dirty="0" err="1"/>
              <a:t>ousedovoAuto</a:t>
            </a:r>
            <a:r>
              <a:rPr lang="cs-CZ" dirty="0"/>
              <a:t>, </a:t>
            </a:r>
            <a:r>
              <a:rPr lang="en-US" dirty="0"/>
              <a:t>v</a:t>
            </a:r>
            <a:r>
              <a:rPr lang="cs-CZ" dirty="0"/>
              <a:t>rak</a:t>
            </a:r>
            <a:r>
              <a:rPr lang="en-US" dirty="0" err="1"/>
              <a:t>CoPrekazi</a:t>
            </a:r>
            <a:r>
              <a:rPr lang="cs-CZ" dirty="0" err="1"/>
              <a:t>ZaPlotem</a:t>
            </a:r>
            <a:r>
              <a:rPr lang="cs-CZ" dirty="0"/>
              <a:t>)</a:t>
            </a:r>
          </a:p>
        </p:txBody>
      </p:sp>
      <p:sp>
        <p:nvSpPr>
          <p:cNvPr id="5" name="Zástupný symbol pro zápatí 3">
            <a:extLst>
              <a:ext uri="{FF2B5EF4-FFF2-40B4-BE49-F238E27FC236}">
                <a16:creationId xmlns:a16="http://schemas.microsoft.com/office/drawing/2014/main" id="{DF40FD2A-8C5E-462C-8770-0D55B460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4731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Vlastnosti a metody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Vlastnosti/Položky = uložená data</a:t>
            </a:r>
          </a:p>
          <a:p>
            <a:pPr lvl="1"/>
            <a:r>
              <a:rPr lang="cs-CZ" dirty="0"/>
              <a:t>Auto: barva, množství paliva, spotřeba, maximální rychlost</a:t>
            </a:r>
          </a:p>
          <a:p>
            <a:pPr lvl="1"/>
            <a:r>
              <a:rPr lang="cs-CZ" dirty="0"/>
              <a:t>Dům: pokoje, cena, poloha, majitel</a:t>
            </a:r>
          </a:p>
          <a:p>
            <a:endParaRPr lang="cs-CZ" dirty="0"/>
          </a:p>
          <a:p>
            <a:r>
              <a:rPr lang="cs-CZ" dirty="0"/>
              <a:t>Metody = chování</a:t>
            </a:r>
            <a:r>
              <a:rPr lang="en-US" dirty="0"/>
              <a:t> (p</a:t>
            </a:r>
            <a:r>
              <a:rPr lang="cs-CZ" dirty="0"/>
              <a:t>ř</a:t>
            </a:r>
            <a:r>
              <a:rPr lang="en-US" dirty="0" err="1"/>
              <a:t>ijat</a:t>
            </a:r>
            <a:r>
              <a:rPr lang="cs-CZ" dirty="0"/>
              <a:t>é</a:t>
            </a:r>
            <a:r>
              <a:rPr lang="en-US" dirty="0"/>
              <a:t> </a:t>
            </a:r>
            <a:r>
              <a:rPr lang="en-US" dirty="0" err="1"/>
              <a:t>pokyny</a:t>
            </a:r>
            <a:r>
              <a:rPr lang="en-US" dirty="0"/>
              <a:t>)</a:t>
            </a:r>
            <a:endParaRPr lang="cs-CZ" dirty="0"/>
          </a:p>
          <a:p>
            <a:pPr lvl="1"/>
            <a:r>
              <a:rPr lang="cs-CZ" dirty="0"/>
              <a:t>Auto: nastartuj(), jeď(), přibrzdi()</a:t>
            </a:r>
          </a:p>
          <a:p>
            <a:pPr lvl="1"/>
            <a:r>
              <a:rPr lang="cs-CZ" dirty="0"/>
              <a:t>Dům: zatop(), ukliď(), prodej()</a:t>
            </a:r>
          </a:p>
        </p:txBody>
      </p:sp>
      <p:sp>
        <p:nvSpPr>
          <p:cNvPr id="5" name="Zástupný symbol pro zápatí 3">
            <a:extLst>
              <a:ext uri="{FF2B5EF4-FFF2-40B4-BE49-F238E27FC236}">
                <a16:creationId xmlns:a16="http://schemas.microsoft.com/office/drawing/2014/main" id="{9EC2A2CD-C1F1-4004-BC94-A7B924F5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3321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Komunikace / zapouzdření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Vnější svět </a:t>
            </a:r>
            <a:r>
              <a:rPr lang="cs-CZ" dirty="0"/>
              <a:t>říká objektu, </a:t>
            </a:r>
            <a:r>
              <a:rPr lang="cs-CZ" b="1" dirty="0"/>
              <a:t>co dělat</a:t>
            </a:r>
          </a:p>
          <a:p>
            <a:r>
              <a:rPr lang="cs-CZ" b="1" dirty="0"/>
              <a:t>Objekt</a:t>
            </a:r>
            <a:r>
              <a:rPr lang="cs-CZ" dirty="0"/>
              <a:t> je zodpovědný za, to, </a:t>
            </a:r>
            <a:r>
              <a:rPr lang="cs-CZ" b="1" dirty="0"/>
              <a:t>jak</a:t>
            </a:r>
            <a:r>
              <a:rPr lang="cs-CZ" dirty="0"/>
              <a:t> to </a:t>
            </a:r>
            <a:r>
              <a:rPr lang="cs-CZ" b="1" dirty="0"/>
              <a:t>udělat</a:t>
            </a:r>
            <a:endParaRPr lang="cs-CZ" dirty="0"/>
          </a:p>
          <a:p>
            <a:pPr lvl="1"/>
            <a:r>
              <a:rPr lang="cs-CZ" dirty="0"/>
              <a:t>Když v domě vyměním objekt kamna za jiný, pokyn zatop(), by měl fungovat beze změny, i když je implementace jiná.</a:t>
            </a:r>
          </a:p>
          <a:p>
            <a:pPr lvl="1"/>
            <a:r>
              <a:rPr lang="cs-CZ" dirty="0"/>
              <a:t>Změna šifrovací funkce za bezpečnější nesmí program rozbít – jen vyměním šifrovací třídu/objekt a pokud má stejně pojmenované metody (i když dělá věci úplně jinak), nic jiného se nezmění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207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Deklarace</a:t>
            </a:r>
            <a:r>
              <a:rPr lang="cs-CZ" dirty="0"/>
              <a:t> třídy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390262"/>
            <a:ext cx="7004181" cy="4651102"/>
          </a:xfrm>
        </p:spPr>
        <p:txBody>
          <a:bodyPr>
            <a:noAutofit/>
          </a:bodyPr>
          <a:lstStyle/>
          <a:p>
            <a:r>
              <a:rPr lang="cs-CZ" dirty="0" err="1"/>
              <a:t>Solution</a:t>
            </a:r>
            <a:r>
              <a:rPr lang="cs-CZ" dirty="0"/>
              <a:t> Explorer =&gt; RMB na projekt =&gt; </a:t>
            </a:r>
            <a:r>
              <a:rPr lang="cs-CZ" dirty="0" err="1"/>
              <a:t>Class</a:t>
            </a:r>
            <a:endParaRPr lang="cs-CZ" dirty="0"/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//položka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Plocha()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//metoda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Obvod()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//metoda</a:t>
            </a:r>
            <a:b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 *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2133599" y="6041365"/>
            <a:ext cx="4622973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33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Pou</a:t>
            </a:r>
            <a:r>
              <a:rPr lang="cs-CZ" dirty="0"/>
              <a:t>žití třídy -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600" y="1930401"/>
            <a:ext cx="7955903" cy="4110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//deklarace proměnné</a:t>
            </a:r>
            <a:b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//vytvoření instance třídy, tzv. objektu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</a:rPr>
              <a:t>Ale pozor: zatímco lze</a:t>
            </a:r>
          </a:p>
          <a:p>
            <a:pPr marL="0" indent="0">
              <a:buNone/>
            </a:pPr>
            <a:r>
              <a:rPr lang="cs-CZ" dirty="0" err="1"/>
              <a:t>int</a:t>
            </a:r>
            <a:r>
              <a:rPr lang="cs-CZ" dirty="0"/>
              <a:t> i;</a:t>
            </a:r>
            <a:br>
              <a:rPr lang="cs-CZ" dirty="0"/>
            </a:br>
            <a:r>
              <a:rPr lang="cs-CZ" dirty="0"/>
              <a:t>i = 35;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</a:rPr>
              <a:t>Toto je nesmysl: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 =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35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95461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Kontrola přístupnosti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Kruznice</a:t>
            </a:r>
            <a:r>
              <a:rPr lang="cs-CZ" dirty="0"/>
              <a:t> je zatím k ničemu</a:t>
            </a:r>
          </a:p>
          <a:p>
            <a:pPr lvl="1"/>
            <a:r>
              <a:rPr lang="cs-CZ" dirty="0"/>
              <a:t>musíme říci, k čemu lze přistupovat z vnějšku (co je veřejně viditelné) – typicky názvy činností: </a:t>
            </a:r>
            <a:r>
              <a:rPr lang="cs-CZ" b="1" dirty="0"/>
              <a:t>PUBLIC</a:t>
            </a:r>
          </a:p>
          <a:p>
            <a:pPr lvl="1"/>
            <a:r>
              <a:rPr lang="cs-CZ" dirty="0"/>
              <a:t>A co je soukromé a z vnější neviditelné </a:t>
            </a:r>
            <a:r>
              <a:rPr lang="cs-CZ" b="1" dirty="0"/>
              <a:t>PRIVATE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215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70588"/>
            <a:ext cx="6347714" cy="6135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double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Plocha()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Obvod()</a:t>
            </a:r>
            <a:b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 *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1;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k.Obvod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);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306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940179-AFF4-4C4D-B7B2-A308B9B9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Položka – jakýkoli datový typ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85DDC2-3A3C-4C71-9A7D-3AA3D58B7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021" y="1270000"/>
            <a:ext cx="8596668" cy="3880773"/>
          </a:xfrm>
        </p:spPr>
        <p:txBody>
          <a:bodyPr/>
          <a:lstStyle/>
          <a:p>
            <a:r>
              <a:rPr lang="cs-CZ" dirty="0"/>
              <a:t>Datovou položkou může být jakýkoli typ, nejen </a:t>
            </a:r>
            <a:r>
              <a:rPr lang="cs-CZ" dirty="0" err="1"/>
              <a:t>string</a:t>
            </a:r>
            <a:r>
              <a:rPr lang="cs-CZ" dirty="0"/>
              <a:t> a </a:t>
            </a:r>
            <a:r>
              <a:rPr lang="cs-CZ" dirty="0" err="1"/>
              <a:t>int</a:t>
            </a:r>
            <a:r>
              <a:rPr lang="cs-CZ" dirty="0"/>
              <a:t>, které jsme viděli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98EEA80-DF19-4E90-B5C9-4F8448BDA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B8DAE42-A79B-4891-ABF3-8FD7C8C47C84}"/>
              </a:ext>
            </a:extLst>
          </p:cNvPr>
          <p:cNvSpPr txBox="1"/>
          <p:nvPr/>
        </p:nvSpPr>
        <p:spPr>
          <a:xfrm>
            <a:off x="622671" y="1840855"/>
            <a:ext cx="88993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Pes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Kočka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Zajíc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Prase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JeStastny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StastnaCisla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SeznamJidel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534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3659F4-D853-4885-BA11-132E65B5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Pole a objekty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E41B99-0FD6-4D66-A20E-348AD2D9C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15979"/>
            <a:ext cx="9910455" cy="4525383"/>
          </a:xfrm>
        </p:spPr>
        <p:txBody>
          <a:bodyPr>
            <a:normAutofit lnSpcReduction="10000"/>
          </a:bodyPr>
          <a:lstStyle/>
          <a:p>
            <a:r>
              <a:rPr lang="cs-CZ" dirty="0"/>
              <a:t>Objekty můžeme ukládat do pole stejně jako </a:t>
            </a:r>
            <a:r>
              <a:rPr lang="cs-CZ" dirty="0" err="1"/>
              <a:t>int</a:t>
            </a:r>
            <a:r>
              <a:rPr lang="cs-CZ" dirty="0"/>
              <a:t>, </a:t>
            </a:r>
            <a:r>
              <a:rPr lang="cs-CZ" dirty="0" err="1"/>
              <a:t>string</a:t>
            </a:r>
            <a:r>
              <a:rPr lang="cs-CZ" dirty="0"/>
              <a:t>, …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bobik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bobik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"Bobík"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bobik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Prase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bobik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"Tlačenka"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"Guláš"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"Vajíčka"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bobik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1080"/>
                </a:solidFill>
                <a:latin typeface="Consolas" panose="020B0609020204030204" pitchFamily="49" charset="0"/>
              </a:rPr>
              <a:t>ctyrlistek</a:t>
            </a:r>
            <a:r>
              <a:rPr lang="cs-CZ" dirty="0">
                <a:solidFill>
                  <a:srgbClr val="001080"/>
                </a:solidFill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]);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942C670-F71D-4DC6-AB38-3F25D12F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79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259C09-0F56-4F77-8153-B068B4A3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Pole a objekty II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9BB37DC-F79F-4425-9806-1296A06F8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Můžeme pracovat i bez dočasného objektu</a:t>
            </a:r>
          </a:p>
          <a:p>
            <a:pPr marL="0" indent="0">
              <a:buNone/>
            </a:pPr>
            <a:endParaRPr lang="cs-CZ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"Fifinka"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Pes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"Salát"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896390-EC54-4112-8741-D676CFA7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5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8DA485-F115-4D39-BD52-C4290CC4D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1320800"/>
          </a:xfrm>
        </p:spPr>
        <p:txBody>
          <a:bodyPr/>
          <a:lstStyle/>
          <a:p>
            <a:r>
              <a:rPr lang="cs-CZ" dirty="0"/>
              <a:t>Pole a objekty III – </a:t>
            </a:r>
            <a:r>
              <a:rPr lang="cs-CZ" sz="2800" dirty="0"/>
              <a:t>Zjednodušená inicializace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F18ED55-A2B7-407E-9660-2579BA8B7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54243"/>
            <a:ext cx="8596668" cy="518712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"Bobík"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Prase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"Tlačenka"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"Guláš"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"Vajíčka"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"Fifinka"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Pes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"Salát"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Pinďa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Zajíc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"Salát"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"Mrkev"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"Rohlík"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Myšpulín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Rasa</a:t>
            </a:r>
            <a:r>
              <a:rPr lang="cs-CZ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Kočka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cs-CZ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OblibenaJidla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"Konzerva"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"Párek"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"Kuře"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"Pilulky"</a:t>
            </a: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};</a:t>
            </a:r>
            <a:endParaRPr lang="cs-CZ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028C468-1BA3-4C97-BC64-2E1F61FD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157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7350CC-8D39-4C6D-AAA4-70253E62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Pole a objekty IV - Iterace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9A91D52-2D9A-4397-B5FC-5B236B803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A0175A7D-48C8-4883-9637-776BCDF8F89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7863" y="2160588"/>
            <a:ext cx="8596312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cs-CZ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cs-CZ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cs-CZ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];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cs-CZ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cs-CZ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SeznamJidel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()}</a:t>
            </a:r>
            <a:r>
              <a:rPr lang="cs-CZ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cs-CZ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cs-CZ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KomiksovaPostava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ctyrlistek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cs-CZ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Jmeno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cs-CZ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cs-CZ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cs-CZ" sz="16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cs-CZ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SeznamJidel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()}</a:t>
            </a:r>
            <a:r>
              <a:rPr lang="cs-CZ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cs-CZ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236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Hloupý uživatel </a:t>
            </a:r>
            <a:br>
              <a:rPr lang="en-US" dirty="0"/>
            </a:br>
            <a:r>
              <a:rPr lang="cs-CZ" dirty="0"/>
              <a:t>… nebo návrh?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-1;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k.Obvod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-6.28318530717959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Trebuchet MS" panose="020B0603020202020204" pitchFamily="34" charset="0"/>
              </a:rPr>
              <a:t>Neměli jsme připustit záporná čísla!</a:t>
            </a:r>
            <a:endParaRPr lang="cs-CZ" dirty="0">
              <a:latin typeface="Trebuchet MS" panose="020B0603020202020204" pitchFamily="34" charset="0"/>
            </a:endParaRP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760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Zm</a:t>
            </a:r>
            <a:r>
              <a:rPr lang="cs-CZ" dirty="0" err="1"/>
              <a:t>ěna</a:t>
            </a:r>
            <a:r>
              <a:rPr lang="cs-CZ" dirty="0"/>
              <a:t> přístupnosti – </a:t>
            </a:r>
            <a:r>
              <a:rPr lang="cs-CZ" dirty="0" err="1"/>
              <a:t>private</a:t>
            </a:r>
            <a:br>
              <a:rPr lang="cs-CZ" dirty="0"/>
            </a:br>
            <a:r>
              <a:rPr lang="cs-CZ" dirty="0"/>
              <a:t>a ošetřující funkce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8" y="2160591"/>
            <a:ext cx="8263814" cy="388077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cislo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cislo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&gt;= 0)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cislo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"Neplatná hodnota poloměru"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//nebo – lépe - výjimka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k.NastavPolomer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k.Obvod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); //obvod 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81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Pou</a:t>
            </a:r>
            <a:r>
              <a:rPr lang="cs-CZ" dirty="0"/>
              <a:t>žití </a:t>
            </a:r>
            <a:r>
              <a:rPr lang="cs-CZ" dirty="0" err="1"/>
              <a:t>this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7927911" cy="3880773"/>
          </a:xfrm>
        </p:spPr>
        <p:txBody>
          <a:bodyPr/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NastavPolomer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&gt;= 0) </a:t>
            </a:r>
            <a:r>
              <a:rPr lang="cs-CZ" b="1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"Neplatná hodnota poloměru"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Princip „nejbližšího“ názvu –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odkazuje na poloměr jako položku TOHOTO objektu, jinak by identifikátor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znamenal předanou hodnotu.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66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7013511" cy="1320800"/>
          </a:xfrm>
        </p:spPr>
        <p:txBody>
          <a:bodyPr/>
          <a:lstStyle/>
          <a:p>
            <a:r>
              <a:rPr lang="cs-CZ" dirty="0"/>
              <a:t>Konvence pojmenovávání v C#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7414728" cy="3880773"/>
          </a:xfrm>
        </p:spPr>
        <p:txBody>
          <a:bodyPr/>
          <a:lstStyle/>
          <a:p>
            <a:r>
              <a:rPr lang="cs-CZ" dirty="0"/>
              <a:t>Je to veřejné =&gt; </a:t>
            </a:r>
            <a:r>
              <a:rPr lang="cs-CZ" dirty="0" err="1"/>
              <a:t>PascalCase</a:t>
            </a:r>
            <a:endParaRPr lang="cs-CZ" dirty="0"/>
          </a:p>
          <a:p>
            <a:pPr lvl="1"/>
            <a:r>
              <a:rPr lang="cs-CZ" dirty="0"/>
              <a:t>Třídy (</a:t>
            </a:r>
            <a:r>
              <a:rPr lang="cs-CZ" dirty="0" err="1"/>
              <a:t>Kruznice</a:t>
            </a:r>
            <a:r>
              <a:rPr lang="cs-CZ" dirty="0"/>
              <a:t>, </a:t>
            </a:r>
            <a:r>
              <a:rPr lang="cs-CZ" dirty="0" err="1"/>
              <a:t>MojeKruznice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Veřejné položky (</a:t>
            </a:r>
            <a:r>
              <a:rPr lang="cs-CZ" dirty="0" err="1"/>
              <a:t>Nazev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Veřejné metody ( Obvod(), Obsah(), </a:t>
            </a:r>
            <a:r>
              <a:rPr lang="cs-CZ" dirty="0" err="1"/>
              <a:t>PolohaKruznice</a:t>
            </a:r>
            <a:r>
              <a:rPr lang="cs-CZ" dirty="0"/>
              <a:t>() )</a:t>
            </a:r>
          </a:p>
          <a:p>
            <a:pPr lvl="1"/>
            <a:endParaRPr lang="cs-CZ" dirty="0"/>
          </a:p>
          <a:p>
            <a:r>
              <a:rPr lang="cs-CZ" dirty="0"/>
              <a:t>Je to soukromé =&gt; </a:t>
            </a:r>
            <a:r>
              <a:rPr lang="cs-CZ" dirty="0" err="1"/>
              <a:t>camelCase</a:t>
            </a:r>
            <a:endParaRPr lang="cs-CZ" dirty="0"/>
          </a:p>
          <a:p>
            <a:pPr lvl="1"/>
            <a:r>
              <a:rPr lang="cs-CZ" dirty="0"/>
              <a:t>Soukromé položky ( _</a:t>
            </a:r>
            <a:r>
              <a:rPr lang="cs-CZ" dirty="0" err="1"/>
              <a:t>docasnaHodnota</a:t>
            </a:r>
            <a:r>
              <a:rPr lang="cs-CZ" dirty="0"/>
              <a:t>, _</a:t>
            </a:r>
            <a:r>
              <a:rPr lang="cs-CZ" dirty="0" err="1"/>
              <a:t>vnitrniUkazatelPozice</a:t>
            </a:r>
            <a:r>
              <a:rPr lang="cs-CZ" dirty="0"/>
              <a:t> )</a:t>
            </a:r>
          </a:p>
          <a:p>
            <a:pPr lvl="1"/>
            <a:r>
              <a:rPr lang="cs-CZ" dirty="0"/>
              <a:t>Soukromé metody ( </a:t>
            </a:r>
            <a:r>
              <a:rPr lang="cs-CZ" dirty="0" err="1"/>
              <a:t>najdiZacatek</a:t>
            </a:r>
            <a:r>
              <a:rPr lang="cs-CZ" dirty="0"/>
              <a:t>(), </a:t>
            </a:r>
            <a:r>
              <a:rPr lang="cs-CZ" dirty="0" err="1"/>
              <a:t>zpracujData</a:t>
            </a:r>
            <a:r>
              <a:rPr lang="cs-CZ" dirty="0"/>
              <a:t>() )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481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Konstruktory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Konstruktor je metoda = kus kódu, která vytváří objekt. Volá se automaticky při použití </a:t>
            </a:r>
            <a:r>
              <a:rPr lang="cs-CZ" dirty="0" err="1"/>
              <a:t>new</a:t>
            </a:r>
            <a:endParaRPr lang="cs-CZ" dirty="0"/>
          </a:p>
          <a:p>
            <a:r>
              <a:rPr lang="cs-CZ" dirty="0"/>
              <a:t>Pokud jej nedefinujeme, volá se konstruktor rodiče (každá třída má nějakého rodiče, přinejmenším nejobecnější třídu </a:t>
            </a:r>
            <a:r>
              <a:rPr lang="cs-CZ" dirty="0" err="1"/>
              <a:t>Object</a:t>
            </a:r>
            <a:r>
              <a:rPr lang="cs-CZ" dirty="0"/>
              <a:t>)</a:t>
            </a:r>
          </a:p>
          <a:p>
            <a:r>
              <a:rPr lang="cs-CZ" dirty="0"/>
              <a:t>Deklaruje se jako metoda se stejným názvem, jaký má třída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44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Obecný konstruktor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//konstruktor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1;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</a:rPr>
              <a:t>Při vytvoření nové kružnice vloží do položky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</a:rPr>
              <a:t> hodnotu 1;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56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Konstruktor s parametrem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NastavPolomer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(2.5);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k.Obvod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);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038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cs-CZ" dirty="0" err="1"/>
              <a:t>řetížení</a:t>
            </a:r>
            <a:r>
              <a:rPr lang="cs-CZ" dirty="0"/>
              <a:t> konstruktoru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390262"/>
            <a:ext cx="7843937" cy="4651102"/>
          </a:xfrm>
        </p:spPr>
        <p:txBody>
          <a:bodyPr>
            <a:normAutofit lnSpcReduction="10000"/>
          </a:bodyPr>
          <a:lstStyle/>
          <a:p>
            <a:r>
              <a:rPr lang="cs-CZ" dirty="0"/>
              <a:t>V současném stavu aplikace je povinné předat konstruktoru kružnice poloměr. </a:t>
            </a:r>
          </a:p>
          <a:p>
            <a:r>
              <a:rPr lang="cs-CZ" dirty="0"/>
              <a:t>Lze ale zařídit, aby toto byla volitelná možnost, ne povinnost – vytvořím dva konstruktory s různým „</a:t>
            </a:r>
            <a:r>
              <a:rPr lang="cs-CZ" dirty="0" err="1"/>
              <a:t>patternem</a:t>
            </a:r>
            <a:r>
              <a:rPr lang="cs-CZ" dirty="0"/>
              <a:t>/signaturou“ (datovými typy vstupních proměnných). Podle počtu a typů předaných proměnných za </a:t>
            </a:r>
            <a:r>
              <a:rPr lang="cs-CZ" dirty="0" err="1"/>
              <a:t>new</a:t>
            </a:r>
            <a:r>
              <a:rPr lang="cs-CZ" dirty="0"/>
              <a:t> pak kompilátor zvolí typ zavolaného konstruktoru.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0;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Kruznice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NastavPolomer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cs-CZ" dirty="0"/>
              <a:t> 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070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Cvi</a:t>
            </a:r>
            <a:r>
              <a:rPr lang="cs-CZ" dirty="0" err="1"/>
              <a:t>čení</a:t>
            </a:r>
            <a:r>
              <a:rPr lang="cs-CZ" dirty="0"/>
              <a:t>: obdélník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Napište kód třídy </a:t>
            </a:r>
            <a:r>
              <a:rPr lang="cs-CZ" dirty="0" err="1"/>
              <a:t>Obdelnik</a:t>
            </a:r>
            <a:r>
              <a:rPr lang="cs-CZ" dirty="0"/>
              <a:t>, který bude mít</a:t>
            </a:r>
          </a:p>
          <a:p>
            <a:pPr lvl="1"/>
            <a:r>
              <a:rPr lang="cs-CZ" dirty="0"/>
              <a:t>Neveřejné položky _</a:t>
            </a:r>
            <a:r>
              <a:rPr lang="cs-CZ" dirty="0" err="1"/>
              <a:t>stranaA</a:t>
            </a:r>
            <a:r>
              <a:rPr lang="cs-CZ" dirty="0"/>
              <a:t> a _</a:t>
            </a:r>
            <a:r>
              <a:rPr lang="cs-CZ" dirty="0" err="1"/>
              <a:t>stranaB</a:t>
            </a:r>
            <a:r>
              <a:rPr lang="cs-CZ" dirty="0"/>
              <a:t> (reálná čísla)</a:t>
            </a:r>
          </a:p>
          <a:p>
            <a:pPr lvl="1"/>
            <a:r>
              <a:rPr lang="cs-CZ" dirty="0"/>
              <a:t>Jejich přístupové metody</a:t>
            </a:r>
          </a:p>
          <a:p>
            <a:pPr lvl="1"/>
            <a:r>
              <a:rPr lang="cs-CZ" dirty="0"/>
              <a:t>Metody Obvod() a Obsah()</a:t>
            </a:r>
          </a:p>
          <a:p>
            <a:pPr lvl="1"/>
            <a:r>
              <a:rPr lang="cs-CZ" dirty="0"/>
              <a:t>Konstruktor bez parametrů</a:t>
            </a:r>
          </a:p>
          <a:p>
            <a:pPr lvl="1"/>
            <a:r>
              <a:rPr lang="cs-CZ" dirty="0"/>
              <a:t>Konstruktor, kterému lze oba parametry </a:t>
            </a:r>
            <a:r>
              <a:rPr lang="cs-CZ" i="1" dirty="0"/>
              <a:t>a</a:t>
            </a:r>
            <a:r>
              <a:rPr lang="cs-CZ" dirty="0"/>
              <a:t> </a:t>
            </a:r>
            <a:r>
              <a:rPr lang="cs-CZ" dirty="0" err="1"/>
              <a:t>a</a:t>
            </a:r>
            <a:r>
              <a:rPr lang="cs-CZ" dirty="0"/>
              <a:t> </a:t>
            </a:r>
            <a:r>
              <a:rPr lang="cs-CZ" i="1" dirty="0"/>
              <a:t>b</a:t>
            </a:r>
            <a:r>
              <a:rPr lang="cs-CZ" dirty="0"/>
              <a:t> předat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804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Vlastnosti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Pou</a:t>
            </a:r>
            <a:r>
              <a:rPr lang="cs-CZ" dirty="0"/>
              <a:t>žijeme-li pro poloměr kružnice přístup </a:t>
            </a:r>
            <a:r>
              <a:rPr lang="cs-CZ" b="1" dirty="0"/>
              <a:t>public</a:t>
            </a:r>
            <a:r>
              <a:rPr lang="cs-CZ" dirty="0"/>
              <a:t>, narušíme zapouzdření</a:t>
            </a:r>
          </a:p>
          <a:p>
            <a:r>
              <a:rPr lang="cs-CZ" dirty="0"/>
              <a:t>Pokud bude poloměr </a:t>
            </a:r>
            <a:r>
              <a:rPr lang="cs-CZ" b="1" dirty="0" err="1"/>
              <a:t>private</a:t>
            </a:r>
            <a:r>
              <a:rPr lang="cs-CZ" dirty="0"/>
              <a:t>, musíme vytvořit obslužné metody </a:t>
            </a:r>
            <a:r>
              <a:rPr lang="cs-CZ" dirty="0" err="1"/>
              <a:t>nastavPolomer</a:t>
            </a:r>
            <a:r>
              <a:rPr lang="cs-CZ" dirty="0"/>
              <a:t>, </a:t>
            </a:r>
            <a:r>
              <a:rPr lang="cs-CZ" dirty="0" err="1"/>
              <a:t>vratPolomer</a:t>
            </a:r>
            <a:r>
              <a:rPr lang="cs-CZ" dirty="0"/>
              <a:t> – kód pak nevypadá dobře.</a:t>
            </a:r>
          </a:p>
          <a:p>
            <a:endParaRPr lang="cs-CZ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Jak</a:t>
            </a:r>
            <a:r>
              <a:rPr lang="en-US" dirty="0"/>
              <a:t> </a:t>
            </a:r>
            <a:r>
              <a:rPr lang="cs-CZ" dirty="0"/>
              <a:t>si z obojího vzít to lepší?</a:t>
            </a:r>
          </a:p>
          <a:p>
            <a:r>
              <a:rPr lang="cs-CZ" dirty="0"/>
              <a:t>Použít </a:t>
            </a:r>
            <a:r>
              <a:rPr lang="cs-CZ" b="1" dirty="0"/>
              <a:t>Vlastnost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103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Vlastnost </a:t>
            </a:r>
            <a:r>
              <a:rPr lang="cs-CZ" dirty="0" err="1"/>
              <a:t>Polomer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7527637" cy="3880773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Vytvoříme veřejnou vlastnost </a:t>
            </a:r>
            <a:r>
              <a:rPr lang="cs-CZ" dirty="0" err="1"/>
              <a:t>Polomer</a:t>
            </a:r>
            <a:r>
              <a:rPr lang="cs-CZ" dirty="0"/>
              <a:t> takto: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&gt;= 0)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"Neplatná hodnota poloměru"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5" name="TextovéPole 4"/>
          <p:cNvSpPr txBox="1"/>
          <p:nvPr/>
        </p:nvSpPr>
        <p:spPr>
          <a:xfrm>
            <a:off x="5606469" y="2789383"/>
            <a:ext cx="4054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i="1" dirty="0">
                <a:solidFill>
                  <a:srgbClr val="00B050"/>
                </a:solidFill>
              </a:rPr>
              <a:t>Veřejně nepřístupná uložená hodnota</a:t>
            </a:r>
          </a:p>
        </p:txBody>
      </p:sp>
      <p:sp>
        <p:nvSpPr>
          <p:cNvPr id="6" name="TextovéPole 5"/>
          <p:cNvSpPr txBox="1"/>
          <p:nvPr/>
        </p:nvSpPr>
        <p:spPr>
          <a:xfrm>
            <a:off x="5606469" y="3217836"/>
            <a:ext cx="4054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i="1" dirty="0">
                <a:solidFill>
                  <a:srgbClr val="00B050"/>
                </a:solidFill>
              </a:rPr>
              <a:t>Veřejně přístupná vlastnost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5897416" y="3841099"/>
            <a:ext cx="4054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i="1" dirty="0" err="1">
                <a:solidFill>
                  <a:srgbClr val="00B050"/>
                </a:solidFill>
              </a:rPr>
              <a:t>Getter</a:t>
            </a:r>
            <a:r>
              <a:rPr lang="cs-CZ" sz="1600" i="1" dirty="0">
                <a:solidFill>
                  <a:srgbClr val="00B050"/>
                </a:solidFill>
              </a:rPr>
              <a:t>, rozhoduje co dostanu, když použiji např. </a:t>
            </a:r>
            <a:r>
              <a:rPr lang="cs-CZ" sz="1600" i="1" dirty="0" err="1">
                <a:solidFill>
                  <a:srgbClr val="00B050"/>
                </a:solidFill>
              </a:rPr>
              <a:t>Console.WriteLine</a:t>
            </a:r>
            <a:r>
              <a:rPr lang="cs-CZ" sz="1600" i="1" dirty="0">
                <a:solidFill>
                  <a:srgbClr val="00B050"/>
                </a:solidFill>
              </a:rPr>
              <a:t>(</a:t>
            </a:r>
            <a:r>
              <a:rPr lang="cs-CZ" sz="1600" i="1" dirty="0" err="1">
                <a:solidFill>
                  <a:srgbClr val="00B050"/>
                </a:solidFill>
              </a:rPr>
              <a:t>kruznice.Polomer</a:t>
            </a:r>
            <a:r>
              <a:rPr lang="cs-CZ" sz="1600" i="1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8" name="TextovéPole 7"/>
          <p:cNvSpPr txBox="1"/>
          <p:nvPr/>
        </p:nvSpPr>
        <p:spPr>
          <a:xfrm>
            <a:off x="4096368" y="5547704"/>
            <a:ext cx="43849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i="1" dirty="0" err="1">
                <a:solidFill>
                  <a:srgbClr val="00B050"/>
                </a:solidFill>
              </a:rPr>
              <a:t>Setter</a:t>
            </a:r>
            <a:r>
              <a:rPr lang="cs-CZ" sz="1600" i="1" dirty="0">
                <a:solidFill>
                  <a:srgbClr val="00B050"/>
                </a:solidFill>
              </a:rPr>
              <a:t>, rozhoduje, co se děje, když přiřadím, např. </a:t>
            </a:r>
            <a:r>
              <a:rPr lang="cs-CZ" sz="1600" i="1" dirty="0" err="1">
                <a:solidFill>
                  <a:srgbClr val="00B050"/>
                </a:solidFill>
              </a:rPr>
              <a:t>kruznice.Polomer</a:t>
            </a:r>
            <a:r>
              <a:rPr lang="cs-CZ" sz="1600" i="1" dirty="0">
                <a:solidFill>
                  <a:srgbClr val="00B050"/>
                </a:solidFill>
              </a:rPr>
              <a:t> = 7</a:t>
            </a:r>
          </a:p>
          <a:p>
            <a:endParaRPr lang="cs-CZ" sz="1600" i="1" dirty="0">
              <a:solidFill>
                <a:srgbClr val="00B050"/>
              </a:solidFill>
            </a:endParaRPr>
          </a:p>
          <a:p>
            <a:r>
              <a:rPr lang="cs-CZ" sz="1600" i="1" dirty="0">
                <a:solidFill>
                  <a:srgbClr val="00B050"/>
                </a:solidFill>
              </a:rPr>
              <a:t>Hodnota je vždy uložena v proměnné </a:t>
            </a:r>
            <a:r>
              <a:rPr lang="cs-CZ" sz="1600" b="1" i="1" dirty="0" err="1">
                <a:solidFill>
                  <a:srgbClr val="00B050"/>
                </a:solidFill>
                <a:latin typeface="Consolas" panose="020B0609020204030204" pitchFamily="49" charset="0"/>
              </a:rPr>
              <a:t>value</a:t>
            </a:r>
            <a:endParaRPr lang="cs-CZ" sz="1600" b="1" i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335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Vlastnost jen pro čtení / pro zápis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6807201" cy="3880773"/>
          </a:xfrm>
        </p:spPr>
        <p:txBody>
          <a:bodyPr>
            <a:normAutofit fontScale="92500" lnSpcReduction="20000"/>
          </a:bodyPr>
          <a:lstStyle/>
          <a:p>
            <a:r>
              <a:rPr lang="cs-CZ" dirty="0" err="1"/>
              <a:t>Getter</a:t>
            </a:r>
            <a:r>
              <a:rPr lang="cs-CZ" dirty="0"/>
              <a:t> nebo </a:t>
            </a:r>
            <a:r>
              <a:rPr lang="cs-CZ" dirty="0" err="1"/>
              <a:t>Setter</a:t>
            </a:r>
            <a:r>
              <a:rPr lang="cs-CZ" dirty="0"/>
              <a:t> nemusí být vyplněn</a:t>
            </a:r>
            <a:endParaRPr lang="en-US" dirty="0"/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Obsah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>
              <a:highlight>
                <a:srgbClr val="FFFFFF"/>
              </a:highlight>
            </a:endParaRPr>
          </a:p>
          <a:p>
            <a:r>
              <a:rPr lang="en-US" dirty="0"/>
              <a:t>Pot</a:t>
            </a:r>
            <a:r>
              <a:rPr lang="cs-CZ" dirty="0"/>
              <a:t>é použiji: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k.Obsah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//Bez závorek – není to metoda</a:t>
            </a:r>
            <a:br>
              <a:rPr lang="en-US" dirty="0">
                <a:solidFill>
                  <a:srgbClr val="00B050"/>
                </a:solidFill>
                <a:highlight>
                  <a:srgbClr val="FFFFFF"/>
                </a:highlight>
              </a:rPr>
            </a:b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k.Obsah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3; 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</a:rPr>
              <a:t>//</a:t>
            </a:r>
            <a:r>
              <a:rPr lang="en-US" dirty="0" err="1">
                <a:solidFill>
                  <a:srgbClr val="00B050"/>
                </a:solidFill>
                <a:highlight>
                  <a:srgbClr val="FFFFFF"/>
                </a:highlight>
              </a:rPr>
              <a:t>chyba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</a:rPr>
              <a:t> – </a:t>
            </a:r>
            <a:r>
              <a:rPr lang="en-US" dirty="0" err="1">
                <a:solidFill>
                  <a:srgbClr val="00B050"/>
                </a:solidFill>
                <a:highlight>
                  <a:srgbClr val="FFFFFF"/>
                </a:highlight>
              </a:rPr>
              <a:t>nelze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</a:rPr>
              <a:t> p</a:t>
            </a:r>
            <a:r>
              <a:rPr lang="cs-CZ" dirty="0" err="1">
                <a:solidFill>
                  <a:srgbClr val="00B050"/>
                </a:solidFill>
                <a:highlight>
                  <a:srgbClr val="FFFFFF"/>
                </a:highlight>
              </a:rPr>
              <a:t>řiřazovat</a:t>
            </a: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, není deklarován </a:t>
            </a:r>
            <a:r>
              <a:rPr lang="cs-CZ" dirty="0" err="1">
                <a:solidFill>
                  <a:srgbClr val="00B050"/>
                </a:solidFill>
                <a:highlight>
                  <a:srgbClr val="FFFFFF"/>
                </a:highlight>
              </a:rPr>
              <a:t>setter</a:t>
            </a:r>
            <a:endParaRPr lang="cs-CZ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//Je diskutabilní, jestli je správné pro takový účel vlastnost použít</a:t>
            </a:r>
            <a:endParaRPr lang="en-US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dirty="0"/>
          </a:p>
          <a:p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173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Rozdílný přístup pro set a </a:t>
            </a:r>
            <a:r>
              <a:rPr lang="cs-CZ" dirty="0" err="1"/>
              <a:t>get</a:t>
            </a:r>
            <a:endParaRPr lang="cs-CZ" dirty="0"/>
          </a:p>
        </p:txBody>
      </p:sp>
      <p:sp>
        <p:nvSpPr>
          <p:cNvPr id="5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6770256" cy="38807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&gt;= 0)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"Neplatná hodnota poloměru"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Nyní je stále možné hodnotu poloměru zvenku číst (je public), ale ne nastavit. V konstruktoru (zevnitř třídy) to ale možné je.</a:t>
            </a:r>
            <a:endParaRPr lang="cs-CZ" dirty="0">
              <a:solidFill>
                <a:srgbClr val="00B050"/>
              </a:solidFill>
            </a:endParaRP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798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Automatické vlastnosti</a:t>
            </a:r>
          </a:p>
        </p:txBody>
      </p:sp>
      <p:sp>
        <p:nvSpPr>
          <p:cNvPr id="5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677025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ZustatekUctu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Podkladová datová položka není vůbec známá ani přístupná.</a:t>
            </a: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Data jsou přístupná pro čtení zvenku, ale pro zápis jen zevnitř</a:t>
            </a:r>
          </a:p>
          <a:p>
            <a:pPr marL="0" indent="0">
              <a:buNone/>
            </a:pPr>
            <a:endParaRPr lang="cs-CZ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Jmeno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Podkladová datová položka není vůbec známá ani přístupná.</a:t>
            </a: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</a:rPr>
              <a:t>Data jsou přístupná pro čtení i zápis zvenku jako veřejná </a:t>
            </a:r>
            <a:r>
              <a:rPr lang="cs-CZ">
                <a:solidFill>
                  <a:srgbClr val="00B050"/>
                </a:solidFill>
                <a:highlight>
                  <a:srgbClr val="FFFFFF"/>
                </a:highlight>
              </a:rPr>
              <a:t>datová položka</a:t>
            </a:r>
            <a:endParaRPr lang="cs-CZ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cs-CZ" dirty="0">
              <a:solidFill>
                <a:srgbClr val="00B050"/>
              </a:solidFill>
              <a:highlight>
                <a:srgbClr val="FFFFFF"/>
              </a:highlight>
            </a:endParaRP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988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6807201" cy="1320800"/>
          </a:xfrm>
        </p:spPr>
        <p:txBody>
          <a:bodyPr/>
          <a:lstStyle/>
          <a:p>
            <a:r>
              <a:rPr lang="cs-CZ" dirty="0"/>
              <a:t>Cvičení 2 – znovu, s vlastnostmi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Přepište třídy </a:t>
            </a:r>
            <a:r>
              <a:rPr lang="cs-CZ" dirty="0" err="1"/>
              <a:t>Kruznice</a:t>
            </a:r>
            <a:r>
              <a:rPr lang="cs-CZ" dirty="0"/>
              <a:t> a </a:t>
            </a:r>
            <a:r>
              <a:rPr lang="cs-CZ" dirty="0" err="1"/>
              <a:t>Obdelnik</a:t>
            </a:r>
            <a:r>
              <a:rPr lang="cs-CZ" dirty="0"/>
              <a:t> tak, aby byly použity vlastnosti pro poloměr / hrany (případně </a:t>
            </a:r>
            <a:r>
              <a:rPr lang="cs-CZ"/>
              <a:t>podle chuti i </a:t>
            </a:r>
            <a:r>
              <a:rPr lang="cs-CZ" dirty="0"/>
              <a:t>pro obvod </a:t>
            </a:r>
            <a:r>
              <a:rPr lang="cs-CZ"/>
              <a:t>a obsah).</a:t>
            </a:r>
            <a:endParaRPr lang="cs-CZ" dirty="0"/>
          </a:p>
          <a:p>
            <a:r>
              <a:rPr lang="cs-CZ" dirty="0"/>
              <a:t>Změňte kružnici tak, aby bylo možné poloměr nastavit jen zevnitř (např. při vytvoření konstruktorem), ale zvenku pak už ne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52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600" y="270235"/>
            <a:ext cx="6347713" cy="1320800"/>
          </a:xfrm>
        </p:spPr>
        <p:txBody>
          <a:bodyPr/>
          <a:lstStyle/>
          <a:p>
            <a:r>
              <a:rPr lang="cs-CZ" dirty="0"/>
              <a:t>Cvičení 3 - účet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187778"/>
            <a:ext cx="6347714" cy="4853586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Vytvořte třídu Účet </a:t>
            </a:r>
          </a:p>
          <a:p>
            <a:pPr lvl="1"/>
            <a:r>
              <a:rPr lang="cs-CZ" dirty="0"/>
              <a:t>S datovou položkou _</a:t>
            </a:r>
            <a:r>
              <a:rPr lang="cs-CZ" dirty="0" err="1"/>
              <a:t>zustatek</a:t>
            </a:r>
            <a:r>
              <a:rPr lang="cs-CZ" dirty="0"/>
              <a:t> (=kolik peněz tam je)</a:t>
            </a:r>
          </a:p>
          <a:p>
            <a:pPr lvl="1"/>
            <a:r>
              <a:rPr lang="cs-CZ" dirty="0"/>
              <a:t>s vlastností </a:t>
            </a:r>
            <a:r>
              <a:rPr lang="cs-CZ" dirty="0" err="1">
                <a:latin typeface="Consolas" panose="020B0609020204030204" pitchFamily="49" charset="0"/>
              </a:rPr>
              <a:t>Zustatek</a:t>
            </a:r>
            <a:r>
              <a:rPr lang="cs-CZ" dirty="0"/>
              <a:t>, kterou nelze nastavit (nedává u bankovního účtu smysl)</a:t>
            </a:r>
          </a:p>
          <a:p>
            <a:pPr lvl="1"/>
            <a:r>
              <a:rPr lang="cs-CZ" dirty="0"/>
              <a:t>S metodami </a:t>
            </a:r>
          </a:p>
          <a:p>
            <a:pPr lvl="2"/>
            <a:r>
              <a:rPr lang="cs-CZ" dirty="0" err="1">
                <a:latin typeface="Consolas" panose="020B0609020204030204" pitchFamily="49" charset="0"/>
              </a:rPr>
              <a:t>void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Uloz</a:t>
            </a:r>
            <a:r>
              <a:rPr lang="cs-CZ" dirty="0">
                <a:latin typeface="Consolas" panose="020B0609020204030204" pitchFamily="49" charset="0"/>
              </a:rPr>
              <a:t>(kolik)</a:t>
            </a:r>
          </a:p>
          <a:p>
            <a:pPr lvl="2"/>
            <a:r>
              <a:rPr lang="cs-CZ" dirty="0" err="1">
                <a:latin typeface="Consolas" panose="020B0609020204030204" pitchFamily="49" charset="0"/>
              </a:rPr>
              <a:t>boolean</a:t>
            </a:r>
            <a:r>
              <a:rPr lang="cs-CZ" dirty="0">
                <a:latin typeface="Consolas" panose="020B0609020204030204" pitchFamily="49" charset="0"/>
              </a:rPr>
              <a:t> Vyber(kolik)</a:t>
            </a:r>
          </a:p>
          <a:p>
            <a:pPr lvl="2"/>
            <a:r>
              <a:rPr lang="cs-CZ" dirty="0" err="1">
                <a:latin typeface="Consolas" panose="020B0609020204030204" pitchFamily="49" charset="0"/>
              </a:rPr>
              <a:t>void</a:t>
            </a:r>
            <a:r>
              <a:rPr lang="cs-CZ" dirty="0">
                <a:latin typeface="Consolas" panose="020B0609020204030204" pitchFamily="49" charset="0"/>
              </a:rPr>
              <a:t> Urokuj(</a:t>
            </a:r>
            <a:r>
              <a:rPr lang="cs-CZ" dirty="0" err="1">
                <a:latin typeface="Consolas" panose="020B0609020204030204" pitchFamily="49" charset="0"/>
              </a:rPr>
              <a:t>urokovaSazba</a:t>
            </a:r>
            <a:r>
              <a:rPr lang="cs-CZ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cs-CZ" dirty="0"/>
              <a:t>Jste rychlí?</a:t>
            </a:r>
          </a:p>
          <a:p>
            <a:pPr lvl="2"/>
            <a:r>
              <a:rPr lang="cs-CZ" sz="1600" dirty="0"/>
              <a:t>Ukládejte v účtu také heslo</a:t>
            </a:r>
          </a:p>
          <a:p>
            <a:pPr lvl="2"/>
            <a:r>
              <a:rPr lang="cs-CZ" sz="1600" dirty="0"/>
              <a:t>V konstruktoru očekávejte nové</a:t>
            </a:r>
          </a:p>
          <a:p>
            <a:pPr lvl="2"/>
            <a:r>
              <a:rPr lang="cs-CZ" sz="1600" dirty="0"/>
              <a:t>Při výběru je třeba kromě </a:t>
            </a:r>
            <a:r>
              <a:rPr lang="cs-CZ" dirty="0">
                <a:latin typeface="Consolas" panose="020B0609020204030204" pitchFamily="49" charset="0"/>
              </a:rPr>
              <a:t>kolik</a:t>
            </a:r>
            <a:r>
              <a:rPr lang="cs-CZ" sz="1600" dirty="0"/>
              <a:t> předat i </a:t>
            </a:r>
            <a:r>
              <a:rPr lang="cs-CZ" dirty="0">
                <a:latin typeface="Consolas" panose="020B0609020204030204" pitchFamily="49" charset="0"/>
              </a:rPr>
              <a:t>heslo</a:t>
            </a:r>
            <a:endParaRPr lang="cs-CZ" sz="1600" dirty="0"/>
          </a:p>
          <a:p>
            <a:pPr lvl="2"/>
            <a:r>
              <a:rPr lang="cs-CZ" sz="1600" dirty="0"/>
              <a:t>Přidejte metodu </a:t>
            </a:r>
            <a:r>
              <a:rPr lang="cs-CZ" dirty="0" err="1">
                <a:latin typeface="Consolas" panose="020B0609020204030204" pitchFamily="49" charset="0"/>
              </a:rPr>
              <a:t>bool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ZmenHeslo</a:t>
            </a:r>
            <a:r>
              <a:rPr lang="cs-CZ" dirty="0">
                <a:latin typeface="Consolas" panose="020B0609020204030204" pitchFamily="49" charset="0"/>
              </a:rPr>
              <a:t>(</a:t>
            </a:r>
            <a:r>
              <a:rPr lang="cs-CZ" dirty="0" err="1">
                <a:latin typeface="Consolas" panose="020B0609020204030204" pitchFamily="49" charset="0"/>
              </a:rPr>
              <a:t>stareHeslo</a:t>
            </a:r>
            <a:r>
              <a:rPr lang="cs-CZ" dirty="0">
                <a:latin typeface="Consolas" panose="020B0609020204030204" pitchFamily="49" charset="0"/>
              </a:rPr>
              <a:t>, </a:t>
            </a:r>
            <a:r>
              <a:rPr lang="cs-CZ" dirty="0" err="1">
                <a:latin typeface="Consolas" panose="020B0609020204030204" pitchFamily="49" charset="0"/>
              </a:rPr>
              <a:t>noveHeslo</a:t>
            </a:r>
            <a:r>
              <a:rPr lang="cs-CZ" sz="1600" dirty="0"/>
              <a:t>) s logickým chováním (</a:t>
            </a:r>
            <a:r>
              <a:rPr lang="cs-CZ" sz="1600" dirty="0" err="1"/>
              <a:t>false</a:t>
            </a:r>
            <a:r>
              <a:rPr lang="cs-CZ" sz="1600" dirty="0"/>
              <a:t> úspěch, </a:t>
            </a:r>
            <a:r>
              <a:rPr lang="cs-CZ" sz="1600" dirty="0" err="1"/>
              <a:t>true</a:t>
            </a:r>
            <a:r>
              <a:rPr lang="cs-CZ" sz="1600" dirty="0"/>
              <a:t> neúspěch)</a:t>
            </a:r>
          </a:p>
          <a:p>
            <a:pPr lvl="1"/>
            <a:r>
              <a:rPr lang="cs-CZ" sz="1800" dirty="0"/>
              <a:t>Jste ještě víc napřed? Vytvořte transakční log, tzn. historii všech akcí, které byly s účtem provedeny (kdy a co se stalo) a metodu, která jej vrátí </a:t>
            </a:r>
            <a:r>
              <a:rPr lang="cs-CZ" sz="1800"/>
              <a:t>jako řetězec</a:t>
            </a:r>
            <a:endParaRPr lang="cs-CZ" sz="1800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4754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4 - bod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 Vytvořte třídu Bod pro bod v dvojrozměrném prostoru</a:t>
            </a:r>
          </a:p>
          <a:p>
            <a:pPr lvl="1"/>
            <a:r>
              <a:rPr lang="cs-CZ" dirty="0"/>
              <a:t>Vytvořte dvě soukromé položky pro souřadnice x a y</a:t>
            </a:r>
          </a:p>
          <a:p>
            <a:pPr lvl="2"/>
            <a:r>
              <a:rPr lang="cs-CZ" dirty="0"/>
              <a:t>a k nim odpovídající vlastnosti</a:t>
            </a:r>
          </a:p>
          <a:p>
            <a:pPr lvl="1"/>
            <a:r>
              <a:rPr lang="cs-CZ" dirty="0"/>
              <a:t>Přidejte metodu </a:t>
            </a:r>
            <a:r>
              <a:rPr lang="en-US" dirty="0" err="1"/>
              <a:t>S</a:t>
            </a:r>
            <a:r>
              <a:rPr lang="cs-CZ" dirty="0" err="1"/>
              <a:t>hodnyS</a:t>
            </a:r>
            <a:r>
              <a:rPr lang="cs-CZ" dirty="0"/>
              <a:t>(</a:t>
            </a:r>
            <a:r>
              <a:rPr lang="cs-CZ" dirty="0" err="1"/>
              <a:t>jinyBod</a:t>
            </a:r>
            <a:r>
              <a:rPr lang="cs-CZ" dirty="0"/>
              <a:t>), která odpoví, zda se bod shoduje s druhým, předaným bodem</a:t>
            </a:r>
          </a:p>
          <a:p>
            <a:pPr lvl="1"/>
            <a:r>
              <a:rPr lang="cs-CZ" dirty="0"/>
              <a:t>Přidejte metodu </a:t>
            </a:r>
            <a:r>
              <a:rPr lang="en-US" dirty="0" err="1"/>
              <a:t>V</a:t>
            </a:r>
            <a:r>
              <a:rPr lang="cs-CZ" dirty="0" err="1"/>
              <a:t>zdalenost</a:t>
            </a:r>
            <a:r>
              <a:rPr lang="en-US" dirty="0"/>
              <a:t>Od</a:t>
            </a:r>
            <a:r>
              <a:rPr lang="cs-CZ" dirty="0"/>
              <a:t>(</a:t>
            </a:r>
            <a:r>
              <a:rPr lang="cs-CZ" dirty="0" err="1"/>
              <a:t>jinyBod</a:t>
            </a:r>
            <a:r>
              <a:rPr lang="cs-CZ" dirty="0"/>
              <a:t>), která odpoví, jak jsou od sebe body daleko</a:t>
            </a:r>
            <a:endParaRPr lang="en-US" dirty="0"/>
          </a:p>
          <a:p>
            <a:pPr lvl="1"/>
            <a:r>
              <a:rPr lang="en-US" dirty="0" err="1"/>
              <a:t>Vytvo</a:t>
            </a:r>
            <a:r>
              <a:rPr lang="cs-CZ" dirty="0"/>
              <a:t>ř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konstruktor</a:t>
            </a:r>
            <a:r>
              <a:rPr lang="en-US" dirty="0"/>
              <a:t>, </a:t>
            </a:r>
            <a:r>
              <a:rPr lang="en-US" dirty="0" err="1"/>
              <a:t>kter</a:t>
            </a:r>
            <a:r>
              <a:rPr lang="cs-CZ" dirty="0"/>
              <a:t>ý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cs-CZ" dirty="0"/>
              <a:t>očekávat dvě čísla a uloží je jako souřadnice, tzn. </a:t>
            </a:r>
            <a:r>
              <a:rPr lang="cs-CZ" dirty="0" err="1"/>
              <a:t>new</a:t>
            </a:r>
            <a:r>
              <a:rPr lang="cs-CZ" dirty="0"/>
              <a:t> Bod(4, -2) vytvoří nový bod </a:t>
            </a:r>
            <a:r>
              <a:rPr lang="en-US" dirty="0"/>
              <a:t>[4;-2]</a:t>
            </a:r>
          </a:p>
          <a:p>
            <a:pPr lvl="1"/>
            <a:r>
              <a:rPr lang="en-US" dirty="0"/>
              <a:t>P</a:t>
            </a:r>
            <a:r>
              <a:rPr lang="cs-CZ" dirty="0"/>
              <a:t>ř</a:t>
            </a:r>
            <a:r>
              <a:rPr lang="en-US" dirty="0" err="1"/>
              <a:t>idejte</a:t>
            </a:r>
            <a:r>
              <a:rPr lang="en-US" dirty="0"/>
              <a:t> </a:t>
            </a:r>
            <a:r>
              <a:rPr lang="cs-CZ" dirty="0"/>
              <a:t>převod na řetězec, který bude vracet něco jako "bod </a:t>
            </a:r>
            <a:r>
              <a:rPr lang="en-US" dirty="0"/>
              <a:t>[4;-2]</a:t>
            </a:r>
            <a:r>
              <a:rPr lang="cs-CZ" dirty="0"/>
              <a:t>"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049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5 – umístěný obdélník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Rozšiřte třídu </a:t>
            </a:r>
            <a:r>
              <a:rPr lang="cs-CZ" dirty="0" err="1"/>
              <a:t>Obdelnik</a:t>
            </a:r>
            <a:r>
              <a:rPr lang="cs-CZ" dirty="0"/>
              <a:t> tak, aby kromě délek hran ukládala i pozici levého horního rohu (konstruktor bude vyžadovat tři parametry – bod a dvě délky hran)</a:t>
            </a:r>
          </a:p>
          <a:p>
            <a:r>
              <a:rPr lang="cs-CZ" dirty="0"/>
              <a:t>Přidejte </a:t>
            </a:r>
            <a:r>
              <a:rPr lang="cs-CZ" dirty="0" err="1"/>
              <a:t>read-only</a:t>
            </a:r>
            <a:r>
              <a:rPr lang="cs-CZ" dirty="0"/>
              <a:t> vlastnosti </a:t>
            </a:r>
            <a:r>
              <a:rPr lang="cs-CZ" dirty="0" err="1"/>
              <a:t>LevyHorni</a:t>
            </a:r>
            <a:r>
              <a:rPr lang="cs-CZ" dirty="0"/>
              <a:t>, </a:t>
            </a:r>
            <a:r>
              <a:rPr lang="cs-CZ" dirty="0" err="1"/>
              <a:t>PravyHorni</a:t>
            </a:r>
            <a:r>
              <a:rPr lang="cs-CZ" dirty="0"/>
              <a:t>, </a:t>
            </a:r>
            <a:r>
              <a:rPr lang="cs-CZ" dirty="0" err="1"/>
              <a:t>LevyDolni</a:t>
            </a:r>
            <a:r>
              <a:rPr lang="cs-CZ" dirty="0"/>
              <a:t>, </a:t>
            </a:r>
            <a:r>
              <a:rPr lang="cs-CZ" dirty="0" err="1"/>
              <a:t>PravyDolni</a:t>
            </a:r>
            <a:r>
              <a:rPr lang="cs-CZ" dirty="0"/>
              <a:t>, které budou vracet souřadnice vrcholů</a:t>
            </a:r>
          </a:p>
          <a:p>
            <a:r>
              <a:rPr lang="cs-CZ" dirty="0"/>
              <a:t>Přidejte konstruktor, který bude přijímat levý horní a pravý dolní bod</a:t>
            </a:r>
          </a:p>
          <a:p>
            <a:r>
              <a:rPr lang="cs-CZ" i="1" dirty="0"/>
              <a:t>Proč nelze navíc přidat konstruktor, který by přijímal pravý horní a levý dolní roh?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33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Static - statický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506584"/>
            <a:ext cx="7855133" cy="4534780"/>
          </a:xfrm>
        </p:spPr>
        <p:txBody>
          <a:bodyPr>
            <a:normAutofit/>
          </a:bodyPr>
          <a:lstStyle/>
          <a:p>
            <a:r>
              <a:rPr lang="cs-CZ" dirty="0" err="1"/>
              <a:t>Math.PI</a:t>
            </a:r>
            <a:r>
              <a:rPr lang="cs-CZ" dirty="0"/>
              <a:t>, </a:t>
            </a:r>
            <a:r>
              <a:rPr lang="cs-CZ" dirty="0" err="1"/>
              <a:t>Math.Sqrt</a:t>
            </a:r>
            <a:r>
              <a:rPr lang="cs-CZ" dirty="0"/>
              <a:t>, </a:t>
            </a:r>
            <a:r>
              <a:rPr lang="cs-CZ" dirty="0" err="1"/>
              <a:t>Math.Sin</a:t>
            </a:r>
            <a:r>
              <a:rPr lang="cs-CZ" dirty="0"/>
              <a:t> jsme používali bez New </a:t>
            </a:r>
            <a:r>
              <a:rPr lang="cs-CZ" dirty="0" err="1"/>
              <a:t>Math</a:t>
            </a:r>
            <a:r>
              <a:rPr lang="cs-CZ" dirty="0"/>
              <a:t>()</a:t>
            </a:r>
          </a:p>
          <a:p>
            <a:r>
              <a:rPr lang="cs-CZ" dirty="0"/>
              <a:t>Neexistuje tedy instance, odkazujeme se na něco, co náleží třídě, nikoli konkrétnímu objektu</a:t>
            </a:r>
          </a:p>
          <a:p>
            <a:endParaRPr lang="cs-CZ" dirty="0"/>
          </a:p>
          <a:p>
            <a:r>
              <a:rPr lang="cs-CZ" dirty="0"/>
              <a:t>Statické metody a položky jsou sdílené napříč všemi instancemi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194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67840" y="235132"/>
            <a:ext cx="8621487" cy="58062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Clovek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Popis() 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"Lidé jsou </a:t>
            </a:r>
            <a:r>
              <a:rPr lang="cs-CZ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humaniodní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rasa, ne nepodobná gorilám, vyznačují se ale nižší \n“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+ 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"inteligencí, fyzickou silou i celkovou odolností. Nejsou také schopni \n“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+ 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"artikulované řeči."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Clovek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.Popis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0531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601" y="575401"/>
            <a:ext cx="6347713" cy="653143"/>
          </a:xfrm>
        </p:spPr>
        <p:txBody>
          <a:bodyPr/>
          <a:lstStyle/>
          <a:p>
            <a:r>
              <a:rPr lang="en-US" dirty="0" err="1"/>
              <a:t>Sd</a:t>
            </a:r>
            <a:r>
              <a:rPr lang="cs-CZ" dirty="0" err="1"/>
              <a:t>ílené</a:t>
            </a:r>
            <a:r>
              <a:rPr lang="cs-CZ" dirty="0"/>
              <a:t> položky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463041"/>
            <a:ext cx="6347714" cy="481011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0;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static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Kolik()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.Kolik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//vypíše 0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.Kolik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//vypíše 1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.Kolik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//vypíše 2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141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Konstanty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698172"/>
            <a:ext cx="7114904" cy="434319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Jsou</a:t>
            </a:r>
            <a:r>
              <a:rPr lang="en-US" dirty="0"/>
              <a:t> </a:t>
            </a:r>
            <a:r>
              <a:rPr lang="en-US" dirty="0" err="1"/>
              <a:t>podobn</a:t>
            </a:r>
            <a:r>
              <a:rPr lang="cs-CZ" dirty="0"/>
              <a:t>é sdíleným položkám</a:t>
            </a:r>
          </a:p>
          <a:p>
            <a:pPr lvl="1"/>
            <a:r>
              <a:rPr lang="cs-CZ" dirty="0"/>
              <a:t>patří mezi statické prvky</a:t>
            </a:r>
          </a:p>
          <a:p>
            <a:pPr lvl="1"/>
            <a:r>
              <a:rPr lang="cs-CZ" dirty="0"/>
              <a:t>Jsou přístupné všem instancím (v případě public i zvenku)</a:t>
            </a:r>
          </a:p>
          <a:p>
            <a:r>
              <a:rPr lang="cs-CZ" dirty="0"/>
              <a:t>Nejde změnit jejich hodnotu</a:t>
            </a:r>
          </a:p>
          <a:p>
            <a:endParaRPr lang="en-US" dirty="0"/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Clovek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Nohy = 2;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Prsty = 20;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vyska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vaha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barvaOci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/>
              <a:t>…</a:t>
            </a:r>
            <a:br>
              <a:rPr lang="cs-CZ" dirty="0"/>
            </a:br>
            <a:r>
              <a:rPr lang="en-US" dirty="0"/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388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Statické třídy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Třídu lze deklarovat jako statickou: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MyMath</a:t>
            </a:r>
            <a:endParaRPr lang="cs-CZ" dirty="0"/>
          </a:p>
          <a:p>
            <a:r>
              <a:rPr lang="cs-CZ" dirty="0"/>
              <a:t>Taková třída</a:t>
            </a:r>
          </a:p>
          <a:p>
            <a:pPr lvl="1"/>
            <a:r>
              <a:rPr lang="cs-CZ" dirty="0"/>
              <a:t>nesmí obsahovat jiné než statické položky a metody</a:t>
            </a:r>
          </a:p>
          <a:p>
            <a:pPr lvl="1"/>
            <a:r>
              <a:rPr lang="cs-CZ" dirty="0"/>
              <a:t>Nejde klíčovým slovem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/>
              <a:t> vytvořit instanci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550817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22158</TotalTime>
  <Words>2768</Words>
  <Application>Microsoft Office PowerPoint</Application>
  <PresentationFormat>Widescreen</PresentationFormat>
  <Paragraphs>308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Consolas</vt:lpstr>
      <vt:lpstr>Trebuchet MS</vt:lpstr>
      <vt:lpstr>Wingdings 3</vt:lpstr>
      <vt:lpstr>Fazeta</vt:lpstr>
      <vt:lpstr>Úvod do objektově orientovaného programování v C#</vt:lpstr>
      <vt:lpstr>Objekty</vt:lpstr>
      <vt:lpstr>Třídy a objekty</vt:lpstr>
      <vt:lpstr>Vlastnosti a metody</vt:lpstr>
      <vt:lpstr>Komunikace / zapouzdření</vt:lpstr>
      <vt:lpstr>Deklarace třídy</vt:lpstr>
      <vt:lpstr>Použití třídy - </vt:lpstr>
      <vt:lpstr>Kontrola přístupnosti</vt:lpstr>
      <vt:lpstr>PowerPoint Presentation</vt:lpstr>
      <vt:lpstr>Položka – jakýkoli datový typ</vt:lpstr>
      <vt:lpstr>Pole a objekty</vt:lpstr>
      <vt:lpstr>Pole a objekty II</vt:lpstr>
      <vt:lpstr>Pole a objekty III – Zjednodušená inicializace</vt:lpstr>
      <vt:lpstr>Pole a objekty IV - Iterace</vt:lpstr>
      <vt:lpstr>Hloupý uživatel  … nebo návrh?</vt:lpstr>
      <vt:lpstr>Změna přístupnosti – private a ošetřující funkce</vt:lpstr>
      <vt:lpstr>Použití this</vt:lpstr>
      <vt:lpstr>Konvence pojmenovávání v C#</vt:lpstr>
      <vt:lpstr>Konstruktory</vt:lpstr>
      <vt:lpstr>Obecný konstruktor</vt:lpstr>
      <vt:lpstr>Konstruktor s parametrem</vt:lpstr>
      <vt:lpstr>Přetížení konstruktoru</vt:lpstr>
      <vt:lpstr>Cvičení: obdélník</vt:lpstr>
      <vt:lpstr>Vlastnosti</vt:lpstr>
      <vt:lpstr>Vlastnost Polomer</vt:lpstr>
      <vt:lpstr>Vlastnost jen pro čtení / pro zápis</vt:lpstr>
      <vt:lpstr>Rozdílný přístup pro set a get</vt:lpstr>
      <vt:lpstr>Automatické vlastnosti</vt:lpstr>
      <vt:lpstr>Cvičení 2 – znovu, s vlastnostmi</vt:lpstr>
      <vt:lpstr>Cvičení 3 - účet</vt:lpstr>
      <vt:lpstr>Cvičení 4 - bod</vt:lpstr>
      <vt:lpstr>Cvičení 5 – umístěný obdélník</vt:lpstr>
      <vt:lpstr>Static - statický</vt:lpstr>
      <vt:lpstr>PowerPoint Presentation</vt:lpstr>
      <vt:lpstr>Sdílené položky</vt:lpstr>
      <vt:lpstr>Konstanty</vt:lpstr>
      <vt:lpstr>Statické třídy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</dc:title>
  <dc:creator>Mysteria</dc:creator>
  <cp:lastModifiedBy>KOUPIL Jan</cp:lastModifiedBy>
  <cp:revision>1405</cp:revision>
  <dcterms:created xsi:type="dcterms:W3CDTF">2013-03-17T20:03:48Z</dcterms:created>
  <dcterms:modified xsi:type="dcterms:W3CDTF">2023-03-21T12:06:41Z</dcterms:modified>
</cp:coreProperties>
</file>