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A93FC4-7A72-45C7-A4CA-F0851032660A}" v="3" dt="2020-10-08T20:02:44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53" autoAdjust="0"/>
  </p:normalViewPr>
  <p:slideViewPr>
    <p:cSldViewPr snapToGrid="0">
      <p:cViewPr varScale="1">
        <p:scale>
          <a:sx n="104" d="100"/>
          <a:sy n="104" d="100"/>
        </p:scale>
        <p:origin x="21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FEA93FC4-7A72-45C7-A4CA-F0851032660A}"/>
    <pc:docChg chg="modSld modMainMaster modNotesMaster modShowInfo">
      <pc:chgData name="KOUPIL Jan" userId="e926d9f2-b86a-408f-b8de-77ef0706564a" providerId="ADAL" clId="{FEA93FC4-7A72-45C7-A4CA-F0851032660A}" dt="2021-03-15T11:32:39.549" v="2" actId="2744"/>
      <pc:docMkLst>
        <pc:docMk/>
      </pc:docMkLst>
      <pc:sldChg chg="modSp modTransition modNotes">
        <pc:chgData name="KOUPIL Jan" userId="e926d9f2-b86a-408f-b8de-77ef0706564a" providerId="ADAL" clId="{FEA93FC4-7A72-45C7-A4CA-F0851032660A}" dt="2020-10-08T20:02:16.972" v="0"/>
        <pc:sldMkLst>
          <pc:docMk/>
          <pc:sldMk cId="2754185471" sldId="256"/>
        </pc:sldMkLst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Transition">
        <pc:chgData name="KOUPIL Jan" userId="e926d9f2-b86a-408f-b8de-77ef0706564a" providerId="ADAL" clId="{FEA93FC4-7A72-45C7-A4CA-F0851032660A}" dt="2020-10-08T20:02:24.275" v="1"/>
        <pc:sldMkLst>
          <pc:docMk/>
          <pc:sldMk cId="3213014487" sldId="257"/>
        </pc:sldMkLst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213014487" sldId="257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EA93FC4-7A72-45C7-A4CA-F0851032660A}" dt="2020-10-08T20:02:24.275" v="1"/>
        <pc:sldMkLst>
          <pc:docMk/>
          <pc:sldMk cId="3968917577" sldId="258"/>
        </pc:sldMkLst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968917577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968917577" sldId="258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968917577" sldId="258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EA93FC4-7A72-45C7-A4CA-F0851032660A}" dt="2020-10-08T20:02:24.275" v="1"/>
        <pc:sldMkLst>
          <pc:docMk/>
          <pc:sldMk cId="710087034" sldId="259"/>
        </pc:sldMkLst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710087034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710087034" sldId="259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710087034" sldId="259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EA93FC4-7A72-45C7-A4CA-F0851032660A}" dt="2020-10-08T20:02:24.275" v="1"/>
        <pc:sldMkLst>
          <pc:docMk/>
          <pc:sldMk cId="4079527569" sldId="260"/>
        </pc:sldMkLst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4079527569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4079527569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4079527569" sldId="260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EA93FC4-7A72-45C7-A4CA-F0851032660A}" dt="2020-10-08T20:02:24.275" v="1"/>
        <pc:sldMkLst>
          <pc:docMk/>
          <pc:sldMk cId="1672040174" sldId="261"/>
        </pc:sldMkLst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1672040174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k cId="1672040174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1672040174" sldId="261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EA93FC4-7A72-45C7-A4CA-F0851032660A}" dt="2020-10-08T20:02:24.275" v="1"/>
        <pc:sldMkLst>
          <pc:docMk/>
          <pc:sldMk cId="1434678196" sldId="262"/>
        </pc:sldMkLst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1434678196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k cId="1434678196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1434678196" sldId="262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EA93FC4-7A72-45C7-A4CA-F0851032660A}" dt="2020-10-08T20:02:24.275" v="1"/>
        <pc:sldMkLst>
          <pc:docMk/>
          <pc:sldMk cId="304368235" sldId="263"/>
        </pc:sldMkLst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04368235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04368235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04368235" sldId="263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EA93FC4-7A72-45C7-A4CA-F0851032660A}" dt="2020-10-08T20:02:24.275" v="1"/>
        <pc:sldMkLst>
          <pc:docMk/>
          <pc:sldMk cId="3847396183" sldId="264"/>
        </pc:sldMkLst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847396183" sldId="264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k cId="3847396183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24.275" v="1"/>
          <ac:spMkLst>
            <pc:docMk/>
            <pc:sldMk cId="3847396183" sldId="264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FEA93FC4-7A72-45C7-A4CA-F0851032660A}" dt="2020-10-08T20:02:16.972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FEA93FC4-7A72-45C7-A4CA-F0851032660A}" dt="2020-10-08T20:02:16.972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FEA93FC4-7A72-45C7-A4CA-F0851032660A}" dt="2020-10-08T20:02:16.972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FEA93FC4-7A72-45C7-A4CA-F0851032660A}" dt="2020-10-08T20:02:16.972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FEA93FC4-7A72-45C7-A4CA-F0851032660A}" dt="2020-10-08T20:02:16.972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FEA93FC4-7A72-45C7-A4CA-F0851032660A}" dt="2020-10-08T20:02:16.972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FEA93FC4-7A72-45C7-A4CA-F0851032660A}" dt="2020-10-08T20:02:16.972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FEA93FC4-7A72-45C7-A4CA-F0851032660A}" dt="2020-10-08T20:02:16.972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EA93FC4-7A72-45C7-A4CA-F0851032660A}" dt="2020-10-08T20:02:16.972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EA93FC4-7A72-45C7-A4CA-F0851032660A}" dt="2020-10-08T20:02:16.972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15.03.2021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15.03.2021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97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24653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94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25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429063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843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4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473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6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155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602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6920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200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512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0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41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82792" y="3673497"/>
            <a:ext cx="7043021" cy="1646302"/>
          </a:xfrm>
        </p:spPr>
        <p:txBody>
          <a:bodyPr/>
          <a:lstStyle/>
          <a:p>
            <a:r>
              <a:rPr lang="cs-CZ" dirty="0"/>
              <a:t>Výčtový typ </a:t>
            </a:r>
            <a:r>
              <a:rPr lang="cs-CZ" dirty="0" err="1"/>
              <a:t>Enum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Výčet - </a:t>
            </a:r>
            <a:r>
              <a:rPr lang="cs-CZ" dirty="0" err="1"/>
              <a:t>enum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46246"/>
            <a:ext cx="6347714" cy="4595118"/>
          </a:xfrm>
        </p:spPr>
        <p:txBody>
          <a:bodyPr>
            <a:normAutofit/>
          </a:bodyPr>
          <a:lstStyle/>
          <a:p>
            <a:r>
              <a:rPr lang="cs-CZ" dirty="0"/>
              <a:t>Někdy chceme reprezentovat uspořádaná data (dny v týdnu, měsíce, vojenské hodnosti, hodnoty a barvy hracích karet)</a:t>
            </a:r>
          </a:p>
          <a:p>
            <a:pPr lvl="1"/>
            <a:r>
              <a:rPr lang="cs-CZ" dirty="0"/>
              <a:t>Textové hodnoty nenesou informaci o následníkovi</a:t>
            </a:r>
          </a:p>
          <a:p>
            <a:pPr lvl="1"/>
            <a:r>
              <a:rPr lang="cs-CZ" dirty="0"/>
              <a:t>Reprezentace číslem by neříkala nic o textové hodnotě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en-US" dirty="0" err="1"/>
              <a:t>enum</a:t>
            </a:r>
            <a:r>
              <a:rPr lang="en-US" dirty="0"/>
              <a:t> </a:t>
            </a:r>
            <a:r>
              <a:rPr lang="cs-CZ" dirty="0" err="1"/>
              <a:t>Obdobi</a:t>
            </a:r>
            <a:r>
              <a:rPr lang="en-US" dirty="0"/>
              <a:t> { </a:t>
            </a:r>
            <a:r>
              <a:rPr lang="cs-CZ" dirty="0"/>
              <a:t>Jaro</a:t>
            </a:r>
            <a:r>
              <a:rPr lang="en-US" dirty="0"/>
              <a:t>, </a:t>
            </a:r>
            <a:r>
              <a:rPr lang="cs-CZ" dirty="0" err="1"/>
              <a:t>Leto</a:t>
            </a:r>
            <a:r>
              <a:rPr lang="en-US" dirty="0"/>
              <a:t>, </a:t>
            </a:r>
            <a:r>
              <a:rPr lang="cs-CZ" dirty="0"/>
              <a:t>Podzim</a:t>
            </a:r>
            <a:r>
              <a:rPr lang="en-US" dirty="0"/>
              <a:t>, </a:t>
            </a:r>
            <a:r>
              <a:rPr lang="cs-CZ" dirty="0"/>
              <a:t>Zima</a:t>
            </a:r>
            <a:r>
              <a:rPr lang="en-US" dirty="0"/>
              <a:t> }</a:t>
            </a:r>
            <a:r>
              <a:rPr lang="cs-CZ" dirty="0"/>
              <a:t>;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0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Jaro,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Leto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Podzim, Zima };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chladne =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.Jaro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(chladne);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chladne++;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(chladne);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91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Přiřazení pomocí čísla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horke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(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1;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horke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08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Datový typ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Výchozí: </a:t>
            </a:r>
            <a:r>
              <a:rPr lang="cs-CZ" dirty="0" err="1"/>
              <a:t>int</a:t>
            </a:r>
            <a:endParaRPr lang="cs-CZ" dirty="0"/>
          </a:p>
          <a:p>
            <a:r>
              <a:rPr lang="cs-CZ" dirty="0"/>
              <a:t>Lze předepsat jiný: </a:t>
            </a:r>
            <a:r>
              <a:rPr lang="en-US" i="1" dirty="0"/>
              <a:t>byte, </a:t>
            </a:r>
            <a:r>
              <a:rPr lang="en-US" i="1" dirty="0" err="1"/>
              <a:t>sbyte</a:t>
            </a:r>
            <a:r>
              <a:rPr lang="en-US" i="1" dirty="0"/>
              <a:t>, short, </a:t>
            </a:r>
            <a:r>
              <a:rPr lang="en-US" i="1" dirty="0" err="1"/>
              <a:t>ushort</a:t>
            </a:r>
            <a:r>
              <a:rPr lang="en-US" i="1" dirty="0"/>
              <a:t>, </a:t>
            </a:r>
            <a:r>
              <a:rPr lang="en-US" i="1" dirty="0" err="1"/>
              <a:t>int</a:t>
            </a:r>
            <a:r>
              <a:rPr lang="en-US" i="1" dirty="0"/>
              <a:t>, </a:t>
            </a:r>
            <a:r>
              <a:rPr lang="en-US" i="1" dirty="0" err="1"/>
              <a:t>uint</a:t>
            </a:r>
            <a:r>
              <a:rPr lang="en-US" i="1" dirty="0"/>
              <a:t>, long</a:t>
            </a:r>
            <a:r>
              <a:rPr lang="en-US" dirty="0"/>
              <a:t>, or </a:t>
            </a:r>
            <a:r>
              <a:rPr lang="en-US" i="1" dirty="0" err="1"/>
              <a:t>ulong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Jaro,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Leto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Podzim, Zima };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2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Předepsaná hodnota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6888481" cy="3880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Jaro = 1,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Leto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Podzim, Zima };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barevne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.Podzim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barevne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/>
              <a:t>Prostředí naváže číslování za předepsanou hodnotou dál.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040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Duplicitní hodnota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36915"/>
            <a:ext cx="8325395" cy="4604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Barva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Srdce, Kary, Piky, Krize, Trefy = Krize };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Barva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moje =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Barva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.Krize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Barva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tvoje =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Barva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.Trefy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(moje == tvoje)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"Máme stejnou barvu"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"Každý máme jinou barvu"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7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Přesáhnutí hranice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Jaro,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Leto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Podzim, Zima };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sezona =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Obdobi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.Podzim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sezona++;</a:t>
            </a: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(sezona);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sezona++;</a:t>
            </a: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(sezona);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68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506265"/>
            <a:ext cx="7201990" cy="4717661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Vytvořte datový typ </a:t>
            </a:r>
            <a:r>
              <a:rPr lang="cs-CZ" dirty="0" err="1"/>
              <a:t>Enum</a:t>
            </a:r>
            <a:r>
              <a:rPr lang="cs-CZ" dirty="0"/>
              <a:t> pro hodnoty hracích karet</a:t>
            </a:r>
          </a:p>
          <a:p>
            <a:r>
              <a:rPr lang="cs-CZ" dirty="0"/>
              <a:t>Uložte si jednu kartu do proměnné "karta" a vypište ji</a:t>
            </a:r>
          </a:p>
          <a:p>
            <a:r>
              <a:rPr lang="cs-CZ" dirty="0"/>
              <a:t>Vyzkoušejte inkrementaci (karta++) a znovu ji vypište</a:t>
            </a:r>
          </a:p>
          <a:p>
            <a:r>
              <a:rPr lang="cs-CZ" dirty="0"/>
              <a:t>Vyzkoušejte přesažení nejvyšší karty</a:t>
            </a:r>
          </a:p>
          <a:p>
            <a:r>
              <a:rPr lang="cs-CZ" dirty="0"/>
              <a:t>Kromě slova "svršek" se také někdy používá slovo "filek" – změňte váš </a:t>
            </a:r>
            <a:r>
              <a:rPr lang="cs-CZ" dirty="0" err="1"/>
              <a:t>enum</a:t>
            </a:r>
            <a:r>
              <a:rPr lang="cs-CZ" dirty="0"/>
              <a:t> tak, aby podporoval oba typy současně.</a:t>
            </a:r>
          </a:p>
          <a:p>
            <a:r>
              <a:rPr lang="cs-CZ" dirty="0"/>
              <a:t>Nejnižší kartou je sedmička, bylo by rozumné, aby jí odpovídala hodnota 7.</a:t>
            </a:r>
          </a:p>
          <a:p>
            <a:r>
              <a:rPr lang="cs-CZ" dirty="0"/>
              <a:t>Výšek karet je málo, na jejich uložení stačí </a:t>
            </a:r>
            <a:r>
              <a:rPr lang="cs-CZ" i="1" dirty="0"/>
              <a:t>byte</a:t>
            </a:r>
            <a:r>
              <a:rPr lang="cs-CZ" dirty="0"/>
              <a:t> – změňte podkladový datový typ vašeho </a:t>
            </a:r>
            <a:r>
              <a:rPr lang="cs-CZ" dirty="0" err="1"/>
              <a:t>Enum</a:t>
            </a:r>
            <a:r>
              <a:rPr lang="cs-CZ" dirty="0"/>
              <a:t> na byte</a:t>
            </a:r>
          </a:p>
          <a:p>
            <a:r>
              <a:rPr lang="cs-CZ" dirty="0"/>
              <a:t>Napište metodu </a:t>
            </a:r>
            <a:r>
              <a:rPr lang="cs-CZ" dirty="0" err="1"/>
              <a:t>KdoJeVyssi</a:t>
            </a:r>
            <a:r>
              <a:rPr lang="cs-CZ" dirty="0"/>
              <a:t>(</a:t>
            </a:r>
            <a:r>
              <a:rPr lang="cs-CZ" dirty="0" err="1"/>
              <a:t>kartaA</a:t>
            </a:r>
            <a:r>
              <a:rPr lang="cs-CZ" dirty="0"/>
              <a:t>, </a:t>
            </a:r>
            <a:r>
              <a:rPr lang="cs-CZ" dirty="0" err="1"/>
              <a:t>kartaB</a:t>
            </a:r>
            <a:r>
              <a:rPr lang="cs-CZ" dirty="0"/>
              <a:t>), která dostane předány dvě výšky karet a vypíše buď</a:t>
            </a:r>
          </a:p>
          <a:p>
            <a:pPr lvl="1"/>
            <a:r>
              <a:rPr lang="cs-CZ" dirty="0" err="1"/>
              <a:t>kartaA</a:t>
            </a:r>
            <a:r>
              <a:rPr lang="cs-CZ" dirty="0"/>
              <a:t> je vyšší než </a:t>
            </a:r>
            <a:r>
              <a:rPr lang="cs-CZ" dirty="0" err="1"/>
              <a:t>kartaB</a:t>
            </a:r>
            <a:r>
              <a:rPr lang="cs-CZ" dirty="0"/>
              <a:t> ("Svršek je vyšší než sedmička")</a:t>
            </a:r>
          </a:p>
          <a:p>
            <a:pPr lvl="1"/>
            <a:r>
              <a:rPr lang="cs-CZ" dirty="0" err="1"/>
              <a:t>kartaA</a:t>
            </a:r>
            <a:r>
              <a:rPr lang="cs-CZ" dirty="0"/>
              <a:t> je nižší než </a:t>
            </a:r>
            <a:r>
              <a:rPr lang="cs-CZ" dirty="0" err="1"/>
              <a:t>kartaB</a:t>
            </a:r>
            <a:endParaRPr lang="cs-CZ" dirty="0"/>
          </a:p>
          <a:p>
            <a:pPr lvl="1"/>
            <a:r>
              <a:rPr lang="cs-CZ" dirty="0"/>
              <a:t>Oba dva mají stejně vysokou kartu</a:t>
            </a:r>
          </a:p>
          <a:p>
            <a:pPr lvl="1"/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396183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22214</TotalTime>
  <Words>514</Words>
  <Application>Microsoft Office PowerPoint</Application>
  <PresentationFormat>Širokoúhlá obrazovka</PresentationFormat>
  <Paragraphs>86</Paragraphs>
  <Slides>9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Wingdings 3</vt:lpstr>
      <vt:lpstr>Fazeta</vt:lpstr>
      <vt:lpstr>Výčtový typ Enum</vt:lpstr>
      <vt:lpstr>Výčet - enum</vt:lpstr>
      <vt:lpstr>Použití</vt:lpstr>
      <vt:lpstr>Přiřazení pomocí čísla</vt:lpstr>
      <vt:lpstr>Datový typ</vt:lpstr>
      <vt:lpstr>Předepsaná hodnota</vt:lpstr>
      <vt:lpstr>Duplicitní hodnota</vt:lpstr>
      <vt:lpstr>Přesáhnutí hranice</vt:lpstr>
      <vt:lpstr>Cvičení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1410</cp:revision>
  <dcterms:created xsi:type="dcterms:W3CDTF">2013-03-17T20:03:48Z</dcterms:created>
  <dcterms:modified xsi:type="dcterms:W3CDTF">2021-03-15T11:33:08Z</dcterms:modified>
</cp:coreProperties>
</file>