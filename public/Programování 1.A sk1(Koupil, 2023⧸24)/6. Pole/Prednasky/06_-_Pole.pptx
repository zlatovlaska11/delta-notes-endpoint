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Světlý styl 2 – zvýraznění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2" autoAdjust="0"/>
    <p:restoredTop sz="94660"/>
  </p:normalViewPr>
  <p:slideViewPr>
    <p:cSldViewPr>
      <p:cViewPr varScale="1">
        <p:scale>
          <a:sx n="72" d="100"/>
          <a:sy n="72" d="100"/>
        </p:scale>
        <p:origin x="-105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bdélní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bdélní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 smtClean="0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7" name="Obdélní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2" name="Zástupný symbol pro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13" name="Zástupný symbol pro číslo snímku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9" name="Zástupný symbol pro obsah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8" name="Zástupný symbol pro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10" name="Zástupný symbol pro číslo snímku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  <p:sp>
        <p:nvSpPr>
          <p:cNvPr id="12" name="Zástupný symbol pro zápatí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13" name="Zástupný symbol pro obsah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12" name="Zástupný symbol pro číslo snímku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cs-CZ"/>
          </a:p>
        </p:txBody>
      </p:sp>
      <p:sp>
        <p:nvSpPr>
          <p:cNvPr id="16" name="Zástupný symbol pro tex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15" name="Zástupný symbol pro tex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9" name="Zástupný symbol pro obsah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8" name="Obdélní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bdélní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1" name="Obdélní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Zástupný symbol pro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13" name="Zástupný symbol pro číslo snímku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 smtClean="0"/>
              <a:t>Klepnutím na ikonu přidáte obrázek.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Obdélní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ástupný symbol pro nadpis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3" name="Zástupný symbol pro tex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14" name="Zástupný symbol pro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A19CBC6-6295-4638-BDF7-1864636F32FD}" type="datetimeFigureOut">
              <a:rPr lang="cs-CZ" smtClean="0"/>
              <a:t>24.5.2012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Obdélní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Zástupný symbol pro číslo snímku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5F87CCB-FEC0-426F-B4FD-E391E12454E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Pole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2011-2012</a:t>
            </a:r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smtClean="0"/>
              <a:t>Slouží k uložení více hodnot do jedné proměnné</a:t>
            </a:r>
          </a:p>
          <a:p>
            <a:r>
              <a:rPr lang="cs-CZ" dirty="0" smtClean="0"/>
              <a:t>V C# můžou být v poli pouze hodnoty jednoho datového typu</a:t>
            </a:r>
          </a:p>
          <a:p>
            <a:r>
              <a:rPr lang="cs-CZ" dirty="0" smtClean="0"/>
              <a:t>Pole je proměnná</a:t>
            </a:r>
          </a:p>
          <a:p>
            <a:pPr lvl="1"/>
            <a:r>
              <a:rPr lang="cs-CZ" dirty="0" smtClean="0"/>
              <a:t>Má svůj název</a:t>
            </a:r>
          </a:p>
          <a:p>
            <a:pPr lvl="1"/>
            <a:r>
              <a:rPr lang="cs-CZ" dirty="0" smtClean="0"/>
              <a:t>Položky pole svoje jméno nemají </a:t>
            </a:r>
            <a:r>
              <a:rPr lang="cs-CZ" dirty="0" smtClean="0"/>
              <a:t>- odlišují </a:t>
            </a:r>
            <a:r>
              <a:rPr lang="cs-CZ" dirty="0" smtClean="0"/>
              <a:t>se pořadím </a:t>
            </a:r>
            <a:r>
              <a:rPr lang="cs-CZ" dirty="0" smtClean="0"/>
              <a:t>(indexem)</a:t>
            </a:r>
            <a:endParaRPr lang="cs-CZ" dirty="0" smtClean="0"/>
          </a:p>
          <a:p>
            <a:endParaRPr lang="cs-CZ" dirty="0"/>
          </a:p>
        </p:txBody>
      </p:sp>
      <p:graphicFrame>
        <p:nvGraphicFramePr>
          <p:cNvPr id="4" name="Tabulka 3"/>
          <p:cNvGraphicFramePr>
            <a:graphicFrameLocks noGrp="1"/>
          </p:cNvGraphicFramePr>
          <p:nvPr/>
        </p:nvGraphicFramePr>
        <p:xfrm>
          <a:off x="827584" y="5373216"/>
          <a:ext cx="7632851" cy="7416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944216"/>
                <a:gridCol w="1137727"/>
                <a:gridCol w="1137727"/>
                <a:gridCol w="1137727"/>
                <a:gridCol w="1137727"/>
                <a:gridCol w="1137727"/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Pořadí (index)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0</a:t>
                      </a:r>
                      <a:endParaRPr lang="cs-C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1</a:t>
                      </a:r>
                      <a:endParaRPr lang="cs-C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2</a:t>
                      </a:r>
                      <a:endParaRPr lang="cs-C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3</a:t>
                      </a:r>
                      <a:endParaRPr lang="cs-C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4</a:t>
                      </a:r>
                      <a:endParaRPr lang="cs-CZ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Hodnota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10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-12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20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100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 smtClean="0"/>
                        <a:t>-234</a:t>
                      </a:r>
                      <a:endParaRPr lang="cs-CZ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Deklarace pole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 smtClean="0"/>
              <a:t>Deklaruje se podobně jako jiná proměnná, jen za datový typ se přidají hranaté závorky</a:t>
            </a:r>
          </a:p>
          <a:p>
            <a:pPr marL="320040" lvl="1" indent="-320040" algn="ctr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endParaRPr lang="cs-CZ" i="1" dirty="0" smtClean="0">
              <a:solidFill>
                <a:srgbClr val="0000FF"/>
              </a:solidFill>
            </a:endParaRPr>
          </a:p>
          <a:p>
            <a:pPr marL="320040" lvl="1" indent="-320040" algn="ctr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cs-CZ" i="1" dirty="0" err="1" smtClean="0">
                <a:solidFill>
                  <a:srgbClr val="0000FF"/>
                </a:solidFill>
              </a:rPr>
              <a:t>datovýTyp</a:t>
            </a:r>
            <a:r>
              <a:rPr lang="cs-CZ" i="1" dirty="0" smtClean="0"/>
              <a:t>[] </a:t>
            </a:r>
            <a:r>
              <a:rPr lang="cs-CZ" i="1" dirty="0" err="1" smtClean="0"/>
              <a:t>nazevPromene</a:t>
            </a:r>
            <a:r>
              <a:rPr lang="cs-CZ" i="1" dirty="0" smtClean="0"/>
              <a:t>;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endParaRPr lang="cs-CZ" dirty="0" smtClean="0"/>
          </a:p>
          <a:p>
            <a:r>
              <a:rPr lang="cs-CZ" u="sng" dirty="0" smtClean="0"/>
              <a:t>Příklad</a:t>
            </a:r>
          </a:p>
          <a:p>
            <a:endParaRPr lang="cs-CZ" u="sng" dirty="0" smtClean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cs-CZ" dirty="0" smtClean="0"/>
              <a:t>	</a:t>
            </a:r>
            <a:r>
              <a:rPr lang="cs-CZ" dirty="0" smtClean="0"/>
              <a:t>	</a:t>
            </a:r>
            <a:r>
              <a:rPr lang="cs-CZ" dirty="0" err="1" smtClean="0">
                <a:solidFill>
                  <a:srgbClr val="0000FF"/>
                </a:solidFill>
              </a:rPr>
              <a:t>int</a:t>
            </a:r>
            <a:r>
              <a:rPr lang="cs-CZ" dirty="0" smtClean="0"/>
              <a:t>[] pole</a:t>
            </a:r>
            <a:r>
              <a:rPr lang="cs-CZ" dirty="0" smtClean="0"/>
              <a:t>;   		//pole celých čísel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cs-CZ" dirty="0" smtClean="0"/>
              <a:t>		</a:t>
            </a:r>
            <a:r>
              <a:rPr lang="cs-CZ" dirty="0" err="1" smtClean="0">
                <a:solidFill>
                  <a:srgbClr val="0000FF"/>
                </a:solidFill>
              </a:rPr>
              <a:t>string</a:t>
            </a:r>
            <a:r>
              <a:rPr lang="cs-CZ" dirty="0" smtClean="0"/>
              <a:t>[] </a:t>
            </a:r>
            <a:r>
              <a:rPr lang="cs-CZ" dirty="0" err="1" smtClean="0"/>
              <a:t>poleTextu</a:t>
            </a:r>
            <a:r>
              <a:rPr lang="cs-CZ" dirty="0" smtClean="0"/>
              <a:t>;  	//pole řetězců</a:t>
            </a:r>
            <a:endParaRPr lang="cs-CZ" dirty="0" smtClean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endParaRPr lang="cs-CZ" dirty="0" smtClean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cs-CZ" dirty="0" smtClean="0"/>
              <a:t>	</a:t>
            </a:r>
            <a:r>
              <a:rPr lang="cs-CZ" dirty="0" smtClean="0"/>
              <a:t>	</a:t>
            </a:r>
            <a:endParaRPr lang="cs-CZ" dirty="0" smtClean="0"/>
          </a:p>
          <a:p>
            <a:pPr>
              <a:buNone/>
            </a:pPr>
            <a:endParaRPr lang="cs-CZ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Inicializace pole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smtClean="0"/>
              <a:t>Pole se inicializuje pomocí klíčového slova </a:t>
            </a:r>
            <a:r>
              <a:rPr lang="cs-CZ" dirty="0" err="1" smtClean="0"/>
              <a:t>new</a:t>
            </a:r>
            <a:r>
              <a:rPr lang="cs-CZ" dirty="0" smtClean="0"/>
              <a:t>, datového typu a velikosti nového pole</a:t>
            </a:r>
          </a:p>
          <a:p>
            <a:endParaRPr lang="cs-CZ" dirty="0" smtClean="0"/>
          </a:p>
          <a:p>
            <a:pPr lvl="1" algn="ctr">
              <a:buNone/>
            </a:pPr>
            <a:r>
              <a:rPr lang="cs-CZ" dirty="0" err="1" smtClean="0"/>
              <a:t>nazev</a:t>
            </a:r>
            <a:r>
              <a:rPr lang="cs-CZ" dirty="0" smtClean="0"/>
              <a:t>_</a:t>
            </a:r>
            <a:r>
              <a:rPr lang="cs-CZ" dirty="0" err="1" smtClean="0"/>
              <a:t>promenné</a:t>
            </a:r>
            <a:r>
              <a:rPr lang="cs-CZ" dirty="0" smtClean="0"/>
              <a:t> = </a:t>
            </a:r>
            <a:r>
              <a:rPr lang="cs-CZ" dirty="0" err="1" smtClean="0">
                <a:solidFill>
                  <a:srgbClr val="0000FF"/>
                </a:solidFill>
              </a:rPr>
              <a:t>new</a:t>
            </a:r>
            <a:r>
              <a:rPr lang="cs-CZ" dirty="0" smtClean="0">
                <a:solidFill>
                  <a:srgbClr val="0000FF"/>
                </a:solidFill>
              </a:rPr>
              <a:t> </a:t>
            </a:r>
            <a:r>
              <a:rPr lang="cs-CZ" dirty="0" err="1" smtClean="0">
                <a:solidFill>
                  <a:srgbClr val="0000FF"/>
                </a:solidFill>
              </a:rPr>
              <a:t>datovy</a:t>
            </a:r>
            <a:r>
              <a:rPr lang="cs-CZ" dirty="0" smtClean="0">
                <a:solidFill>
                  <a:srgbClr val="0000FF"/>
                </a:solidFill>
              </a:rPr>
              <a:t>_typ</a:t>
            </a:r>
            <a:r>
              <a:rPr lang="cs-CZ" dirty="0" smtClean="0"/>
              <a:t>[sirka]; </a:t>
            </a:r>
          </a:p>
          <a:p>
            <a:endParaRPr lang="cs-CZ" dirty="0" smtClean="0"/>
          </a:p>
          <a:p>
            <a:r>
              <a:rPr lang="cs-CZ" dirty="0" smtClean="0"/>
              <a:t>Příklad</a:t>
            </a:r>
          </a:p>
          <a:p>
            <a:endParaRPr lang="cs-CZ" sz="2400" dirty="0" smtClean="0"/>
          </a:p>
          <a:p>
            <a:pPr algn="ctr">
              <a:buNone/>
            </a:pPr>
            <a:r>
              <a:rPr lang="cs-CZ" sz="2400" dirty="0" smtClean="0"/>
              <a:t>pole </a:t>
            </a:r>
            <a:r>
              <a:rPr lang="cs-CZ" sz="2400" dirty="0" smtClean="0"/>
              <a:t>= </a:t>
            </a:r>
            <a:r>
              <a:rPr lang="cs-CZ" sz="2400" dirty="0" err="1" smtClean="0">
                <a:solidFill>
                  <a:srgbClr val="0000FF"/>
                </a:solidFill>
              </a:rPr>
              <a:t>new</a:t>
            </a:r>
            <a:r>
              <a:rPr lang="cs-CZ" sz="2400" dirty="0" smtClean="0">
                <a:solidFill>
                  <a:srgbClr val="0000FF"/>
                </a:solidFill>
              </a:rPr>
              <a:t> </a:t>
            </a:r>
            <a:r>
              <a:rPr lang="cs-CZ" sz="2400" dirty="0" err="1" smtClean="0">
                <a:solidFill>
                  <a:srgbClr val="0000FF"/>
                </a:solidFill>
              </a:rPr>
              <a:t>int</a:t>
            </a:r>
            <a:r>
              <a:rPr lang="cs-CZ" sz="2400" dirty="0" smtClean="0"/>
              <a:t>[32]; </a:t>
            </a:r>
            <a:endParaRPr lang="cs-CZ" sz="2400" dirty="0" smtClean="0"/>
          </a:p>
          <a:p>
            <a:pPr lvl="4">
              <a:buNone/>
            </a:pPr>
            <a:endParaRPr lang="cs-CZ" dirty="0" smtClean="0"/>
          </a:p>
          <a:p>
            <a:endParaRPr lang="cs-CZ" dirty="0" smtClean="0"/>
          </a:p>
          <a:p>
            <a:pPr lvl="1">
              <a:buNone/>
            </a:pPr>
            <a:endParaRPr lang="cs-C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Práce s hodnotami pole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 fontScale="92500" lnSpcReduction="10000"/>
          </a:bodyPr>
          <a:lstStyle/>
          <a:p>
            <a:r>
              <a:rPr lang="cs-CZ" dirty="0" smtClean="0"/>
              <a:t>Vložení hodnoty do pole</a:t>
            </a:r>
          </a:p>
          <a:p>
            <a:pPr lvl="1"/>
            <a:r>
              <a:rPr lang="cs-CZ" dirty="0" smtClean="0"/>
              <a:t>Jelikož je pole několik hodnot uložených v jedné proměnné, je třeba hodnoty vkládat na určené místo v poli (na dané pořadí)</a:t>
            </a:r>
          </a:p>
          <a:p>
            <a:pPr lvl="1"/>
            <a:r>
              <a:rPr lang="cs-CZ" dirty="0" smtClean="0"/>
              <a:t>Příklad </a:t>
            </a:r>
          </a:p>
          <a:p>
            <a:pPr lvl="2"/>
            <a:r>
              <a:rPr lang="cs-CZ" dirty="0" smtClean="0"/>
              <a:t>mám proměnnou pole datového typu celé číslo a chci na první tři pozice vložit hodnoty 3; 4; 5</a:t>
            </a:r>
          </a:p>
          <a:p>
            <a:pPr lvl="2">
              <a:buNone/>
            </a:pPr>
            <a:endParaRPr lang="cs-CZ" dirty="0" smtClean="0"/>
          </a:p>
          <a:p>
            <a:pPr lvl="2">
              <a:buNone/>
            </a:pPr>
            <a:r>
              <a:rPr lang="cs-CZ" dirty="0" smtClean="0"/>
              <a:t>pole[0] = 3;</a:t>
            </a:r>
          </a:p>
          <a:p>
            <a:pPr lvl="2">
              <a:buNone/>
            </a:pPr>
            <a:r>
              <a:rPr lang="cs-CZ" dirty="0" smtClean="0"/>
              <a:t>pole[1] = 4;</a:t>
            </a:r>
          </a:p>
          <a:p>
            <a:pPr lvl="2">
              <a:buNone/>
            </a:pPr>
            <a:r>
              <a:rPr lang="cs-CZ" dirty="0" smtClean="0"/>
              <a:t>pole[2] = 5;</a:t>
            </a:r>
          </a:p>
          <a:p>
            <a:pPr lvl="2">
              <a:buNone/>
            </a:pPr>
            <a:endParaRPr lang="cs-CZ" dirty="0" smtClean="0"/>
          </a:p>
          <a:p>
            <a:pPr lvl="2">
              <a:buNone/>
            </a:pPr>
            <a:r>
              <a:rPr lang="cs-CZ" b="1" dirty="0" smtClean="0"/>
              <a:t>Pořadí pole začíná na nule !!!!!</a:t>
            </a:r>
            <a:endParaRPr lang="cs-CZ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Práce s hodnotami pole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smtClean="0"/>
              <a:t>Načtení hodnot z pole</a:t>
            </a:r>
          </a:p>
          <a:p>
            <a:pPr lvl="1">
              <a:buNone/>
            </a:pPr>
            <a:r>
              <a:rPr lang="cs-CZ" i="1" dirty="0" err="1" smtClean="0"/>
              <a:t>int</a:t>
            </a:r>
            <a:r>
              <a:rPr lang="cs-CZ" i="1" dirty="0" smtClean="0"/>
              <a:t> </a:t>
            </a:r>
            <a:r>
              <a:rPr lang="cs-CZ" i="1" dirty="0" err="1" smtClean="0"/>
              <a:t>cislo</a:t>
            </a:r>
            <a:r>
              <a:rPr lang="cs-CZ" i="1" dirty="0" smtClean="0"/>
              <a:t> = pole[3]; </a:t>
            </a:r>
            <a:r>
              <a:rPr lang="cs-CZ" dirty="0" smtClean="0"/>
              <a:t>	…načte čtvrtou hodnotu z pole 				a vloží ji do proměnní </a:t>
            </a:r>
            <a:r>
              <a:rPr lang="cs-CZ" dirty="0" err="1" smtClean="0"/>
              <a:t>cislo</a:t>
            </a:r>
            <a:endParaRPr lang="cs-CZ" dirty="0" smtClean="0"/>
          </a:p>
          <a:p>
            <a:pPr lvl="1">
              <a:buNone/>
            </a:pPr>
            <a:endParaRPr lang="cs-CZ" dirty="0" smtClean="0"/>
          </a:p>
          <a:p>
            <a:pPr lvl="1">
              <a:buNone/>
            </a:pPr>
            <a:r>
              <a:rPr lang="cs-CZ" i="1" dirty="0" err="1" smtClean="0"/>
              <a:t>Console.WriteLine</a:t>
            </a:r>
            <a:r>
              <a:rPr lang="cs-CZ" i="1" dirty="0" smtClean="0"/>
              <a:t>(pole[0]); </a:t>
            </a:r>
            <a:r>
              <a:rPr lang="cs-CZ" dirty="0" smtClean="0"/>
              <a:t>	… načte první hodnotu z 					pole a vypíše ji uživateli</a:t>
            </a:r>
            <a:endParaRPr lang="cs-CZ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Inicializace pole hodnotami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smtClean="0"/>
              <a:t>Pole je možné inicializovat přímo s vyplněnými hodnotami</a:t>
            </a:r>
          </a:p>
          <a:p>
            <a:endParaRPr lang="cs-CZ" dirty="0" smtClean="0"/>
          </a:p>
          <a:p>
            <a:pPr lvl="1"/>
            <a:r>
              <a:rPr lang="cs-CZ" dirty="0" err="1" smtClean="0">
                <a:solidFill>
                  <a:srgbClr val="0000FF"/>
                </a:solidFill>
              </a:rPr>
              <a:t>int</a:t>
            </a:r>
            <a:r>
              <a:rPr lang="cs-CZ" dirty="0" smtClean="0"/>
              <a:t>[] pole = </a:t>
            </a:r>
            <a:r>
              <a:rPr lang="cs-CZ" dirty="0" err="1" smtClean="0">
                <a:solidFill>
                  <a:srgbClr val="0000FF"/>
                </a:solidFill>
              </a:rPr>
              <a:t>new</a:t>
            </a:r>
            <a:r>
              <a:rPr lang="cs-CZ" dirty="0" smtClean="0"/>
              <a:t> </a:t>
            </a:r>
            <a:r>
              <a:rPr lang="cs-CZ" dirty="0" err="1" smtClean="0">
                <a:solidFill>
                  <a:srgbClr val="0000FF"/>
                </a:solidFill>
              </a:rPr>
              <a:t>int</a:t>
            </a:r>
            <a:r>
              <a:rPr lang="cs-CZ" dirty="0" smtClean="0"/>
              <a:t>[] {1,13,21,-23</a:t>
            </a:r>
            <a:r>
              <a:rPr lang="cs-CZ" dirty="0" smtClean="0"/>
              <a:t>};</a:t>
            </a:r>
          </a:p>
          <a:p>
            <a:pPr lvl="1"/>
            <a:endParaRPr lang="cs-CZ" dirty="0" smtClean="0"/>
          </a:p>
          <a:p>
            <a:pPr lvl="2">
              <a:buNone/>
            </a:pPr>
            <a:r>
              <a:rPr lang="cs-CZ" dirty="0" smtClean="0"/>
              <a:t>Pole bude naplněno hodnotami 1, 13, 21 a -23</a:t>
            </a:r>
          </a:p>
          <a:p>
            <a:pPr lvl="2">
              <a:buNone/>
            </a:pPr>
            <a:endParaRPr lang="cs-CZ" dirty="0" smtClean="0"/>
          </a:p>
          <a:p>
            <a:endParaRPr lang="cs-CZ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Vlastnosti pole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smtClean="0"/>
              <a:t>Velikost pole není možné měnit</a:t>
            </a:r>
          </a:p>
          <a:p>
            <a:r>
              <a:rPr lang="cs-CZ" dirty="0" smtClean="0"/>
              <a:t>Velikost pole je možné v kódu získat zavoláním vlastnosti </a:t>
            </a:r>
            <a:r>
              <a:rPr lang="cs-CZ" dirty="0" err="1" smtClean="0"/>
              <a:t>length</a:t>
            </a:r>
            <a:endParaRPr lang="cs-CZ" dirty="0" smtClean="0"/>
          </a:p>
          <a:p>
            <a:pPr lvl="1"/>
            <a:r>
              <a:rPr lang="cs-CZ" b="1" dirty="0" err="1" smtClean="0"/>
              <a:t>int</a:t>
            </a:r>
            <a:r>
              <a:rPr lang="cs-CZ" b="1" dirty="0" smtClean="0"/>
              <a:t> </a:t>
            </a:r>
            <a:r>
              <a:rPr lang="cs-CZ" b="1" dirty="0" err="1" smtClean="0"/>
              <a:t>velikostPole</a:t>
            </a:r>
            <a:r>
              <a:rPr lang="cs-CZ" b="1" dirty="0" smtClean="0"/>
              <a:t> = pole.</a:t>
            </a:r>
            <a:r>
              <a:rPr lang="cs-CZ" b="1" dirty="0" err="1" smtClean="0"/>
              <a:t>Length</a:t>
            </a:r>
            <a:endParaRPr lang="cs-CZ" b="1" dirty="0" smtClean="0"/>
          </a:p>
          <a:p>
            <a:r>
              <a:rPr lang="cs-CZ" dirty="0" smtClean="0"/>
              <a:t>Pole může obsahovat jen objekty jednoho datového typu (nemůže obsahovat např. řetězce, čísla a znaky zároveň)</a:t>
            </a:r>
          </a:p>
          <a:p>
            <a:pPr marL="32004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cs-CZ" b="1" dirty="0" smtClean="0"/>
              <a:t>Pořadí pole začíná na nule !!!!!</a:t>
            </a:r>
          </a:p>
          <a:p>
            <a:endParaRPr lang="cs-CZ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án">
  <a:themeElements>
    <a:clrScheme name="Mediá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á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á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33</TotalTime>
  <Words>276</Words>
  <Application>Microsoft Office PowerPoint</Application>
  <PresentationFormat>Předvádění na obrazovce (4:3)</PresentationFormat>
  <Paragraphs>68</Paragraphs>
  <Slides>8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9" baseType="lpstr">
      <vt:lpstr>Medián</vt:lpstr>
      <vt:lpstr>Pole</vt:lpstr>
      <vt:lpstr>Pole</vt:lpstr>
      <vt:lpstr>Deklarace pole</vt:lpstr>
      <vt:lpstr>Inicializace pole</vt:lpstr>
      <vt:lpstr>Práce s hodnotami pole</vt:lpstr>
      <vt:lpstr>Práce s hodnotami pole</vt:lpstr>
      <vt:lpstr>Inicializace pole hodnotami</vt:lpstr>
      <vt:lpstr>Vlastnosti pole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Pole</dc:title>
  <dc:creator>Adam Polet</dc:creator>
  <cp:lastModifiedBy>Adam Polet</cp:lastModifiedBy>
  <cp:revision>5</cp:revision>
  <dcterms:created xsi:type="dcterms:W3CDTF">2012-05-24T18:29:31Z</dcterms:created>
  <dcterms:modified xsi:type="dcterms:W3CDTF">2012-05-24T19:03:18Z</dcterms:modified>
</cp:coreProperties>
</file>