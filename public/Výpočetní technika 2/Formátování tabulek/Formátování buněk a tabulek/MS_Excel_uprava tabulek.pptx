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7" r:id="rId2"/>
    <p:sldId id="296" r:id="rId3"/>
    <p:sldId id="297" r:id="rId4"/>
    <p:sldId id="298" r:id="rId5"/>
    <p:sldId id="301" r:id="rId6"/>
    <p:sldId id="300" r:id="rId7"/>
    <p:sldId id="299" r:id="rId8"/>
    <p:sldId id="288" r:id="rId9"/>
    <p:sldId id="289" r:id="rId10"/>
  </p:sldIdLst>
  <p:sldSz cx="9144000" cy="6858000" type="screen4x3"/>
  <p:notesSz cx="6761163" cy="99425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0F644-8C3F-427F-A565-E301B03B4143}" type="datetimeFigureOut">
              <a:rPr lang="cs-CZ" smtClean="0"/>
              <a:t>25.06.2017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4FAC7-373E-49BA-93F6-0196466CA8F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7175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0EA3D-3C58-4EF1-859C-6AD72CC78455}" type="datetimeFigureOut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6117" y="4722694"/>
            <a:ext cx="5408930" cy="44741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F3394-C4F2-49DE-B09C-E4DB072ED21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032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CBA0A-3DED-47D5-82D5-18D7AD1C244D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29A08-BC94-4DB8-BAEC-EC13CF9F6F3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21764-0EC3-4FAF-A14C-4F3EFC974819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C7F09-B05E-487E-80F0-F1584F7D413C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5B7D-167D-4772-81CD-9A24DB4A9637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FFE18-C59E-4EF1-B222-3FD0126A7DB8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BD00-EF0F-4CC0-8658-FAD32E5B1F42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AA8AF-1993-4059-94C3-73F25F6528D3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64CB2-9C08-4FB0-B44E-A794CFA75C0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9AB4-5144-4349-8EDF-88163B02A1DE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8331E-BA6D-4C8E-A94D-14C138C11BB4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8C210A2-25DC-4152-9E52-E7A3E75225BF}" type="datetime1">
              <a:rPr lang="cs-CZ" smtClean="0"/>
              <a:pPr/>
              <a:t>25.06.2017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8328209-796F-4796-B99A-A032907A9AF1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331640" y="1124744"/>
            <a:ext cx="7632848" cy="4896544"/>
          </a:xfrm>
        </p:spPr>
        <p:txBody>
          <a:bodyPr>
            <a:normAutofit/>
          </a:bodyPr>
          <a:lstStyle/>
          <a:p>
            <a:pPr algn="ctr"/>
            <a: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  <a:t>Vložit  x odstranit </a:t>
            </a:r>
            <a:b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  <a:t>buňku, řádek, sloupec, list</a:t>
            </a:r>
            <a:b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</a:br>
            <a:r>
              <a:rPr lang="cs-CZ" sz="5400" dirty="0" smtClean="0">
                <a:solidFill>
                  <a:schemeClr val="accent4">
                    <a:lumMod val="75000"/>
                  </a:schemeClr>
                </a:solidFill>
              </a:rPr>
              <a:t>Odstranit formát</a:t>
            </a:r>
            <a:endParaRPr lang="cs-CZ" sz="5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" name="Obrázek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0" t="68823" r="23895" b="15000"/>
          <a:stretch/>
        </p:blipFill>
        <p:spPr bwMode="auto">
          <a:xfrm>
            <a:off x="899592" y="836712"/>
            <a:ext cx="1872208" cy="22322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ovéPole 1"/>
          <p:cNvSpPr txBox="1"/>
          <p:nvPr/>
        </p:nvSpPr>
        <p:spPr>
          <a:xfrm>
            <a:off x="4139952" y="6354178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cs-CZ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 smtClean="0"/>
              <a:t>Ing. Votavová Gabriela</a:t>
            </a: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417886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Vložení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Karta Domů =&gt; sektor Buňky =&gt;</a:t>
            </a:r>
          </a:p>
          <a:p>
            <a:pPr lvl="1"/>
            <a:r>
              <a:rPr lang="cs-CZ" dirty="0"/>
              <a:t>Vložit </a:t>
            </a:r>
            <a:r>
              <a:rPr lang="cs-CZ" dirty="0" smtClean="0"/>
              <a:t>buňku</a:t>
            </a:r>
            <a:endParaRPr lang="cs-CZ" dirty="0"/>
          </a:p>
          <a:p>
            <a:pPr lvl="1"/>
            <a:r>
              <a:rPr lang="cs-CZ" dirty="0"/>
              <a:t>Vložit řádek</a:t>
            </a:r>
          </a:p>
          <a:p>
            <a:pPr lvl="1"/>
            <a:r>
              <a:rPr lang="cs-CZ" dirty="0"/>
              <a:t>Vložit sloupec</a:t>
            </a:r>
          </a:p>
          <a:p>
            <a:pPr lvl="1"/>
            <a:r>
              <a:rPr lang="cs-CZ" dirty="0"/>
              <a:t>Vložit list </a:t>
            </a:r>
          </a:p>
          <a:p>
            <a:endParaRPr lang="cs-CZ" dirty="0" smtClean="0"/>
          </a:p>
          <a:p>
            <a:r>
              <a:rPr lang="cs-CZ" dirty="0" smtClean="0"/>
              <a:t>Buňka se vloží v místě stojícího kurzoru</a:t>
            </a:r>
          </a:p>
          <a:p>
            <a:r>
              <a:rPr lang="cs-CZ" dirty="0" smtClean="0"/>
              <a:t>Řádek se vloží nad řádek v němž stojí kurzor</a:t>
            </a:r>
          </a:p>
          <a:p>
            <a:r>
              <a:rPr lang="cs-CZ" dirty="0" smtClean="0"/>
              <a:t>Sloupec a list vlevo od kurzoru nebo aktivního listu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2</a:t>
            </a:fld>
            <a:endParaRPr lang="cs-CZ"/>
          </a:p>
        </p:txBody>
      </p:sp>
      <p:pic>
        <p:nvPicPr>
          <p:cNvPr id="8" name="Obrázek 7"/>
          <p:cNvPicPr/>
          <p:nvPr/>
        </p:nvPicPr>
        <p:blipFill rotWithShape="1">
          <a:blip r:embed="rId2"/>
          <a:srcRect l="74928" b="66797"/>
          <a:stretch/>
        </p:blipFill>
        <p:spPr bwMode="auto">
          <a:xfrm>
            <a:off x="5436096" y="919813"/>
            <a:ext cx="3526795" cy="3229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Odstranění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sektor Buňky =&gt;</a:t>
            </a:r>
          </a:p>
          <a:p>
            <a:pPr lvl="1"/>
            <a:r>
              <a:rPr lang="cs-CZ" dirty="0" smtClean="0"/>
              <a:t>Odstranit buňku</a:t>
            </a:r>
            <a:endParaRPr lang="cs-CZ" dirty="0"/>
          </a:p>
          <a:p>
            <a:pPr lvl="1"/>
            <a:r>
              <a:rPr lang="cs-CZ" dirty="0" smtClean="0"/>
              <a:t>Odstranit řádek</a:t>
            </a:r>
            <a:endParaRPr lang="cs-CZ" dirty="0"/>
          </a:p>
          <a:p>
            <a:pPr lvl="1"/>
            <a:r>
              <a:rPr lang="cs-CZ" dirty="0" smtClean="0"/>
              <a:t>Odstranit sloupec</a:t>
            </a:r>
            <a:endParaRPr lang="cs-CZ" dirty="0"/>
          </a:p>
          <a:p>
            <a:pPr lvl="1"/>
            <a:r>
              <a:rPr lang="cs-CZ" dirty="0" smtClean="0"/>
              <a:t>Odstranit list </a:t>
            </a:r>
            <a:endParaRPr lang="cs-CZ" dirty="0"/>
          </a:p>
          <a:p>
            <a:endParaRPr lang="cs-CZ" dirty="0" smtClean="0"/>
          </a:p>
          <a:p>
            <a:r>
              <a:rPr lang="cs-CZ" dirty="0" smtClean="0"/>
              <a:t>Umožňuje odstranit označené oblasti buněk, celý sloupec, řádek nebo list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3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74561" b="76993"/>
          <a:stretch/>
        </p:blipFill>
        <p:spPr bwMode="auto">
          <a:xfrm>
            <a:off x="5411946" y="908720"/>
            <a:ext cx="3696558" cy="2808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7584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Formát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sektor Buňky =&gt;</a:t>
            </a:r>
          </a:p>
          <a:p>
            <a:pPr marL="0" indent="0">
              <a:buNone/>
            </a:pPr>
            <a:r>
              <a:rPr lang="cs-CZ" dirty="0" smtClean="0"/>
              <a:t>Formát</a:t>
            </a:r>
          </a:p>
          <a:p>
            <a:pPr lvl="1"/>
            <a:r>
              <a:rPr lang="cs-CZ" dirty="0" smtClean="0"/>
              <a:t>Výška řádku</a:t>
            </a:r>
          </a:p>
          <a:p>
            <a:pPr lvl="1"/>
            <a:r>
              <a:rPr lang="cs-CZ" dirty="0" smtClean="0"/>
              <a:t>Šířka sloupce</a:t>
            </a:r>
          </a:p>
          <a:p>
            <a:pPr lvl="1"/>
            <a:r>
              <a:rPr lang="cs-CZ" dirty="0" smtClean="0"/>
              <a:t>Úprava listů</a:t>
            </a:r>
          </a:p>
          <a:p>
            <a:pPr lvl="1"/>
            <a:r>
              <a:rPr lang="cs-CZ" dirty="0" smtClean="0"/>
              <a:t>Zámek</a:t>
            </a:r>
          </a:p>
          <a:p>
            <a:pPr lvl="1"/>
            <a:r>
              <a:rPr lang="cs-CZ" dirty="0" smtClean="0"/>
              <a:t>Formát buňky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4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74414" b="53856"/>
          <a:stretch/>
        </p:blipFill>
        <p:spPr bwMode="auto">
          <a:xfrm>
            <a:off x="5436096" y="836712"/>
            <a:ext cx="3600400" cy="43878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2104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List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sektor Buňky =&gt;</a:t>
            </a:r>
          </a:p>
          <a:p>
            <a:pPr marL="0" indent="0">
              <a:buNone/>
            </a:pPr>
            <a:r>
              <a:rPr lang="cs-CZ" dirty="0"/>
              <a:t>Formát</a:t>
            </a:r>
          </a:p>
          <a:p>
            <a:r>
              <a:rPr lang="cs-CZ" dirty="0" smtClean="0"/>
              <a:t>Pravé tlačítko myši na ouško listu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5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2"/>
          <a:srcRect l="79882" b="60430"/>
          <a:stretch/>
        </p:blipFill>
        <p:spPr bwMode="auto">
          <a:xfrm>
            <a:off x="5796136" y="863587"/>
            <a:ext cx="3119037" cy="39604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Obrázek 5"/>
          <p:cNvPicPr/>
          <p:nvPr/>
        </p:nvPicPr>
        <p:blipFill rotWithShape="1">
          <a:blip r:embed="rId3"/>
          <a:srcRect t="70980" r="81691" b="3791"/>
          <a:stretch/>
        </p:blipFill>
        <p:spPr bwMode="auto">
          <a:xfrm>
            <a:off x="1619672" y="3560938"/>
            <a:ext cx="3528392" cy="3180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870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Šířka sloupce a výška řádku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Kurzor myši na rozhraní ~ čáru mezi názvy řádků x sloupců =&gt; změna kurzoru na oboustrannou šipku</a:t>
            </a:r>
          </a:p>
          <a:p>
            <a:r>
              <a:rPr lang="cs-CZ" dirty="0" smtClean="0"/>
              <a:t>Roztáhnout myší</a:t>
            </a:r>
          </a:p>
          <a:p>
            <a:r>
              <a:rPr lang="cs-CZ" dirty="0" smtClean="0"/>
              <a:t>Dvojklik na rozhraní =&gt;</a:t>
            </a:r>
          </a:p>
          <a:p>
            <a:pPr marL="0" indent="0">
              <a:buNone/>
            </a:pPr>
            <a:r>
              <a:rPr lang="cs-CZ" dirty="0" smtClean="0"/>
              <a:t>   minimální velikost řádku,</a:t>
            </a:r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dirty="0" smtClean="0"/>
              <a:t>  sloupce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6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>
          <a:blip r:embed="rId2" cstate="print"/>
          <a:srcRect t="19008" r="67233" b="32824"/>
          <a:stretch>
            <a:fillRect/>
          </a:stretch>
        </p:blipFill>
        <p:spPr bwMode="auto">
          <a:xfrm>
            <a:off x="4572000" y="2924944"/>
            <a:ext cx="4392488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Obrázek 8"/>
          <p:cNvPicPr/>
          <p:nvPr/>
        </p:nvPicPr>
        <p:blipFill>
          <a:blip r:embed="rId3" cstate="print"/>
          <a:srcRect l="14153" t="51860" r="81966" b="40758"/>
          <a:stretch>
            <a:fillRect/>
          </a:stretch>
        </p:blipFill>
        <p:spPr bwMode="auto">
          <a:xfrm>
            <a:off x="4459904" y="3309470"/>
            <a:ext cx="224192" cy="239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Obrázek 9"/>
          <p:cNvPicPr/>
          <p:nvPr/>
        </p:nvPicPr>
        <p:blipFill>
          <a:blip r:embed="rId3" cstate="print"/>
          <a:srcRect l="14153" t="51860" r="81966" b="40758"/>
          <a:stretch>
            <a:fillRect/>
          </a:stretch>
        </p:blipFill>
        <p:spPr bwMode="auto">
          <a:xfrm>
            <a:off x="8172400" y="2204864"/>
            <a:ext cx="576064" cy="59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623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/>
          <p:cNvPicPr/>
          <p:nvPr/>
        </p:nvPicPr>
        <p:blipFill rotWithShape="1">
          <a:blip r:embed="rId2"/>
          <a:srcRect l="82502" b="75817"/>
          <a:stretch/>
        </p:blipFill>
        <p:spPr bwMode="auto">
          <a:xfrm>
            <a:off x="2273668" y="2596568"/>
            <a:ext cx="4391987" cy="3816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Vymazat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Karta Domů =&gt; </a:t>
            </a:r>
            <a:r>
              <a:rPr lang="cs-CZ" dirty="0" smtClean="0"/>
              <a:t>sektor Úpravy=&gt;</a:t>
            </a:r>
          </a:p>
          <a:p>
            <a:pPr marL="0" indent="0">
              <a:buNone/>
            </a:pPr>
            <a:r>
              <a:rPr lang="cs-CZ" dirty="0"/>
              <a:t> </a:t>
            </a:r>
            <a:r>
              <a:rPr lang="cs-CZ" dirty="0" smtClean="0"/>
              <a:t>  Vymazat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5" name="Obrázek 4"/>
          <p:cNvPicPr/>
          <p:nvPr/>
        </p:nvPicPr>
        <p:blipFill rotWithShape="1">
          <a:blip r:embed="rId3"/>
          <a:srcRect l="82223" b="77908"/>
          <a:stretch/>
        </p:blipFill>
        <p:spPr bwMode="auto">
          <a:xfrm>
            <a:off x="5566299" y="908720"/>
            <a:ext cx="3470197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4150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Otázky na závěr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395536" y="2204864"/>
            <a:ext cx="842493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 smtClean="0"/>
              <a:t>Jak lze přidat do tabulky řádek?</a:t>
            </a:r>
          </a:p>
          <a:p>
            <a:pPr>
              <a:lnSpc>
                <a:spcPct val="150000"/>
              </a:lnSpc>
            </a:pPr>
            <a:r>
              <a:rPr lang="cs-CZ" dirty="0" smtClean="0">
                <a:solidFill>
                  <a:schemeClr val="tx1"/>
                </a:solidFill>
              </a:rPr>
              <a:t>Mohu odstranit sloupec? </a:t>
            </a:r>
            <a:r>
              <a:rPr lang="cs-CZ" dirty="0" smtClean="0">
                <a:solidFill>
                  <a:schemeClr val="tx1"/>
                </a:solidFill>
              </a:rPr>
              <a:t>Jak </a:t>
            </a:r>
            <a:r>
              <a:rPr lang="cs-CZ" dirty="0" smtClean="0">
                <a:solidFill>
                  <a:schemeClr val="tx1"/>
                </a:solidFill>
              </a:rPr>
              <a:t>to </a:t>
            </a:r>
            <a:r>
              <a:rPr lang="cs-CZ" dirty="0" smtClean="0">
                <a:solidFill>
                  <a:schemeClr val="tx1"/>
                </a:solidFill>
              </a:rPr>
              <a:t>lze udělat?</a:t>
            </a: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cs-CZ" dirty="0" smtClean="0"/>
              <a:t>Jak lze přejmenovat list a přiřadit oušku barvu?</a:t>
            </a:r>
          </a:p>
          <a:p>
            <a:pPr>
              <a:lnSpc>
                <a:spcPct val="150000"/>
              </a:lnSpc>
            </a:pPr>
            <a:r>
              <a:rPr lang="cs-CZ" dirty="0" smtClean="0">
                <a:solidFill>
                  <a:schemeClr val="tx1"/>
                </a:solidFill>
              </a:rPr>
              <a:t>Mohu z tabulky odstranit pouze formát se zachováním obsahu?</a:t>
            </a:r>
          </a:p>
          <a:p>
            <a:pPr>
              <a:lnSpc>
                <a:spcPct val="150000"/>
              </a:lnSpc>
            </a:pPr>
            <a:r>
              <a:rPr lang="cs-CZ" dirty="0" smtClean="0"/>
              <a:t>Jak upravím šířku sloupce?</a:t>
            </a: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/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932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cs-CZ" sz="4000" dirty="0"/>
              <a:t>Zdroje</a:t>
            </a:r>
          </a:p>
        </p:txBody>
      </p:sp>
      <p:sp>
        <p:nvSpPr>
          <p:cNvPr id="2" name="Zástupný symbol pro obsah 1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dirty="0"/>
              <a:t>NAVRÁTIL, Pavel. </a:t>
            </a:r>
            <a:r>
              <a:rPr lang="cs-CZ" i="1" dirty="0"/>
              <a:t>S počítačem nejen k maturitě - 1. díl</a:t>
            </a:r>
            <a:r>
              <a:rPr lang="cs-CZ" dirty="0"/>
              <a:t>. Olomouc: </a:t>
            </a:r>
            <a:r>
              <a:rPr lang="cs-CZ" dirty="0" err="1"/>
              <a:t>Computer</a:t>
            </a:r>
            <a:r>
              <a:rPr lang="cs-CZ" dirty="0"/>
              <a:t> Media, 2008. 120 s. ISBN 80-86686-60-4 </a:t>
            </a:r>
          </a:p>
          <a:p>
            <a:pPr>
              <a:lnSpc>
                <a:spcPct val="150000"/>
              </a:lnSpc>
            </a:pPr>
            <a:r>
              <a:rPr lang="cs-CZ" dirty="0"/>
              <a:t>Kliparty MS Office – office.microsoft.com</a:t>
            </a:r>
          </a:p>
          <a:p>
            <a:pPr>
              <a:lnSpc>
                <a:spcPct val="150000"/>
              </a:lnSpc>
            </a:pPr>
            <a:r>
              <a:rPr lang="cs-CZ"/>
              <a:t>MS Excel 2010</a:t>
            </a:r>
          </a:p>
          <a:p>
            <a:endParaRPr lang="cs-CZ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32" y="5669647"/>
            <a:ext cx="652463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28209-796F-4796-B99A-A032907A9AF1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2053" name="Picture 5" descr="C:\Users\putovni\AppData\Local\Microsoft\Windows\Temporary Internet Files\Content.IE5\TU0352FH\MC900441521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4581128"/>
            <a:ext cx="1806575" cy="1863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550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Aerodynamik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2835</TotalTime>
  <Words>235</Words>
  <Application>Microsoft Office PowerPoint</Application>
  <PresentationFormat>Předvádění na obrazovce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Constantia</vt:lpstr>
      <vt:lpstr>Wingdings 2</vt:lpstr>
      <vt:lpstr>Tok</vt:lpstr>
      <vt:lpstr>Vložit  x odstranit  buňku, řádek, sloupec, list Odstranit formát</vt:lpstr>
      <vt:lpstr>Vložení </vt:lpstr>
      <vt:lpstr>Odstranění </vt:lpstr>
      <vt:lpstr>Formát </vt:lpstr>
      <vt:lpstr>List </vt:lpstr>
      <vt:lpstr>Šířka sloupce a výška řádku</vt:lpstr>
      <vt:lpstr>Vymazat </vt:lpstr>
      <vt:lpstr>Otázky na závěr</vt:lpstr>
      <vt:lpstr>Zdroje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Počítačové síťě</dc:title>
  <dc:creator>vacek</dc:creator>
  <cp:lastModifiedBy>Gabriela Votavová</cp:lastModifiedBy>
  <cp:revision>218</cp:revision>
  <cp:lastPrinted>2013-11-14T11:38:57Z</cp:lastPrinted>
  <dcterms:created xsi:type="dcterms:W3CDTF">2009-11-23T15:00:52Z</dcterms:created>
  <dcterms:modified xsi:type="dcterms:W3CDTF">2017-06-25T15:22:54Z</dcterms:modified>
</cp:coreProperties>
</file>