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6"/>
  </p:notesMasterIdLst>
  <p:sldIdLst>
    <p:sldId id="256" r:id="rId2"/>
    <p:sldId id="257" r:id="rId3"/>
    <p:sldId id="258" r:id="rId4"/>
    <p:sldId id="262" r:id="rId5"/>
    <p:sldId id="274" r:id="rId6"/>
    <p:sldId id="259" r:id="rId7"/>
    <p:sldId id="275" r:id="rId8"/>
    <p:sldId id="276" r:id="rId9"/>
    <p:sldId id="277" r:id="rId10"/>
    <p:sldId id="278" r:id="rId11"/>
    <p:sldId id="267" r:id="rId12"/>
    <p:sldId id="280" r:id="rId13"/>
    <p:sldId id="279" r:id="rId14"/>
    <p:sldId id="270" r:id="rId15"/>
    <p:sldId id="281" r:id="rId16"/>
    <p:sldId id="263" r:id="rId17"/>
    <p:sldId id="282" r:id="rId18"/>
    <p:sldId id="271" r:id="rId19"/>
    <p:sldId id="273" r:id="rId20"/>
    <p:sldId id="283" r:id="rId21"/>
    <p:sldId id="284" r:id="rId22"/>
    <p:sldId id="285" r:id="rId23"/>
    <p:sldId id="264" r:id="rId24"/>
    <p:sldId id="286" r:id="rId25"/>
  </p:sldIdLst>
  <p:sldSz cx="9144000" cy="6858000" type="screen4x3"/>
  <p:notesSz cx="6735763" cy="9866313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1388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550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DF892B-7C86-417E-9727-395A42E850EF}" type="datetimeFigureOut">
              <a:rPr lang="cs-CZ" smtClean="0"/>
              <a:t>11.12.2019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1149350" y="1233488"/>
            <a:ext cx="443706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ACACDF-12AB-49FC-A118-D1CEE6A7AE8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63211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ravoúhlý trojúhelník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Nadpis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17" name="Podnadpis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cs-CZ"/>
              <a:t>Klepnutím lze upravit styl předlohy podnadpisů.</a:t>
            </a:r>
            <a:endParaRPr kumimoji="0" lang="en-US"/>
          </a:p>
        </p:txBody>
      </p:sp>
      <p:grpSp>
        <p:nvGrpSpPr>
          <p:cNvPr id="2" name="Skupina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Volný tvar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Volný tvar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Volný tvar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Přímá spojovací čára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Zástupný symbol pro datum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435F6DC9-1FE8-4D09-ADD9-6EC4D4FAB257}" type="datetime1">
              <a:rPr lang="cs-CZ" smtClean="0"/>
              <a:t>11.12.2019</a:t>
            </a:fld>
            <a:endParaRPr lang="cs-CZ"/>
          </a:p>
        </p:txBody>
      </p:sp>
      <p:sp>
        <p:nvSpPr>
          <p:cNvPr id="19" name="Zástupný symbol pro zápatí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cs-CZ"/>
          </a:p>
        </p:txBody>
      </p:sp>
      <p:sp>
        <p:nvSpPr>
          <p:cNvPr id="27" name="Zástupný symbol pro číslo snímku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DB4E1F4B-2F92-43A4-9131-C4908474F5F3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2D85D-0E27-4370-BDA3-07BE5EFFCB2A}" type="datetime1">
              <a:rPr lang="cs-CZ" smtClean="0"/>
              <a:t>11.12.2019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E1F4B-2F92-43A4-9131-C4908474F5F3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7" name="Nadpis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cs-CZ"/>
              <a:t>Klepnutím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505D0-4887-4CDD-97C4-A2921D8A9C04}" type="datetime1">
              <a:rPr lang="cs-CZ" smtClean="0"/>
              <a:t>11.12.2019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E1F4B-2F92-43A4-9131-C4908474F5F3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7" name="Dvojitá šipka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Dvojitá šipka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21A5B-90D3-42A7-8953-939A36386569}" type="datetime1">
              <a:rPr lang="cs-CZ" smtClean="0"/>
              <a:t>11.12.2019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E1F4B-2F92-43A4-9131-C4908474F5F3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8" name="Nadpis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Porovnání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cs-CZ"/>
              <a:t>Klepnutím lze upravit styly předlohy textu.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cs-CZ"/>
              <a:t>Klepnutím lze upravit styly předlohy textu.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99482-C673-4F92-A3A2-868C49B1A6D0}" type="datetime1">
              <a:rPr lang="cs-CZ" smtClean="0"/>
              <a:t>11.12.2019</a:t>
            </a:fld>
            <a:endParaRPr lang="cs-CZ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E1F4B-2F92-43A4-9131-C4908474F5F3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3E811-ED1B-406C-ADEF-89D1B4F65A55}" type="datetime1">
              <a:rPr lang="cs-CZ" smtClean="0"/>
              <a:t>11.12.2019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E1F4B-2F92-43A4-9131-C4908474F5F3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6" name="Nadpis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4D46A-A42D-44E7-A96D-68F11DF1DE50}" type="datetime1">
              <a:rPr lang="cs-CZ" smtClean="0"/>
              <a:t>11.12.2019</a:t>
            </a:fld>
            <a:endParaRPr lang="cs-CZ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E1F4B-2F92-43A4-9131-C4908474F5F3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Obsah s titulkem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cs-CZ"/>
              <a:t>Klepnutím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A2FC28D9-7849-4FA5-8610-6BB699E12EB1}" type="datetime1">
              <a:rPr lang="cs-CZ" smtClean="0"/>
              <a:t>11.12.2019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E1F4B-2F92-43A4-9131-C4908474F5F3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ázek s titulkem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cs-CZ"/>
              <a:t>Klepnutím lze upravit styly předlohy textu.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cs-CZ"/>
              <a:t>Klepnutím na ikonu přidáte obrázek.</a:t>
            </a:r>
            <a:endParaRPr kumimoji="0" lang="en-US" dirty="0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C17B9E4E-27FE-4084-8716-FC6E0BF76E12}" type="datetime1">
              <a:rPr lang="cs-CZ" smtClean="0"/>
              <a:t>11.12.2019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DB4E1F4B-2F92-43A4-9131-C4908474F5F3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8" name="Volný tvar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Volný tvar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Pravoúhlý trojúhelník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Přímá spojovací čára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vojitá šipka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Dvojitá šipka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8D40A-021F-4159-9BD4-25ABA30D49EF}" type="datetime1">
              <a:rPr lang="cs-CZ" smtClean="0"/>
              <a:t>11.12.2019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E1F4B-2F92-43A4-9131-C4908474F5F3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36ED1-A4AC-44EB-B919-701C2FBEF8DA}" type="datetime1">
              <a:rPr lang="cs-CZ" smtClean="0"/>
              <a:t>11.12.2019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E1F4B-2F92-43A4-9131-C4908474F5F3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Volný tvar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Volný tvar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Pravoúhlý trojúhelník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Přímá spojovací čára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Zástupný symbol pro nadpis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30" name="Zástupný symbol pro text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cs-CZ"/>
              <a:t>Klepnutím lze upravit styly předlohy textu.</a:t>
            </a:r>
          </a:p>
          <a:p>
            <a:pPr lvl="1" eaLnBrk="1" latinLnBrk="0" hangingPunct="1"/>
            <a:r>
              <a:rPr kumimoji="0" lang="cs-CZ"/>
              <a:t>Druhá úroveň</a:t>
            </a:r>
          </a:p>
          <a:p>
            <a:pPr lvl="2" eaLnBrk="1" latinLnBrk="0" hangingPunct="1"/>
            <a:r>
              <a:rPr kumimoji="0" lang="cs-CZ"/>
              <a:t>Třetí úroveň</a:t>
            </a:r>
          </a:p>
          <a:p>
            <a:pPr lvl="3" eaLnBrk="1" latinLnBrk="0" hangingPunct="1"/>
            <a:r>
              <a:rPr kumimoji="0" lang="cs-CZ"/>
              <a:t>Čtvrtá úroveň</a:t>
            </a:r>
          </a:p>
          <a:p>
            <a:pPr lvl="4" eaLnBrk="1" latinLnBrk="0" hangingPunct="1"/>
            <a:r>
              <a:rPr kumimoji="0" lang="cs-CZ"/>
              <a:t>Pátá úroveň</a:t>
            </a:r>
            <a:endParaRPr kumimoji="0" lang="en-US"/>
          </a:p>
        </p:txBody>
      </p:sp>
      <p:sp>
        <p:nvSpPr>
          <p:cNvPr id="10" name="Zástupný symbol pro datum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68C3421A-F590-453C-B126-1550D7200C0F}" type="datetime1">
              <a:rPr lang="cs-CZ" smtClean="0"/>
              <a:t>11.12.2019</a:t>
            </a:fld>
            <a:endParaRPr lang="cs-CZ"/>
          </a:p>
        </p:txBody>
      </p:sp>
      <p:sp>
        <p:nvSpPr>
          <p:cNvPr id="22" name="Zástupný symbol pro zápatí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cs-CZ"/>
          </a:p>
        </p:txBody>
      </p:sp>
      <p:sp>
        <p:nvSpPr>
          <p:cNvPr id="18" name="Zástupný symbol pro číslo snímku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DB4E1F4B-2F92-43A4-9131-C4908474F5F3}" type="slidenum">
              <a:rPr lang="cs-CZ" smtClean="0"/>
              <a:pPr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Sestavy</a:t>
            </a:r>
          </a:p>
        </p:txBody>
      </p:sp>
      <p:sp>
        <p:nvSpPr>
          <p:cNvPr id="5" name="Podnadpis 4">
            <a:extLst>
              <a:ext uri="{FF2B5EF4-FFF2-40B4-BE49-F238E27FC236}">
                <a16:creationId xmlns:a16="http://schemas.microsoft.com/office/drawing/2014/main" id="{894F13CC-1D65-4876-A689-B1CEA91859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sah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50000"/>
              </a:lnSpc>
            </a:pPr>
            <a:r>
              <a:rPr lang="cs-CZ" dirty="0"/>
              <a:t>Další objekt MS Access</a:t>
            </a:r>
          </a:p>
          <a:p>
            <a:pPr>
              <a:lnSpc>
                <a:spcPct val="250000"/>
              </a:lnSpc>
            </a:pPr>
            <a:r>
              <a:rPr lang="cs-CZ" dirty="0"/>
              <a:t>Slouží k přehlednému zobrazení údajů          z databáze na tiskárně</a:t>
            </a:r>
          </a:p>
          <a:p>
            <a:pPr>
              <a:lnSpc>
                <a:spcPct val="250000"/>
              </a:lnSpc>
            </a:pPr>
            <a:r>
              <a:rPr lang="cs-CZ" dirty="0"/>
              <a:t>Nachází se na kartě Vytvoření</a:t>
            </a:r>
          </a:p>
        </p:txBody>
      </p:sp>
      <p:sp>
        <p:nvSpPr>
          <p:cNvPr id="3" name="Nadpis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Sestavy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3FAC3927-0786-43B0-B866-3F92346D7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E1F4B-2F92-43A4-9131-C4908474F5F3}" type="slidenum">
              <a:rPr lang="cs-CZ" smtClean="0"/>
              <a:pPr/>
              <a:t>2</a:t>
            </a:fld>
            <a:endParaRPr lang="cs-CZ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sah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cs-CZ" dirty="0"/>
              <a:t>Pomocí tlačítka Sestava (automatická tvorba)</a:t>
            </a:r>
          </a:p>
          <a:p>
            <a:pPr>
              <a:lnSpc>
                <a:spcPct val="200000"/>
              </a:lnSpc>
            </a:pPr>
            <a:r>
              <a:rPr lang="cs-CZ" dirty="0"/>
              <a:t>Pomocí Průvodce</a:t>
            </a:r>
          </a:p>
          <a:p>
            <a:pPr>
              <a:lnSpc>
                <a:spcPct val="200000"/>
              </a:lnSpc>
            </a:pPr>
            <a:r>
              <a:rPr lang="cs-CZ" dirty="0"/>
              <a:t>Návrh sestavy </a:t>
            </a:r>
          </a:p>
          <a:p>
            <a:pPr>
              <a:lnSpc>
                <a:spcPct val="200000"/>
              </a:lnSpc>
            </a:pPr>
            <a:r>
              <a:rPr lang="cs-CZ" dirty="0"/>
              <a:t>Prázdná sestava</a:t>
            </a:r>
          </a:p>
          <a:p>
            <a:pPr>
              <a:lnSpc>
                <a:spcPct val="200000"/>
              </a:lnSpc>
            </a:pPr>
            <a:r>
              <a:rPr lang="cs-CZ" dirty="0"/>
              <a:t>Štítky</a:t>
            </a:r>
          </a:p>
          <a:p>
            <a:endParaRPr lang="cs-CZ" dirty="0"/>
          </a:p>
          <a:p>
            <a:endParaRPr lang="cs-CZ" dirty="0"/>
          </a:p>
          <a:p>
            <a:endParaRPr lang="cs-CZ" dirty="0"/>
          </a:p>
        </p:txBody>
      </p:sp>
      <p:sp>
        <p:nvSpPr>
          <p:cNvPr id="3" name="Nadpis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Tvorba</a:t>
            </a: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BB258336-3CBE-4DFE-BBC4-5E5CD26FFB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8509" y="4192230"/>
            <a:ext cx="5178975" cy="18150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3F5AE6EF-FF15-4D6B-9CBC-825C7125E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E1F4B-2F92-43A4-9131-C4908474F5F3}" type="slidenum">
              <a:rPr lang="cs-CZ" smtClean="0"/>
              <a:pPr/>
              <a:t>3</a:t>
            </a:fld>
            <a:endParaRPr lang="cs-CZ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sah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70000"/>
              </a:lnSpc>
            </a:pPr>
            <a:r>
              <a:rPr lang="cs-CZ" dirty="0"/>
              <a:t>Nejjednodušší vytvoření sestavy</a:t>
            </a:r>
          </a:p>
        </p:txBody>
      </p:sp>
      <p:sp>
        <p:nvSpPr>
          <p:cNvPr id="3" name="Nadpis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Pomocí tlačítka Sestava</a:t>
            </a: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7142B9AD-95B7-4CEC-9231-203A655FBDF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201"/>
          <a:stretch/>
        </p:blipFill>
        <p:spPr>
          <a:xfrm>
            <a:off x="600552" y="2194957"/>
            <a:ext cx="8229600" cy="438840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Obrázek 4">
            <a:extLst>
              <a:ext uri="{FF2B5EF4-FFF2-40B4-BE49-F238E27FC236}">
                <a16:creationId xmlns:a16="http://schemas.microsoft.com/office/drawing/2014/main" id="{EBBE1A49-D37F-4F0C-BF3B-317621A4D3B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79029" b="39521"/>
          <a:stretch/>
        </p:blipFill>
        <p:spPr>
          <a:xfrm>
            <a:off x="7198637" y="521153"/>
            <a:ext cx="1086092" cy="109773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1053061-4EB0-417D-A804-E818DDD6C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E1F4B-2F92-43A4-9131-C4908474F5F3}" type="slidenum">
              <a:rPr lang="cs-CZ" smtClean="0"/>
              <a:pPr/>
              <a:t>4</a:t>
            </a:fld>
            <a:endParaRPr lang="cs-CZ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sah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200000"/>
              </a:lnSpc>
            </a:pPr>
            <a:r>
              <a:rPr lang="cs-CZ" dirty="0"/>
              <a:t>Výběr tabulky</a:t>
            </a:r>
          </a:p>
          <a:p>
            <a:pPr>
              <a:lnSpc>
                <a:spcPct val="200000"/>
              </a:lnSpc>
            </a:pPr>
            <a:r>
              <a:rPr lang="cs-CZ" dirty="0"/>
              <a:t>Výběr atributů</a:t>
            </a:r>
          </a:p>
          <a:p>
            <a:pPr>
              <a:lnSpc>
                <a:spcPct val="200000"/>
              </a:lnSpc>
            </a:pPr>
            <a:r>
              <a:rPr lang="cs-CZ" dirty="0"/>
              <a:t>Podrobný výběr a řazení jednotlivých atributů</a:t>
            </a:r>
          </a:p>
          <a:p>
            <a:pPr>
              <a:lnSpc>
                <a:spcPct val="200000"/>
              </a:lnSpc>
            </a:pPr>
            <a:r>
              <a:rPr lang="cs-CZ" dirty="0"/>
              <a:t>Souhrny </a:t>
            </a:r>
          </a:p>
          <a:p>
            <a:pPr>
              <a:lnSpc>
                <a:spcPct val="200000"/>
              </a:lnSpc>
            </a:pPr>
            <a:r>
              <a:rPr lang="cs-CZ" dirty="0"/>
              <a:t>Rozložení sestavy a orientace – styly vzhledu</a:t>
            </a:r>
          </a:p>
          <a:p>
            <a:pPr>
              <a:lnSpc>
                <a:spcPct val="200000"/>
              </a:lnSpc>
            </a:pPr>
            <a:r>
              <a:rPr lang="cs-CZ" dirty="0"/>
              <a:t>Název</a:t>
            </a:r>
          </a:p>
          <a:p>
            <a:endParaRPr lang="cs-CZ" dirty="0"/>
          </a:p>
          <a:p>
            <a:endParaRPr lang="cs-CZ" dirty="0"/>
          </a:p>
        </p:txBody>
      </p:sp>
      <p:sp>
        <p:nvSpPr>
          <p:cNvPr id="7" name="Nadpis 2">
            <a:extLst>
              <a:ext uri="{FF2B5EF4-FFF2-40B4-BE49-F238E27FC236}">
                <a16:creationId xmlns:a16="http://schemas.microsoft.com/office/drawing/2014/main" id="{9D10C59E-96CC-495C-A3A8-16FF544BFE4B}"/>
              </a:ext>
            </a:extLst>
          </p:cNvPr>
          <p:cNvSpPr txBox="1">
            <a:spLocks/>
          </p:cNvSpPr>
          <p:nvPr/>
        </p:nvSpPr>
        <p:spPr>
          <a:xfrm>
            <a:off x="609600" y="427038"/>
            <a:ext cx="8229600" cy="1143000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cs-CZ"/>
              <a:t>Průvodce sestavou</a:t>
            </a:r>
            <a:endParaRPr lang="cs-CZ" dirty="0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212E350F-4258-4599-85C0-FDAEE584E79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445" b="55989"/>
          <a:stretch/>
        </p:blipFill>
        <p:spPr>
          <a:xfrm>
            <a:off x="6012160" y="400553"/>
            <a:ext cx="2514679" cy="7988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9500D9BA-211D-4E35-BD63-7069E21F0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E1F4B-2F92-43A4-9131-C4908474F5F3}" type="slidenum">
              <a:rPr lang="cs-CZ" smtClean="0"/>
              <a:pPr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31082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sah 1"/>
          <p:cNvSpPr>
            <a:spLocks noGrp="1"/>
          </p:cNvSpPr>
          <p:nvPr>
            <p:ph idx="1"/>
          </p:nvPr>
        </p:nvSpPr>
        <p:spPr>
          <a:xfrm>
            <a:off x="457200" y="1481328"/>
            <a:ext cx="8229600" cy="4525963"/>
          </a:xfrm>
        </p:spPr>
        <p:txBody>
          <a:bodyPr>
            <a:normAutofit/>
          </a:bodyPr>
          <a:lstStyle/>
          <a:p>
            <a:endParaRPr lang="cs-CZ" dirty="0"/>
          </a:p>
          <a:p>
            <a:r>
              <a:rPr lang="cs-CZ" dirty="0"/>
              <a:t>Výběr tabulky, dotazu</a:t>
            </a:r>
          </a:p>
        </p:txBody>
      </p:sp>
      <p:sp>
        <p:nvSpPr>
          <p:cNvPr id="3" name="Nadpis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Průvodce sestavou</a:t>
            </a: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A75E97BE-A92E-4E64-BF15-EF8EDC2D13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7954" y="2420888"/>
            <a:ext cx="6811669" cy="43021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2B6409D-B3F4-4F41-94C0-2AF44724D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E1F4B-2F92-43A4-9131-C4908474F5F3}" type="slidenum">
              <a:rPr lang="cs-CZ" smtClean="0"/>
              <a:pPr/>
              <a:t>6</a:t>
            </a:fld>
            <a:endParaRPr lang="cs-CZ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sah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cs-CZ" dirty="0"/>
          </a:p>
          <a:p>
            <a:r>
              <a:rPr lang="cs-CZ" dirty="0"/>
              <a:t>Volba úrovně seskupení</a:t>
            </a:r>
          </a:p>
        </p:txBody>
      </p:sp>
      <p:sp>
        <p:nvSpPr>
          <p:cNvPr id="3" name="Nadpis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Průvodce sestavou</a:t>
            </a: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F84104BD-0754-479F-A39E-0DFCEC8E97B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02"/>
          <a:stretch/>
        </p:blipFill>
        <p:spPr>
          <a:xfrm>
            <a:off x="1691680" y="2398667"/>
            <a:ext cx="6850499" cy="43433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CB77E9B-30C0-488A-9C60-59122A598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E1F4B-2F92-43A4-9131-C4908474F5F3}" type="slidenum">
              <a:rPr lang="cs-CZ" smtClean="0"/>
              <a:pPr/>
              <a:t>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431795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sah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cs-CZ" dirty="0"/>
          </a:p>
          <a:p>
            <a:r>
              <a:rPr lang="cs-CZ" dirty="0"/>
              <a:t>Volba řazení a možnosti souhrnu</a:t>
            </a:r>
          </a:p>
        </p:txBody>
      </p:sp>
      <p:sp>
        <p:nvSpPr>
          <p:cNvPr id="3" name="Nadpis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Průvodce sestavou</a:t>
            </a: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7A5268F3-92CF-4A01-805B-5879D5A4B9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2348880"/>
            <a:ext cx="6856437" cy="43477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Obrázek 5">
            <a:extLst>
              <a:ext uri="{FF2B5EF4-FFF2-40B4-BE49-F238E27FC236}">
                <a16:creationId xmlns:a16="http://schemas.microsoft.com/office/drawing/2014/main" id="{8BC42A29-C0A4-4131-BB81-8D9852D075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3923" y="4207132"/>
            <a:ext cx="3900077" cy="186384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Šipka: doprava 6">
            <a:extLst>
              <a:ext uri="{FF2B5EF4-FFF2-40B4-BE49-F238E27FC236}">
                <a16:creationId xmlns:a16="http://schemas.microsoft.com/office/drawing/2014/main" id="{D575EF4A-3BCD-4122-A754-0ED939A3E983}"/>
              </a:ext>
            </a:extLst>
          </p:cNvPr>
          <p:cNvSpPr/>
          <p:nvPr/>
        </p:nvSpPr>
        <p:spPr>
          <a:xfrm>
            <a:off x="4427984" y="5607088"/>
            <a:ext cx="936104" cy="27018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8" name="Zástupný symbol pro číslo snímku 7">
            <a:extLst>
              <a:ext uri="{FF2B5EF4-FFF2-40B4-BE49-F238E27FC236}">
                <a16:creationId xmlns:a16="http://schemas.microsoft.com/office/drawing/2014/main" id="{AC258F42-1412-4B41-B783-909CC656A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E1F4B-2F92-43A4-9131-C4908474F5F3}" type="slidenum">
              <a:rPr lang="cs-CZ" smtClean="0"/>
              <a:pPr/>
              <a:t>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030015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sah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cs-CZ" dirty="0"/>
          </a:p>
          <a:p>
            <a:r>
              <a:rPr lang="cs-CZ" dirty="0"/>
              <a:t>Rozložení a orientace sestavy</a:t>
            </a:r>
          </a:p>
        </p:txBody>
      </p:sp>
      <p:sp>
        <p:nvSpPr>
          <p:cNvPr id="3" name="Nadpis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Průvodce sestavou</a:t>
            </a: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E4E81356-7296-455E-8F79-D602A5223A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704" y="2420888"/>
            <a:ext cx="6656090" cy="4228575"/>
          </a:xfrm>
          <a:prstGeom prst="rect">
            <a:avLst/>
          </a:prstGeom>
        </p:spPr>
      </p:pic>
      <p:sp>
        <p:nvSpPr>
          <p:cNvPr id="8" name="Zástupný symbol pro číslo snímku 7">
            <a:extLst>
              <a:ext uri="{FF2B5EF4-FFF2-40B4-BE49-F238E27FC236}">
                <a16:creationId xmlns:a16="http://schemas.microsoft.com/office/drawing/2014/main" id="{A4F6B7BA-B897-4732-A847-8DB0DF724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E1F4B-2F92-43A4-9131-C4908474F5F3}" type="slidenum">
              <a:rPr lang="cs-CZ" smtClean="0"/>
              <a:pPr/>
              <a:t>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41482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adpis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Průvodce sestavou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DEBEB11B-2A6E-4B0B-BF55-5785700F43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Náhled na výslednou sestavu</a:t>
            </a:r>
          </a:p>
        </p:txBody>
      </p:sp>
      <p:pic>
        <p:nvPicPr>
          <p:cNvPr id="7" name="Zástupný obsah 3">
            <a:extLst>
              <a:ext uri="{FF2B5EF4-FFF2-40B4-BE49-F238E27FC236}">
                <a16:creationId xmlns:a16="http://schemas.microsoft.com/office/drawing/2014/main" id="{1C171756-909F-4BC3-A57D-869C484C355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212"/>
          <a:stretch/>
        </p:blipFill>
        <p:spPr>
          <a:xfrm>
            <a:off x="457200" y="2064544"/>
            <a:ext cx="8046154" cy="42447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Zástupný symbol pro číslo snímku 7">
            <a:extLst>
              <a:ext uri="{FF2B5EF4-FFF2-40B4-BE49-F238E27FC236}">
                <a16:creationId xmlns:a16="http://schemas.microsoft.com/office/drawing/2014/main" id="{2B1696AB-D685-4140-8212-E3C355613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E1F4B-2F92-43A4-9131-C4908474F5F3}" type="slidenum">
              <a:rPr lang="cs-CZ" smtClean="0"/>
              <a:pPr/>
              <a:t>10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478279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sah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cs-CZ" dirty="0"/>
              <a:t>Umožňuje vytvořit sestavu z více tabulek</a:t>
            </a:r>
          </a:p>
          <a:p>
            <a:pPr>
              <a:lnSpc>
                <a:spcPct val="150000"/>
              </a:lnSpc>
            </a:pPr>
            <a:r>
              <a:rPr lang="cs-CZ" dirty="0"/>
              <a:t>Pracujete v kartě Návrh, která vám umožní vkládat:</a:t>
            </a:r>
          </a:p>
          <a:p>
            <a:pPr lvl="1">
              <a:lnSpc>
                <a:spcPct val="150000"/>
              </a:lnSpc>
            </a:pPr>
            <a:r>
              <a:rPr lang="cs-CZ" dirty="0"/>
              <a:t>Nové objekty – dotazníku</a:t>
            </a:r>
          </a:p>
          <a:p>
            <a:pPr lvl="1">
              <a:lnSpc>
                <a:spcPct val="150000"/>
              </a:lnSpc>
            </a:pPr>
            <a:r>
              <a:rPr lang="cs-CZ" dirty="0"/>
              <a:t>Přidávat pole</a:t>
            </a:r>
          </a:p>
          <a:p>
            <a:pPr lvl="1">
              <a:lnSpc>
                <a:spcPct val="150000"/>
              </a:lnSpc>
            </a:pPr>
            <a:r>
              <a:rPr lang="cs-CZ" dirty="0"/>
              <a:t>Pracovat s vlastnostmi polí a formuláře</a:t>
            </a:r>
          </a:p>
          <a:p>
            <a:pPr lvl="1">
              <a:lnSpc>
                <a:spcPct val="150000"/>
              </a:lnSpc>
            </a:pPr>
            <a:r>
              <a:rPr lang="cs-CZ" dirty="0"/>
              <a:t>Pracovat se záhlavím a zápatím</a:t>
            </a:r>
          </a:p>
          <a:p>
            <a:endParaRPr lang="cs-CZ" dirty="0"/>
          </a:p>
        </p:txBody>
      </p:sp>
      <p:sp>
        <p:nvSpPr>
          <p:cNvPr id="3" name="Nadpis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/>
              <a:t>Návrh sestavy </a:t>
            </a: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967CF933-AF5E-4AB7-B156-A0400435FFF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075" t="1" r="63850" b="28997"/>
          <a:stretch/>
        </p:blipFill>
        <p:spPr>
          <a:xfrm>
            <a:off x="7668344" y="192587"/>
            <a:ext cx="936105" cy="128874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81E5B6C0-2171-4775-9B30-07C319F33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E1F4B-2F92-43A4-9131-C4908474F5F3}" type="slidenum">
              <a:rPr lang="cs-CZ" smtClean="0"/>
              <a:pPr/>
              <a:t>11</a:t>
            </a:fld>
            <a:endParaRPr lang="cs-CZ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sah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cs-CZ" dirty="0"/>
              <a:t>Úprava pomocí karet </a:t>
            </a:r>
            <a:r>
              <a:rPr lang="cs-CZ" b="1" dirty="0"/>
              <a:t>Nástroje návrhu sestavy</a:t>
            </a:r>
            <a:r>
              <a:rPr lang="cs-CZ" dirty="0"/>
              <a:t>: </a:t>
            </a:r>
          </a:p>
          <a:p>
            <a:pPr lvl="1">
              <a:lnSpc>
                <a:spcPct val="150000"/>
              </a:lnSpc>
            </a:pPr>
            <a:r>
              <a:rPr lang="cs-CZ" dirty="0"/>
              <a:t>Návrh </a:t>
            </a:r>
          </a:p>
          <a:p>
            <a:pPr lvl="1">
              <a:lnSpc>
                <a:spcPct val="150000"/>
              </a:lnSpc>
            </a:pPr>
            <a:r>
              <a:rPr lang="cs-CZ" dirty="0"/>
              <a:t>Uspořádání</a:t>
            </a:r>
          </a:p>
          <a:p>
            <a:pPr lvl="1">
              <a:lnSpc>
                <a:spcPct val="150000"/>
              </a:lnSpc>
            </a:pPr>
            <a:r>
              <a:rPr lang="cs-CZ" dirty="0"/>
              <a:t>Formát</a:t>
            </a:r>
          </a:p>
          <a:p>
            <a:pPr lvl="1">
              <a:lnSpc>
                <a:spcPct val="150000"/>
              </a:lnSpc>
            </a:pPr>
            <a:r>
              <a:rPr lang="cs-CZ" dirty="0"/>
              <a:t>Vzhled stránky</a:t>
            </a:r>
          </a:p>
          <a:p>
            <a:endParaRPr lang="cs-CZ" dirty="0"/>
          </a:p>
        </p:txBody>
      </p:sp>
      <p:sp>
        <p:nvSpPr>
          <p:cNvPr id="3" name="Nadpis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/>
              <a:t>Návrh sestavy 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2745019-93E2-4FF4-9E6E-0C813C38A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E1F4B-2F92-43A4-9131-C4908474F5F3}" type="slidenum">
              <a:rPr lang="cs-CZ" smtClean="0"/>
              <a:pPr/>
              <a:t>12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266282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Zástupný obsah 4">
            <a:extLst>
              <a:ext uri="{FF2B5EF4-FFF2-40B4-BE49-F238E27FC236}">
                <a16:creationId xmlns:a16="http://schemas.microsoft.com/office/drawing/2014/main" id="{BB29C1C3-3EB3-4F12-B0A7-CAF62E072F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6061"/>
          <a:stretch/>
        </p:blipFill>
        <p:spPr>
          <a:xfrm>
            <a:off x="374135" y="1772816"/>
            <a:ext cx="8312665" cy="4392488"/>
          </a:xfrm>
          <a:prstGeom prst="rect">
            <a:avLst/>
          </a:prstGeom>
        </p:spPr>
      </p:pic>
      <p:sp>
        <p:nvSpPr>
          <p:cNvPr id="3" name="Nadpis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/>
              <a:t>Návrh sestavy 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67C7E4B-51E1-4F26-9933-469FC7C97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E1F4B-2F92-43A4-9131-C4908474F5F3}" type="slidenum">
              <a:rPr lang="cs-CZ" smtClean="0"/>
              <a:pPr/>
              <a:t>13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481664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/>
              <a:t>Prázdná sestava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cs-CZ" dirty="0"/>
              <a:t>Vytváříme vlastní sestavu pomocí karet </a:t>
            </a:r>
            <a:r>
              <a:rPr lang="cs-CZ" b="1" dirty="0"/>
              <a:t>Nástroje rozložení sestavy</a:t>
            </a:r>
            <a:r>
              <a:rPr lang="cs-CZ" dirty="0"/>
              <a:t>: </a:t>
            </a:r>
          </a:p>
          <a:p>
            <a:pPr lvl="1">
              <a:lnSpc>
                <a:spcPct val="150000"/>
              </a:lnSpc>
            </a:pPr>
            <a:r>
              <a:rPr lang="cs-CZ" dirty="0"/>
              <a:t>Návrh </a:t>
            </a:r>
          </a:p>
          <a:p>
            <a:pPr lvl="1">
              <a:lnSpc>
                <a:spcPct val="150000"/>
              </a:lnSpc>
            </a:pPr>
            <a:r>
              <a:rPr lang="cs-CZ" dirty="0"/>
              <a:t>Uspořádání</a:t>
            </a:r>
          </a:p>
          <a:p>
            <a:pPr lvl="1">
              <a:lnSpc>
                <a:spcPct val="150000"/>
              </a:lnSpc>
            </a:pPr>
            <a:r>
              <a:rPr lang="cs-CZ" dirty="0"/>
              <a:t>Formát</a:t>
            </a:r>
          </a:p>
          <a:p>
            <a:pPr lvl="1">
              <a:lnSpc>
                <a:spcPct val="150000"/>
              </a:lnSpc>
            </a:pPr>
            <a:r>
              <a:rPr lang="cs-CZ" dirty="0"/>
              <a:t>Vzhled stránky</a:t>
            </a:r>
          </a:p>
          <a:p>
            <a:pPr>
              <a:lnSpc>
                <a:spcPct val="200000"/>
              </a:lnSpc>
            </a:pPr>
            <a:endParaRPr lang="cs-CZ" dirty="0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29F566F9-FC39-4890-A1CB-879A38DFC60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598" t="3603" r="47917" b="24099"/>
          <a:stretch/>
        </p:blipFill>
        <p:spPr>
          <a:xfrm>
            <a:off x="6084168" y="294035"/>
            <a:ext cx="792089" cy="129614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B637A79C-7D80-4E6C-BE18-103BFE152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E1F4B-2F92-43A4-9131-C4908474F5F3}" type="slidenum">
              <a:rPr lang="cs-CZ" smtClean="0"/>
              <a:pPr/>
              <a:t>14</a:t>
            </a:fld>
            <a:endParaRPr lang="cs-CZ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/>
              <a:t>Prázdná sestava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endParaRPr lang="cs-CZ" dirty="0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B0736642-8DF6-4FCF-9876-DAB56608BF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86" b="6123"/>
          <a:stretch/>
        </p:blipFill>
        <p:spPr>
          <a:xfrm>
            <a:off x="294449" y="1844824"/>
            <a:ext cx="8555101" cy="4525963"/>
          </a:xfrm>
          <a:prstGeom prst="rect">
            <a:avLst/>
          </a:prstGeom>
        </p:spPr>
      </p:pic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70C97165-157A-4A85-80B1-D31BFF8A3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E1F4B-2F92-43A4-9131-C4908474F5F3}" type="slidenum">
              <a:rPr lang="cs-CZ" smtClean="0"/>
              <a:pPr/>
              <a:t>15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843930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sah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50000"/>
              </a:lnSpc>
            </a:pPr>
            <a:r>
              <a:rPr lang="cs-CZ" dirty="0"/>
              <a:t>Přes </a:t>
            </a:r>
            <a:r>
              <a:rPr lang="cs-CZ" b="1" dirty="0"/>
              <a:t>Návrhové zobrazení</a:t>
            </a:r>
          </a:p>
          <a:p>
            <a:pPr marL="109728" indent="0">
              <a:lnSpc>
                <a:spcPct val="250000"/>
              </a:lnSpc>
              <a:buNone/>
            </a:pPr>
            <a:r>
              <a:rPr lang="cs-CZ" dirty="0"/>
              <a:t> </a:t>
            </a:r>
          </a:p>
        </p:txBody>
      </p:sp>
      <p:sp>
        <p:nvSpPr>
          <p:cNvPr id="3" name="Nadpis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Úprava sestavy</a:t>
            </a: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E668D77A-EA7D-40F6-93D5-10A7D431AD8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1413" b="47267"/>
          <a:stretch/>
        </p:blipFill>
        <p:spPr>
          <a:xfrm>
            <a:off x="2339752" y="2709740"/>
            <a:ext cx="5285906" cy="4063329"/>
          </a:xfrm>
          <a:prstGeom prst="rect">
            <a:avLst/>
          </a:prstGeom>
        </p:spPr>
      </p:pic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917B3075-5B88-41DC-9365-F49EFFA13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E1F4B-2F92-43A4-9131-C4908474F5F3}" type="slidenum">
              <a:rPr lang="cs-CZ" smtClean="0"/>
              <a:pPr/>
              <a:t>16</a:t>
            </a:fld>
            <a:endParaRPr lang="cs-CZ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sah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50000"/>
              </a:lnSpc>
            </a:pPr>
            <a:r>
              <a:rPr lang="cs-CZ" dirty="0"/>
              <a:t> </a:t>
            </a:r>
          </a:p>
        </p:txBody>
      </p:sp>
      <p:sp>
        <p:nvSpPr>
          <p:cNvPr id="3" name="Nadpis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Návrhové zobrazení</a:t>
            </a:r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C564A162-5342-4078-BD71-C88E5AA2D05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201"/>
          <a:stretch/>
        </p:blipFill>
        <p:spPr>
          <a:xfrm>
            <a:off x="269776" y="1628800"/>
            <a:ext cx="8604448" cy="4588292"/>
          </a:xfrm>
          <a:prstGeom prst="rect">
            <a:avLst/>
          </a:prstGeom>
        </p:spPr>
      </p:pic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5F173057-8B9E-4B6C-9AE1-EBEA56B79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E1F4B-2F92-43A4-9131-C4908474F5F3}" type="slidenum">
              <a:rPr lang="cs-CZ" smtClean="0"/>
              <a:pPr/>
              <a:t>17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812598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sah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50000"/>
              </a:lnSpc>
            </a:pPr>
            <a:r>
              <a:rPr lang="cs-CZ" dirty="0"/>
              <a:t>Umožňuje pracovat:</a:t>
            </a:r>
          </a:p>
          <a:p>
            <a:pPr lvl="1">
              <a:lnSpc>
                <a:spcPct val="250000"/>
              </a:lnSpc>
            </a:pPr>
            <a:r>
              <a:rPr lang="cs-CZ" dirty="0"/>
              <a:t>se záhlavím a zápatím sestavy</a:t>
            </a:r>
          </a:p>
          <a:p>
            <a:pPr lvl="1">
              <a:lnSpc>
                <a:spcPct val="250000"/>
              </a:lnSpc>
            </a:pPr>
            <a:r>
              <a:rPr lang="cs-CZ" dirty="0"/>
              <a:t>s tělem sestavy </a:t>
            </a:r>
          </a:p>
          <a:p>
            <a:pPr lvl="1">
              <a:lnSpc>
                <a:spcPct val="250000"/>
              </a:lnSpc>
            </a:pPr>
            <a:r>
              <a:rPr lang="cs-CZ" dirty="0"/>
              <a:t>vkládat ovládací prvky, formátovat,…</a:t>
            </a:r>
          </a:p>
          <a:p>
            <a:pPr lvl="1"/>
            <a:endParaRPr lang="cs-CZ" dirty="0"/>
          </a:p>
          <a:p>
            <a:pPr>
              <a:buNone/>
            </a:pPr>
            <a:endParaRPr lang="cs-CZ" dirty="0"/>
          </a:p>
        </p:txBody>
      </p:sp>
      <p:sp>
        <p:nvSpPr>
          <p:cNvPr id="3" name="Nadpis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Návrhové zobrazení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AF7E4A9C-735D-4203-865A-FB9F7EB47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E1F4B-2F92-43A4-9131-C4908474F5F3}" type="slidenum">
              <a:rPr lang="cs-CZ" smtClean="0"/>
              <a:pPr/>
              <a:t>18</a:t>
            </a:fld>
            <a:endParaRPr lang="cs-CZ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sah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50000"/>
              </a:lnSpc>
            </a:pPr>
            <a:r>
              <a:rPr lang="cs-CZ" dirty="0"/>
              <a:t>Zobrazení Náhled umožňuje:</a:t>
            </a:r>
          </a:p>
          <a:p>
            <a:pPr lvl="1">
              <a:lnSpc>
                <a:spcPct val="250000"/>
              </a:lnSpc>
            </a:pPr>
            <a:r>
              <a:rPr lang="cs-CZ" dirty="0"/>
              <a:t>změnit orientaci, velikost stránek</a:t>
            </a:r>
          </a:p>
          <a:p>
            <a:pPr lvl="1">
              <a:lnSpc>
                <a:spcPct val="250000"/>
              </a:lnSpc>
            </a:pPr>
            <a:r>
              <a:rPr lang="cs-CZ" dirty="0"/>
              <a:t>práci s daty - export</a:t>
            </a:r>
          </a:p>
          <a:p>
            <a:pPr lvl="1"/>
            <a:endParaRPr lang="cs-CZ" dirty="0"/>
          </a:p>
          <a:p>
            <a:pPr lvl="1"/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</p:txBody>
      </p:sp>
      <p:sp>
        <p:nvSpPr>
          <p:cNvPr id="3" name="Nadpis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Tisk</a:t>
            </a: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D6C45EB7-50E1-4387-AC65-61187223874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300" t="8000" b="36000"/>
          <a:stretch/>
        </p:blipFill>
        <p:spPr>
          <a:xfrm>
            <a:off x="4384351" y="3393617"/>
            <a:ext cx="4330824" cy="31217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F184FD4F-2B03-4AC4-8A42-190A4849B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E1F4B-2F92-43A4-9131-C4908474F5F3}" type="slidenum">
              <a:rPr lang="cs-CZ" smtClean="0"/>
              <a:pPr/>
              <a:t>19</a:t>
            </a:fld>
            <a:endParaRPr lang="cs-CZ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sah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endParaRPr lang="cs-CZ" dirty="0"/>
          </a:p>
          <a:p>
            <a:pPr lvl="1"/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</p:txBody>
      </p:sp>
      <p:sp>
        <p:nvSpPr>
          <p:cNvPr id="3" name="Nadpis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Tisk</a:t>
            </a: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306B3111-4752-4CFA-982C-57463B60057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5350" b="50000"/>
          <a:stretch/>
        </p:blipFill>
        <p:spPr>
          <a:xfrm>
            <a:off x="237463" y="1913719"/>
            <a:ext cx="8669074" cy="28803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367F06F6-1049-47A1-9275-36CC71FFF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E1F4B-2F92-43A4-9131-C4908474F5F3}" type="slidenum">
              <a:rPr lang="cs-CZ" smtClean="0"/>
              <a:pPr/>
              <a:t>20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265953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sah 1">
            <a:extLst>
              <a:ext uri="{FF2B5EF4-FFF2-40B4-BE49-F238E27FC236}">
                <a16:creationId xmlns:a16="http://schemas.microsoft.com/office/drawing/2014/main" id="{F778C87E-4509-43BA-9B02-B8EFB6B1CC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Seskupit a seřadit data</a:t>
            </a:r>
          </a:p>
        </p:txBody>
      </p:sp>
      <p:sp>
        <p:nvSpPr>
          <p:cNvPr id="3" name="Nadpis 2">
            <a:extLst>
              <a:ext uri="{FF2B5EF4-FFF2-40B4-BE49-F238E27FC236}">
                <a16:creationId xmlns:a16="http://schemas.microsoft.com/office/drawing/2014/main" id="{4C22E1B8-2F34-499E-9873-551447BD6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Úprava sestavy</a:t>
            </a: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BB63CDCB-65A3-4C31-8D1A-3195CC9533F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90" r="1291" b="16497"/>
          <a:stretch/>
        </p:blipFill>
        <p:spPr>
          <a:xfrm>
            <a:off x="96796" y="2102754"/>
            <a:ext cx="8795684" cy="41607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68C03492-8D09-4CC3-A473-4AEE11827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E1F4B-2F92-43A4-9131-C4908474F5F3}" type="slidenum">
              <a:rPr lang="cs-CZ" smtClean="0"/>
              <a:pPr/>
              <a:t>21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675240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sah 1">
            <a:extLst>
              <a:ext uri="{FF2B5EF4-FFF2-40B4-BE49-F238E27FC236}">
                <a16:creationId xmlns:a16="http://schemas.microsoft.com/office/drawing/2014/main" id="{F778C87E-4509-43BA-9B02-B8EFB6B1CC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Souhrny</a:t>
            </a:r>
          </a:p>
        </p:txBody>
      </p:sp>
      <p:sp>
        <p:nvSpPr>
          <p:cNvPr id="3" name="Nadpis 2">
            <a:extLst>
              <a:ext uri="{FF2B5EF4-FFF2-40B4-BE49-F238E27FC236}">
                <a16:creationId xmlns:a16="http://schemas.microsoft.com/office/drawing/2014/main" id="{4C22E1B8-2F34-499E-9873-551447BD6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Úprava sestavy</a:t>
            </a: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8C19288C-2CC7-4C7A-B5DD-25A61098D6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7087" b="19201"/>
          <a:stretch/>
        </p:blipFill>
        <p:spPr>
          <a:xfrm>
            <a:off x="2699792" y="1397315"/>
            <a:ext cx="4896544" cy="51860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AE98C44-A1F3-4AD7-A336-F4A81F4B5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E1F4B-2F92-43A4-9131-C4908474F5F3}" type="slidenum">
              <a:rPr lang="cs-CZ" smtClean="0"/>
              <a:pPr/>
              <a:t>22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870213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sah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50000"/>
              </a:lnSpc>
            </a:pPr>
            <a:endParaRPr lang="cs-CZ" dirty="0">
              <a:solidFill>
                <a:srgbClr val="FF0000"/>
              </a:solidFill>
            </a:endParaRPr>
          </a:p>
        </p:txBody>
      </p:sp>
      <p:sp>
        <p:nvSpPr>
          <p:cNvPr id="3" name="Nadpis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Karta Návrh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A76EEBBC-D4DE-4421-AC40-3FAF4C0F6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E1F4B-2F92-43A4-9131-C4908474F5F3}" type="slidenum">
              <a:rPr lang="cs-CZ" smtClean="0"/>
              <a:pPr/>
              <a:t>23</a:t>
            </a:fld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F2F2F2DF-F475-43E0-AE34-2C06521AF39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871" b="1251"/>
          <a:stretch/>
        </p:blipFill>
        <p:spPr>
          <a:xfrm>
            <a:off x="32412" y="1616869"/>
            <a:ext cx="9112102" cy="938182"/>
          </a:xfrm>
          <a:prstGeom prst="rect">
            <a:avLst/>
          </a:prstGeom>
        </p:spPr>
      </p:pic>
      <p:pic>
        <p:nvPicPr>
          <p:cNvPr id="6" name="Obrázek 5">
            <a:extLst>
              <a:ext uri="{FF2B5EF4-FFF2-40B4-BE49-F238E27FC236}">
                <a16:creationId xmlns:a16="http://schemas.microsoft.com/office/drawing/2014/main" id="{5CC33AB4-4A89-4C70-B8F9-D2CDB95BB5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087380"/>
            <a:ext cx="9144000" cy="1203158"/>
          </a:xfrm>
          <a:prstGeom prst="rect">
            <a:avLst/>
          </a:prstGeom>
        </p:spPr>
      </p:pic>
      <p:sp>
        <p:nvSpPr>
          <p:cNvPr id="8" name="Nadpis 2">
            <a:extLst>
              <a:ext uri="{FF2B5EF4-FFF2-40B4-BE49-F238E27FC236}">
                <a16:creationId xmlns:a16="http://schemas.microsoft.com/office/drawing/2014/main" id="{68C38782-7511-4EC5-BA4B-FBA4C9D58D4A}"/>
              </a:ext>
            </a:extLst>
          </p:cNvPr>
          <p:cNvSpPr txBox="1">
            <a:spLocks/>
          </p:cNvSpPr>
          <p:nvPr/>
        </p:nvSpPr>
        <p:spPr>
          <a:xfrm>
            <a:off x="473663" y="2799127"/>
            <a:ext cx="8229600" cy="1143000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cs-CZ" dirty="0"/>
              <a:t>Karta Formát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sah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50000"/>
              </a:lnSpc>
            </a:pPr>
            <a:endParaRPr lang="cs-CZ" dirty="0">
              <a:solidFill>
                <a:srgbClr val="FF0000"/>
              </a:solidFill>
            </a:endParaRPr>
          </a:p>
        </p:txBody>
      </p:sp>
      <p:sp>
        <p:nvSpPr>
          <p:cNvPr id="3" name="Nadpis 2"/>
          <p:cNvSpPr>
            <a:spLocks noGrp="1"/>
          </p:cNvSpPr>
          <p:nvPr>
            <p:ph type="title"/>
          </p:nvPr>
        </p:nvSpPr>
        <p:spPr>
          <a:xfrm>
            <a:off x="337287" y="3224913"/>
            <a:ext cx="8229600" cy="1143000"/>
          </a:xfrm>
        </p:spPr>
        <p:txBody>
          <a:bodyPr>
            <a:normAutofit/>
          </a:bodyPr>
          <a:lstStyle/>
          <a:p>
            <a:r>
              <a:rPr lang="cs-CZ" dirty="0"/>
              <a:t>Karta Vzhled stránky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A76EEBBC-D4DE-4421-AC40-3FAF4C0F6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E1F4B-2F92-43A4-9131-C4908474F5F3}" type="slidenum">
              <a:rPr lang="cs-CZ" smtClean="0"/>
              <a:pPr/>
              <a:t>24</a:t>
            </a:fld>
            <a:endParaRPr lang="cs-CZ"/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2A04A84C-5AD2-41A7-B2F9-5A5C2EE18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46407"/>
            <a:ext cx="9144000" cy="1282390"/>
          </a:xfrm>
          <a:prstGeom prst="rect">
            <a:avLst/>
          </a:prstGeom>
        </p:spPr>
      </p:pic>
      <p:sp>
        <p:nvSpPr>
          <p:cNvPr id="8" name="Nadpis 2">
            <a:extLst>
              <a:ext uri="{FF2B5EF4-FFF2-40B4-BE49-F238E27FC236}">
                <a16:creationId xmlns:a16="http://schemas.microsoft.com/office/drawing/2014/main" id="{3FBE9365-666A-449D-A2E4-00330D951BAA}"/>
              </a:ext>
            </a:extLst>
          </p:cNvPr>
          <p:cNvSpPr txBox="1">
            <a:spLocks/>
          </p:cNvSpPr>
          <p:nvPr/>
        </p:nvSpPr>
        <p:spPr>
          <a:xfrm>
            <a:off x="609600" y="427038"/>
            <a:ext cx="8229600" cy="1143000"/>
          </a:xfrm>
          <a:prstGeom prst="rect">
            <a:avLst/>
          </a:prstGeom>
        </p:spPr>
        <p:txBody>
          <a:bodyPr vert="horz" rtlCol="0" anchor="ctr">
            <a:normAutofit fontScale="97500"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cs-CZ" dirty="0"/>
              <a:t>Karta Uspořádání</a:t>
            </a:r>
          </a:p>
        </p:txBody>
      </p:sp>
      <p:pic>
        <p:nvPicPr>
          <p:cNvPr id="9" name="Obrázek 8">
            <a:extLst>
              <a:ext uri="{FF2B5EF4-FFF2-40B4-BE49-F238E27FC236}">
                <a16:creationId xmlns:a16="http://schemas.microsoft.com/office/drawing/2014/main" id="{538C55AB-BD13-4C85-B290-671D2CA4D6C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139"/>
          <a:stretch/>
        </p:blipFill>
        <p:spPr>
          <a:xfrm>
            <a:off x="31897" y="1730332"/>
            <a:ext cx="9058523" cy="915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99193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hluk">
  <a:themeElements>
    <a:clrScheme name="Vlastní 3">
      <a:dk1>
        <a:sysClr val="windowText" lastClr="000000"/>
      </a:dk1>
      <a:lt1>
        <a:sysClr val="window" lastClr="FFFFFF"/>
      </a:lt1>
      <a:dk2>
        <a:srgbClr val="003300"/>
      </a:dk2>
      <a:lt2>
        <a:srgbClr val="66FF33"/>
      </a:lt2>
      <a:accent1>
        <a:srgbClr val="33CC33"/>
      </a:accent1>
      <a:accent2>
        <a:srgbClr val="99CC00"/>
      </a:accent2>
      <a:accent3>
        <a:srgbClr val="CCCC00"/>
      </a:accent3>
      <a:accent4>
        <a:srgbClr val="009900"/>
      </a:accent4>
      <a:accent5>
        <a:srgbClr val="006600"/>
      </a:accent5>
      <a:accent6>
        <a:srgbClr val="336600"/>
      </a:accent6>
      <a:hlink>
        <a:srgbClr val="339933"/>
      </a:hlink>
      <a:folHlink>
        <a:srgbClr val="66FF33"/>
      </a:folHlink>
    </a:clrScheme>
    <a:fontScheme name="Shluk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Shluk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Motiv1</Template>
  <TotalTime>252</TotalTime>
  <Words>246</Words>
  <Application>Microsoft Office PowerPoint</Application>
  <PresentationFormat>Předvádění na obrazovce (4:3)</PresentationFormat>
  <Paragraphs>108</Paragraphs>
  <Slides>24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24</vt:i4>
      </vt:variant>
    </vt:vector>
  </HeadingPairs>
  <TitlesOfParts>
    <vt:vector size="30" baseType="lpstr">
      <vt:lpstr>Calibri</vt:lpstr>
      <vt:lpstr>Lucida Sans Unicode</vt:lpstr>
      <vt:lpstr>Verdana</vt:lpstr>
      <vt:lpstr>Wingdings 2</vt:lpstr>
      <vt:lpstr>Wingdings 3</vt:lpstr>
      <vt:lpstr>Shluk</vt:lpstr>
      <vt:lpstr>Sestavy</vt:lpstr>
      <vt:lpstr>Sestavy</vt:lpstr>
      <vt:lpstr>Tvorba</vt:lpstr>
      <vt:lpstr>Pomocí tlačítka Sestava</vt:lpstr>
      <vt:lpstr>Prezentace aplikace PowerPoint</vt:lpstr>
      <vt:lpstr>Průvodce sestavou</vt:lpstr>
      <vt:lpstr>Průvodce sestavou</vt:lpstr>
      <vt:lpstr>Průvodce sestavou</vt:lpstr>
      <vt:lpstr>Průvodce sestavou</vt:lpstr>
      <vt:lpstr>Průvodce sestavou</vt:lpstr>
      <vt:lpstr>Návrh sestavy </vt:lpstr>
      <vt:lpstr>Návrh sestavy </vt:lpstr>
      <vt:lpstr>Návrh sestavy </vt:lpstr>
      <vt:lpstr>Prázdná sestava</vt:lpstr>
      <vt:lpstr>Prázdná sestava</vt:lpstr>
      <vt:lpstr>Úprava sestavy</vt:lpstr>
      <vt:lpstr>Návrhové zobrazení</vt:lpstr>
      <vt:lpstr>Návrhové zobrazení</vt:lpstr>
      <vt:lpstr>Tisk</vt:lpstr>
      <vt:lpstr>Tisk</vt:lpstr>
      <vt:lpstr>Úprava sestavy</vt:lpstr>
      <vt:lpstr>Úprava sestavy</vt:lpstr>
      <vt:lpstr>Karta Návrh</vt:lpstr>
      <vt:lpstr>Karta Vzhled stránky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Sestavy</dc:title>
  <dc:creator/>
  <cp:lastModifiedBy>Votavová Gabriela</cp:lastModifiedBy>
  <cp:revision>24</cp:revision>
  <cp:lastPrinted>2019-12-11T10:17:46Z</cp:lastPrinted>
  <dcterms:created xsi:type="dcterms:W3CDTF">2012-04-30T06:13:05Z</dcterms:created>
  <dcterms:modified xsi:type="dcterms:W3CDTF">2019-12-11T12:34:06Z</dcterms:modified>
</cp:coreProperties>
</file>