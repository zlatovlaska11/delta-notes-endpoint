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howSpecialPlsOnTitleSld="0" saveSubsetFonts="1">
  <p:sldMasterIdLst>
    <p:sldMasterId id="2147483672" r:id="rId4"/>
  </p:sldMasterIdLst>
  <p:notesMasterIdLst>
    <p:notesMasterId r:id="rId12"/>
  </p:notesMasterIdLst>
  <p:sldIdLst>
    <p:sldId id="256" r:id="rId5"/>
    <p:sldId id="257" r:id="rId6"/>
    <p:sldId id="259" r:id="rId7"/>
    <p:sldId id="260" r:id="rId8"/>
    <p:sldId id="261" r:id="rId9"/>
    <p:sldId id="262" r:id="rId10"/>
    <p:sldId id="264" r:id="rId11"/>
  </p:sldIdLst>
  <p:sldSz cx="9144000" cy="6858000" type="screen4x3"/>
  <p:notesSz cx="6858000" cy="9144000"/>
  <p:defaultTextStyle>
    <a:defPPr>
      <a:defRPr lang="cs-CZ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>
      <p:cViewPr varScale="1">
        <p:scale>
          <a:sx n="59" d="100"/>
          <a:sy n="59" d="100"/>
        </p:scale>
        <p:origin x="1428" y="60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4.xml"/><Relationship Id="rId13" Type="http://schemas.openxmlformats.org/officeDocument/2006/relationships/presProps" Target="presProps.xml"/><Relationship Id="rId3" Type="http://schemas.openxmlformats.org/officeDocument/2006/relationships/customXml" Target="../customXml/item3.xml"/><Relationship Id="rId7" Type="http://schemas.openxmlformats.org/officeDocument/2006/relationships/slide" Target="slides/slide3.xml"/><Relationship Id="rId12" Type="http://schemas.openxmlformats.org/officeDocument/2006/relationships/notesMaster" Target="notesMasters/notesMaster1.xml"/><Relationship Id="rId2" Type="http://schemas.openxmlformats.org/officeDocument/2006/relationships/customXml" Target="../customXml/item2.xml"/><Relationship Id="rId16" Type="http://schemas.openxmlformats.org/officeDocument/2006/relationships/tableStyles" Target="tableStyles.xml"/><Relationship Id="rId1" Type="http://schemas.openxmlformats.org/officeDocument/2006/relationships/customXml" Target="../customXml/item1.xml"/><Relationship Id="rId6" Type="http://schemas.openxmlformats.org/officeDocument/2006/relationships/slide" Target="slides/slide2.xml"/><Relationship Id="rId11" Type="http://schemas.openxmlformats.org/officeDocument/2006/relationships/slide" Target="slides/slide7.xml"/><Relationship Id="rId5" Type="http://schemas.openxmlformats.org/officeDocument/2006/relationships/slide" Target="slides/slide1.xml"/><Relationship Id="rId15" Type="http://schemas.openxmlformats.org/officeDocument/2006/relationships/theme" Target="theme/theme1.xml"/><Relationship Id="rId10" Type="http://schemas.openxmlformats.org/officeDocument/2006/relationships/slide" Target="slides/slide6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5.xml"/><Relationship Id="rId14" Type="http://schemas.openxmlformats.org/officeDocument/2006/relationships/viewProps" Target="view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Zástupný symbol pro záhlaví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cs-CZ"/>
          </a:p>
        </p:txBody>
      </p:sp>
      <p:sp>
        <p:nvSpPr>
          <p:cNvPr id="3" name="Zástupný symbol pro datum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B24FC18C-4F26-466C-9EB4-B4C09BF5116C}" type="datetimeFigureOut">
              <a:rPr lang="cs-CZ" smtClean="0"/>
              <a:t>23.11.2020</a:t>
            </a:fld>
            <a:endParaRPr lang="cs-CZ"/>
          </a:p>
        </p:txBody>
      </p:sp>
      <p:sp>
        <p:nvSpPr>
          <p:cNvPr id="4" name="Zástupný symbol pro obrázek snímku 3"/>
          <p:cNvSpPr>
            <a:spLocks noGrp="1" noRot="1" noChangeAspect="1"/>
          </p:cNvSpPr>
          <p:nvPr>
            <p:ph type="sldImg" idx="2"/>
          </p:nvPr>
        </p:nvSpPr>
        <p:spPr>
          <a:xfrm>
            <a:off x="1371600" y="1143000"/>
            <a:ext cx="41148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cs-CZ"/>
          </a:p>
        </p:txBody>
      </p:sp>
      <p:sp>
        <p:nvSpPr>
          <p:cNvPr id="5" name="Zástupný symbol pro poznámky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cs-CZ"/>
              <a:t>Po kliknutí můžete upravovat styly textu v předloze.</a:t>
            </a:r>
          </a:p>
          <a:p>
            <a:pPr lvl="1"/>
            <a:r>
              <a:rPr lang="cs-CZ"/>
              <a:t>Druhá úroveň</a:t>
            </a:r>
          </a:p>
          <a:p>
            <a:pPr lvl="2"/>
            <a:r>
              <a:rPr lang="cs-CZ"/>
              <a:t>Třetí úroveň</a:t>
            </a:r>
          </a:p>
          <a:p>
            <a:pPr lvl="3"/>
            <a:r>
              <a:rPr lang="cs-CZ"/>
              <a:t>Čtvrtá úroveň</a:t>
            </a:r>
          </a:p>
          <a:p>
            <a:pPr lvl="4"/>
            <a:r>
              <a:rPr lang="cs-CZ"/>
              <a:t>Pátá úroveň</a:t>
            </a:r>
          </a:p>
        </p:txBody>
      </p:sp>
      <p:sp>
        <p:nvSpPr>
          <p:cNvPr id="6" name="Zástupný symbol pro zápatí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cs-CZ"/>
          </a:p>
        </p:txBody>
      </p:sp>
      <p:sp>
        <p:nvSpPr>
          <p:cNvPr id="7" name="Zástupný symbol pro číslo snímku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316504F7-6902-4BBC-B790-495089AF7D57}" type="slidenum">
              <a:rPr lang="cs-CZ" smtClean="0"/>
              <a:t>‹#›</a:t>
            </a:fld>
            <a:endParaRPr lang="cs-CZ"/>
          </a:p>
        </p:txBody>
      </p:sp>
    </p:spTree>
    <p:extLst>
      <p:ext uri="{BB962C8B-B14F-4D97-AF65-F5344CB8AC3E}">
        <p14:creationId xmlns:p14="http://schemas.microsoft.com/office/powerpoint/2010/main" val="1215608103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Úvodní sníme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Nadpis 13"/>
          <p:cNvSpPr>
            <a:spLocks noGrp="1"/>
          </p:cNvSpPr>
          <p:nvPr>
            <p:ph type="ctrTitle"/>
          </p:nvPr>
        </p:nvSpPr>
        <p:spPr>
          <a:xfrm>
            <a:off x="1432560" y="359898"/>
            <a:ext cx="7406640" cy="1472184"/>
          </a:xfrm>
        </p:spPr>
        <p:txBody>
          <a:bodyPr anchor="b"/>
          <a:lstStyle>
            <a:lvl1pPr algn="l">
              <a:defRPr/>
            </a:lvl1pPr>
            <a:extLst/>
          </a:lstStyle>
          <a:p>
            <a:r>
              <a:rPr kumimoji="0" lang="cs-CZ"/>
              <a:t>Klepnutím lze upravit styl předlohy nadpisů.</a:t>
            </a:r>
            <a:endParaRPr kumimoji="0" lang="en-US"/>
          </a:p>
        </p:txBody>
      </p:sp>
      <p:sp>
        <p:nvSpPr>
          <p:cNvPr id="22" name="Podnadpis 21"/>
          <p:cNvSpPr>
            <a:spLocks noGrp="1"/>
          </p:cNvSpPr>
          <p:nvPr>
            <p:ph type="subTitle" idx="1"/>
          </p:nvPr>
        </p:nvSpPr>
        <p:spPr>
          <a:xfrm>
            <a:off x="1432560" y="1850064"/>
            <a:ext cx="7406640" cy="1752600"/>
          </a:xfrm>
        </p:spPr>
        <p:txBody>
          <a:bodyPr tIns="0"/>
          <a:lstStyle>
            <a:lvl1pPr marL="27432" indent="0" algn="l">
              <a:buNone/>
              <a:defRPr sz="2600">
                <a:solidFill>
                  <a:schemeClr val="tx2">
                    <a:shade val="30000"/>
                    <a:satMod val="150000"/>
                  </a:schemeClr>
                </a:solidFill>
              </a:defRPr>
            </a:lvl1pPr>
            <a:lvl2pPr marL="457200" indent="0" algn="ctr">
              <a:buNone/>
            </a:lvl2pPr>
            <a:lvl3pPr marL="914400" indent="0" algn="ctr">
              <a:buNone/>
            </a:lvl3pPr>
            <a:lvl4pPr marL="1371600" indent="0" algn="ctr">
              <a:buNone/>
            </a:lvl4pPr>
            <a:lvl5pPr marL="1828800" indent="0" algn="ctr">
              <a:buNone/>
            </a:lvl5pPr>
            <a:lvl6pPr marL="2286000" indent="0" algn="ctr">
              <a:buNone/>
            </a:lvl6pPr>
            <a:lvl7pPr marL="2743200" indent="0" algn="ctr">
              <a:buNone/>
            </a:lvl7pPr>
            <a:lvl8pPr marL="3200400" indent="0" algn="ctr">
              <a:buNone/>
            </a:lvl8pPr>
            <a:lvl9pPr marL="3657600" indent="0" algn="ctr">
              <a:buNone/>
            </a:lvl9pPr>
            <a:extLst/>
          </a:lstStyle>
          <a:p>
            <a:r>
              <a:rPr kumimoji="0" lang="cs-CZ"/>
              <a:t>Klepnutím lze upravit styl předlohy podnadpisů.</a:t>
            </a:r>
            <a:endParaRPr kumimoji="0" lang="en-US"/>
          </a:p>
        </p:txBody>
      </p:sp>
      <p:sp>
        <p:nvSpPr>
          <p:cNvPr id="7" name="Zástupný symbol pro datum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C332E61-ACE6-484E-973A-261648DE113D}" type="datetime1">
              <a:rPr lang="cs-CZ" smtClean="0"/>
              <a:t>23.11.2020</a:t>
            </a:fld>
            <a:endParaRPr lang="cs-CZ"/>
          </a:p>
        </p:txBody>
      </p:sp>
      <p:sp>
        <p:nvSpPr>
          <p:cNvPr id="20" name="Zástupný symbol pro zápatí 19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cs-CZ"/>
          </a:p>
        </p:txBody>
      </p:sp>
      <p:sp>
        <p:nvSpPr>
          <p:cNvPr id="10" name="Zástupný symbol pro číslo snímku 9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BF93F7C-CB1F-4946-BF78-9974F76EB445}" type="slidenum">
              <a:rPr lang="cs-CZ" smtClean="0"/>
              <a:t>‹#›</a:t>
            </a:fld>
            <a:endParaRPr lang="cs-CZ"/>
          </a:p>
        </p:txBody>
      </p:sp>
      <p:sp>
        <p:nvSpPr>
          <p:cNvPr id="8" name="Elipsa 7"/>
          <p:cNvSpPr/>
          <p:nvPr/>
        </p:nvSpPr>
        <p:spPr>
          <a:xfrm>
            <a:off x="921433" y="1413802"/>
            <a:ext cx="210312" cy="210312"/>
          </a:xfrm>
          <a:prstGeom prst="ellipse">
            <a:avLst/>
          </a:prstGeom>
          <a:gradFill rotWithShape="1">
            <a:gsLst>
              <a:gs pos="0">
                <a:schemeClr val="accent1">
                  <a:tint val="20000"/>
                  <a:satMod val="450000"/>
                  <a:alpha val="95000"/>
                </a:schemeClr>
              </a:gs>
              <a:gs pos="50000">
                <a:schemeClr val="accent1">
                  <a:tint val="38000"/>
                  <a:satMod val="250000"/>
                  <a:alpha val="90000"/>
                </a:schemeClr>
              </a:gs>
              <a:gs pos="95000">
                <a:schemeClr val="accent1">
                  <a:tint val="75000"/>
                  <a:satMod val="255000"/>
                  <a:alpha val="88000"/>
                </a:schemeClr>
              </a:gs>
              <a:gs pos="100000">
                <a:schemeClr val="accent1">
                  <a:tint val="100000"/>
                  <a:shade val="90000"/>
                  <a:satMod val="255000"/>
                  <a:alpha val="85000"/>
                </a:schemeClr>
              </a:gs>
            </a:gsLst>
            <a:path path="circle">
              <a:fillToRect l="25000" t="12500" r="75000" b="87500"/>
            </a:path>
          </a:gradFill>
          <a:ln w="2000" cap="rnd" cmpd="sng" algn="ctr">
            <a:solidFill>
              <a:schemeClr val="accent1">
                <a:shade val="90000"/>
                <a:satMod val="110000"/>
                <a:alpha val="60000"/>
              </a:schemeClr>
            </a:solidFill>
            <a:prstDash val="solid"/>
          </a:ln>
          <a:effectLst/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9" name="Elipsa 8"/>
          <p:cNvSpPr/>
          <p:nvPr/>
        </p:nvSpPr>
        <p:spPr>
          <a:xfrm>
            <a:off x="1157176" y="1345016"/>
            <a:ext cx="64008" cy="64008"/>
          </a:xfrm>
          <a:prstGeom prst="ellipse">
            <a:avLst/>
          </a:prstGeom>
          <a:noFill/>
          <a:ln w="12700" cap="rnd" cmpd="sng" algn="ctr">
            <a:solidFill>
              <a:schemeClr val="accent1">
                <a:shade val="75000"/>
                <a:alpha val="60000"/>
              </a:schemeClr>
            </a:solidFill>
            <a:prstDash val="solid"/>
          </a:ln>
          <a:effectLst/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Nadpis a obsah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adpis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0" lang="cs-CZ"/>
              <a:t>Klepnutím lze upravit styl předlohy nadpisů.</a:t>
            </a:r>
            <a:endParaRPr kumimoji="0" lang="en-US"/>
          </a:p>
        </p:txBody>
      </p:sp>
      <p:sp>
        <p:nvSpPr>
          <p:cNvPr id="3" name="Zástupný symbol pro obsah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eaLnBrk="1" latinLnBrk="0" hangingPunct="1"/>
            <a:r>
              <a:rPr lang="cs-CZ"/>
              <a:t>Klepnutím lze upravit styly předlohy textu.</a:t>
            </a:r>
          </a:p>
          <a:p>
            <a:pPr lvl="1" eaLnBrk="1" latinLnBrk="0" hangingPunct="1"/>
            <a:r>
              <a:rPr lang="cs-CZ"/>
              <a:t>Druhá úroveň</a:t>
            </a:r>
          </a:p>
          <a:p>
            <a:pPr lvl="2" eaLnBrk="1" latinLnBrk="0" hangingPunct="1"/>
            <a:r>
              <a:rPr lang="cs-CZ"/>
              <a:t>Třetí úroveň</a:t>
            </a:r>
          </a:p>
          <a:p>
            <a:pPr lvl="3" eaLnBrk="1" latinLnBrk="0" hangingPunct="1"/>
            <a:r>
              <a:rPr lang="cs-CZ"/>
              <a:t>Čtvrtá úroveň</a:t>
            </a:r>
          </a:p>
          <a:p>
            <a:pPr lvl="4" eaLnBrk="1" latinLnBrk="0" hangingPunct="1"/>
            <a:r>
              <a:rPr lang="cs-CZ"/>
              <a:t>Pátá úroveň</a:t>
            </a:r>
            <a:endParaRPr kumimoji="0" lang="en-US"/>
          </a:p>
        </p:txBody>
      </p:sp>
      <p:sp>
        <p:nvSpPr>
          <p:cNvPr id="4" name="Zástupný symbol pro datum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9F7E8DB-9D52-446F-8214-5AE3044349C2}" type="datetime1">
              <a:rPr lang="cs-CZ" smtClean="0"/>
              <a:t>23.11.2020</a:t>
            </a:fld>
            <a:endParaRPr lang="cs-CZ"/>
          </a:p>
        </p:txBody>
      </p:sp>
      <p:sp>
        <p:nvSpPr>
          <p:cNvPr id="5" name="Zástupný symbol pro zápatí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cs-CZ"/>
          </a:p>
        </p:txBody>
      </p:sp>
      <p:sp>
        <p:nvSpPr>
          <p:cNvPr id="6" name="Zástupný symbol pro číslo snímku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BF93F7C-CB1F-4946-BF78-9974F76EB445}" type="slidenum">
              <a:rPr lang="cs-CZ" smtClean="0"/>
              <a:t>‹#›</a:t>
            </a:fld>
            <a:endParaRPr lang="cs-CZ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secHead" preserve="1">
  <p:cSld name="Záhlaví části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Obdélník 6"/>
          <p:cNvSpPr/>
          <p:nvPr/>
        </p:nvSpPr>
        <p:spPr>
          <a:xfrm>
            <a:off x="2282890" y="-54"/>
            <a:ext cx="6858000" cy="6858054"/>
          </a:xfrm>
          <a:prstGeom prst="rect">
            <a:avLst/>
          </a:prstGeom>
          <a:solidFill>
            <a:schemeClr val="bg1"/>
          </a:solidFill>
          <a:ln w="25400" cap="rnd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2" name="Nadpis 1"/>
          <p:cNvSpPr>
            <a:spLocks noGrp="1"/>
          </p:cNvSpPr>
          <p:nvPr>
            <p:ph type="title"/>
          </p:nvPr>
        </p:nvSpPr>
        <p:spPr>
          <a:xfrm>
            <a:off x="2578392" y="2600325"/>
            <a:ext cx="6400800" cy="2286000"/>
          </a:xfrm>
        </p:spPr>
        <p:txBody>
          <a:bodyPr anchor="t"/>
          <a:lstStyle>
            <a:lvl1pPr algn="l">
              <a:lnSpc>
                <a:spcPts val="4500"/>
              </a:lnSpc>
              <a:buNone/>
              <a:defRPr sz="4000" b="1" cap="all"/>
            </a:lvl1pPr>
            <a:extLst/>
          </a:lstStyle>
          <a:p>
            <a:r>
              <a:rPr kumimoji="0" lang="cs-CZ"/>
              <a:t>Klepnutím lze upravit styl předlohy nadpisů.</a:t>
            </a:r>
            <a:endParaRPr kumimoji="0" lang="en-US"/>
          </a:p>
        </p:txBody>
      </p:sp>
      <p:sp>
        <p:nvSpPr>
          <p:cNvPr id="3" name="Zástupný symbol pro text 2"/>
          <p:cNvSpPr>
            <a:spLocks noGrp="1"/>
          </p:cNvSpPr>
          <p:nvPr>
            <p:ph type="body" idx="1"/>
          </p:nvPr>
        </p:nvSpPr>
        <p:spPr>
          <a:xfrm>
            <a:off x="2578392" y="1066800"/>
            <a:ext cx="6400800" cy="1509712"/>
          </a:xfrm>
        </p:spPr>
        <p:txBody>
          <a:bodyPr anchor="b"/>
          <a:lstStyle>
            <a:lvl1pPr marL="18288" indent="0">
              <a:lnSpc>
                <a:spcPts val="2300"/>
              </a:lnSpc>
              <a:spcBef>
                <a:spcPts val="0"/>
              </a:spcBef>
              <a:buNone/>
              <a:defRPr sz="2000">
                <a:solidFill>
                  <a:schemeClr val="tx2">
                    <a:shade val="30000"/>
                    <a:satMod val="150000"/>
                  </a:schemeClr>
                </a:solidFill>
              </a:defRPr>
            </a:lvl1pPr>
            <a:lvl2pPr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extLst/>
          </a:lstStyle>
          <a:p>
            <a:pPr lvl="0" eaLnBrk="1" latinLnBrk="0" hangingPunct="1"/>
            <a:r>
              <a:rPr kumimoji="0" lang="cs-CZ"/>
              <a:t>Klepnutím lze upravit styly předlohy textu.</a:t>
            </a:r>
          </a:p>
        </p:txBody>
      </p:sp>
      <p:sp>
        <p:nvSpPr>
          <p:cNvPr id="4" name="Zástupný symbol pro datum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300F8EF-CEA5-452E-816F-C52C28B0EED4}" type="datetime1">
              <a:rPr lang="cs-CZ" smtClean="0"/>
              <a:t>23.11.2020</a:t>
            </a:fld>
            <a:endParaRPr lang="cs-CZ"/>
          </a:p>
        </p:txBody>
      </p:sp>
      <p:sp>
        <p:nvSpPr>
          <p:cNvPr id="5" name="Zástupný symbol pro zápatí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cs-CZ"/>
          </a:p>
        </p:txBody>
      </p:sp>
      <p:sp>
        <p:nvSpPr>
          <p:cNvPr id="6" name="Zástupný symbol pro číslo snímku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BF93F7C-CB1F-4946-BF78-9974F76EB445}" type="slidenum">
              <a:rPr lang="cs-CZ" smtClean="0"/>
              <a:t>‹#›</a:t>
            </a:fld>
            <a:endParaRPr lang="cs-CZ"/>
          </a:p>
        </p:txBody>
      </p:sp>
      <p:sp>
        <p:nvSpPr>
          <p:cNvPr id="10" name="Obdélník 9"/>
          <p:cNvSpPr/>
          <p:nvPr/>
        </p:nvSpPr>
        <p:spPr bwMode="invGray">
          <a:xfrm>
            <a:off x="2286000" y="0"/>
            <a:ext cx="76200" cy="6858054"/>
          </a:xfrm>
          <a:prstGeom prst="rect">
            <a:avLst/>
          </a:prstGeom>
          <a:solidFill>
            <a:schemeClr val="bg1"/>
          </a:solidFill>
          <a:ln w="25400" cap="rnd" cmpd="sng" algn="ctr">
            <a:noFill/>
            <a:prstDash val="solid"/>
          </a:ln>
          <a:effectLst>
            <a:outerShdw blurRad="38550" dist="38000" dir="10800000" algn="tl" rotWithShape="0">
              <a:schemeClr val="bg2">
                <a:shade val="20000"/>
                <a:satMod val="110000"/>
                <a:alpha val="25000"/>
              </a:schemeClr>
            </a:outerShdw>
          </a:effectLst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8" name="Elipsa 7"/>
          <p:cNvSpPr/>
          <p:nvPr/>
        </p:nvSpPr>
        <p:spPr>
          <a:xfrm>
            <a:off x="2172321" y="2814656"/>
            <a:ext cx="210312" cy="210312"/>
          </a:xfrm>
          <a:prstGeom prst="ellipse">
            <a:avLst/>
          </a:prstGeom>
          <a:gradFill rotWithShape="1">
            <a:gsLst>
              <a:gs pos="0">
                <a:schemeClr val="accent1">
                  <a:tint val="20000"/>
                  <a:satMod val="450000"/>
                  <a:alpha val="95000"/>
                </a:schemeClr>
              </a:gs>
              <a:gs pos="50000">
                <a:schemeClr val="accent1">
                  <a:tint val="38000"/>
                  <a:satMod val="250000"/>
                  <a:alpha val="90000"/>
                </a:schemeClr>
              </a:gs>
              <a:gs pos="95000">
                <a:schemeClr val="accent1">
                  <a:tint val="75000"/>
                  <a:satMod val="255000"/>
                  <a:alpha val="88000"/>
                </a:schemeClr>
              </a:gs>
              <a:gs pos="100000">
                <a:schemeClr val="accent1">
                  <a:tint val="100000"/>
                  <a:shade val="90000"/>
                  <a:satMod val="255000"/>
                  <a:alpha val="85000"/>
                </a:schemeClr>
              </a:gs>
            </a:gsLst>
            <a:path path="circle">
              <a:fillToRect l="25000" t="12500" r="75000" b="87500"/>
            </a:path>
          </a:gradFill>
          <a:ln w="2000" cap="rnd" cmpd="sng" algn="ctr">
            <a:solidFill>
              <a:schemeClr val="accent1">
                <a:shade val="90000"/>
                <a:satMod val="110000"/>
                <a:alpha val="60000"/>
              </a:schemeClr>
            </a:solidFill>
            <a:prstDash val="solid"/>
          </a:ln>
          <a:effectLst/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9" name="Elipsa 8"/>
          <p:cNvSpPr/>
          <p:nvPr/>
        </p:nvSpPr>
        <p:spPr>
          <a:xfrm>
            <a:off x="2408064" y="2745870"/>
            <a:ext cx="64008" cy="64008"/>
          </a:xfrm>
          <a:prstGeom prst="ellipse">
            <a:avLst/>
          </a:prstGeom>
          <a:noFill/>
          <a:ln w="12700" cap="rnd" cmpd="sng" algn="ctr">
            <a:solidFill>
              <a:schemeClr val="accent1">
                <a:shade val="75000"/>
                <a:alpha val="60000"/>
              </a:schemeClr>
            </a:solidFill>
            <a:prstDash val="solid"/>
          </a:ln>
          <a:effectLst/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va obsah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adpis 1"/>
          <p:cNvSpPr>
            <a:spLocks noGrp="1"/>
          </p:cNvSpPr>
          <p:nvPr>
            <p:ph type="title"/>
          </p:nvPr>
        </p:nvSpPr>
        <p:spPr>
          <a:xfrm>
            <a:off x="1435608" y="274320"/>
            <a:ext cx="7498080" cy="1143000"/>
          </a:xfrm>
        </p:spPr>
        <p:txBody>
          <a:bodyPr/>
          <a:lstStyle/>
          <a:p>
            <a:r>
              <a:rPr kumimoji="0" lang="cs-CZ"/>
              <a:t>Klepnutím lze upravit styl předlohy nadpisů.</a:t>
            </a:r>
            <a:endParaRPr kumimoji="0" lang="en-US"/>
          </a:p>
        </p:txBody>
      </p:sp>
      <p:sp>
        <p:nvSpPr>
          <p:cNvPr id="3" name="Zástupný symbol pro obsah 2"/>
          <p:cNvSpPr>
            <a:spLocks noGrp="1"/>
          </p:cNvSpPr>
          <p:nvPr>
            <p:ph sz="half" idx="1"/>
          </p:nvPr>
        </p:nvSpPr>
        <p:spPr>
          <a:xfrm>
            <a:off x="1435608" y="1524000"/>
            <a:ext cx="3657600" cy="4663440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extLst/>
          </a:lstStyle>
          <a:p>
            <a:pPr lvl="0" eaLnBrk="1" latinLnBrk="0" hangingPunct="1"/>
            <a:r>
              <a:rPr lang="cs-CZ"/>
              <a:t>Klepnutím lze upravit styly předlohy textu.</a:t>
            </a:r>
          </a:p>
          <a:p>
            <a:pPr lvl="1" eaLnBrk="1" latinLnBrk="0" hangingPunct="1"/>
            <a:r>
              <a:rPr lang="cs-CZ"/>
              <a:t>Druhá úroveň</a:t>
            </a:r>
          </a:p>
          <a:p>
            <a:pPr lvl="2" eaLnBrk="1" latinLnBrk="0" hangingPunct="1"/>
            <a:r>
              <a:rPr lang="cs-CZ"/>
              <a:t>Třetí úroveň</a:t>
            </a:r>
          </a:p>
          <a:p>
            <a:pPr lvl="3" eaLnBrk="1" latinLnBrk="0" hangingPunct="1"/>
            <a:r>
              <a:rPr lang="cs-CZ"/>
              <a:t>Čtvrtá úroveň</a:t>
            </a:r>
          </a:p>
          <a:p>
            <a:pPr lvl="4" eaLnBrk="1" latinLnBrk="0" hangingPunct="1"/>
            <a:r>
              <a:rPr lang="cs-CZ"/>
              <a:t>Pátá úroveň</a:t>
            </a:r>
            <a:endParaRPr kumimoji="0" lang="en-US"/>
          </a:p>
        </p:txBody>
      </p:sp>
      <p:sp>
        <p:nvSpPr>
          <p:cNvPr id="4" name="Zástupný symbol pro obsah 3"/>
          <p:cNvSpPr>
            <a:spLocks noGrp="1"/>
          </p:cNvSpPr>
          <p:nvPr>
            <p:ph sz="half" idx="2"/>
          </p:nvPr>
        </p:nvSpPr>
        <p:spPr>
          <a:xfrm>
            <a:off x="5276088" y="1524000"/>
            <a:ext cx="3657600" cy="4663440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extLst/>
          </a:lstStyle>
          <a:p>
            <a:pPr lvl="0" eaLnBrk="1" latinLnBrk="0" hangingPunct="1"/>
            <a:r>
              <a:rPr lang="cs-CZ"/>
              <a:t>Klepnutím lze upravit styly předlohy textu.</a:t>
            </a:r>
          </a:p>
          <a:p>
            <a:pPr lvl="1" eaLnBrk="1" latinLnBrk="0" hangingPunct="1"/>
            <a:r>
              <a:rPr lang="cs-CZ"/>
              <a:t>Druhá úroveň</a:t>
            </a:r>
          </a:p>
          <a:p>
            <a:pPr lvl="2" eaLnBrk="1" latinLnBrk="0" hangingPunct="1"/>
            <a:r>
              <a:rPr lang="cs-CZ"/>
              <a:t>Třetí úroveň</a:t>
            </a:r>
          </a:p>
          <a:p>
            <a:pPr lvl="3" eaLnBrk="1" latinLnBrk="0" hangingPunct="1"/>
            <a:r>
              <a:rPr lang="cs-CZ"/>
              <a:t>Čtvrtá úroveň</a:t>
            </a:r>
          </a:p>
          <a:p>
            <a:pPr lvl="4" eaLnBrk="1" latinLnBrk="0" hangingPunct="1"/>
            <a:r>
              <a:rPr lang="cs-CZ"/>
              <a:t>Pátá úroveň</a:t>
            </a:r>
            <a:endParaRPr kumimoji="0" lang="en-US"/>
          </a:p>
        </p:txBody>
      </p:sp>
      <p:sp>
        <p:nvSpPr>
          <p:cNvPr id="5" name="Zástupný symbol pro datum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7829D5B-8D3B-468E-8D0B-1BF90C44F54A}" type="datetime1">
              <a:rPr lang="cs-CZ" smtClean="0"/>
              <a:t>23.11.2020</a:t>
            </a:fld>
            <a:endParaRPr lang="cs-CZ"/>
          </a:p>
        </p:txBody>
      </p:sp>
      <p:sp>
        <p:nvSpPr>
          <p:cNvPr id="6" name="Zástupný symbol pro zápatí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cs-CZ"/>
          </a:p>
        </p:txBody>
      </p:sp>
      <p:sp>
        <p:nvSpPr>
          <p:cNvPr id="7" name="Zástupný symbol pro číslo snímku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BF93F7C-CB1F-4946-BF78-9974F76EB445}" type="slidenum">
              <a:rPr lang="cs-CZ" smtClean="0"/>
              <a:t>‹#›</a:t>
            </a:fld>
            <a:endParaRPr lang="cs-CZ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woTxTwoObj" preserve="1">
  <p:cSld name="Porovnání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adpis 1"/>
          <p:cNvSpPr>
            <a:spLocks noGrp="1"/>
          </p:cNvSpPr>
          <p:nvPr>
            <p:ph type="title"/>
          </p:nvPr>
        </p:nvSpPr>
        <p:spPr>
          <a:xfrm>
            <a:off x="457200" y="5160336"/>
            <a:ext cx="8229600" cy="1143000"/>
          </a:xfrm>
        </p:spPr>
        <p:txBody>
          <a:bodyPr anchor="ctr"/>
          <a:lstStyle>
            <a:lvl1pPr algn="ctr">
              <a:defRPr sz="4500" b="1" cap="none" baseline="0"/>
            </a:lvl1pPr>
            <a:extLst/>
          </a:lstStyle>
          <a:p>
            <a:r>
              <a:rPr kumimoji="0" lang="cs-CZ"/>
              <a:t>Klepnutím lze upravit styl předlohy nadpisů.</a:t>
            </a:r>
            <a:endParaRPr kumimoji="0" lang="en-US"/>
          </a:p>
        </p:txBody>
      </p:sp>
      <p:sp>
        <p:nvSpPr>
          <p:cNvPr id="3" name="Zástupný symbol pro text 2"/>
          <p:cNvSpPr>
            <a:spLocks noGrp="1"/>
          </p:cNvSpPr>
          <p:nvPr>
            <p:ph type="body" idx="1"/>
          </p:nvPr>
        </p:nvSpPr>
        <p:spPr>
          <a:xfrm>
            <a:off x="457200" y="328278"/>
            <a:ext cx="4023360" cy="640080"/>
          </a:xfrm>
          <a:solidFill>
            <a:schemeClr val="bg1"/>
          </a:solidFill>
          <a:ln w="10795">
            <a:solidFill>
              <a:schemeClr val="bg1"/>
            </a:solidFill>
            <a:miter lim="800000"/>
          </a:ln>
        </p:spPr>
        <p:txBody>
          <a:bodyPr anchor="ctr"/>
          <a:lstStyle>
            <a:lvl1pPr marL="64008" indent="0" algn="l">
              <a:lnSpc>
                <a:spcPct val="100000"/>
              </a:lnSpc>
              <a:spcBef>
                <a:spcPts val="100"/>
              </a:spcBef>
              <a:buNone/>
              <a:defRPr sz="1900" b="0">
                <a:solidFill>
                  <a:schemeClr val="tx1"/>
                </a:solidFill>
              </a:defRPr>
            </a:lvl1pPr>
            <a:lvl2pPr>
              <a:buNone/>
              <a:defRPr sz="2000" b="1"/>
            </a:lvl2pPr>
            <a:lvl3pPr>
              <a:buNone/>
              <a:defRPr sz="1800" b="1"/>
            </a:lvl3pPr>
            <a:lvl4pPr>
              <a:buNone/>
              <a:defRPr sz="1600" b="1"/>
            </a:lvl4pPr>
            <a:lvl5pPr>
              <a:buNone/>
              <a:defRPr sz="1600" b="1"/>
            </a:lvl5pPr>
            <a:extLst/>
          </a:lstStyle>
          <a:p>
            <a:pPr lvl="0" eaLnBrk="1" latinLnBrk="0" hangingPunct="1"/>
            <a:r>
              <a:rPr kumimoji="0" lang="cs-CZ"/>
              <a:t>Klepnutím lze upravit styly předlohy textu.</a:t>
            </a:r>
          </a:p>
        </p:txBody>
      </p:sp>
      <p:sp>
        <p:nvSpPr>
          <p:cNvPr id="4" name="Zástupný symbol pro text 3"/>
          <p:cNvSpPr>
            <a:spLocks noGrp="1"/>
          </p:cNvSpPr>
          <p:nvPr>
            <p:ph type="body" sz="half" idx="3"/>
          </p:nvPr>
        </p:nvSpPr>
        <p:spPr>
          <a:xfrm>
            <a:off x="4663440" y="328278"/>
            <a:ext cx="4023360" cy="640080"/>
          </a:xfrm>
          <a:solidFill>
            <a:schemeClr val="bg1"/>
          </a:solidFill>
          <a:ln w="10795">
            <a:solidFill>
              <a:schemeClr val="bg1"/>
            </a:solidFill>
            <a:miter lim="800000"/>
          </a:ln>
        </p:spPr>
        <p:txBody>
          <a:bodyPr anchor="ctr"/>
          <a:lstStyle>
            <a:lvl1pPr marL="64008" indent="0" algn="l">
              <a:lnSpc>
                <a:spcPct val="100000"/>
              </a:lnSpc>
              <a:spcBef>
                <a:spcPts val="100"/>
              </a:spcBef>
              <a:buNone/>
              <a:defRPr sz="1900" b="0">
                <a:solidFill>
                  <a:schemeClr val="tx1"/>
                </a:solidFill>
              </a:defRPr>
            </a:lvl1pPr>
            <a:lvl2pPr>
              <a:buNone/>
              <a:defRPr sz="2000" b="1"/>
            </a:lvl2pPr>
            <a:lvl3pPr>
              <a:buNone/>
              <a:defRPr sz="1800" b="1"/>
            </a:lvl3pPr>
            <a:lvl4pPr>
              <a:buNone/>
              <a:defRPr sz="1600" b="1"/>
            </a:lvl4pPr>
            <a:lvl5pPr>
              <a:buNone/>
              <a:defRPr sz="1600" b="1"/>
            </a:lvl5pPr>
            <a:extLst/>
          </a:lstStyle>
          <a:p>
            <a:pPr lvl="0" eaLnBrk="1" latinLnBrk="0" hangingPunct="1"/>
            <a:r>
              <a:rPr kumimoji="0" lang="cs-CZ"/>
              <a:t>Klepnutím lze upravit styly předlohy textu.</a:t>
            </a:r>
          </a:p>
        </p:txBody>
      </p:sp>
      <p:sp>
        <p:nvSpPr>
          <p:cNvPr id="5" name="Zástupný symbol pro obsah 4"/>
          <p:cNvSpPr>
            <a:spLocks noGrp="1"/>
          </p:cNvSpPr>
          <p:nvPr>
            <p:ph sz="quarter" idx="2"/>
          </p:nvPr>
        </p:nvSpPr>
        <p:spPr>
          <a:xfrm>
            <a:off x="457200" y="969336"/>
            <a:ext cx="4023360" cy="4114800"/>
          </a:xfrm>
          <a:ln w="10795">
            <a:solidFill>
              <a:schemeClr val="bg1"/>
            </a:solidFill>
            <a:prstDash val="dash"/>
            <a:miter lim="800000"/>
          </a:ln>
        </p:spPr>
        <p:txBody>
          <a:bodyPr/>
          <a:lstStyle>
            <a:lvl1pPr marL="393192" indent="-274320">
              <a:lnSpc>
                <a:spcPct val="100000"/>
              </a:lnSpc>
              <a:spcBef>
                <a:spcPts val="700"/>
              </a:spcBef>
              <a:defRPr sz="2400"/>
            </a:lvl1pPr>
            <a:lvl2pPr>
              <a:lnSpc>
                <a:spcPct val="100000"/>
              </a:lnSpc>
              <a:spcBef>
                <a:spcPts val="700"/>
              </a:spcBef>
              <a:defRPr sz="2000"/>
            </a:lvl2pPr>
            <a:lvl3pPr>
              <a:lnSpc>
                <a:spcPct val="100000"/>
              </a:lnSpc>
              <a:spcBef>
                <a:spcPts val="700"/>
              </a:spcBef>
              <a:defRPr sz="1800"/>
            </a:lvl3pPr>
            <a:lvl4pPr>
              <a:lnSpc>
                <a:spcPct val="100000"/>
              </a:lnSpc>
              <a:spcBef>
                <a:spcPts val="700"/>
              </a:spcBef>
              <a:defRPr sz="1600"/>
            </a:lvl4pPr>
            <a:lvl5pPr>
              <a:lnSpc>
                <a:spcPct val="100000"/>
              </a:lnSpc>
              <a:spcBef>
                <a:spcPts val="700"/>
              </a:spcBef>
              <a:defRPr sz="1600"/>
            </a:lvl5pPr>
            <a:extLst/>
          </a:lstStyle>
          <a:p>
            <a:pPr lvl="0" eaLnBrk="1" latinLnBrk="0" hangingPunct="1"/>
            <a:r>
              <a:rPr lang="cs-CZ"/>
              <a:t>Klepnutím lze upravit styly předlohy textu.</a:t>
            </a:r>
          </a:p>
          <a:p>
            <a:pPr lvl="1" eaLnBrk="1" latinLnBrk="0" hangingPunct="1"/>
            <a:r>
              <a:rPr lang="cs-CZ"/>
              <a:t>Druhá úroveň</a:t>
            </a:r>
          </a:p>
          <a:p>
            <a:pPr lvl="2" eaLnBrk="1" latinLnBrk="0" hangingPunct="1"/>
            <a:r>
              <a:rPr lang="cs-CZ"/>
              <a:t>Třetí úroveň</a:t>
            </a:r>
          </a:p>
          <a:p>
            <a:pPr lvl="3" eaLnBrk="1" latinLnBrk="0" hangingPunct="1"/>
            <a:r>
              <a:rPr lang="cs-CZ"/>
              <a:t>Čtvrtá úroveň</a:t>
            </a:r>
          </a:p>
          <a:p>
            <a:pPr lvl="4" eaLnBrk="1" latinLnBrk="0" hangingPunct="1"/>
            <a:r>
              <a:rPr lang="cs-CZ"/>
              <a:t>Pátá úroveň</a:t>
            </a:r>
            <a:endParaRPr kumimoji="0" lang="en-US"/>
          </a:p>
        </p:txBody>
      </p:sp>
      <p:sp>
        <p:nvSpPr>
          <p:cNvPr id="6" name="Zástupný symbol pro obsah 5"/>
          <p:cNvSpPr>
            <a:spLocks noGrp="1"/>
          </p:cNvSpPr>
          <p:nvPr>
            <p:ph sz="quarter" idx="4"/>
          </p:nvPr>
        </p:nvSpPr>
        <p:spPr>
          <a:xfrm>
            <a:off x="4663440" y="969336"/>
            <a:ext cx="4023360" cy="4114800"/>
          </a:xfrm>
          <a:ln w="10795">
            <a:solidFill>
              <a:schemeClr val="bg1"/>
            </a:solidFill>
            <a:prstDash val="dash"/>
            <a:miter lim="800000"/>
          </a:ln>
        </p:spPr>
        <p:txBody>
          <a:bodyPr/>
          <a:lstStyle>
            <a:lvl1pPr marL="393192" indent="-274320">
              <a:lnSpc>
                <a:spcPct val="100000"/>
              </a:lnSpc>
              <a:spcBef>
                <a:spcPts val="700"/>
              </a:spcBef>
              <a:defRPr sz="2400"/>
            </a:lvl1pPr>
            <a:lvl2pPr>
              <a:lnSpc>
                <a:spcPct val="100000"/>
              </a:lnSpc>
              <a:spcBef>
                <a:spcPts val="700"/>
              </a:spcBef>
              <a:defRPr sz="2000"/>
            </a:lvl2pPr>
            <a:lvl3pPr>
              <a:lnSpc>
                <a:spcPct val="100000"/>
              </a:lnSpc>
              <a:spcBef>
                <a:spcPts val="700"/>
              </a:spcBef>
              <a:defRPr sz="1800"/>
            </a:lvl3pPr>
            <a:lvl4pPr>
              <a:lnSpc>
                <a:spcPct val="100000"/>
              </a:lnSpc>
              <a:spcBef>
                <a:spcPts val="700"/>
              </a:spcBef>
              <a:defRPr sz="1600"/>
            </a:lvl4pPr>
            <a:lvl5pPr>
              <a:lnSpc>
                <a:spcPct val="100000"/>
              </a:lnSpc>
              <a:spcBef>
                <a:spcPts val="700"/>
              </a:spcBef>
              <a:defRPr sz="1600"/>
            </a:lvl5pPr>
            <a:extLst/>
          </a:lstStyle>
          <a:p>
            <a:pPr lvl="0" eaLnBrk="1" latinLnBrk="0" hangingPunct="1"/>
            <a:r>
              <a:rPr lang="cs-CZ"/>
              <a:t>Klepnutím lze upravit styly předlohy textu.</a:t>
            </a:r>
          </a:p>
          <a:p>
            <a:pPr lvl="1" eaLnBrk="1" latinLnBrk="0" hangingPunct="1"/>
            <a:r>
              <a:rPr lang="cs-CZ"/>
              <a:t>Druhá úroveň</a:t>
            </a:r>
          </a:p>
          <a:p>
            <a:pPr lvl="2" eaLnBrk="1" latinLnBrk="0" hangingPunct="1"/>
            <a:r>
              <a:rPr lang="cs-CZ"/>
              <a:t>Třetí úroveň</a:t>
            </a:r>
          </a:p>
          <a:p>
            <a:pPr lvl="3" eaLnBrk="1" latinLnBrk="0" hangingPunct="1"/>
            <a:r>
              <a:rPr lang="cs-CZ"/>
              <a:t>Čtvrtá úroveň</a:t>
            </a:r>
          </a:p>
          <a:p>
            <a:pPr lvl="4" eaLnBrk="1" latinLnBrk="0" hangingPunct="1"/>
            <a:r>
              <a:rPr lang="cs-CZ"/>
              <a:t>Pátá úroveň</a:t>
            </a:r>
            <a:endParaRPr kumimoji="0" lang="en-US"/>
          </a:p>
        </p:txBody>
      </p:sp>
      <p:sp>
        <p:nvSpPr>
          <p:cNvPr id="7" name="Zástupný symbol pro datum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84A7805-B68A-47BB-BF3E-74F7F7A497E6}" type="datetime1">
              <a:rPr lang="cs-CZ" smtClean="0"/>
              <a:t>23.11.2020</a:t>
            </a:fld>
            <a:endParaRPr lang="cs-CZ"/>
          </a:p>
        </p:txBody>
      </p:sp>
      <p:sp>
        <p:nvSpPr>
          <p:cNvPr id="8" name="Zástupný symbol pro zápatí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cs-CZ"/>
          </a:p>
        </p:txBody>
      </p:sp>
      <p:sp>
        <p:nvSpPr>
          <p:cNvPr id="9" name="Zástupný symbol pro číslo snímku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BF93F7C-CB1F-4946-BF78-9974F76EB445}" type="slidenum">
              <a:rPr lang="cs-CZ" smtClean="0"/>
              <a:t>‹#›</a:t>
            </a:fld>
            <a:endParaRPr lang="cs-CZ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Pouze nadpi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adpis 1"/>
          <p:cNvSpPr>
            <a:spLocks noGrp="1"/>
          </p:cNvSpPr>
          <p:nvPr>
            <p:ph type="title"/>
          </p:nvPr>
        </p:nvSpPr>
        <p:spPr>
          <a:xfrm>
            <a:off x="1435608" y="274320"/>
            <a:ext cx="7498080" cy="1143000"/>
          </a:xfrm>
        </p:spPr>
        <p:txBody>
          <a:bodyPr anchor="ctr"/>
          <a:lstStyle/>
          <a:p>
            <a:r>
              <a:rPr kumimoji="0" lang="cs-CZ"/>
              <a:t>Klepnutím lze upravit styl předlohy nadpisů.</a:t>
            </a:r>
            <a:endParaRPr kumimoji="0" lang="en-US"/>
          </a:p>
        </p:txBody>
      </p:sp>
      <p:sp>
        <p:nvSpPr>
          <p:cNvPr id="3" name="Zástupný symbol pro datum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251E21E-2575-461B-9DDF-CFC6C99F93E7}" type="datetime1">
              <a:rPr lang="cs-CZ" smtClean="0"/>
              <a:t>23.11.2020</a:t>
            </a:fld>
            <a:endParaRPr lang="cs-CZ"/>
          </a:p>
        </p:txBody>
      </p:sp>
      <p:sp>
        <p:nvSpPr>
          <p:cNvPr id="4" name="Zástupný symbol pro zápatí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cs-CZ"/>
          </a:p>
        </p:txBody>
      </p:sp>
      <p:sp>
        <p:nvSpPr>
          <p:cNvPr id="5" name="Zástupný symbol pro číslo snímku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BF93F7C-CB1F-4946-BF78-9974F76EB445}" type="slidenum">
              <a:rPr lang="cs-CZ" smtClean="0"/>
              <a:t>‹#›</a:t>
            </a:fld>
            <a:endParaRPr lang="cs-CZ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blank" preserve="1">
  <p:cSld name="Prázdn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Obdélník 4"/>
          <p:cNvSpPr/>
          <p:nvPr/>
        </p:nvSpPr>
        <p:spPr>
          <a:xfrm>
            <a:off x="1014984" y="0"/>
            <a:ext cx="8129016" cy="6858000"/>
          </a:xfrm>
          <a:prstGeom prst="rect">
            <a:avLst/>
          </a:prstGeom>
          <a:solidFill>
            <a:schemeClr val="bg1"/>
          </a:solidFill>
          <a:ln w="25400" cap="rnd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2" name="Zástupný symbol pro datum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A8295C4-A029-4F68-AB16-D8E27CF91D3E}" type="datetime1">
              <a:rPr lang="cs-CZ" smtClean="0"/>
              <a:t>23.11.2020</a:t>
            </a:fld>
            <a:endParaRPr lang="cs-CZ"/>
          </a:p>
        </p:txBody>
      </p:sp>
      <p:sp>
        <p:nvSpPr>
          <p:cNvPr id="3" name="Zástupný symbol pro zápatí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cs-CZ"/>
          </a:p>
        </p:txBody>
      </p:sp>
      <p:sp>
        <p:nvSpPr>
          <p:cNvPr id="4" name="Zástupný symbol pro číslo snímku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BF93F7C-CB1F-4946-BF78-9974F76EB445}" type="slidenum">
              <a:rPr lang="cs-CZ" smtClean="0"/>
              <a:t>‹#›</a:t>
            </a:fld>
            <a:endParaRPr lang="cs-CZ"/>
          </a:p>
        </p:txBody>
      </p:sp>
      <p:sp>
        <p:nvSpPr>
          <p:cNvPr id="6" name="Obdélník 5"/>
          <p:cNvSpPr/>
          <p:nvPr/>
        </p:nvSpPr>
        <p:spPr bwMode="invGray">
          <a:xfrm>
            <a:off x="1014984" y="-54"/>
            <a:ext cx="73152" cy="6858054"/>
          </a:xfrm>
          <a:prstGeom prst="rect">
            <a:avLst/>
          </a:prstGeom>
          <a:solidFill>
            <a:schemeClr val="bg1"/>
          </a:solidFill>
          <a:ln w="25400" cap="rnd" cmpd="sng" algn="ctr">
            <a:noFill/>
            <a:prstDash val="solid"/>
          </a:ln>
          <a:effectLst>
            <a:outerShdw blurRad="38550" dist="38000" dir="10800000" algn="tl" rotWithShape="0">
              <a:schemeClr val="bg2">
                <a:shade val="20000"/>
                <a:satMod val="110000"/>
                <a:alpha val="25000"/>
              </a:schemeClr>
            </a:outerShdw>
          </a:effectLst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Tx" preserve="1">
  <p:cSld name="Obsah s titulkem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adpis 1"/>
          <p:cNvSpPr>
            <a:spLocks noGrp="1"/>
          </p:cNvSpPr>
          <p:nvPr>
            <p:ph type="title"/>
          </p:nvPr>
        </p:nvSpPr>
        <p:spPr>
          <a:xfrm>
            <a:off x="457200" y="216778"/>
            <a:ext cx="3810000" cy="1162050"/>
          </a:xfrm>
          <a:ln>
            <a:noFill/>
          </a:ln>
        </p:spPr>
        <p:txBody>
          <a:bodyPr anchor="b"/>
          <a:lstStyle>
            <a:lvl1pPr algn="l">
              <a:lnSpc>
                <a:spcPts val="2000"/>
              </a:lnSpc>
              <a:buNone/>
              <a:defRPr sz="2200" b="1" cap="all" baseline="0"/>
            </a:lvl1pPr>
            <a:extLst/>
          </a:lstStyle>
          <a:p>
            <a:r>
              <a:rPr kumimoji="0" lang="cs-CZ"/>
              <a:t>Klepnutím lze upravit styl předlohy nadpisů.</a:t>
            </a:r>
            <a:endParaRPr kumimoji="0" lang="en-US"/>
          </a:p>
        </p:txBody>
      </p:sp>
      <p:sp>
        <p:nvSpPr>
          <p:cNvPr id="3" name="Zástupný symbol pro text 2"/>
          <p:cNvSpPr>
            <a:spLocks noGrp="1"/>
          </p:cNvSpPr>
          <p:nvPr>
            <p:ph type="body" idx="2"/>
          </p:nvPr>
        </p:nvSpPr>
        <p:spPr>
          <a:xfrm>
            <a:off x="457200" y="1406964"/>
            <a:ext cx="3810000" cy="698500"/>
          </a:xfrm>
        </p:spPr>
        <p:txBody>
          <a:bodyPr/>
          <a:lstStyle>
            <a:lvl1pPr marL="45720" indent="0">
              <a:lnSpc>
                <a:spcPct val="100000"/>
              </a:lnSpc>
              <a:spcBef>
                <a:spcPts val="0"/>
              </a:spcBef>
              <a:buNone/>
              <a:defRPr sz="1400"/>
            </a:lvl1pPr>
            <a:lvl2pPr>
              <a:buNone/>
              <a:defRPr sz="1200"/>
            </a:lvl2pPr>
            <a:lvl3pPr>
              <a:buNone/>
              <a:defRPr sz="1000"/>
            </a:lvl3pPr>
            <a:lvl4pPr>
              <a:buNone/>
              <a:defRPr sz="900"/>
            </a:lvl4pPr>
            <a:lvl5pPr>
              <a:buNone/>
              <a:defRPr sz="900"/>
            </a:lvl5pPr>
            <a:extLst/>
          </a:lstStyle>
          <a:p>
            <a:pPr lvl="0" eaLnBrk="1" latinLnBrk="0" hangingPunct="1"/>
            <a:r>
              <a:rPr kumimoji="0" lang="cs-CZ"/>
              <a:t>Klepnutím lze upravit styly předlohy textu.</a:t>
            </a:r>
          </a:p>
        </p:txBody>
      </p:sp>
      <p:sp>
        <p:nvSpPr>
          <p:cNvPr id="4" name="Zástupný symbol pro obsah 3"/>
          <p:cNvSpPr>
            <a:spLocks noGrp="1"/>
          </p:cNvSpPr>
          <p:nvPr>
            <p:ph sz="half" idx="1"/>
          </p:nvPr>
        </p:nvSpPr>
        <p:spPr>
          <a:xfrm>
            <a:off x="457200" y="2133600"/>
            <a:ext cx="8153400" cy="399256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extLst/>
          </a:lstStyle>
          <a:p>
            <a:pPr lvl="0" eaLnBrk="1" latinLnBrk="0" hangingPunct="1"/>
            <a:r>
              <a:rPr lang="cs-CZ"/>
              <a:t>Klepnutím lze upravit styly předlohy textu.</a:t>
            </a:r>
          </a:p>
          <a:p>
            <a:pPr lvl="1" eaLnBrk="1" latinLnBrk="0" hangingPunct="1"/>
            <a:r>
              <a:rPr lang="cs-CZ"/>
              <a:t>Druhá úroveň</a:t>
            </a:r>
          </a:p>
          <a:p>
            <a:pPr lvl="2" eaLnBrk="1" latinLnBrk="0" hangingPunct="1"/>
            <a:r>
              <a:rPr lang="cs-CZ"/>
              <a:t>Třetí úroveň</a:t>
            </a:r>
          </a:p>
          <a:p>
            <a:pPr lvl="3" eaLnBrk="1" latinLnBrk="0" hangingPunct="1"/>
            <a:r>
              <a:rPr lang="cs-CZ"/>
              <a:t>Čtvrtá úroveň</a:t>
            </a:r>
          </a:p>
          <a:p>
            <a:pPr lvl="4" eaLnBrk="1" latinLnBrk="0" hangingPunct="1"/>
            <a:r>
              <a:rPr lang="cs-CZ"/>
              <a:t>Pátá úroveň</a:t>
            </a:r>
            <a:endParaRPr kumimoji="0" lang="en-US"/>
          </a:p>
        </p:txBody>
      </p:sp>
      <p:sp>
        <p:nvSpPr>
          <p:cNvPr id="5" name="Zástupný symbol pro datum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AA74D8-404F-4E02-B280-4A8BC75BD63B}" type="datetime1">
              <a:rPr lang="cs-CZ" smtClean="0"/>
              <a:t>23.11.2020</a:t>
            </a:fld>
            <a:endParaRPr lang="cs-CZ"/>
          </a:p>
        </p:txBody>
      </p:sp>
      <p:sp>
        <p:nvSpPr>
          <p:cNvPr id="6" name="Zástupný symbol pro zápatí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cs-CZ"/>
          </a:p>
        </p:txBody>
      </p:sp>
      <p:sp>
        <p:nvSpPr>
          <p:cNvPr id="7" name="Zástupný symbol pro číslo snímku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BF93F7C-CB1F-4946-BF78-9974F76EB445}" type="slidenum">
              <a:rPr lang="cs-CZ" smtClean="0"/>
              <a:t>‹#›</a:t>
            </a:fld>
            <a:endParaRPr lang="cs-CZ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picTx" preserve="1">
  <p:cSld name="Obrázek s titulkem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adpis 1"/>
          <p:cNvSpPr>
            <a:spLocks noGrp="1"/>
          </p:cNvSpPr>
          <p:nvPr>
            <p:ph type="title"/>
          </p:nvPr>
        </p:nvSpPr>
        <p:spPr>
          <a:xfrm>
            <a:off x="5886896" y="1066800"/>
            <a:ext cx="2743200" cy="1981200"/>
          </a:xfrm>
        </p:spPr>
        <p:txBody>
          <a:bodyPr anchor="b">
            <a:noAutofit/>
          </a:bodyPr>
          <a:lstStyle>
            <a:lvl1pPr algn="l">
              <a:buNone/>
              <a:defRPr sz="2100" b="1">
                <a:effectLst/>
              </a:defRPr>
            </a:lvl1pPr>
            <a:extLst/>
          </a:lstStyle>
          <a:p>
            <a:r>
              <a:rPr kumimoji="0" lang="cs-CZ"/>
              <a:t>Klepnutím lze upravit styl předlohy nadpisů.</a:t>
            </a:r>
            <a:endParaRPr kumimoji="0" lang="en-US"/>
          </a:p>
        </p:txBody>
      </p:sp>
      <p:sp>
        <p:nvSpPr>
          <p:cNvPr id="5" name="Zástupný symbol pro datum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DE6CE37-5088-4376-97A6-2849DFC918B6}" type="datetime1">
              <a:rPr lang="cs-CZ" smtClean="0"/>
              <a:t>23.11.2020</a:t>
            </a:fld>
            <a:endParaRPr lang="cs-CZ"/>
          </a:p>
        </p:txBody>
      </p:sp>
      <p:sp>
        <p:nvSpPr>
          <p:cNvPr id="6" name="Zástupný symbol pro zápatí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cs-CZ"/>
          </a:p>
        </p:txBody>
      </p:sp>
      <p:sp>
        <p:nvSpPr>
          <p:cNvPr id="7" name="Zástupný symbol pro číslo snímku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BF93F7C-CB1F-4946-BF78-9974F76EB445}" type="slidenum">
              <a:rPr lang="cs-CZ" smtClean="0"/>
              <a:t>‹#›</a:t>
            </a:fld>
            <a:endParaRPr lang="cs-CZ"/>
          </a:p>
        </p:txBody>
      </p:sp>
      <p:sp>
        <p:nvSpPr>
          <p:cNvPr id="8" name="Obdélník 7"/>
          <p:cNvSpPr/>
          <p:nvPr/>
        </p:nvSpPr>
        <p:spPr>
          <a:xfrm>
            <a:off x="762000" y="1066800"/>
            <a:ext cx="4572000" cy="4572000"/>
          </a:xfrm>
          <a:prstGeom prst="rect">
            <a:avLst/>
          </a:prstGeom>
          <a:solidFill>
            <a:srgbClr val="FFFFFF"/>
          </a:solidFill>
          <a:ln w="88900" cap="sq">
            <a:solidFill>
              <a:srgbClr val="FFFFFF"/>
            </a:solidFill>
            <a:miter lim="800000"/>
          </a:ln>
          <a:effectLst>
            <a:outerShdw blurRad="55500" dist="18500" dir="5400000" algn="tl" rotWithShape="0">
              <a:srgbClr val="000000">
                <a:alpha val="35000"/>
              </a:srgbClr>
            </a:outerShdw>
          </a:effectLst>
          <a:scene3d>
            <a:camera prst="orthographicFront"/>
            <a:lightRig rig="twoPt" dir="t">
              <a:rot lat="0" lon="0" rev="7200000"/>
            </a:lightRig>
          </a:scene3d>
          <a:sp3d contourW="635">
            <a:bevelT w="25400" h="19050"/>
            <a:contourClr>
              <a:srgbClr val="969696"/>
            </a:contourClr>
          </a:sp3d>
        </p:spPr>
        <p:txBody>
          <a:bodyPr lIns="91440" tIns="274320" rtlCol="0" anchor="t">
            <a:normAutofit/>
          </a:bodyPr>
          <a:lstStyle/>
          <a:p>
            <a:pPr marL="0" indent="-283464" algn="l" rtl="0" eaLnBrk="1" latinLnBrk="0" hangingPunct="1">
              <a:lnSpc>
                <a:spcPts val="3000"/>
              </a:lnSpc>
              <a:spcBef>
                <a:spcPts val="600"/>
              </a:spcBef>
              <a:buClr>
                <a:schemeClr val="accent1"/>
              </a:buClr>
              <a:buSzPct val="80000"/>
              <a:buFont typeface="Wingdings 2"/>
              <a:buNone/>
            </a:pPr>
            <a:endParaRPr kumimoji="0" lang="en-US" sz="3200" kern="1200">
              <a:solidFill>
                <a:schemeClr val="tx1"/>
              </a:solidFill>
              <a:latin typeface="+mn-lt"/>
              <a:ea typeface="+mn-ea"/>
              <a:cs typeface="+mn-cs"/>
            </a:endParaRPr>
          </a:p>
        </p:txBody>
      </p:sp>
      <p:sp>
        <p:nvSpPr>
          <p:cNvPr id="3" name="Zástupný symbol pro obrázek 2"/>
          <p:cNvSpPr>
            <a:spLocks noGrp="1"/>
          </p:cNvSpPr>
          <p:nvPr>
            <p:ph type="pic" idx="1"/>
          </p:nvPr>
        </p:nvSpPr>
        <p:spPr>
          <a:xfrm>
            <a:off x="838200" y="1143003"/>
            <a:ext cx="4419600" cy="3514531"/>
          </a:xfrm>
          <a:prstGeom prst="roundRect">
            <a:avLst>
              <a:gd name="adj" fmla="val 783"/>
            </a:avLst>
          </a:prstGeom>
          <a:solidFill>
            <a:schemeClr val="bg2"/>
          </a:solidFill>
          <a:ln w="127000">
            <a:noFill/>
            <a:miter lim="800000"/>
          </a:ln>
          <a:effectLst/>
        </p:spPr>
        <p:txBody>
          <a:bodyPr lIns="91440" tIns="274320" anchor="t"/>
          <a:lstStyle>
            <a:lvl1pPr indent="0">
              <a:buNone/>
              <a:defRPr sz="3200"/>
            </a:lvl1pPr>
            <a:extLst/>
          </a:lstStyle>
          <a:p>
            <a:pPr marL="0" algn="l" eaLnBrk="1" latinLnBrk="0" hangingPunct="1"/>
            <a:r>
              <a:rPr kumimoji="0" lang="cs-CZ"/>
              <a:t>Klepnutím na ikonu přidáte obrázek.</a:t>
            </a:r>
            <a:endParaRPr kumimoji="0" lang="en-US" dirty="0"/>
          </a:p>
        </p:txBody>
      </p:sp>
      <p:sp>
        <p:nvSpPr>
          <p:cNvPr id="9" name="Vývojový diagram: postup 8"/>
          <p:cNvSpPr/>
          <p:nvPr/>
        </p:nvSpPr>
        <p:spPr>
          <a:xfrm rot="19468671">
            <a:off x="396725" y="954341"/>
            <a:ext cx="685800" cy="204310"/>
          </a:xfrm>
          <a:prstGeom prst="flowChartProcess">
            <a:avLst/>
          </a:prstGeom>
          <a:solidFill>
            <a:srgbClr val="FBFBFB">
              <a:alpha val="45098"/>
            </a:srgbClr>
          </a:solidFill>
          <a:ln w="6350" cap="rnd" cmpd="sng" algn="ctr">
            <a:solidFill>
              <a:srgbClr val="FFFFFF">
                <a:alpha val="100000"/>
              </a:srgbClr>
            </a:solidFill>
            <a:prstDash val="solid"/>
          </a:ln>
          <a:effectLst>
            <a:outerShdw blurRad="25400" dist="25400" dir="3300000" sx="96000" sy="96000" algn="tl" rotWithShape="0">
              <a:schemeClr val="bg2">
                <a:shade val="90000"/>
                <a:satMod val="200000"/>
                <a:alpha val="40000"/>
              </a:schemeClr>
            </a:outerShdw>
          </a:effectLst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10" name="Vývojový diagram: postup 9"/>
          <p:cNvSpPr/>
          <p:nvPr/>
        </p:nvSpPr>
        <p:spPr>
          <a:xfrm rot="2103354" flipH="1">
            <a:off x="5003667" y="936786"/>
            <a:ext cx="649224" cy="204310"/>
          </a:xfrm>
          <a:prstGeom prst="flowChartProcess">
            <a:avLst/>
          </a:prstGeom>
          <a:solidFill>
            <a:srgbClr val="FBFBFB">
              <a:alpha val="45098"/>
            </a:srgbClr>
          </a:solidFill>
          <a:ln w="6350" cap="rnd" cmpd="sng" algn="ctr">
            <a:solidFill>
              <a:srgbClr val="FFFFFF">
                <a:alpha val="100000"/>
              </a:srgbClr>
            </a:solidFill>
            <a:prstDash val="solid"/>
          </a:ln>
          <a:effectLst>
            <a:outerShdw blurRad="25400" dist="25400" dir="3300000" sx="96000" sy="96000" algn="tl" rotWithShape="0">
              <a:schemeClr val="bg2">
                <a:alpha val="20000"/>
              </a:schemeClr>
            </a:outerShdw>
          </a:effectLst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 dirty="0"/>
          </a:p>
        </p:txBody>
      </p:sp>
      <p:sp>
        <p:nvSpPr>
          <p:cNvPr id="4" name="Zástupný symbol pro text 3"/>
          <p:cNvSpPr>
            <a:spLocks noGrp="1"/>
          </p:cNvSpPr>
          <p:nvPr>
            <p:ph type="body" sz="half" idx="2"/>
          </p:nvPr>
        </p:nvSpPr>
        <p:spPr>
          <a:xfrm>
            <a:off x="838200" y="4800600"/>
            <a:ext cx="4419600" cy="762000"/>
          </a:xfrm>
        </p:spPr>
        <p:txBody>
          <a:bodyPr anchor="ctr"/>
          <a:lstStyle>
            <a:lvl1pPr marL="0" indent="0" algn="l">
              <a:lnSpc>
                <a:spcPts val="1600"/>
              </a:lnSpc>
              <a:spcBef>
                <a:spcPts val="0"/>
              </a:spcBef>
              <a:buNone/>
              <a:defRPr sz="1400">
                <a:solidFill>
                  <a:srgbClr val="777777"/>
                </a:solidFill>
              </a:defRPr>
            </a:lvl1pPr>
            <a:lvl2pPr>
              <a:defRPr sz="1200"/>
            </a:lvl2pPr>
            <a:lvl3pPr>
              <a:defRPr sz="1000"/>
            </a:lvl3pPr>
            <a:lvl4pPr>
              <a:defRPr sz="900"/>
            </a:lvl4pPr>
            <a:lvl5pPr>
              <a:defRPr sz="900"/>
            </a:lvl5pPr>
            <a:extLst/>
          </a:lstStyle>
          <a:p>
            <a:pPr lvl="0" eaLnBrk="1" latinLnBrk="0" hangingPunct="1"/>
            <a:r>
              <a:rPr kumimoji="0" lang="cs-CZ"/>
              <a:t>Klepnutím lze upravit styly předlohy textu.</a:t>
            </a:r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Nadpis a svislý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adpis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0" lang="cs-CZ"/>
              <a:t>Klepnutím lze upravit styl předlohy nadpisů.</a:t>
            </a:r>
            <a:endParaRPr kumimoji="0" lang="en-US"/>
          </a:p>
        </p:txBody>
      </p:sp>
      <p:sp>
        <p:nvSpPr>
          <p:cNvPr id="3" name="Zástupný symbol pro svislý text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 eaLnBrk="1" latinLnBrk="0" hangingPunct="1"/>
            <a:r>
              <a:rPr lang="cs-CZ"/>
              <a:t>Klepnutím lze upravit styly předlohy textu.</a:t>
            </a:r>
          </a:p>
          <a:p>
            <a:pPr lvl="1" eaLnBrk="1" latinLnBrk="0" hangingPunct="1"/>
            <a:r>
              <a:rPr lang="cs-CZ"/>
              <a:t>Druhá úroveň</a:t>
            </a:r>
          </a:p>
          <a:p>
            <a:pPr lvl="2" eaLnBrk="1" latinLnBrk="0" hangingPunct="1"/>
            <a:r>
              <a:rPr lang="cs-CZ"/>
              <a:t>Třetí úroveň</a:t>
            </a:r>
          </a:p>
          <a:p>
            <a:pPr lvl="3" eaLnBrk="1" latinLnBrk="0" hangingPunct="1"/>
            <a:r>
              <a:rPr lang="cs-CZ"/>
              <a:t>Čtvrtá úroveň</a:t>
            </a:r>
          </a:p>
          <a:p>
            <a:pPr lvl="4" eaLnBrk="1" latinLnBrk="0" hangingPunct="1"/>
            <a:r>
              <a:rPr lang="cs-CZ"/>
              <a:t>Pátá úroveň</a:t>
            </a:r>
            <a:endParaRPr kumimoji="0" lang="en-US"/>
          </a:p>
        </p:txBody>
      </p:sp>
      <p:sp>
        <p:nvSpPr>
          <p:cNvPr id="4" name="Zástupný symbol pro datum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B5673F2-53D2-4FA0-B117-344B1F52E12F}" type="datetime1">
              <a:rPr lang="cs-CZ" smtClean="0"/>
              <a:t>23.11.2020</a:t>
            </a:fld>
            <a:endParaRPr lang="cs-CZ"/>
          </a:p>
        </p:txBody>
      </p:sp>
      <p:sp>
        <p:nvSpPr>
          <p:cNvPr id="5" name="Zástupný symbol pro zápatí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cs-CZ"/>
          </a:p>
        </p:txBody>
      </p:sp>
      <p:sp>
        <p:nvSpPr>
          <p:cNvPr id="6" name="Zástupný symbol pro číslo snímku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BF93F7C-CB1F-4946-BF78-9974F76EB445}" type="slidenum">
              <a:rPr lang="cs-CZ" smtClean="0"/>
              <a:t>‹#›</a:t>
            </a:fld>
            <a:endParaRPr lang="cs-CZ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Svislý nadpis a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vislý nadpis 1"/>
          <p:cNvSpPr>
            <a:spLocks noGrp="1"/>
          </p:cNvSpPr>
          <p:nvPr>
            <p:ph type="title" orient="vert"/>
          </p:nvPr>
        </p:nvSpPr>
        <p:spPr>
          <a:xfrm>
            <a:off x="6858000" y="274639"/>
            <a:ext cx="1828800" cy="5851525"/>
          </a:xfrm>
        </p:spPr>
        <p:txBody>
          <a:bodyPr vert="eaVert"/>
          <a:lstStyle/>
          <a:p>
            <a:r>
              <a:rPr kumimoji="0" lang="cs-CZ"/>
              <a:t>Klepnutím lze upravit styl předlohy nadpisů.</a:t>
            </a:r>
            <a:endParaRPr kumimoji="0" lang="en-US"/>
          </a:p>
        </p:txBody>
      </p:sp>
      <p:sp>
        <p:nvSpPr>
          <p:cNvPr id="3" name="Zástupný symbol pro svislý text 2"/>
          <p:cNvSpPr>
            <a:spLocks noGrp="1"/>
          </p:cNvSpPr>
          <p:nvPr>
            <p:ph type="body" orient="vert" idx="1"/>
          </p:nvPr>
        </p:nvSpPr>
        <p:spPr>
          <a:xfrm>
            <a:off x="1143000" y="274640"/>
            <a:ext cx="5562600" cy="5851525"/>
          </a:xfrm>
        </p:spPr>
        <p:txBody>
          <a:bodyPr vert="eaVert"/>
          <a:lstStyle/>
          <a:p>
            <a:pPr lvl="0" eaLnBrk="1" latinLnBrk="0" hangingPunct="1"/>
            <a:r>
              <a:rPr lang="cs-CZ"/>
              <a:t>Klepnutím lze upravit styly předlohy textu.</a:t>
            </a:r>
          </a:p>
          <a:p>
            <a:pPr lvl="1" eaLnBrk="1" latinLnBrk="0" hangingPunct="1"/>
            <a:r>
              <a:rPr lang="cs-CZ"/>
              <a:t>Druhá úroveň</a:t>
            </a:r>
          </a:p>
          <a:p>
            <a:pPr lvl="2" eaLnBrk="1" latinLnBrk="0" hangingPunct="1"/>
            <a:r>
              <a:rPr lang="cs-CZ"/>
              <a:t>Třetí úroveň</a:t>
            </a:r>
          </a:p>
          <a:p>
            <a:pPr lvl="3" eaLnBrk="1" latinLnBrk="0" hangingPunct="1"/>
            <a:r>
              <a:rPr lang="cs-CZ"/>
              <a:t>Čtvrtá úroveň</a:t>
            </a:r>
          </a:p>
          <a:p>
            <a:pPr lvl="4" eaLnBrk="1" latinLnBrk="0" hangingPunct="1"/>
            <a:r>
              <a:rPr lang="cs-CZ"/>
              <a:t>Pátá úroveň</a:t>
            </a:r>
            <a:endParaRPr kumimoji="0" lang="en-US"/>
          </a:p>
        </p:txBody>
      </p:sp>
      <p:sp>
        <p:nvSpPr>
          <p:cNvPr id="4" name="Zástupný symbol pro datum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FE72D62-B51F-418A-928D-82A25571983D}" type="datetime1">
              <a:rPr lang="cs-CZ" smtClean="0"/>
              <a:t>23.11.2020</a:t>
            </a:fld>
            <a:endParaRPr lang="cs-CZ"/>
          </a:p>
        </p:txBody>
      </p:sp>
      <p:sp>
        <p:nvSpPr>
          <p:cNvPr id="5" name="Zástupný symbol pro zápatí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cs-CZ"/>
          </a:p>
        </p:txBody>
      </p:sp>
      <p:sp>
        <p:nvSpPr>
          <p:cNvPr id="6" name="Zástupný symbol pro číslo snímku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BF93F7C-CB1F-4946-BF78-9974F76EB445}" type="slidenum">
              <a:rPr lang="cs-CZ" smtClean="0"/>
              <a:t>‹#›</a:t>
            </a:fld>
            <a:endParaRPr lang="cs-CZ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3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Výseč 6"/>
          <p:cNvSpPr/>
          <p:nvPr/>
        </p:nvSpPr>
        <p:spPr>
          <a:xfrm>
            <a:off x="-815927" y="-815922"/>
            <a:ext cx="1638887" cy="1638887"/>
          </a:xfrm>
          <a:prstGeom prst="pie">
            <a:avLst>
              <a:gd name="adj1" fmla="val 0"/>
              <a:gd name="adj2" fmla="val 5402120"/>
            </a:avLst>
          </a:prstGeom>
          <a:solidFill>
            <a:schemeClr val="bg2">
              <a:tint val="18000"/>
              <a:satMod val="220000"/>
              <a:alpha val="33000"/>
            </a:schemeClr>
          </a:solidFill>
          <a:ln w="3175" cap="rnd" cmpd="sng" algn="ctr">
            <a:solidFill>
              <a:schemeClr val="bg2">
                <a:shade val="70000"/>
                <a:satMod val="200000"/>
                <a:alpha val="100000"/>
              </a:schemeClr>
            </a:solidFill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8" name="Elipsa 7"/>
          <p:cNvSpPr/>
          <p:nvPr/>
        </p:nvSpPr>
        <p:spPr>
          <a:xfrm>
            <a:off x="168816" y="21102"/>
            <a:ext cx="1702191" cy="1702191"/>
          </a:xfrm>
          <a:prstGeom prst="ellipse">
            <a:avLst/>
          </a:prstGeom>
          <a:noFill/>
          <a:ln w="27305" cap="rnd" cmpd="sng" algn="ctr">
            <a:solidFill>
              <a:schemeClr val="bg2">
                <a:tint val="45000"/>
                <a:satMod val="325000"/>
                <a:alpha val="100000"/>
              </a:schemeClr>
            </a:solidFill>
            <a:prstDash val="solid"/>
          </a:ln>
          <a:effectLst>
            <a:outerShdw blurRad="25400" dist="25400" dir="5400000" algn="tl" rotWithShape="0">
              <a:schemeClr val="bg2">
                <a:shade val="50000"/>
                <a:satMod val="150000"/>
                <a:alpha val="85000"/>
              </a:schemeClr>
            </a:outerShdw>
          </a:effectLst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11" name="Prstenec 10"/>
          <p:cNvSpPr/>
          <p:nvPr/>
        </p:nvSpPr>
        <p:spPr>
          <a:xfrm rot="2315675">
            <a:off x="182881" y="1055077"/>
            <a:ext cx="1125717" cy="1102624"/>
          </a:xfrm>
          <a:prstGeom prst="donut">
            <a:avLst>
              <a:gd name="adj" fmla="val 11833"/>
            </a:avLst>
          </a:prstGeom>
          <a:gradFill rotWithShape="1">
            <a:gsLst>
              <a:gs pos="0">
                <a:schemeClr val="bg2">
                  <a:tint val="10000"/>
                  <a:shade val="99000"/>
                  <a:satMod val="355000"/>
                  <a:alpha val="70000"/>
                </a:schemeClr>
              </a:gs>
              <a:gs pos="70000">
                <a:schemeClr val="bg2">
                  <a:tint val="6000"/>
                  <a:shade val="100000"/>
                  <a:satMod val="400000"/>
                  <a:alpha val="55000"/>
                </a:schemeClr>
              </a:gs>
              <a:gs pos="100000">
                <a:schemeClr val="bg2">
                  <a:tint val="100000"/>
                  <a:shade val="75000"/>
                  <a:satMod val="370000"/>
                  <a:alpha val="60000"/>
                </a:schemeClr>
              </a:gs>
            </a:gsLst>
            <a:path path="circle">
              <a:fillToRect l="-407500" t="-50000" r="507500" b="150000"/>
            </a:path>
          </a:gradFill>
          <a:ln w="7350" cap="rnd" cmpd="sng" algn="ctr">
            <a:solidFill>
              <a:schemeClr val="bg2">
                <a:shade val="60000"/>
                <a:satMod val="220000"/>
                <a:alpha val="100000"/>
              </a:schemeClr>
            </a:solidFill>
            <a:prstDash val="solid"/>
          </a:ln>
          <a:effectLst>
            <a:outerShdw blurRad="12700" dist="15000" dir="4500000" algn="tl" rotWithShape="0">
              <a:schemeClr val="bg2">
                <a:shade val="10000"/>
                <a:satMod val="200000"/>
                <a:alpha val="35000"/>
              </a:schemeClr>
            </a:outerShdw>
          </a:effectLst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12" name="Obdélník 11"/>
          <p:cNvSpPr/>
          <p:nvPr/>
        </p:nvSpPr>
        <p:spPr>
          <a:xfrm>
            <a:off x="1012873" y="-54"/>
            <a:ext cx="8131127" cy="6858054"/>
          </a:xfrm>
          <a:prstGeom prst="rect">
            <a:avLst/>
          </a:prstGeom>
          <a:solidFill>
            <a:schemeClr val="bg1"/>
          </a:solidFill>
          <a:ln w="25400" cap="rnd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5" name="Zástupný symbol pro nadpis 4"/>
          <p:cNvSpPr>
            <a:spLocks noGrp="1"/>
          </p:cNvSpPr>
          <p:nvPr>
            <p:ph type="title"/>
          </p:nvPr>
        </p:nvSpPr>
        <p:spPr>
          <a:xfrm>
            <a:off x="1435608" y="274638"/>
            <a:ext cx="7498080" cy="1143000"/>
          </a:xfrm>
          <a:prstGeom prst="rect">
            <a:avLst/>
          </a:prstGeom>
        </p:spPr>
        <p:txBody>
          <a:bodyPr anchor="ctr">
            <a:normAutofit/>
          </a:bodyPr>
          <a:lstStyle/>
          <a:p>
            <a:r>
              <a:rPr kumimoji="0" lang="cs-CZ"/>
              <a:t>Klepnutím lze upravit styl předlohy nadpisů.</a:t>
            </a:r>
            <a:endParaRPr kumimoji="0" lang="en-US"/>
          </a:p>
        </p:txBody>
      </p:sp>
      <p:sp>
        <p:nvSpPr>
          <p:cNvPr id="9" name="Zástupný symbol pro text 8"/>
          <p:cNvSpPr>
            <a:spLocks noGrp="1"/>
          </p:cNvSpPr>
          <p:nvPr>
            <p:ph type="body" idx="1"/>
          </p:nvPr>
        </p:nvSpPr>
        <p:spPr>
          <a:xfrm>
            <a:off x="1435608" y="1447800"/>
            <a:ext cx="7498080" cy="4800600"/>
          </a:xfrm>
          <a:prstGeom prst="rect">
            <a:avLst/>
          </a:prstGeom>
        </p:spPr>
        <p:txBody>
          <a:bodyPr>
            <a:normAutofit/>
          </a:bodyPr>
          <a:lstStyle/>
          <a:p>
            <a:pPr lvl="0" eaLnBrk="1" latinLnBrk="0" hangingPunct="1"/>
            <a:r>
              <a:rPr kumimoji="0" lang="cs-CZ"/>
              <a:t>Klepnutím lze upravit styly předlohy textu.</a:t>
            </a:r>
          </a:p>
          <a:p>
            <a:pPr lvl="1" eaLnBrk="1" latinLnBrk="0" hangingPunct="1"/>
            <a:r>
              <a:rPr kumimoji="0" lang="cs-CZ"/>
              <a:t>Druhá úroveň</a:t>
            </a:r>
          </a:p>
          <a:p>
            <a:pPr lvl="2" eaLnBrk="1" latinLnBrk="0" hangingPunct="1"/>
            <a:r>
              <a:rPr kumimoji="0" lang="cs-CZ"/>
              <a:t>Třetí úroveň</a:t>
            </a:r>
          </a:p>
          <a:p>
            <a:pPr lvl="3" eaLnBrk="1" latinLnBrk="0" hangingPunct="1"/>
            <a:r>
              <a:rPr kumimoji="0" lang="cs-CZ"/>
              <a:t>Čtvrtá úroveň</a:t>
            </a:r>
          </a:p>
          <a:p>
            <a:pPr lvl="4" eaLnBrk="1" latinLnBrk="0" hangingPunct="1"/>
            <a:r>
              <a:rPr kumimoji="0" lang="cs-CZ"/>
              <a:t>Pátá úroveň</a:t>
            </a:r>
            <a:endParaRPr kumimoji="0" lang="en-US"/>
          </a:p>
        </p:txBody>
      </p:sp>
      <p:sp>
        <p:nvSpPr>
          <p:cNvPr id="24" name="Zástupný symbol pro datum 23"/>
          <p:cNvSpPr>
            <a:spLocks noGrp="1"/>
          </p:cNvSpPr>
          <p:nvPr>
            <p:ph type="dt" sz="half" idx="2"/>
          </p:nvPr>
        </p:nvSpPr>
        <p:spPr>
          <a:xfrm>
            <a:off x="3581400" y="6305550"/>
            <a:ext cx="2133600" cy="476250"/>
          </a:xfrm>
          <a:prstGeom prst="rect">
            <a:avLst/>
          </a:prstGeom>
        </p:spPr>
        <p:txBody>
          <a:bodyPr anchor="b"/>
          <a:lstStyle>
            <a:lvl1pPr algn="r" eaLnBrk="1" latinLnBrk="0" hangingPunct="1">
              <a:defRPr kumimoji="0" sz="1200">
                <a:solidFill>
                  <a:schemeClr val="bg2">
                    <a:shade val="50000"/>
                    <a:satMod val="200000"/>
                  </a:schemeClr>
                </a:solidFill>
              </a:defRPr>
            </a:lvl1pPr>
            <a:extLst/>
          </a:lstStyle>
          <a:p>
            <a:fld id="{D06B30BD-7D3D-417C-BA1E-E886A9ADAE1E}" type="datetime1">
              <a:rPr lang="cs-CZ" smtClean="0"/>
              <a:t>23.11.2020</a:t>
            </a:fld>
            <a:endParaRPr lang="cs-CZ"/>
          </a:p>
        </p:txBody>
      </p:sp>
      <p:sp>
        <p:nvSpPr>
          <p:cNvPr id="10" name="Zástupný symbol pro zápatí 9"/>
          <p:cNvSpPr>
            <a:spLocks noGrp="1"/>
          </p:cNvSpPr>
          <p:nvPr>
            <p:ph type="ftr" sz="quarter" idx="3"/>
          </p:nvPr>
        </p:nvSpPr>
        <p:spPr>
          <a:xfrm>
            <a:off x="5715000" y="6305550"/>
            <a:ext cx="2895600" cy="476250"/>
          </a:xfrm>
          <a:prstGeom prst="rect">
            <a:avLst/>
          </a:prstGeom>
        </p:spPr>
        <p:txBody>
          <a:bodyPr anchor="b"/>
          <a:lstStyle>
            <a:lvl1pPr eaLnBrk="1" latinLnBrk="0" hangingPunct="1">
              <a:defRPr kumimoji="0" sz="1200">
                <a:solidFill>
                  <a:schemeClr val="bg2">
                    <a:shade val="50000"/>
                    <a:satMod val="200000"/>
                  </a:schemeClr>
                </a:solidFill>
                <a:effectLst/>
              </a:defRPr>
            </a:lvl1pPr>
            <a:extLst/>
          </a:lstStyle>
          <a:p>
            <a:endParaRPr lang="cs-CZ"/>
          </a:p>
        </p:txBody>
      </p:sp>
      <p:sp>
        <p:nvSpPr>
          <p:cNvPr id="22" name="Zástupný symbol pro číslo snímku 21"/>
          <p:cNvSpPr>
            <a:spLocks noGrp="1"/>
          </p:cNvSpPr>
          <p:nvPr>
            <p:ph type="sldNum" sz="quarter" idx="4"/>
          </p:nvPr>
        </p:nvSpPr>
        <p:spPr>
          <a:xfrm>
            <a:off x="8613648" y="6305550"/>
            <a:ext cx="457200" cy="476250"/>
          </a:xfrm>
          <a:prstGeom prst="rect">
            <a:avLst/>
          </a:prstGeom>
        </p:spPr>
        <p:txBody>
          <a:bodyPr anchor="b"/>
          <a:lstStyle>
            <a:lvl1pPr algn="ctr" eaLnBrk="1" latinLnBrk="0" hangingPunct="1">
              <a:defRPr kumimoji="0" sz="1200">
                <a:solidFill>
                  <a:schemeClr val="bg2">
                    <a:shade val="50000"/>
                    <a:satMod val="200000"/>
                  </a:schemeClr>
                </a:solidFill>
                <a:effectLst/>
              </a:defRPr>
            </a:lvl1pPr>
            <a:extLst/>
          </a:lstStyle>
          <a:p>
            <a:fld id="{0BF93F7C-CB1F-4946-BF78-9974F76EB445}" type="slidenum">
              <a:rPr lang="cs-CZ" smtClean="0"/>
              <a:t>‹#›</a:t>
            </a:fld>
            <a:endParaRPr lang="cs-CZ"/>
          </a:p>
        </p:txBody>
      </p:sp>
      <p:sp>
        <p:nvSpPr>
          <p:cNvPr id="15" name="Obdélník 14"/>
          <p:cNvSpPr/>
          <p:nvPr/>
        </p:nvSpPr>
        <p:spPr bwMode="invGray">
          <a:xfrm>
            <a:off x="1014984" y="-54"/>
            <a:ext cx="73152" cy="6858054"/>
          </a:xfrm>
          <a:prstGeom prst="rect">
            <a:avLst/>
          </a:prstGeom>
          <a:solidFill>
            <a:schemeClr val="bg1"/>
          </a:solidFill>
          <a:ln w="25400" cap="rnd" cmpd="sng" algn="ctr">
            <a:noFill/>
            <a:prstDash val="solid"/>
          </a:ln>
          <a:effectLst>
            <a:outerShdw blurRad="38550" dist="38000" dir="10800000" algn="tl" rotWithShape="0">
              <a:schemeClr val="bg2">
                <a:shade val="20000"/>
                <a:satMod val="110000"/>
                <a:alpha val="25000"/>
              </a:schemeClr>
            </a:outerShdw>
          </a:effectLst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73" r:id="rId1"/>
    <p:sldLayoutId id="2147483674" r:id="rId2"/>
    <p:sldLayoutId id="2147483675" r:id="rId3"/>
    <p:sldLayoutId id="2147483676" r:id="rId4"/>
    <p:sldLayoutId id="2147483677" r:id="rId5"/>
    <p:sldLayoutId id="2147483678" r:id="rId6"/>
    <p:sldLayoutId id="2147483679" r:id="rId7"/>
    <p:sldLayoutId id="2147483680" r:id="rId8"/>
    <p:sldLayoutId id="2147483681" r:id="rId9"/>
    <p:sldLayoutId id="2147483682" r:id="rId10"/>
    <p:sldLayoutId id="2147483683" r:id="rId11"/>
  </p:sldLayoutIdLst>
  <p:hf hdr="0" ftr="0" dt="0"/>
  <p:txStyles>
    <p:titleStyle>
      <a:lvl1pPr algn="l" rtl="0" eaLnBrk="1" latinLnBrk="0" hangingPunct="1">
        <a:spcBef>
          <a:spcPct val="0"/>
        </a:spcBef>
        <a:buNone/>
        <a:defRPr kumimoji="0" sz="4300" kern="1200">
          <a:solidFill>
            <a:schemeClr val="tx2">
              <a:satMod val="130000"/>
            </a:schemeClr>
          </a:solidFill>
          <a:effectLst>
            <a:outerShdw blurRad="50000" dist="30000" dir="5400000" algn="tl" rotWithShape="0">
              <a:srgbClr val="000000">
                <a:alpha val="30000"/>
              </a:srgbClr>
            </a:outerShdw>
          </a:effectLst>
          <a:latin typeface="+mj-lt"/>
          <a:ea typeface="+mj-ea"/>
          <a:cs typeface="+mj-cs"/>
        </a:defRPr>
      </a:lvl1pPr>
      <a:extLst/>
    </p:titleStyle>
    <p:bodyStyle>
      <a:lvl1pPr marL="365760" indent="-283464" algn="l" rtl="0" eaLnBrk="1" latinLnBrk="0" hangingPunct="1">
        <a:lnSpc>
          <a:spcPct val="100000"/>
        </a:lnSpc>
        <a:spcBef>
          <a:spcPts val="600"/>
        </a:spcBef>
        <a:buClr>
          <a:schemeClr val="accent1"/>
        </a:buClr>
        <a:buSzPct val="80000"/>
        <a:buFont typeface="Wingdings 2"/>
        <a:buChar char=""/>
        <a:defRPr kumimoji="0"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640080" indent="-237744" algn="l" rtl="0" eaLnBrk="1" latinLnBrk="0" hangingPunct="1">
        <a:lnSpc>
          <a:spcPct val="100000"/>
        </a:lnSpc>
        <a:spcBef>
          <a:spcPts val="550"/>
        </a:spcBef>
        <a:buClr>
          <a:schemeClr val="accent1"/>
        </a:buClr>
        <a:buFont typeface="Verdana"/>
        <a:buChar char="◦"/>
        <a:defRPr kumimoji="0"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886968" indent="-228600" algn="l" rtl="0" eaLnBrk="1" latinLnBrk="0" hangingPunct="1">
        <a:lnSpc>
          <a:spcPct val="100000"/>
        </a:lnSpc>
        <a:spcBef>
          <a:spcPct val="20000"/>
        </a:spcBef>
        <a:buClr>
          <a:schemeClr val="accent2"/>
        </a:buClr>
        <a:buFont typeface="Wingdings 2"/>
        <a:buChar char=""/>
        <a:defRPr kumimoji="0"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097280" indent="-173736" algn="l" rtl="0" eaLnBrk="1" latinLnBrk="0" hangingPunct="1">
        <a:lnSpc>
          <a:spcPct val="100000"/>
        </a:lnSpc>
        <a:spcBef>
          <a:spcPct val="20000"/>
        </a:spcBef>
        <a:buClr>
          <a:schemeClr val="accent3"/>
        </a:buClr>
        <a:buFont typeface="Wingdings 2"/>
        <a:buChar char=""/>
        <a:defRPr kumimoji="0"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1298448" indent="-182880" algn="l" rtl="0" eaLnBrk="1" latinLnBrk="0" hangingPunct="1">
        <a:lnSpc>
          <a:spcPct val="100000"/>
        </a:lnSpc>
        <a:spcBef>
          <a:spcPct val="20000"/>
        </a:spcBef>
        <a:buClr>
          <a:schemeClr val="accent4"/>
        </a:buClr>
        <a:buFont typeface="Wingdings 2"/>
        <a:buChar char=""/>
        <a:defRPr kumimoji="0"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1508760" indent="-182880" algn="l" rtl="0" eaLnBrk="1" latinLnBrk="0" hangingPunct="1">
        <a:lnSpc>
          <a:spcPct val="100000"/>
        </a:lnSpc>
        <a:spcBef>
          <a:spcPct val="20000"/>
        </a:spcBef>
        <a:buClr>
          <a:schemeClr val="accent5"/>
        </a:buClr>
        <a:buFont typeface="Wingdings 2"/>
        <a:buChar char=""/>
        <a:defRPr kumimoji="0"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1719072" indent="-182880" algn="l" rtl="0" eaLnBrk="1" latinLnBrk="0" hangingPunct="1">
        <a:lnSpc>
          <a:spcPct val="100000"/>
        </a:lnSpc>
        <a:spcBef>
          <a:spcPct val="20000"/>
        </a:spcBef>
        <a:buClr>
          <a:schemeClr val="accent6"/>
        </a:buClr>
        <a:buFont typeface="Wingdings 2"/>
        <a:buChar char=""/>
        <a:defRPr kumimoji="0"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1920240" indent="-182880" algn="l" rtl="0" eaLnBrk="1" latinLnBrk="0" hangingPunct="1">
        <a:lnSpc>
          <a:spcPct val="100000"/>
        </a:lnSpc>
        <a:spcBef>
          <a:spcPct val="20000"/>
        </a:spcBef>
        <a:buClr>
          <a:schemeClr val="accent6"/>
        </a:buClr>
        <a:buFont typeface="Wingdings 2"/>
        <a:buChar char=""/>
        <a:defRPr kumimoji="0"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2130552" indent="-182880" algn="l" rtl="0" eaLnBrk="1" latinLnBrk="0" hangingPunct="1">
        <a:lnSpc>
          <a:spcPct val="100000"/>
        </a:lnSpc>
        <a:spcBef>
          <a:spcPct val="20000"/>
        </a:spcBef>
        <a:buClr>
          <a:schemeClr val="accent6"/>
        </a:buClr>
        <a:buFont typeface="Wingdings 2"/>
        <a:buChar char=""/>
        <a:defRPr kumimoji="0" sz="2000" kern="1200">
          <a:solidFill>
            <a:schemeClr val="tx1"/>
          </a:solidFill>
          <a:latin typeface="+mn-lt"/>
          <a:ea typeface="+mn-ea"/>
          <a:cs typeface="+mn-cs"/>
        </a:defRPr>
      </a:lvl9pPr>
      <a:extLst/>
    </p:bodyStyle>
    <p:otherStyle>
      <a:lvl1pPr marL="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9pPr>
      <a:extLst/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Nadpis 3">
            <a:extLst>
              <a:ext uri="{FF2B5EF4-FFF2-40B4-BE49-F238E27FC236}">
                <a16:creationId xmlns:a16="http://schemas.microsoft.com/office/drawing/2014/main" id="{7DC03899-3EF6-42C3-BD11-67E230E055A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578392" y="2582493"/>
            <a:ext cx="6400800" cy="2286000"/>
          </a:xfrm>
        </p:spPr>
        <p:txBody>
          <a:bodyPr anchor="t">
            <a:normAutofit/>
          </a:bodyPr>
          <a:lstStyle/>
          <a:p>
            <a:r>
              <a:rPr lang="cs-CZ" dirty="0"/>
              <a:t>Víceúrovňový souhrn</a:t>
            </a:r>
          </a:p>
        </p:txBody>
      </p:sp>
      <p:sp>
        <p:nvSpPr>
          <p:cNvPr id="5" name="Podnadpis 4">
            <a:extLst>
              <a:ext uri="{FF2B5EF4-FFF2-40B4-BE49-F238E27FC236}">
                <a16:creationId xmlns:a16="http://schemas.microsoft.com/office/drawing/2014/main" id="{7C54C3E1-2399-43DC-8D7E-4F05FA2921B0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2578392" y="1066800"/>
            <a:ext cx="6400800" cy="1509712"/>
          </a:xfrm>
        </p:spPr>
        <p:txBody>
          <a:bodyPr anchor="b">
            <a:normAutofit/>
          </a:bodyPr>
          <a:lstStyle/>
          <a:p>
            <a:pPr>
              <a:spcAft>
                <a:spcPts val="600"/>
              </a:spcAft>
            </a:pPr>
            <a:r>
              <a:rPr lang="cs-CZ" dirty="0"/>
              <a:t>MS Excel</a:t>
            </a:r>
          </a:p>
        </p:txBody>
      </p:sp>
      <p:sp>
        <p:nvSpPr>
          <p:cNvPr id="6" name="Zástupný symbol pro číslo snímku 5">
            <a:extLst>
              <a:ext uri="{FF2B5EF4-FFF2-40B4-BE49-F238E27FC236}">
                <a16:creationId xmlns:a16="http://schemas.microsoft.com/office/drawing/2014/main" id="{D3775529-CFA6-4B60-A4CC-9A16BF5DD2B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BF93F7C-CB1F-4946-BF78-9974F76EB445}" type="slidenum">
              <a:rPr lang="cs-CZ" smtClean="0"/>
              <a:t>1</a:t>
            </a:fld>
            <a:endParaRPr lang="cs-CZ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adpis 1"/>
          <p:cNvSpPr>
            <a:spLocks noGrp="1"/>
          </p:cNvSpPr>
          <p:nvPr>
            <p:ph type="title"/>
          </p:nvPr>
        </p:nvSpPr>
        <p:spPr>
          <a:xfrm>
            <a:off x="1435608" y="274638"/>
            <a:ext cx="7498080" cy="1143000"/>
          </a:xfrm>
        </p:spPr>
        <p:txBody>
          <a:bodyPr/>
          <a:lstStyle/>
          <a:p>
            <a:r>
              <a:rPr lang="cs-CZ" dirty="0"/>
              <a:t>Tabulka jako zadání úkolu</a:t>
            </a:r>
          </a:p>
        </p:txBody>
      </p:sp>
      <p:sp>
        <p:nvSpPr>
          <p:cNvPr id="3" name="Zástupný symbol pro obsah 2"/>
          <p:cNvSpPr>
            <a:spLocks noGrp="1"/>
          </p:cNvSpPr>
          <p:nvPr>
            <p:ph idx="1"/>
          </p:nvPr>
        </p:nvSpPr>
        <p:spPr>
          <a:xfrm>
            <a:off x="1435608" y="1447800"/>
            <a:ext cx="7498080" cy="5293568"/>
          </a:xfrm>
        </p:spPr>
        <p:txBody>
          <a:bodyPr>
            <a:normAutofit/>
          </a:bodyPr>
          <a:lstStyle/>
          <a:p>
            <a:pPr>
              <a:lnSpc>
                <a:spcPct val="110000"/>
              </a:lnSpc>
              <a:spcBef>
                <a:spcPts val="0"/>
              </a:spcBef>
            </a:pPr>
            <a:r>
              <a:rPr lang="cs-CZ" dirty="0"/>
              <a:t>Máme tabulku, která obsahuje pole:</a:t>
            </a:r>
          </a:p>
          <a:p>
            <a:pPr lvl="1">
              <a:lnSpc>
                <a:spcPct val="110000"/>
              </a:lnSpc>
              <a:spcBef>
                <a:spcPts val="0"/>
              </a:spcBef>
              <a:buFont typeface="Arial" panose="020B0604020202020204" pitchFamily="34" charset="0"/>
              <a:buChar char="•"/>
            </a:pPr>
            <a:r>
              <a:rPr lang="cs-CZ" dirty="0"/>
              <a:t>Země</a:t>
            </a:r>
          </a:p>
          <a:p>
            <a:pPr lvl="1">
              <a:lnSpc>
                <a:spcPct val="110000"/>
              </a:lnSpc>
              <a:spcBef>
                <a:spcPts val="0"/>
              </a:spcBef>
              <a:buFont typeface="Arial" panose="020B0604020202020204" pitchFamily="34" charset="0"/>
              <a:buChar char="•"/>
            </a:pPr>
            <a:r>
              <a:rPr lang="cs-CZ" dirty="0"/>
              <a:t>Měsíc</a:t>
            </a:r>
          </a:p>
          <a:p>
            <a:pPr lvl="1">
              <a:lnSpc>
                <a:spcPct val="110000"/>
              </a:lnSpc>
              <a:spcBef>
                <a:spcPts val="0"/>
              </a:spcBef>
              <a:buFont typeface="Arial" panose="020B0604020202020204" pitchFamily="34" charset="0"/>
              <a:buChar char="•"/>
            </a:pPr>
            <a:r>
              <a:rPr lang="cs-CZ" dirty="0"/>
              <a:t>Doprava</a:t>
            </a:r>
          </a:p>
          <a:p>
            <a:pPr lvl="1">
              <a:lnSpc>
                <a:spcPct val="110000"/>
              </a:lnSpc>
              <a:spcBef>
                <a:spcPts val="0"/>
              </a:spcBef>
              <a:buFont typeface="Arial" panose="020B0604020202020204" pitchFamily="34" charset="0"/>
              <a:buChar char="•"/>
            </a:pPr>
            <a:r>
              <a:rPr lang="cs-CZ" dirty="0"/>
              <a:t>Délka pobytu</a:t>
            </a:r>
          </a:p>
          <a:p>
            <a:pPr lvl="1">
              <a:lnSpc>
                <a:spcPct val="110000"/>
              </a:lnSpc>
              <a:spcBef>
                <a:spcPts val="0"/>
              </a:spcBef>
              <a:buFont typeface="Arial" panose="020B0604020202020204" pitchFamily="34" charset="0"/>
              <a:buChar char="•"/>
            </a:pPr>
            <a:r>
              <a:rPr lang="cs-CZ" dirty="0"/>
              <a:t>Počet cestujících</a:t>
            </a:r>
          </a:p>
          <a:p>
            <a:pPr lvl="1">
              <a:lnSpc>
                <a:spcPct val="110000"/>
              </a:lnSpc>
              <a:spcBef>
                <a:spcPts val="0"/>
              </a:spcBef>
              <a:buFont typeface="Arial" panose="020B0604020202020204" pitchFamily="34" charset="0"/>
              <a:buChar char="•"/>
            </a:pPr>
            <a:endParaRPr lang="cs-CZ" dirty="0"/>
          </a:p>
          <a:p>
            <a:pPr>
              <a:lnSpc>
                <a:spcPct val="110000"/>
              </a:lnSpc>
              <a:spcBef>
                <a:spcPts val="0"/>
              </a:spcBef>
            </a:pPr>
            <a:r>
              <a:rPr lang="cs-CZ" dirty="0"/>
              <a:t>Zjistěte z tabulky pomocí souhrnu součet klientů v jednotlivých zemích v jednotlivých měsících</a:t>
            </a:r>
          </a:p>
          <a:p>
            <a:pPr lvl="1">
              <a:lnSpc>
                <a:spcPct val="110000"/>
              </a:lnSpc>
              <a:spcBef>
                <a:spcPts val="0"/>
              </a:spcBef>
            </a:pPr>
            <a:endParaRPr lang="cs-CZ" dirty="0"/>
          </a:p>
          <a:p>
            <a:pPr>
              <a:lnSpc>
                <a:spcPct val="250000"/>
              </a:lnSpc>
            </a:pPr>
            <a:endParaRPr lang="cs-CZ" dirty="0"/>
          </a:p>
        </p:txBody>
      </p:sp>
      <p:sp>
        <p:nvSpPr>
          <p:cNvPr id="4" name="Zástupný symbol pro číslo snímku 3">
            <a:extLst>
              <a:ext uri="{FF2B5EF4-FFF2-40B4-BE49-F238E27FC236}">
                <a16:creationId xmlns:a16="http://schemas.microsoft.com/office/drawing/2014/main" id="{B417597F-6628-4DD4-A52C-47950015755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BF93F7C-CB1F-4946-BF78-9974F76EB445}" type="slidenum">
              <a:rPr lang="cs-CZ" smtClean="0"/>
              <a:t>2</a:t>
            </a:fld>
            <a:endParaRPr lang="cs-CZ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adpis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cs-CZ" dirty="0"/>
              <a:t>Postup</a:t>
            </a:r>
          </a:p>
        </p:txBody>
      </p:sp>
      <p:sp>
        <p:nvSpPr>
          <p:cNvPr id="3" name="Zástupný symbol pro obsah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596646" indent="-514350">
              <a:buFont typeface="+mj-lt"/>
              <a:buAutoNum type="arabicParenR"/>
            </a:pPr>
            <a:r>
              <a:rPr lang="cs-CZ" b="1" dirty="0"/>
              <a:t>Data seřaďte </a:t>
            </a:r>
            <a:r>
              <a:rPr lang="cs-CZ" dirty="0"/>
              <a:t>podle:</a:t>
            </a:r>
          </a:p>
          <a:p>
            <a:pPr lvl="1"/>
            <a:r>
              <a:rPr lang="cs-CZ" dirty="0"/>
              <a:t>Země</a:t>
            </a:r>
          </a:p>
          <a:p>
            <a:pPr lvl="1"/>
            <a:r>
              <a:rPr lang="cs-CZ" dirty="0"/>
              <a:t>Měsíc</a:t>
            </a:r>
          </a:p>
          <a:p>
            <a:pPr lvl="1"/>
            <a:endParaRPr lang="cs-CZ" dirty="0"/>
          </a:p>
          <a:p>
            <a:pPr lvl="1"/>
            <a:endParaRPr lang="cs-CZ" dirty="0"/>
          </a:p>
        </p:txBody>
      </p:sp>
      <p:pic>
        <p:nvPicPr>
          <p:cNvPr id="4" name="Picture 2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1691680" y="3356992"/>
            <a:ext cx="6096000" cy="26193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5" name="Obdélník 4"/>
          <p:cNvSpPr/>
          <p:nvPr/>
        </p:nvSpPr>
        <p:spPr>
          <a:xfrm>
            <a:off x="1763688" y="3645024"/>
            <a:ext cx="1080120" cy="360040"/>
          </a:xfrm>
          <a:prstGeom prst="rect">
            <a:avLst/>
          </a:prstGeom>
          <a:noFill/>
          <a:ln w="7620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cs-CZ"/>
          </a:p>
        </p:txBody>
      </p:sp>
      <p:sp>
        <p:nvSpPr>
          <p:cNvPr id="6" name="Zástupný symbol pro číslo snímku 5">
            <a:extLst>
              <a:ext uri="{FF2B5EF4-FFF2-40B4-BE49-F238E27FC236}">
                <a16:creationId xmlns:a16="http://schemas.microsoft.com/office/drawing/2014/main" id="{38447AAD-1CA5-4E75-86DB-A5A1F228E77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BF93F7C-CB1F-4946-BF78-9974F76EB445}" type="slidenum">
              <a:rPr lang="cs-CZ" smtClean="0"/>
              <a:t>3</a:t>
            </a:fld>
            <a:endParaRPr lang="cs-CZ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adpis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cs-CZ" dirty="0"/>
              <a:t>První souhrn </a:t>
            </a:r>
          </a:p>
        </p:txBody>
      </p:sp>
      <p:sp>
        <p:nvSpPr>
          <p:cNvPr id="3" name="Zástupný symbol pro obsah 2"/>
          <p:cNvSpPr>
            <a:spLocks noGrp="1"/>
          </p:cNvSpPr>
          <p:nvPr>
            <p:ph idx="1"/>
          </p:nvPr>
        </p:nvSpPr>
        <p:spPr>
          <a:xfrm>
            <a:off x="971600" y="1379562"/>
            <a:ext cx="4032448" cy="4857750"/>
          </a:xfrm>
        </p:spPr>
        <p:txBody>
          <a:bodyPr>
            <a:normAutofit/>
          </a:bodyPr>
          <a:lstStyle/>
          <a:p>
            <a:pPr marL="596646" indent="-514350">
              <a:lnSpc>
                <a:spcPct val="160000"/>
              </a:lnSpc>
              <a:spcBef>
                <a:spcPts val="0"/>
              </a:spcBef>
              <a:buFont typeface="+mj-lt"/>
              <a:buAutoNum type="arabicParenR" startAt="2"/>
            </a:pPr>
            <a:r>
              <a:rPr lang="cs-CZ" b="1" dirty="0"/>
              <a:t>Vytvořte souhrn</a:t>
            </a:r>
            <a:r>
              <a:rPr lang="cs-CZ" dirty="0"/>
              <a:t>, podle kterého zjistíte </a:t>
            </a:r>
            <a:r>
              <a:rPr lang="cs-CZ" b="1" dirty="0"/>
              <a:t>součet</a:t>
            </a:r>
            <a:r>
              <a:rPr lang="cs-CZ" dirty="0"/>
              <a:t> klientů v jednotlivých zemích</a:t>
            </a:r>
          </a:p>
        </p:txBody>
      </p:sp>
      <p:grpSp>
        <p:nvGrpSpPr>
          <p:cNvPr id="7" name="Skupina 6">
            <a:extLst>
              <a:ext uri="{FF2B5EF4-FFF2-40B4-BE49-F238E27FC236}">
                <a16:creationId xmlns:a16="http://schemas.microsoft.com/office/drawing/2014/main" id="{6C9E55A9-D7E6-44C2-95C4-BD90A06D83B9}"/>
              </a:ext>
            </a:extLst>
          </p:cNvPr>
          <p:cNvGrpSpPr/>
          <p:nvPr/>
        </p:nvGrpSpPr>
        <p:grpSpPr>
          <a:xfrm>
            <a:off x="5148064" y="1268760"/>
            <a:ext cx="3785624" cy="4968552"/>
            <a:chOff x="5796136" y="3356992"/>
            <a:chExt cx="2817512" cy="3424808"/>
          </a:xfrm>
        </p:grpSpPr>
        <p:pic>
          <p:nvPicPr>
            <p:cNvPr id="5" name="Picture 2"/>
            <p:cNvPicPr>
              <a:picLocks noChangeAspect="1" noChangeArrowheads="1"/>
            </p:cNvPicPr>
            <p:nvPr/>
          </p:nvPicPr>
          <p:blipFill>
            <a:blip r:embed="rId2" cstate="print"/>
            <a:srcRect/>
            <a:stretch>
              <a:fillRect/>
            </a:stretch>
          </p:blipFill>
          <p:spPr bwMode="auto">
            <a:xfrm>
              <a:off x="5812462" y="3356992"/>
              <a:ext cx="2801186" cy="3424808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</p:pic>
        <p:sp>
          <p:nvSpPr>
            <p:cNvPr id="6" name="Obdélník 5"/>
            <p:cNvSpPr/>
            <p:nvPr/>
          </p:nvSpPr>
          <p:spPr>
            <a:xfrm>
              <a:off x="5796136" y="5667153"/>
              <a:ext cx="2016224" cy="1002207"/>
            </a:xfrm>
            <a:prstGeom prst="rect">
              <a:avLst/>
            </a:prstGeom>
            <a:noFill/>
            <a:ln w="76200">
              <a:solidFill>
                <a:srgbClr val="FF00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cs-CZ"/>
            </a:p>
          </p:txBody>
        </p:sp>
      </p:grpSp>
      <p:sp>
        <p:nvSpPr>
          <p:cNvPr id="4" name="Zástupný symbol pro číslo snímku 3">
            <a:extLst>
              <a:ext uri="{FF2B5EF4-FFF2-40B4-BE49-F238E27FC236}">
                <a16:creationId xmlns:a16="http://schemas.microsoft.com/office/drawing/2014/main" id="{BB4699E7-8686-47A0-AA01-EC02F6AE996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BF93F7C-CB1F-4946-BF78-9974F76EB445}" type="slidenum">
              <a:rPr lang="cs-CZ" smtClean="0"/>
              <a:t>4</a:t>
            </a:fld>
            <a:endParaRPr lang="cs-CZ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051" name="Picture 3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395535" y="1129189"/>
            <a:ext cx="8558665" cy="514857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4" name="Zástupný obsah 3">
            <a:extLst>
              <a:ext uri="{FF2B5EF4-FFF2-40B4-BE49-F238E27FC236}">
                <a16:creationId xmlns:a16="http://schemas.microsoft.com/office/drawing/2014/main" id="{F35CB775-53E7-4FE4-86AA-1E853139BE7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925827" y="188640"/>
            <a:ext cx="8028373" cy="4800600"/>
          </a:xfrm>
        </p:spPr>
        <p:txBody>
          <a:bodyPr/>
          <a:lstStyle/>
          <a:p>
            <a:r>
              <a:rPr lang="cs-CZ" dirty="0"/>
              <a:t>Karta Data =&gt; sekce Přehled =&gt; Souhrn, ... </a:t>
            </a:r>
          </a:p>
        </p:txBody>
      </p:sp>
      <p:sp>
        <p:nvSpPr>
          <p:cNvPr id="2" name="Zástupný symbol pro číslo snímku 1">
            <a:extLst>
              <a:ext uri="{FF2B5EF4-FFF2-40B4-BE49-F238E27FC236}">
                <a16:creationId xmlns:a16="http://schemas.microsoft.com/office/drawing/2014/main" id="{D5954BC4-28FB-40B3-AA87-F18D094DF51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BF93F7C-CB1F-4946-BF78-9974F76EB445}" type="slidenum">
              <a:rPr lang="cs-CZ" smtClean="0"/>
              <a:t>5</a:t>
            </a:fld>
            <a:endParaRPr lang="cs-CZ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adpis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cs-CZ" dirty="0"/>
              <a:t>Druhý souhrn</a:t>
            </a:r>
          </a:p>
        </p:txBody>
      </p:sp>
      <p:sp>
        <p:nvSpPr>
          <p:cNvPr id="3" name="Zástupný symbol pro obsah 2"/>
          <p:cNvSpPr>
            <a:spLocks noGrp="1"/>
          </p:cNvSpPr>
          <p:nvPr>
            <p:ph idx="1"/>
          </p:nvPr>
        </p:nvSpPr>
        <p:spPr>
          <a:xfrm>
            <a:off x="1041420" y="1417638"/>
            <a:ext cx="3856472" cy="4800600"/>
          </a:xfrm>
        </p:spPr>
        <p:txBody>
          <a:bodyPr>
            <a:normAutofit/>
          </a:bodyPr>
          <a:lstStyle/>
          <a:p>
            <a:pPr marL="596646" indent="-514350">
              <a:lnSpc>
                <a:spcPct val="200000"/>
              </a:lnSpc>
              <a:buFont typeface="+mj-lt"/>
              <a:buAutoNum type="arabicParenR" startAt="3"/>
            </a:pPr>
            <a:r>
              <a:rPr lang="cs-CZ" dirty="0"/>
              <a:t>Nastavte, aby se klienti přepočítali podle měsíců</a:t>
            </a:r>
          </a:p>
          <a:p>
            <a:pPr marL="596646" indent="-514350">
              <a:lnSpc>
                <a:spcPct val="200000"/>
              </a:lnSpc>
              <a:buFont typeface="+mj-lt"/>
              <a:buAutoNum type="arabicParenR" startAt="2"/>
            </a:pPr>
            <a:endParaRPr lang="cs-CZ" dirty="0"/>
          </a:p>
        </p:txBody>
      </p:sp>
      <p:grpSp>
        <p:nvGrpSpPr>
          <p:cNvPr id="6" name="Skupina 5">
            <a:extLst>
              <a:ext uri="{FF2B5EF4-FFF2-40B4-BE49-F238E27FC236}">
                <a16:creationId xmlns:a16="http://schemas.microsoft.com/office/drawing/2014/main" id="{672540AC-20B1-4768-B92D-1734983D54BD}"/>
              </a:ext>
            </a:extLst>
          </p:cNvPr>
          <p:cNvGrpSpPr/>
          <p:nvPr/>
        </p:nvGrpSpPr>
        <p:grpSpPr>
          <a:xfrm>
            <a:off x="5279391" y="1417638"/>
            <a:ext cx="3528392" cy="4626173"/>
            <a:chOff x="5220072" y="2852936"/>
            <a:chExt cx="2609850" cy="3190875"/>
          </a:xfrm>
        </p:grpSpPr>
        <p:pic>
          <p:nvPicPr>
            <p:cNvPr id="3074" name="Picture 2"/>
            <p:cNvPicPr>
              <a:picLocks noChangeAspect="1" noChangeArrowheads="1"/>
            </p:cNvPicPr>
            <p:nvPr/>
          </p:nvPicPr>
          <p:blipFill>
            <a:blip r:embed="rId2" cstate="print"/>
            <a:srcRect/>
            <a:stretch>
              <a:fillRect/>
            </a:stretch>
          </p:blipFill>
          <p:spPr bwMode="auto">
            <a:xfrm>
              <a:off x="5220072" y="2852936"/>
              <a:ext cx="2609850" cy="3190875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</p:pic>
        <p:sp>
          <p:nvSpPr>
            <p:cNvPr id="5" name="Obdélník 4"/>
            <p:cNvSpPr/>
            <p:nvPr/>
          </p:nvSpPr>
          <p:spPr>
            <a:xfrm>
              <a:off x="5292080" y="5013176"/>
              <a:ext cx="2016224" cy="936104"/>
            </a:xfrm>
            <a:prstGeom prst="rect">
              <a:avLst/>
            </a:prstGeom>
            <a:noFill/>
            <a:ln w="76200">
              <a:solidFill>
                <a:srgbClr val="FF00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cs-CZ"/>
            </a:p>
          </p:txBody>
        </p:sp>
      </p:grpSp>
      <p:sp>
        <p:nvSpPr>
          <p:cNvPr id="4" name="Zástupný symbol pro číslo snímku 3">
            <a:extLst>
              <a:ext uri="{FF2B5EF4-FFF2-40B4-BE49-F238E27FC236}">
                <a16:creationId xmlns:a16="http://schemas.microsoft.com/office/drawing/2014/main" id="{EA6B3E0C-3EB9-4A8E-916D-D84D301A40F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BF93F7C-CB1F-4946-BF78-9974F76EB445}" type="slidenum">
              <a:rPr lang="cs-CZ" smtClean="0"/>
              <a:t>6</a:t>
            </a:fld>
            <a:endParaRPr lang="cs-CZ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122" name="Picture 2"/>
          <p:cNvPicPr>
            <a:picLocks noChangeAspect="1" noChangeArrowheads="1"/>
          </p:cNvPicPr>
          <p:nvPr/>
        </p:nvPicPr>
        <p:blipFill>
          <a:blip r:embed="rId2" cstate="print"/>
          <a:srcRect t="32026" r="50097" b="6494"/>
          <a:stretch>
            <a:fillRect/>
          </a:stretch>
        </p:blipFill>
        <p:spPr bwMode="auto">
          <a:xfrm>
            <a:off x="1115616" y="404664"/>
            <a:ext cx="7808916" cy="5787371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2" name="Zástupný symbol pro číslo snímku 1">
            <a:extLst>
              <a:ext uri="{FF2B5EF4-FFF2-40B4-BE49-F238E27FC236}">
                <a16:creationId xmlns:a16="http://schemas.microsoft.com/office/drawing/2014/main" id="{78CB8096-BCC3-48E0-8A6B-F3F5E1945EC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BF93F7C-CB1F-4946-BF78-9974F76EB445}" type="slidenum">
              <a:rPr lang="cs-CZ" smtClean="0"/>
              <a:t>7</a:t>
            </a:fld>
            <a:endParaRPr lang="cs-CZ"/>
          </a:p>
        </p:txBody>
      </p:sp>
    </p:spTree>
  </p:cSld>
  <p:clrMapOvr>
    <a:masterClrMapping/>
  </p:clrMapOvr>
</p:sld>
</file>

<file path=ppt/theme/_rels/them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1.jpeg"/></Relationships>
</file>

<file path=ppt/theme/theme1.xml><?xml version="1.0" encoding="utf-8"?>
<a:theme xmlns:a="http://schemas.openxmlformats.org/drawingml/2006/main" name="Slunovrat">
  <a:themeElements>
    <a:clrScheme name="Modrá, teplá">
      <a:dk1>
        <a:sysClr val="windowText" lastClr="000000"/>
      </a:dk1>
      <a:lt1>
        <a:sysClr val="window" lastClr="FFFFFF"/>
      </a:lt1>
      <a:dk2>
        <a:srgbClr val="242852"/>
      </a:dk2>
      <a:lt2>
        <a:srgbClr val="ACCBF9"/>
      </a:lt2>
      <a:accent1>
        <a:srgbClr val="4A66AC"/>
      </a:accent1>
      <a:accent2>
        <a:srgbClr val="629DD1"/>
      </a:accent2>
      <a:accent3>
        <a:srgbClr val="297FD5"/>
      </a:accent3>
      <a:accent4>
        <a:srgbClr val="7F8FA9"/>
      </a:accent4>
      <a:accent5>
        <a:srgbClr val="5AA2AE"/>
      </a:accent5>
      <a:accent6>
        <a:srgbClr val="9D90A0"/>
      </a:accent6>
      <a:hlink>
        <a:srgbClr val="9454C3"/>
      </a:hlink>
      <a:folHlink>
        <a:srgbClr val="3EBBF0"/>
      </a:folHlink>
    </a:clrScheme>
    <a:fontScheme name="Slunovrat">
      <a:majorFont>
        <a:latin typeface="Gill Sans MT"/>
        <a:ea typeface=""/>
        <a:cs typeface=""/>
        <a:font script="Grek" typeface="Corbel"/>
        <a:font script="Cyrl" typeface="Corbel"/>
        <a:font script="Jpan" typeface="HGｺﾞｼｯｸE"/>
        <a:font script="Hang" typeface="휴먼매직체"/>
        <a:font script="Hans" typeface="华文中宋"/>
        <a:font script="Hant" typeface="微軟正黑體"/>
        <a:font script="Arab" typeface="Majalla UI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</a:majorFont>
      <a:minorFont>
        <a:latin typeface="Gill Sans MT"/>
        <a:ea typeface=""/>
        <a:cs typeface=""/>
        <a:font script="Grek" typeface="Corbel"/>
        <a:font script="Cyrl" typeface="Corbel"/>
        <a:font script="Jpan" typeface="HGｺﾞｼｯｸE"/>
        <a:font script="Hang" typeface="HY엽서L"/>
        <a:font script="Hans" typeface="华文中宋"/>
        <a:font script="Hant" typeface="微軟正黑體"/>
        <a:font script="Arab" typeface="Majalla UI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</a:minorFont>
    </a:fontScheme>
    <a:fmtScheme name="Slunovrat">
      <a:fillStyleLst>
        <a:solidFill>
          <a:schemeClr val="phClr"/>
        </a:solidFill>
        <a:gradFill rotWithShape="1">
          <a:gsLst>
            <a:gs pos="0">
              <a:schemeClr val="phClr">
                <a:tint val="35000"/>
                <a:satMod val="253000"/>
              </a:schemeClr>
            </a:gs>
            <a:gs pos="50000">
              <a:schemeClr val="phClr">
                <a:tint val="42000"/>
                <a:satMod val="255000"/>
              </a:schemeClr>
            </a:gs>
            <a:gs pos="97000">
              <a:schemeClr val="phClr">
                <a:tint val="53000"/>
                <a:satMod val="260000"/>
              </a:schemeClr>
            </a:gs>
            <a:gs pos="100000">
              <a:schemeClr val="phClr">
                <a:tint val="56000"/>
                <a:satMod val="275000"/>
              </a:schemeClr>
            </a:gs>
          </a:gsLst>
          <a:path path="circle">
            <a:fillToRect l="50000" t="50000" r="50000" b="50000"/>
          </a:path>
        </a:gradFill>
        <a:gradFill rotWithShape="1">
          <a:gsLst>
            <a:gs pos="0">
              <a:schemeClr val="phClr">
                <a:tint val="92000"/>
                <a:satMod val="170000"/>
              </a:schemeClr>
            </a:gs>
            <a:gs pos="15000">
              <a:schemeClr val="phClr">
                <a:tint val="92000"/>
                <a:shade val="99000"/>
                <a:satMod val="170000"/>
              </a:schemeClr>
            </a:gs>
            <a:gs pos="62000">
              <a:schemeClr val="phClr">
                <a:tint val="96000"/>
                <a:shade val="80000"/>
                <a:satMod val="170000"/>
              </a:schemeClr>
            </a:gs>
            <a:gs pos="97000">
              <a:schemeClr val="phClr">
                <a:tint val="98000"/>
                <a:shade val="63000"/>
                <a:satMod val="170000"/>
              </a:schemeClr>
            </a:gs>
            <a:gs pos="100000">
              <a:schemeClr val="phClr">
                <a:shade val="62000"/>
                <a:satMod val="170000"/>
              </a:schemeClr>
            </a:gs>
          </a:gsLst>
          <a:path path="circle">
            <a:fillToRect l="50000" t="50000" r="50000" b="50000"/>
          </a:path>
        </a:gradFill>
      </a:fillStyleLst>
      <a:lnStyleLst>
        <a:ln w="9525" cap="flat" cmpd="sng" algn="ctr">
          <a:solidFill>
            <a:schemeClr val="phClr"/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63500" dist="25400" dir="5400000" rotWithShape="0">
              <a:srgbClr val="000000">
                <a:alpha val="43137"/>
              </a:srgbClr>
            </a:outerShdw>
          </a:effectLst>
        </a:effectStyle>
        <a:effectStyle>
          <a:effectLst>
            <a:outerShdw blurRad="63500" dist="25400" dir="5400000" rotWithShape="0">
              <a:srgbClr val="000000">
                <a:alpha val="43137"/>
              </a:srgbClr>
            </a:outerShdw>
          </a:effectLst>
          <a:scene3d>
            <a:camera prst="orthographicFront" fov="0">
              <a:rot lat="0" lon="0" rev="0"/>
            </a:camera>
            <a:lightRig rig="brightRoom" dir="tl">
              <a:rot lat="0" lon="0" rev="8700000"/>
            </a:lightRig>
          </a:scene3d>
          <a:sp3d contourW="12700">
            <a:bevelT w="0" h="0"/>
            <a:contourClr>
              <a:schemeClr val="phClr">
                <a:shade val="80000"/>
              </a:schemeClr>
            </a:contourClr>
          </a:sp3d>
        </a:effectStyle>
        <a:effectStyle>
          <a:effectLst>
            <a:outerShdw blurRad="63500" dist="25400" dir="5400000" rotWithShape="0">
              <a:srgbClr val="000000">
                <a:alpha val="43137"/>
              </a:srgbClr>
            </a:outerShdw>
          </a:effectLst>
          <a:scene3d>
            <a:camera prst="orthographicFront" fov="0">
              <a:rot lat="0" lon="0" rev="0"/>
            </a:camera>
            <a:lightRig rig="brightRoom" dir="tl">
              <a:rot lat="0" lon="0" rev="5400000"/>
            </a:lightRig>
          </a:scene3d>
          <a:sp3d contourW="12700">
            <a:bevelT w="25400" h="50800" prst="angle"/>
            <a:contourClr>
              <a:schemeClr val="phClr"/>
            </a:contourClr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60000"/>
                <a:satMod val="355000"/>
              </a:schemeClr>
            </a:gs>
            <a:gs pos="40000">
              <a:schemeClr val="phClr">
                <a:tint val="85000"/>
                <a:satMod val="320000"/>
              </a:schemeClr>
            </a:gs>
            <a:gs pos="100000">
              <a:schemeClr val="phClr">
                <a:shade val="55000"/>
                <a:satMod val="300000"/>
              </a:schemeClr>
            </a:gs>
          </a:gsLst>
          <a:path path="circle">
            <a:fillToRect l="-24500" t="-20000" r="124500" b="120000"/>
          </a:path>
        </a:gradFill>
        <a:blipFill>
          <a:blip xmlns:r="http://schemas.openxmlformats.org/officeDocument/2006/relationships" r:embed="rId1">
            <a:duotone>
              <a:schemeClr val="phClr">
                <a:shade val="9000"/>
                <a:satMod val="300000"/>
              </a:schemeClr>
              <a:schemeClr val="phClr">
                <a:tint val="90000"/>
                <a:satMod val="225000"/>
              </a:schemeClr>
            </a:duotone>
          </a:blip>
          <a:tile tx="0" ty="0" sx="90000" sy="90000" flip="xy" algn="tl"/>
        </a:blip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Motiv Offic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2.xml><?xml version="1.0" encoding="utf-8"?>
<ct:contentTypeSchema xmlns:ct="http://schemas.microsoft.com/office/2006/metadata/contentType" xmlns:ma="http://schemas.microsoft.com/office/2006/metadata/properties/metaAttributes" ct:_="" ma:_="" ma:contentTypeName="Dokument" ma:contentTypeID="0x01010019746E8B3FF2B2428A148D03C368DE4A" ma:contentTypeVersion="13" ma:contentTypeDescription="Vytvoří nový dokument" ma:contentTypeScope="" ma:versionID="9d94cbd9914ef4824ad723384dcde04a">
  <xsd:schema xmlns:xsd="http://www.w3.org/2001/XMLSchema" xmlns:xs="http://www.w3.org/2001/XMLSchema" xmlns:p="http://schemas.microsoft.com/office/2006/metadata/properties" xmlns:ns3="ea85f2e0-d32a-4312-be8a-c00aff2510cf" xmlns:ns4="c52afa11-cb76-49c2-a807-b2856752eead" targetNamespace="http://schemas.microsoft.com/office/2006/metadata/properties" ma:root="true" ma:fieldsID="f78cee60d32ecf43d3cd1d8f83bcfaea" ns3:_="" ns4:_="">
    <xsd:import namespace="ea85f2e0-d32a-4312-be8a-c00aff2510cf"/>
    <xsd:import namespace="c52afa11-cb76-49c2-a807-b2856752eead"/>
    <xsd:element name="properties">
      <xsd:complexType>
        <xsd:sequence>
          <xsd:element name="documentManagement">
            <xsd:complexType>
              <xsd:all>
                <xsd:element ref="ns3:MediaServiceMetadata" minOccurs="0"/>
                <xsd:element ref="ns3:MediaServiceFastMetadata" minOccurs="0"/>
                <xsd:element ref="ns3:MediaServiceAutoTags" minOccurs="0"/>
                <xsd:element ref="ns3:MediaServiceOCR" minOccurs="0"/>
                <xsd:element ref="ns3:MediaServiceDateTaken" minOccurs="0"/>
                <xsd:element ref="ns3:MediaServiceLocation" minOccurs="0"/>
                <xsd:element ref="ns3:MediaServiceEventHashCode" minOccurs="0"/>
                <xsd:element ref="ns3:MediaServiceGenerationTime" minOccurs="0"/>
                <xsd:element ref="ns4:SharedWithUsers" minOccurs="0"/>
                <xsd:element ref="ns4:SharedWithDetails" minOccurs="0"/>
                <xsd:element ref="ns4:SharingHintHash" minOccurs="0"/>
                <xsd:element ref="ns3:MediaServiceAutoKeyPoints" minOccurs="0"/>
                <xsd:element ref="ns3:MediaServiceKeyPoints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ea85f2e0-d32a-4312-be8a-c00aff2510cf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description="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description="" ma:hidden="true" ma:internalName="MediaServiceFastMetadata" ma:readOnly="true">
      <xsd:simpleType>
        <xsd:restriction base="dms:Note"/>
      </xsd:simpleType>
    </xsd:element>
    <xsd:element name="MediaServiceAutoTags" ma:index="10" nillable="true" ma:displayName="MediaServiceAutoTags" ma:internalName="MediaServiceAutoTags" ma:readOnly="true">
      <xsd:simpleType>
        <xsd:restriction base="dms:Text"/>
      </xsd:simpleType>
    </xsd:element>
    <xsd:element name="MediaServiceOCR" ma:index="11" nillable="true" ma:displayName="MediaServiceOCR" ma:internalName="MediaServiceOCR" ma:readOnly="true">
      <xsd:simpleType>
        <xsd:restriction base="dms:Note">
          <xsd:maxLength value="255"/>
        </xsd:restriction>
      </xsd:simpleType>
    </xsd:element>
    <xsd:element name="MediaServiceDateTaken" ma:index="12" nillable="true" ma:displayName="MediaServiceDateTaken" ma:hidden="true" ma:internalName="MediaServiceDateTaken" ma:readOnly="true">
      <xsd:simpleType>
        <xsd:restriction base="dms:Text"/>
      </xsd:simpleType>
    </xsd:element>
    <xsd:element name="MediaServiceLocation" ma:index="13" nillable="true" ma:displayName="MediaServiceLocation" ma:internalName="MediaServiceLocation" ma:readOnly="true">
      <xsd:simpleType>
        <xsd:restriction base="dms:Text"/>
      </xsd:simpleType>
    </xsd:element>
    <xsd:element name="MediaServiceEventHashCode" ma:index="14" nillable="true" ma:displayName="MediaServiceEventHashCode" ma:hidden="true" ma:internalName="MediaServiceEventHashCode" ma:readOnly="true">
      <xsd:simpleType>
        <xsd:restriction base="dms:Text"/>
      </xsd:simpleType>
    </xsd:element>
    <xsd:element name="MediaServiceGenerationTime" ma:index="15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AutoKeyPoints" ma:index="19" nillable="true" ma:displayName="MediaServiceAutoKeyPoints" ma:hidden="true" ma:internalName="MediaServiceAutoKeyPoints" ma:readOnly="true">
      <xsd:simpleType>
        <xsd:restriction base="dms:Note"/>
      </xsd:simpleType>
    </xsd:element>
    <xsd:element name="MediaServiceKeyPoints" ma:index="20" nillable="true" ma:displayName="KeyPoints" ma:internalName="MediaServiceKeyPoints" ma:readOnly="true">
      <xsd:simpleType>
        <xsd:restriction base="dms:Note">
          <xsd:maxLength value="255"/>
        </xsd:restriction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c52afa11-cb76-49c2-a807-b2856752eead" elementFormDefault="qualified">
    <xsd:import namespace="http://schemas.microsoft.com/office/2006/documentManagement/types"/>
    <xsd:import namespace="http://schemas.microsoft.com/office/infopath/2007/PartnerControls"/>
    <xsd:element name="SharedWithUsers" ma:index="16" nillable="true" ma:displayName="Sdílí se s" ma:internalName="SharedWithUsers" ma:readOnly="true">
      <xsd:complexType>
        <xsd:complexContent>
          <xsd:extension base="dms:UserMulti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  <xsd:element name="SharedWithDetails" ma:index="17" nillable="true" ma:displayName="Sdílené s podrobnostmi" ma:internalName="SharedWithDetails" ma:readOnly="true">
      <xsd:simpleType>
        <xsd:restriction base="dms:Note">
          <xsd:maxLength value="255"/>
        </xsd:restriction>
      </xsd:simpleType>
    </xsd:element>
    <xsd:element name="SharingHintHash" ma:index="18" nillable="true" ma:displayName="Hodnota hash upozornění na sdílení" ma:hidden="true" ma:internalName="SharingHintHash" ma:readOnly="true">
      <xsd:simpleType>
        <xsd:restriction base="dms:Text"/>
      </xsd:simple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Typ obsahu"/>
        <xsd:element ref="dc:title" minOccurs="0" maxOccurs="1" ma:index="4" ma:displayName="Nadpis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3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/>
</p:properties>
</file>

<file path=customXml/itemProps1.xml><?xml version="1.0" encoding="utf-8"?>
<ds:datastoreItem xmlns:ds="http://schemas.openxmlformats.org/officeDocument/2006/customXml" ds:itemID="{8723A7ED-18B8-44FC-976B-4BB0E5C854E4}">
  <ds:schemaRefs>
    <ds:schemaRef ds:uri="http://schemas.microsoft.com/sharepoint/v3/contenttype/forms"/>
  </ds:schemaRefs>
</ds:datastoreItem>
</file>

<file path=customXml/itemProps2.xml><?xml version="1.0" encoding="utf-8"?>
<ds:datastoreItem xmlns:ds="http://schemas.openxmlformats.org/officeDocument/2006/customXml" ds:itemID="{528C2684-4CA2-4F40-A585-C53E4BEF438B}">
  <ds:schemaRefs>
    <ds:schemaRef ds:uri="http://schemas.microsoft.com/office/2006/metadata/contentType"/>
    <ds:schemaRef ds:uri="http://schemas.microsoft.com/office/2006/metadata/properties/metaAttributes"/>
    <ds:schemaRef ds:uri="http://www.w3.org/2001/XMLSchema"/>
    <ds:schemaRef ds:uri="http://schemas.microsoft.com/office/2006/metadata/properties"/>
    <ds:schemaRef ds:uri="ea85f2e0-d32a-4312-be8a-c00aff2510cf"/>
    <ds:schemaRef ds:uri="c52afa11-cb76-49c2-a807-b2856752eead"/>
    <ds:schemaRef ds:uri="http://schemas.microsoft.com/office/2006/documentManagement/types"/>
    <ds:schemaRef ds:uri="http://schemas.microsoft.com/office/infopath/2007/PartnerControls"/>
    <ds:schemaRef ds:uri="http://schemas.openxmlformats.org/package/2006/metadata/core-properties"/>
    <ds:schemaRef ds:uri="http://purl.org/dc/elements/1.1/"/>
    <ds:schemaRef ds:uri="http://purl.org/dc/terms/"/>
    <ds:schemaRef ds:uri="http://schemas.microsoft.com/internal/obd"/>
  </ds:schemaRefs>
</ds:datastoreItem>
</file>

<file path=customXml/itemProps3.xml><?xml version="1.0" encoding="utf-8"?>
<ds:datastoreItem xmlns:ds="http://schemas.openxmlformats.org/officeDocument/2006/customXml" ds:itemID="{DC7658BD-38EF-4E80-ADDD-E4D6E0F1F11B}">
  <ds:schemaRefs>
    <ds:schemaRef ds:uri="http://purl.org/dc/elements/1.1/"/>
    <ds:schemaRef ds:uri="http://www.w3.org/XML/1998/namespace"/>
    <ds:schemaRef ds:uri="http://purl.org/dc/dcmitype/"/>
    <ds:schemaRef ds:uri="c52afa11-cb76-49c2-a807-b2856752eead"/>
    <ds:schemaRef ds:uri="http://schemas.microsoft.com/office/2006/metadata/properties"/>
    <ds:schemaRef ds:uri="http://schemas.microsoft.com/office/2006/documentManagement/types"/>
    <ds:schemaRef ds:uri="http://purl.org/dc/terms/"/>
    <ds:schemaRef ds:uri="http://schemas.microsoft.com/office/infopath/2007/PartnerControls"/>
    <ds:schemaRef ds:uri="http://schemas.openxmlformats.org/package/2006/metadata/core-properties"/>
    <ds:schemaRef ds:uri="ea85f2e0-d32a-4312-be8a-c00aff2510cf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TotalTime>28</TotalTime>
  <Words>81</Words>
  <Application>Microsoft Office PowerPoint</Application>
  <PresentationFormat>Předvádění na obrazovce (4:3)</PresentationFormat>
  <Paragraphs>27</Paragraphs>
  <Slides>7</Slides>
  <Notes>0</Notes>
  <HiddenSlides>0</HiddenSlides>
  <MMClips>0</MMClips>
  <ScaleCrop>false</ScaleCrop>
  <HeadingPairs>
    <vt:vector size="6" baseType="variant">
      <vt:variant>
        <vt:lpstr>Použitá písma</vt:lpstr>
      </vt:variant>
      <vt:variant>
        <vt:i4>5</vt:i4>
      </vt:variant>
      <vt:variant>
        <vt:lpstr>Motiv</vt:lpstr>
      </vt:variant>
      <vt:variant>
        <vt:i4>1</vt:i4>
      </vt:variant>
      <vt:variant>
        <vt:lpstr>Nadpisy snímků</vt:lpstr>
      </vt:variant>
      <vt:variant>
        <vt:i4>7</vt:i4>
      </vt:variant>
    </vt:vector>
  </HeadingPairs>
  <TitlesOfParts>
    <vt:vector size="13" baseType="lpstr">
      <vt:lpstr>Arial</vt:lpstr>
      <vt:lpstr>Calibri</vt:lpstr>
      <vt:lpstr>Gill Sans MT</vt:lpstr>
      <vt:lpstr>Verdana</vt:lpstr>
      <vt:lpstr>Wingdings 2</vt:lpstr>
      <vt:lpstr>Slunovrat</vt:lpstr>
      <vt:lpstr>Víceúrovňový souhrn</vt:lpstr>
      <vt:lpstr>Tabulka jako zadání úkolu</vt:lpstr>
      <vt:lpstr>Postup</vt:lpstr>
      <vt:lpstr>První souhrn </vt:lpstr>
      <vt:lpstr>Prezentace aplikace PowerPoint</vt:lpstr>
      <vt:lpstr>Druhý souhrn</vt:lpstr>
      <vt:lpstr>Prezentace aplikace PowerPoint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Víceúrovňový souhrn</dc:title>
  <dc:creator>Votavová Gabriela</dc:creator>
  <cp:lastModifiedBy>Votavová Gabriela</cp:lastModifiedBy>
  <cp:revision>6</cp:revision>
  <dcterms:created xsi:type="dcterms:W3CDTF">2020-04-20T07:17:55Z</dcterms:created>
  <dcterms:modified xsi:type="dcterms:W3CDTF">2020-11-23T13:57:37Z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0x01010019746E8B3FF2B2428A148D03C368DE4A</vt:lpwstr>
  </property>
</Properties>
</file>