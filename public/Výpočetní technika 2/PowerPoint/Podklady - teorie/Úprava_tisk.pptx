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2" r:id="rId1"/>
    <p:sldMasterId id="2147483910" r:id="rId2"/>
  </p:sldMasterIdLst>
  <p:notesMasterIdLst>
    <p:notesMasterId r:id="rId25"/>
  </p:notesMasterIdLst>
  <p:handoutMasterIdLst>
    <p:handoutMasterId r:id="rId26"/>
  </p:handoutMasterIdLst>
  <p:sldIdLst>
    <p:sldId id="256" r:id="rId3"/>
    <p:sldId id="257" r:id="rId4"/>
    <p:sldId id="258" r:id="rId5"/>
    <p:sldId id="282" r:id="rId6"/>
    <p:sldId id="260" r:id="rId7"/>
    <p:sldId id="259" r:id="rId8"/>
    <p:sldId id="262" r:id="rId9"/>
    <p:sldId id="263" r:id="rId10"/>
    <p:sldId id="264" r:id="rId11"/>
    <p:sldId id="265" r:id="rId12"/>
    <p:sldId id="266" r:id="rId13"/>
    <p:sldId id="267" r:id="rId14"/>
    <p:sldId id="283" r:id="rId15"/>
    <p:sldId id="268" r:id="rId16"/>
    <p:sldId id="269" r:id="rId17"/>
    <p:sldId id="270" r:id="rId18"/>
    <p:sldId id="272" r:id="rId19"/>
    <p:sldId id="273" r:id="rId20"/>
    <p:sldId id="281" r:id="rId21"/>
    <p:sldId id="284" r:id="rId22"/>
    <p:sldId id="285" r:id="rId23"/>
    <p:sldId id="287" r:id="rId24"/>
  </p:sldIdLst>
  <p:sldSz cx="9144000" cy="6858000" type="screen4x3"/>
  <p:notesSz cx="6735763" cy="98663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56" autoAdjust="0"/>
    <p:restoredTop sz="94291" autoAdjust="0"/>
  </p:normalViewPr>
  <p:slideViewPr>
    <p:cSldViewPr>
      <p:cViewPr varScale="1">
        <p:scale>
          <a:sx n="59" d="100"/>
          <a:sy n="59" d="100"/>
        </p:scale>
        <p:origin x="143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844" y="66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tavová Gabriela" userId="f151b92f-625a-445a-9d4b-1ed80f6e2b7e" providerId="ADAL" clId="{03723FD5-E1C1-46C7-91A4-159437E07E98}"/>
    <pc:docChg chg="custSel addSld delSld modSld sldOrd">
      <pc:chgData name="Votavová Gabriela" userId="f151b92f-625a-445a-9d4b-1ed80f6e2b7e" providerId="ADAL" clId="{03723FD5-E1C1-46C7-91A4-159437E07E98}" dt="2021-03-01T14:52:18.473" v="117" actId="2696"/>
      <pc:docMkLst>
        <pc:docMk/>
      </pc:docMkLst>
      <pc:sldChg chg="modSp mod">
        <pc:chgData name="Votavová Gabriela" userId="f151b92f-625a-445a-9d4b-1ed80f6e2b7e" providerId="ADAL" clId="{03723FD5-E1C1-46C7-91A4-159437E07E98}" dt="2021-03-01T14:43:04.506" v="0" actId="20577"/>
        <pc:sldMkLst>
          <pc:docMk/>
          <pc:sldMk cId="0" sldId="256"/>
        </pc:sldMkLst>
        <pc:spChg chg="mod">
          <ac:chgData name="Votavová Gabriela" userId="f151b92f-625a-445a-9d4b-1ed80f6e2b7e" providerId="ADAL" clId="{03723FD5-E1C1-46C7-91A4-159437E07E98}" dt="2021-03-01T14:43:04.506" v="0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Votavová Gabriela" userId="f151b92f-625a-445a-9d4b-1ed80f6e2b7e" providerId="ADAL" clId="{03723FD5-E1C1-46C7-91A4-159437E07E98}" dt="2021-03-01T14:45:26.951" v="33" actId="20577"/>
        <pc:sldMkLst>
          <pc:docMk/>
          <pc:sldMk cId="0" sldId="257"/>
        </pc:sldMkLst>
        <pc:spChg chg="mod">
          <ac:chgData name="Votavová Gabriela" userId="f151b92f-625a-445a-9d4b-1ed80f6e2b7e" providerId="ADAL" clId="{03723FD5-E1C1-46C7-91A4-159437E07E98}" dt="2021-03-01T14:45:26.951" v="33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Votavová Gabriela" userId="f151b92f-625a-445a-9d4b-1ed80f6e2b7e" providerId="ADAL" clId="{03723FD5-E1C1-46C7-91A4-159437E07E98}" dt="2021-03-01T14:51:33.123" v="113" actId="20577"/>
        <pc:sldMkLst>
          <pc:docMk/>
          <pc:sldMk cId="0" sldId="263"/>
        </pc:sldMkLst>
        <pc:spChg chg="mod">
          <ac:chgData name="Votavová Gabriela" userId="f151b92f-625a-445a-9d4b-1ed80f6e2b7e" providerId="ADAL" clId="{03723FD5-E1C1-46C7-91A4-159437E07E98}" dt="2021-03-01T14:51:33.123" v="113" actId="20577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Votavová Gabriela" userId="f151b92f-625a-445a-9d4b-1ed80f6e2b7e" providerId="ADAL" clId="{03723FD5-E1C1-46C7-91A4-159437E07E98}" dt="2021-03-01T14:48:49.398" v="71" actId="6549"/>
        <pc:sldMkLst>
          <pc:docMk/>
          <pc:sldMk cId="0" sldId="264"/>
        </pc:sldMkLst>
        <pc:spChg chg="mod">
          <ac:chgData name="Votavová Gabriela" userId="f151b92f-625a-445a-9d4b-1ed80f6e2b7e" providerId="ADAL" clId="{03723FD5-E1C1-46C7-91A4-159437E07E98}" dt="2021-03-01T14:48:49.398" v="71" actId="6549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Votavová Gabriela" userId="f151b92f-625a-445a-9d4b-1ed80f6e2b7e" providerId="ADAL" clId="{03723FD5-E1C1-46C7-91A4-159437E07E98}" dt="2021-03-01T14:48:21.569" v="50" actId="113"/>
        <pc:sldMkLst>
          <pc:docMk/>
          <pc:sldMk cId="0" sldId="265"/>
        </pc:sldMkLst>
        <pc:spChg chg="mod">
          <ac:chgData name="Votavová Gabriela" userId="f151b92f-625a-445a-9d4b-1ed80f6e2b7e" providerId="ADAL" clId="{03723FD5-E1C1-46C7-91A4-159437E07E98}" dt="2021-03-01T14:48:21.569" v="50" actId="113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Votavová Gabriela" userId="f151b92f-625a-445a-9d4b-1ed80f6e2b7e" providerId="ADAL" clId="{03723FD5-E1C1-46C7-91A4-159437E07E98}" dt="2021-03-01T14:50:21.737" v="82" actId="20577"/>
        <pc:sldMkLst>
          <pc:docMk/>
          <pc:sldMk cId="0" sldId="270"/>
        </pc:sldMkLst>
        <pc:spChg chg="mod">
          <ac:chgData name="Votavová Gabriela" userId="f151b92f-625a-445a-9d4b-1ed80f6e2b7e" providerId="ADAL" clId="{03723FD5-E1C1-46C7-91A4-159437E07E98}" dt="2021-03-01T14:50:21.737" v="82" actId="20577"/>
          <ac:spMkLst>
            <pc:docMk/>
            <pc:sldMk cId="0" sldId="270"/>
            <ac:spMk id="6" creationId="{00000000-0000-0000-0000-000000000000}"/>
          </ac:spMkLst>
        </pc:spChg>
      </pc:sldChg>
      <pc:sldChg chg="modSp mod">
        <pc:chgData name="Votavová Gabriela" userId="f151b92f-625a-445a-9d4b-1ed80f6e2b7e" providerId="ADAL" clId="{03723FD5-E1C1-46C7-91A4-159437E07E98}" dt="2021-03-01T14:50:38.182" v="94" actId="20577"/>
        <pc:sldMkLst>
          <pc:docMk/>
          <pc:sldMk cId="0" sldId="272"/>
        </pc:sldMkLst>
        <pc:spChg chg="mod">
          <ac:chgData name="Votavová Gabriela" userId="f151b92f-625a-445a-9d4b-1ed80f6e2b7e" providerId="ADAL" clId="{03723FD5-E1C1-46C7-91A4-159437E07E98}" dt="2021-03-01T14:50:38.182" v="94" actId="20577"/>
          <ac:spMkLst>
            <pc:docMk/>
            <pc:sldMk cId="0" sldId="272"/>
            <ac:spMk id="4" creationId="{00000000-0000-0000-0000-000000000000}"/>
          </ac:spMkLst>
        </pc:spChg>
      </pc:sldChg>
      <pc:sldChg chg="addSp modSp mod">
        <pc:chgData name="Votavová Gabriela" userId="f151b92f-625a-445a-9d4b-1ed80f6e2b7e" providerId="ADAL" clId="{03723FD5-E1C1-46C7-91A4-159437E07E98}" dt="2021-03-01T14:50:55.488" v="95" actId="2710"/>
        <pc:sldMkLst>
          <pc:docMk/>
          <pc:sldMk cId="3618572470" sldId="283"/>
        </pc:sldMkLst>
        <pc:spChg chg="mod">
          <ac:chgData name="Votavová Gabriela" userId="f151b92f-625a-445a-9d4b-1ed80f6e2b7e" providerId="ADAL" clId="{03723FD5-E1C1-46C7-91A4-159437E07E98}" dt="2021-03-01T14:50:55.488" v="95" actId="2710"/>
          <ac:spMkLst>
            <pc:docMk/>
            <pc:sldMk cId="3618572470" sldId="283"/>
            <ac:spMk id="3" creationId="{00000000-0000-0000-0000-000000000000}"/>
          </ac:spMkLst>
        </pc:spChg>
        <pc:picChg chg="add mod modCrop">
          <ac:chgData name="Votavová Gabriela" userId="f151b92f-625a-445a-9d4b-1ed80f6e2b7e" providerId="ADAL" clId="{03723FD5-E1C1-46C7-91A4-159437E07E98}" dt="2021-03-01T14:49:46.745" v="76" actId="732"/>
          <ac:picMkLst>
            <pc:docMk/>
            <pc:sldMk cId="3618572470" sldId="283"/>
            <ac:picMk id="6" creationId="{2CB486B5-2BD4-47F8-88CB-4E5F486C85AC}"/>
          </ac:picMkLst>
        </pc:picChg>
      </pc:sldChg>
      <pc:sldChg chg="addSp modSp new del mod modClrScheme chgLayout">
        <pc:chgData name="Votavová Gabriela" userId="f151b92f-625a-445a-9d4b-1ed80f6e2b7e" providerId="ADAL" clId="{03723FD5-E1C1-46C7-91A4-159437E07E98}" dt="2021-03-01T14:52:16.342" v="116" actId="2696"/>
        <pc:sldMkLst>
          <pc:docMk/>
          <pc:sldMk cId="2569649435" sldId="286"/>
        </pc:sldMkLst>
        <pc:spChg chg="mod ord">
          <ac:chgData name="Votavová Gabriela" userId="f151b92f-625a-445a-9d4b-1ed80f6e2b7e" providerId="ADAL" clId="{03723FD5-E1C1-46C7-91A4-159437E07E98}" dt="2021-03-01T14:44:07.393" v="7" actId="700"/>
          <ac:spMkLst>
            <pc:docMk/>
            <pc:sldMk cId="2569649435" sldId="286"/>
            <ac:spMk id="2" creationId="{EFBC4F3D-1851-45DA-AC95-CBE3262B6A83}"/>
          </ac:spMkLst>
        </pc:spChg>
        <pc:spChg chg="mod ord">
          <ac:chgData name="Votavová Gabriela" userId="f151b92f-625a-445a-9d4b-1ed80f6e2b7e" providerId="ADAL" clId="{03723FD5-E1C1-46C7-91A4-159437E07E98}" dt="2021-03-01T14:44:07.393" v="7" actId="700"/>
          <ac:spMkLst>
            <pc:docMk/>
            <pc:sldMk cId="2569649435" sldId="286"/>
            <ac:spMk id="3" creationId="{AE05E714-12C3-459C-9FBD-4794212E8D85}"/>
          </ac:spMkLst>
        </pc:spChg>
        <pc:spChg chg="add mod ord">
          <ac:chgData name="Votavová Gabriela" userId="f151b92f-625a-445a-9d4b-1ed80f6e2b7e" providerId="ADAL" clId="{03723FD5-E1C1-46C7-91A4-159437E07E98}" dt="2021-03-01T14:44:07.393" v="7" actId="700"/>
          <ac:spMkLst>
            <pc:docMk/>
            <pc:sldMk cId="2569649435" sldId="286"/>
            <ac:spMk id="4" creationId="{A54BA01C-4E71-4C1C-8A20-456284752F4D}"/>
          </ac:spMkLst>
        </pc:spChg>
      </pc:sldChg>
      <pc:sldChg chg="modSp add mod ord">
        <pc:chgData name="Votavová Gabriela" userId="f151b92f-625a-445a-9d4b-1ed80f6e2b7e" providerId="ADAL" clId="{03723FD5-E1C1-46C7-91A4-159437E07E98}" dt="2021-03-01T14:52:00.423" v="114" actId="20577"/>
        <pc:sldMkLst>
          <pc:docMk/>
          <pc:sldMk cId="2854155710" sldId="287"/>
        </pc:sldMkLst>
        <pc:spChg chg="mod">
          <ac:chgData name="Votavová Gabriela" userId="f151b92f-625a-445a-9d4b-1ed80f6e2b7e" providerId="ADAL" clId="{03723FD5-E1C1-46C7-91A4-159437E07E98}" dt="2021-03-01T14:44:37.161" v="19" actId="20577"/>
          <ac:spMkLst>
            <pc:docMk/>
            <pc:sldMk cId="2854155710" sldId="287"/>
            <ac:spMk id="3" creationId="{00000000-0000-0000-0000-000000000000}"/>
          </ac:spMkLst>
        </pc:spChg>
        <pc:spChg chg="mod">
          <ac:chgData name="Votavová Gabriela" userId="f151b92f-625a-445a-9d4b-1ed80f6e2b7e" providerId="ADAL" clId="{03723FD5-E1C1-46C7-91A4-159437E07E98}" dt="2021-03-01T14:52:00.423" v="114" actId="20577"/>
          <ac:spMkLst>
            <pc:docMk/>
            <pc:sldMk cId="2854155710" sldId="287"/>
            <ac:spMk id="4" creationId="{00000000-0000-0000-0000-000000000000}"/>
          </ac:spMkLst>
        </pc:spChg>
      </pc:sldChg>
      <pc:sldChg chg="add del">
        <pc:chgData name="Votavová Gabriela" userId="f151b92f-625a-445a-9d4b-1ed80f6e2b7e" providerId="ADAL" clId="{03723FD5-E1C1-46C7-91A4-159437E07E98}" dt="2021-03-01T14:52:18.473" v="117" actId="2696"/>
        <pc:sldMkLst>
          <pc:docMk/>
          <pc:sldMk cId="2728404828" sldId="28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07630-FCF3-4690-B8DC-AFED397BE9AE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F0C10-84C3-41E4-AF76-DB93037DAD3C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165993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D2C9C-91F5-4F25-BDD6-0FEE903BAD9E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C7146-6E8B-40F6-8838-D8847D0A4A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45748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PowerPoint</a:t>
            </a:r>
            <a:r>
              <a:rPr lang="cs-CZ" baseline="0" dirty="0"/>
              <a:t>  Podrobná uživatelské příručka – Mojmír Král, Ivo </a:t>
            </a:r>
            <a:r>
              <a:rPr lang="cs-CZ" baseline="0" dirty="0" err="1"/>
              <a:t>Magera</a:t>
            </a:r>
            <a:r>
              <a:rPr lang="cs-CZ" baseline="0" dirty="0"/>
              <a:t> ; ISBN  978-80-251-1619-7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1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3897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02526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10785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9048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70027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59346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09518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00957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41951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42826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013473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716723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85611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15</a:t>
            </a:fld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636898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43108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48285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984300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Poznámky píšeme do spodního okna v Normálním zobrazení. Při promítání nejsou samotné poznámky vidět na projektoru, ale slouží jako pomocný materiál pro přednášejícího, nebo jako poznámky k úkolům v příslušném snímku dané prezentaci.  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200559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Poznámky píšeme do spodního okna v Normálním zobrazení. Při promítání nejsou samotné poznámky vidět na projektoru, ale slouží jako pomocný materiál pro přednášejícího, nebo jako poznámky k úkolům v příslušném snímku dané prezentaci.  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21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462073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204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1AB16-025F-4EFC-86C8-DC95532F2864}" type="datetime1">
              <a:rPr lang="cs-CZ" smtClean="0"/>
              <a:t>01.03.2021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0765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734E5-5080-454F-B6AB-C5B5AE58CFC4}" type="datetime1">
              <a:rPr lang="cs-CZ" smtClean="0"/>
              <a:t>01.03.2021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15235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804F5-C90C-4E61-96D4-2483C1A800EA}" type="datetime1">
              <a:rPr lang="cs-CZ" smtClean="0"/>
              <a:t>01.03.2021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0361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F9A6F-5976-44C5-BEBC-5D33556E01B2}" type="datetime1">
              <a:rPr lang="cs-CZ" smtClean="0"/>
              <a:t>01.03.2021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966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D558C-0BB8-4BCE-9EB2-98447FF061E8}" type="datetime1">
              <a:rPr lang="cs-CZ" smtClean="0"/>
              <a:t>01.03.2021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73378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DC1C-81BD-488B-B454-AB9F12A2C1FE}" type="datetime1">
              <a:rPr lang="cs-CZ" smtClean="0"/>
              <a:t>01.03.2021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47765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8794-62D5-4D03-ADE6-AB6001EE5949}" type="datetime1">
              <a:rPr lang="cs-CZ" smtClean="0"/>
              <a:t>01.03.2021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27247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6AEB-21FF-4D9C-AAC8-B03F23986C72}" type="datetime1">
              <a:rPr lang="cs-CZ" smtClean="0"/>
              <a:t>01.03.2021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15666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6613-4F97-4E4F-96D3-029E03D0647D}" type="datetime1">
              <a:rPr lang="cs-CZ" smtClean="0"/>
              <a:t>01.03.2021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12120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B54C-BFBF-47B0-A3DB-B0BCA1757E36}" type="datetime1">
              <a:rPr lang="cs-CZ" smtClean="0"/>
              <a:t>01.03.2021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95975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0B40-3F32-44A8-8E54-289D015F60E3}" type="datetime1">
              <a:rPr lang="cs-CZ" smtClean="0"/>
              <a:t>01.03.2021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99485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1AB16-025F-4EFC-86C8-DC95532F2864}" type="datetime1">
              <a:rPr lang="cs-CZ" smtClean="0"/>
              <a:t>01.03.2021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9857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B3EA5-4609-49B0-8DD5-F2FBB4775FE1}" type="datetime1">
              <a:rPr lang="cs-CZ" smtClean="0"/>
              <a:t>01.03.2021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8419015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804F5-C90C-4E61-96D4-2483C1A800EA}" type="datetime1">
              <a:rPr lang="cs-CZ" smtClean="0"/>
              <a:t>01.03.2021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9561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F9A6F-5976-44C5-BEBC-5D33556E01B2}" type="datetime1">
              <a:rPr lang="cs-CZ" smtClean="0"/>
              <a:t>01.03.2021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31859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D558C-0BB8-4BCE-9EB2-98447FF061E8}" type="datetime1">
              <a:rPr lang="cs-CZ" smtClean="0"/>
              <a:t>01.03.2021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32099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B3EA5-4609-49B0-8DD5-F2FBB4775FE1}" type="datetime1">
              <a:rPr lang="cs-CZ" smtClean="0"/>
              <a:t>01.03.2021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50548336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8794-62D5-4D03-ADE6-AB6001EE5949}" type="datetime1">
              <a:rPr lang="cs-CZ" smtClean="0"/>
              <a:t>01.03.2021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59203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00EE6AEB-21FF-4D9C-AAC8-B03F23986C72}" type="datetime1">
              <a:rPr lang="cs-CZ" smtClean="0"/>
              <a:t>01.03.2021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13077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6613-4F97-4E4F-96D3-029E03D0647D}" type="datetime1">
              <a:rPr lang="cs-CZ" smtClean="0"/>
              <a:t>01.03.2021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12495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B54C-BFBF-47B0-A3DB-B0BCA1757E36}" type="datetime1">
              <a:rPr lang="cs-CZ" smtClean="0"/>
              <a:t>01.03.2021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513479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0B40-3F32-44A8-8E54-289D015F60E3}" type="datetime1">
              <a:rPr lang="cs-CZ" smtClean="0"/>
              <a:t>01.03.2021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5973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B3EA5-4609-49B0-8DD5-F2FBB4775FE1}" type="datetime1">
              <a:rPr lang="cs-CZ" smtClean="0"/>
              <a:t>01.03.2021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3974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85B3EA5-4609-49B0-8DD5-F2FBB4775FE1}" type="datetime1">
              <a:rPr lang="cs-CZ" smtClean="0"/>
              <a:t>01.03.2021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789CD40-4B9E-4AC9-8DBE-C5BC2FAA4BDD}" type="slidenum">
              <a:rPr lang="cs-CZ" smtClean="0"/>
              <a:t>‹#›</a:t>
            </a:fld>
            <a:endParaRPr lang="cs-CZ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1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6" r:id="rId6"/>
    <p:sldLayoutId id="2147483917" r:id="rId7"/>
    <p:sldLayoutId id="2147483918" r:id="rId8"/>
    <p:sldLayoutId id="2147483919" r:id="rId9"/>
    <p:sldLayoutId id="2147483920" r:id="rId10"/>
    <p:sldLayoutId id="214748392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sz="6600" dirty="0"/>
              <a:t>Úprava vzhledu a tisk 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Motivy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74192" y="2344987"/>
            <a:ext cx="7543801" cy="402336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cs-CZ" sz="2400" dirty="0"/>
              <a:t>Představují připravenou grafickou úpravu snímku.</a:t>
            </a:r>
          </a:p>
          <a:p>
            <a:pPr>
              <a:lnSpc>
                <a:spcPct val="100000"/>
              </a:lnSpc>
            </a:pPr>
            <a:r>
              <a:rPr lang="cs-CZ" sz="2400" dirty="0"/>
              <a:t>Můžete upravit:</a:t>
            </a:r>
          </a:p>
          <a:p>
            <a:pPr lvl="1">
              <a:lnSpc>
                <a:spcPct val="100000"/>
              </a:lnSpc>
            </a:pPr>
            <a:r>
              <a:rPr lang="cs-CZ" sz="2400" dirty="0"/>
              <a:t>barvu motivu</a:t>
            </a:r>
          </a:p>
          <a:p>
            <a:pPr lvl="1">
              <a:lnSpc>
                <a:spcPct val="100000"/>
              </a:lnSpc>
            </a:pPr>
            <a:r>
              <a:rPr lang="cs-CZ" sz="2400" dirty="0"/>
              <a:t>písmo</a:t>
            </a:r>
          </a:p>
          <a:p>
            <a:pPr lvl="1">
              <a:lnSpc>
                <a:spcPct val="100000"/>
              </a:lnSpc>
            </a:pPr>
            <a:r>
              <a:rPr lang="cs-CZ" sz="2400" dirty="0"/>
              <a:t>různé efekty</a:t>
            </a:r>
          </a:p>
          <a:p>
            <a:pPr>
              <a:lnSpc>
                <a:spcPct val="100000"/>
              </a:lnSpc>
            </a:pPr>
            <a:r>
              <a:rPr lang="cs-CZ" sz="2400" dirty="0"/>
              <a:t>Pro práci s motivy využíváte kartu Návrh.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0095F4E-BB2C-47D0-8111-ACDC8A24D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</a:t>
            </a:fld>
            <a:endParaRPr lang="cs-CZ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Karta Návrh =&gt; Motivy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B25D16C-634B-424C-A7FA-445F321C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3</a:t>
            </a:fld>
            <a:endParaRPr lang="cs-CZ"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A7829520-D335-4B8D-A9D7-38A245CEB2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78" r="7476" b="37394"/>
          <a:stretch/>
        </p:blipFill>
        <p:spPr>
          <a:xfrm>
            <a:off x="341784" y="2564904"/>
            <a:ext cx="8460432" cy="30243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5E48C6-99D1-48D8-9A30-236899CF6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Varianty motivů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B6AF858-7320-487B-ADF1-0BB2E69C9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4</a:t>
            </a:fld>
            <a:endParaRPr lang="cs-CZ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FDD6F215-61A4-4F15-8BCE-36BA5FE20D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97" t="3778" b="7980"/>
          <a:stretch/>
        </p:blipFill>
        <p:spPr>
          <a:xfrm>
            <a:off x="128814" y="1772816"/>
            <a:ext cx="8886371" cy="450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669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Úprava motivu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79DB513D-F620-4F08-BC3F-0D71A2B9E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5</a:t>
            </a:fld>
            <a:endParaRPr lang="cs-CZ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1" y="1831822"/>
            <a:ext cx="1907542" cy="4411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31225" y="1939317"/>
            <a:ext cx="1876723" cy="420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52120" y="2528701"/>
            <a:ext cx="2943225" cy="361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Formát pozadí – karta Návrh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3835EE5-F5D6-4EFD-B5EC-C42A538B3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6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3A21054A-AED2-4694-81C8-A5C108141F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775" t="5179" r="8263" b="10781"/>
          <a:stretch/>
        </p:blipFill>
        <p:spPr>
          <a:xfrm>
            <a:off x="251520" y="1821087"/>
            <a:ext cx="6297100" cy="38164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Obrázek 2">
            <a:extLst>
              <a:ext uri="{FF2B5EF4-FFF2-40B4-BE49-F238E27FC236}">
                <a16:creationId xmlns:a16="http://schemas.microsoft.com/office/drawing/2014/main" id="{E88CCB1A-86C3-4AF0-BDEE-A4694A1CA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567" y="2187488"/>
            <a:ext cx="2351692" cy="46961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95736" y="293559"/>
            <a:ext cx="7543800" cy="906483"/>
          </a:xfrm>
        </p:spPr>
        <p:txBody>
          <a:bodyPr/>
          <a:lstStyle/>
          <a:p>
            <a:r>
              <a:rPr lang="cs-CZ" dirty="0">
                <a:solidFill>
                  <a:srgbClr val="92D050"/>
                </a:solidFill>
              </a:rPr>
              <a:t>Pozadí snímku – Myš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2015D6B4-E420-4CD2-A8F3-FA1AD7B37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7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A4D3CBA7-ACC3-45B1-B2A3-4AB3325965D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8975" t="45798" r="50000" b="26188"/>
          <a:stretch/>
        </p:blipFill>
        <p:spPr>
          <a:xfrm>
            <a:off x="251520" y="548680"/>
            <a:ext cx="1657858" cy="2368371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8B56D894-43DC-40D0-9C9F-1035CBA9E4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8300" y="1398893"/>
            <a:ext cx="2933700" cy="5143500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ADAA2A0B-E122-4DD2-B051-7C37810E2C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0055" y="1824498"/>
            <a:ext cx="2828925" cy="3724275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4FA3CC2D-7F6B-4D63-AE5C-A1C572892E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0707" y="1426796"/>
            <a:ext cx="2876550" cy="50387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Formát pozadí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1006192" y="2132856"/>
            <a:ext cx="7408333" cy="418253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Umožňuje vkládat na pozadí snímků obrázky.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Umožní další úpravy jako: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velikost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umístění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grafické úpravy snímku, …</a:t>
            </a:r>
          </a:p>
          <a:p>
            <a:pPr lvl="1">
              <a:lnSpc>
                <a:spcPct val="150000"/>
              </a:lnSpc>
            </a:pPr>
            <a:endParaRPr lang="cs-CZ" sz="2400" dirty="0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62ED3929-1DD7-478C-B30F-2B970D98D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8</a:t>
            </a:fld>
            <a:endParaRPr lang="cs-CZ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Předloha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971600" y="2142358"/>
            <a:ext cx="7823200" cy="453510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Jedná se o vzorový snímek, který se neprezentuje, ale určuje vzhled všech snímků prezentace.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Umožňuje nastavit:</a:t>
            </a:r>
          </a:p>
          <a:p>
            <a:pPr lvl="1">
              <a:lnSpc>
                <a:spcPct val="100000"/>
              </a:lnSpc>
            </a:pPr>
            <a:r>
              <a:rPr lang="cs-CZ" sz="2400" dirty="0"/>
              <a:t>umístění a formát nadpisu i jednotlivých úrovní textu</a:t>
            </a:r>
          </a:p>
          <a:p>
            <a:pPr lvl="1">
              <a:lnSpc>
                <a:spcPct val="100000"/>
              </a:lnSpc>
            </a:pPr>
            <a:r>
              <a:rPr lang="cs-CZ" sz="2400" dirty="0"/>
              <a:t>pozadí</a:t>
            </a:r>
          </a:p>
          <a:p>
            <a:pPr lvl="1">
              <a:lnSpc>
                <a:spcPct val="100000"/>
              </a:lnSpc>
            </a:pPr>
            <a:r>
              <a:rPr lang="cs-CZ" sz="2400" dirty="0"/>
              <a:t>všechny objekty a jejich animaci</a:t>
            </a:r>
          </a:p>
          <a:p>
            <a:pPr lvl="1">
              <a:lnSpc>
                <a:spcPct val="100000"/>
              </a:lnSpc>
            </a:pPr>
            <a:r>
              <a:rPr lang="cs-CZ" sz="2400" dirty="0"/>
              <a:t>přechody </a:t>
            </a:r>
          </a:p>
          <a:p>
            <a:pPr lvl="1">
              <a:lnSpc>
                <a:spcPct val="150000"/>
              </a:lnSpc>
            </a:pPr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2933D05-2856-4443-A88E-FAC953D97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9</a:t>
            </a:fld>
            <a:endParaRPr lang="cs-CZ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Předloha - výhody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65562" y="2086893"/>
            <a:ext cx="7543801" cy="4023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Jednotná úprava prezentace.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Lze upravit i existující prezentaci =&gt; </a:t>
            </a:r>
            <a:r>
              <a:rPr lang="cs-CZ" sz="2400" b="1" dirty="0"/>
              <a:t>všechny změny </a:t>
            </a:r>
            <a:br>
              <a:rPr lang="cs-CZ" sz="2400" b="1" dirty="0"/>
            </a:br>
            <a:r>
              <a:rPr lang="cs-CZ" sz="2400" b="1" dirty="0"/>
              <a:t>v předloze se promítnou v celé prezentaci.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1F2FA0A-50F5-47E1-94AB-3FE3FDA51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10</a:t>
            </a:fld>
            <a:endParaRPr lang="cs-CZ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Zobrazení předlohy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Karta Zobrazení =&gt; skupina Zobrazení =&gt; Předloha snímků</a:t>
            </a:r>
          </a:p>
          <a:p>
            <a:endParaRPr lang="cs-CZ" sz="2400" dirty="0"/>
          </a:p>
          <a:p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BCB031A-FD54-43DF-B756-0642A94C6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11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51187674-6B86-477B-BAC5-AD2FB1E530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78" r="52362" b="55603"/>
          <a:stretch/>
        </p:blipFill>
        <p:spPr>
          <a:xfrm>
            <a:off x="740052" y="2479061"/>
            <a:ext cx="7687567" cy="36853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Karta Předloha snímků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C7A079FE-9FD6-493D-AD2E-C1865B2C6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12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6A12D60-E9D0-443E-9FD3-48D821CA6C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78" r="27951" b="7980"/>
          <a:stretch/>
        </p:blipFill>
        <p:spPr>
          <a:xfrm>
            <a:off x="1088456" y="1813485"/>
            <a:ext cx="7012808" cy="48288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Karta Zobrazení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43608" y="2276872"/>
            <a:ext cx="7543801" cy="4023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Karta Zobrazení =&gt; skupina Zobrazení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Předloha snímků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Předloha podkladů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Předloha poznámek</a:t>
            </a:r>
          </a:p>
          <a:p>
            <a:pPr>
              <a:lnSpc>
                <a:spcPct val="150000"/>
              </a:lnSpc>
            </a:pPr>
            <a:endParaRPr lang="cs-CZ" sz="2400" dirty="0"/>
          </a:p>
          <a:p>
            <a:pPr>
              <a:lnSpc>
                <a:spcPct val="150000"/>
              </a:lnSpc>
            </a:pPr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BCB031A-FD54-43DF-B756-0642A94C6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13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2CB486B5-2BD4-47F8-88CB-4E5F486C85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68" t="3333"/>
          <a:stretch/>
        </p:blipFill>
        <p:spPr>
          <a:xfrm>
            <a:off x="4427984" y="3789040"/>
            <a:ext cx="3782538" cy="20882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8572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824E403A-6853-49CE-9DB7-C27883665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2126750"/>
            <a:ext cx="5318510" cy="4023360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Předloha podkladů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Je speciálním typem zobrazení.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Slouží především pro přípravné práce před </a:t>
            </a:r>
            <a:br>
              <a:rPr lang="cs-CZ" sz="2400" dirty="0"/>
            </a:br>
            <a:r>
              <a:rPr lang="cs-CZ" sz="2400" dirty="0"/>
              <a:t>tiskem.</a:t>
            </a:r>
          </a:p>
          <a:p>
            <a:pPr>
              <a:lnSpc>
                <a:spcPct val="150000"/>
              </a:lnSpc>
            </a:pPr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AE74D03-DE03-4799-BEB5-297EAFABE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14</a:t>
            </a:fld>
            <a:endParaRPr lang="cs-CZ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Předloha poznámek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Je určena pro nastavení pole Poznámky před tiskem.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Ovlivňuje velikost snímků, polí s poznámkami, záhlaví, zápatí  a polí pro data …</a:t>
            </a:r>
          </a:p>
          <a:p>
            <a:endParaRPr lang="cs-CZ" sz="2400" dirty="0"/>
          </a:p>
          <a:p>
            <a:endParaRPr lang="cs-CZ" sz="2400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AAAA9373-EE59-4346-AE24-399A51983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582" y="2564904"/>
            <a:ext cx="4729348" cy="3557615"/>
          </a:xfrm>
          <a:prstGeom prst="rect">
            <a:avLst/>
          </a:prstGeom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83D1D22-1FDA-4BC1-A0B4-D03180D24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15</a:t>
            </a:fld>
            <a:endParaRPr lang="cs-CZ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Předloha snímků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Slouží pro úpravu snímků.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Umožňuje vám nastavit: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vlastní rozložení snímků</a:t>
            </a:r>
          </a:p>
          <a:p>
            <a:pPr lvl="1">
              <a:lnSpc>
                <a:spcPct val="150000"/>
              </a:lnSpc>
            </a:pPr>
            <a:r>
              <a:rPr lang="cs-CZ" sz="2400" dirty="0" err="1"/>
              <a:t>pozadní</a:t>
            </a:r>
            <a:r>
              <a:rPr lang="cs-CZ" sz="2400" dirty="0"/>
              <a:t> snímků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atd.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4F013AD9-1A12-42D6-9AA4-A677216A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16</a:t>
            </a:fld>
            <a:endParaRPr lang="cs-CZ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FB9767F7-ACC1-4856-9BAA-C707E11AD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0" y="3345043"/>
            <a:ext cx="4832648" cy="281939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Tisk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755576" y="1988840"/>
            <a:ext cx="7408333" cy="458255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Mezi základní nabídky tisku patří: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tisk poznámek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tisk osnovy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tisk snímků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tisk snímků v různém provedení podkladů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4982A344-09B3-4AD8-8CE0-924893DA4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17</a:t>
            </a:fld>
            <a:endParaRPr lang="cs-CZ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Karta Soubor =&gt; Tisk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443E923F-2811-4284-BCFD-EB799D951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18</a:t>
            </a:fld>
            <a:endParaRPr lang="cs-CZ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8E3802B0-D16F-49FB-ABC8-42476D2871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76" r="18796" b="9381"/>
          <a:stretch/>
        </p:blipFill>
        <p:spPr>
          <a:xfrm>
            <a:off x="882188" y="1886390"/>
            <a:ext cx="7425344" cy="46085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Tisk Osnovy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0DA39485-FC3E-418D-B522-29B56FBD5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19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C849CABB-AD27-4AA2-8076-9A20332F98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78" r="18796" b="5179"/>
          <a:stretch/>
        </p:blipFill>
        <p:spPr>
          <a:xfrm>
            <a:off x="859328" y="1818869"/>
            <a:ext cx="7425344" cy="47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505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Zápis Poznámky</a:t>
            </a:r>
          </a:p>
        </p:txBody>
      </p:sp>
      <p:sp>
        <p:nvSpPr>
          <p:cNvPr id="7" name="Zástupný symbol pro obsah 6">
            <a:extLst>
              <a:ext uri="{FF2B5EF4-FFF2-40B4-BE49-F238E27FC236}">
                <a16:creationId xmlns:a16="http://schemas.microsoft.com/office/drawing/2014/main" id="{EBDB026F-B1A7-4F45-8457-844518EA5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Normální zobrazení prezentace =&gt; stavový řádek okna tlačítko Poznámky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0DA39485-FC3E-418D-B522-29B56FBD5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20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EC985D88-9BA7-43AE-B240-44737D0912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78" r="18796" b="5179"/>
          <a:stretch/>
        </p:blipFill>
        <p:spPr>
          <a:xfrm>
            <a:off x="1631261" y="2548036"/>
            <a:ext cx="6286092" cy="4023360"/>
          </a:xfrm>
          <a:prstGeom prst="rect">
            <a:avLst/>
          </a:prstGeom>
        </p:spPr>
      </p:pic>
      <p:sp>
        <p:nvSpPr>
          <p:cNvPr id="9" name="Šipka: doprava 8">
            <a:extLst>
              <a:ext uri="{FF2B5EF4-FFF2-40B4-BE49-F238E27FC236}">
                <a16:creationId xmlns:a16="http://schemas.microsoft.com/office/drawing/2014/main" id="{EC0FCA11-4DB7-41C7-8D72-16EEF66C0030}"/>
              </a:ext>
            </a:extLst>
          </p:cNvPr>
          <p:cNvSpPr/>
          <p:nvPr/>
        </p:nvSpPr>
        <p:spPr>
          <a:xfrm rot="12447104">
            <a:off x="5593704" y="6013152"/>
            <a:ext cx="942815" cy="264772"/>
          </a:xfrm>
          <a:prstGeom prst="rightArrow">
            <a:avLst/>
          </a:prstGeom>
          <a:solidFill>
            <a:srgbClr val="00B05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7555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Tisk Poznámky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0DA39485-FC3E-418D-B522-29B56FBD5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21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83F87E6-2A75-4C2D-890F-A6FB06A9C0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78" r="18796" b="27589"/>
          <a:stretch/>
        </p:blipFill>
        <p:spPr>
          <a:xfrm>
            <a:off x="822960" y="2132856"/>
            <a:ext cx="7425344" cy="360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136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755576" y="1988840"/>
            <a:ext cx="7408333" cy="4582556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cs-CZ" sz="2400" dirty="0"/>
              <a:t>PowerPoint</a:t>
            </a:r>
            <a:r>
              <a:rPr lang="cs-CZ" sz="2400" baseline="0" dirty="0"/>
              <a:t>  Podrobná uživatelské příručka – Mojmír Král, Ivo </a:t>
            </a:r>
            <a:r>
              <a:rPr lang="cs-CZ" sz="2400" baseline="0" dirty="0" err="1"/>
              <a:t>Magera</a:t>
            </a:r>
            <a:r>
              <a:rPr lang="cs-CZ" sz="2400" baseline="0" dirty="0"/>
              <a:t>; ISBN  978-80-251-1619-7</a:t>
            </a:r>
            <a:endParaRPr lang="cs-CZ" sz="2400" dirty="0"/>
          </a:p>
          <a:p>
            <a:pPr marL="201168" lvl="1" indent="0">
              <a:lnSpc>
                <a:spcPct val="150000"/>
              </a:lnSpc>
              <a:buNone/>
            </a:pPr>
            <a:endParaRPr lang="cs-CZ" sz="2000" dirty="0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4982A344-09B3-4AD8-8CE0-924893DA4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54155710"/>
      </p:ext>
    </p:extLst>
  </p:cSld>
  <p:clrMapOvr>
    <a:masterClrMapping/>
  </p:clrMapOvr>
</p:sld>
</file>

<file path=ppt/theme/theme1.xml><?xml version="1.0" encoding="utf-8"?>
<a:theme xmlns:a="http://schemas.openxmlformats.org/drawingml/2006/main" name="Vlastní návrh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trospektiva">
  <a:themeElements>
    <a:clrScheme name="Retrospek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k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770</TotalTime>
  <Words>394</Words>
  <Application>Microsoft Office PowerPoint</Application>
  <PresentationFormat>Předvádění na obrazovce (4:3)</PresentationFormat>
  <Paragraphs>108</Paragraphs>
  <Slides>22</Slides>
  <Notes>22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Wingdings</vt:lpstr>
      <vt:lpstr>Vlastní návrh</vt:lpstr>
      <vt:lpstr>Retrospektiva</vt:lpstr>
      <vt:lpstr>Úprava vzhledu a tisk </vt:lpstr>
      <vt:lpstr>Motivy</vt:lpstr>
      <vt:lpstr>Karta Návrh =&gt; Motivy</vt:lpstr>
      <vt:lpstr>Varianty motivů</vt:lpstr>
      <vt:lpstr>Úprava motivu</vt:lpstr>
      <vt:lpstr>Formát pozadí – karta Návrh</vt:lpstr>
      <vt:lpstr>Pozadí snímku – Myš</vt:lpstr>
      <vt:lpstr>Formát pozadí</vt:lpstr>
      <vt:lpstr>Předloha</vt:lpstr>
      <vt:lpstr>Předloha - výhody</vt:lpstr>
      <vt:lpstr>Zobrazení předlohy</vt:lpstr>
      <vt:lpstr>Karta Předloha snímků</vt:lpstr>
      <vt:lpstr>Karta Zobrazení</vt:lpstr>
      <vt:lpstr>Předloha podkladů</vt:lpstr>
      <vt:lpstr>Předloha poznámek</vt:lpstr>
      <vt:lpstr>Předloha snímků</vt:lpstr>
      <vt:lpstr>Tisk</vt:lpstr>
      <vt:lpstr>Karta Soubor =&gt; Tisk</vt:lpstr>
      <vt:lpstr>Tisk Osnovy</vt:lpstr>
      <vt:lpstr>Zápis Poznámky</vt:lpstr>
      <vt:lpstr>Tisk Poznámky</vt:lpstr>
      <vt:lpstr>Zdroj</vt:lpstr>
    </vt:vector>
  </TitlesOfParts>
  <Company>Univerzita Pardubice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do PowerPointu</dc:title>
  <dc:creator>UPa</dc:creator>
  <cp:lastModifiedBy>Votavová Gabriela</cp:lastModifiedBy>
  <cp:revision>59</cp:revision>
  <cp:lastPrinted>2018-04-14T09:15:28Z</cp:lastPrinted>
  <dcterms:created xsi:type="dcterms:W3CDTF">2012-06-27T10:00:20Z</dcterms:created>
  <dcterms:modified xsi:type="dcterms:W3CDTF">2021-03-01T14:52:22Z</dcterms:modified>
</cp:coreProperties>
</file>