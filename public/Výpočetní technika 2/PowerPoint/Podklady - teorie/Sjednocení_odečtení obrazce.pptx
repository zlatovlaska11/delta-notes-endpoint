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1" r:id="rId4"/>
    <p:sldId id="260" r:id="rId5"/>
    <p:sldId id="258" r:id="rId6"/>
    <p:sldId id="262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35CD27-5600-4088-B4AA-1FCD21CCF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DCBEC27-40CC-4122-82FC-C46FA0F08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0C3339-5ED9-4488-8886-6853331F7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AD9D8B1-AAA8-4372-A078-FAF669E3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C65119-2A15-41BC-A56F-945E447B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3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0ED4C3-2EA0-4337-8639-957C6381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4ADA197-B400-455B-AD4A-CE189348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1A43C1-3126-45A6-A26B-0E9D1E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C0F1388-4476-4C80-973D-0FB87120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C0834F6-3768-411A-97ED-41B02CD8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733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5D8A07-E8AD-47DC-BCAD-8BC6B97A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ABCF3797-C391-4EF2-87A5-13AA48CA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702A32-10E4-4295-8858-6BC63DA1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A8DE45-7F60-4E47-8F6A-06012AE3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30C78B2-FA6F-414B-A797-5A5AE8B9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299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7D2D8C-5EFD-4A41-8D47-5E478DEF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0AE599B-8272-425F-B9BA-16E7FBFB2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0CC640C0-B1CE-476E-87AF-F663C6B95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72A7B46-7E40-47A0-9D0F-498ADA1C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F3188D4-5A3B-499D-B903-8E3CE462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10A9738-62D8-4EEB-80A3-DFB85F50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327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C631AA-CF0B-482C-A40C-46251FAB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5E8CCC9-59F3-4845-9C1D-C3398D7E8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B9E0EBA1-432E-4EDF-8ED6-F862B4C17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B0404C6F-A47D-4F9B-B8BA-115C33C2B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479BC4E9-EC7C-4724-B4AE-3C670E99B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EDAAA3B-3F61-441D-9F3C-959523B5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CFFDF9C-ECD8-4A49-B96B-36AFC6E44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7A49696-9B17-4F55-8B8A-C2966CC8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678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CD9D71-8C17-4315-9FAE-3308C885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235400D-5393-4011-B423-A1943488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E2E58A3-B8C1-49FB-9C77-AD08AEA4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CA2DAC7-7703-448C-80F5-5FAF3D5A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906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233AAC2-E6B2-4CBE-BA6F-A5C611B3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C76867B-40C3-42B3-9DC2-576A4C97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62848F0-FAFE-42E8-B9D6-DB9B2CA3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345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6AFD00-C86F-4CBC-A7F4-44F9B4F7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AE4EEF0-4D16-43F0-86DF-25E88FF40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9B09A839-F6B2-44DE-85B9-5D40CCA4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F85FDE3-988F-4BFE-915C-6FBB78D0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13EB718-5811-44CF-B422-0107B8C2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C8DA8E-0C60-4EFF-9D77-CBBB9A82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752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786413-24FB-4361-A208-C097BC333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48CBAD7-F79E-406B-9D96-540A5C1DF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5FC805DB-A5B6-4871-BB8D-6578AF00E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0962C11-776B-45AA-B5A2-FE3D3210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37274D6-9938-4295-9B72-00375070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E5C8B43-648F-4941-9484-7B875A76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822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89776A-C423-40DF-B720-48F4D2A7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CF2BB0C-F33D-4927-A02D-895B41EDE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47B1C7-5273-4472-8592-A0D0AF36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6164EF2-4667-45CC-A8B4-701FB1FE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CB992E-BECA-4B5A-A8EB-8B1928BC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876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6CC4927-BD71-4848-9913-0E13A5F7B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5ABB64B-AF45-479F-B049-7D964D909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9E6869A-4B76-4F13-A13D-65B22F60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7CCB96-5426-4D42-ABBC-68A735D4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AA56291-95ED-4653-8E9D-28B0097A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65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B0723D0-3B6A-40BA-BDC2-9159B690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79319660-570E-4289-B48D-8619431DC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C126EED-D84D-4FA1-8528-AD4E2BF8B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977E3-5ABC-410E-9935-22BE4951FFC1}" type="datetimeFigureOut">
              <a:rPr lang="cs-CZ" smtClean="0"/>
              <a:t>30.01.2023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D14644A-6AC9-469E-B012-4728BB33B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A03B8A-C0FA-4191-9F78-11A9DAA5A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2BC36-57E3-4B30-BDBA-5183C042C9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339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423D3-26D3-473F-A504-9388ED06BE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Obrazce a práce s nimi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1A46D9C-5036-4DD0-98C0-87CF6EB239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Seskupení, sjednocení, odečtení, průnik, kombinace</a:t>
            </a:r>
          </a:p>
        </p:txBody>
      </p:sp>
    </p:spTree>
    <p:extLst>
      <p:ext uri="{BB962C8B-B14F-4D97-AF65-F5344CB8AC3E}">
        <p14:creationId xmlns:p14="http://schemas.microsoft.com/office/powerpoint/2010/main" val="389928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olný tvar: obrazec 15">
            <a:extLst>
              <a:ext uri="{FF2B5EF4-FFF2-40B4-BE49-F238E27FC236}">
                <a16:creationId xmlns:a16="http://schemas.microsoft.com/office/drawing/2014/main" id="{B98BB627-46E3-4E9A-85FC-FE258ADADA99}"/>
              </a:ext>
            </a:extLst>
          </p:cNvPr>
          <p:cNvSpPr/>
          <p:nvPr/>
        </p:nvSpPr>
        <p:spPr>
          <a:xfrm>
            <a:off x="6197227" y="1644217"/>
            <a:ext cx="5705950" cy="5213783"/>
          </a:xfrm>
          <a:custGeom>
            <a:avLst/>
            <a:gdLst>
              <a:gd name="connsiteX0" fmla="*/ 1748297 w 5705950"/>
              <a:gd name="connsiteY0" fmla="*/ 4959494 h 5213783"/>
              <a:gd name="connsiteX1" fmla="*/ 2024009 w 5705950"/>
              <a:gd name="connsiteY1" fmla="*/ 4959494 h 5213783"/>
              <a:gd name="connsiteX2" fmla="*/ 1760013 w 5705950"/>
              <a:gd name="connsiteY2" fmla="*/ 5213783 h 5213783"/>
              <a:gd name="connsiteX3" fmla="*/ 1743550 w 5705950"/>
              <a:gd name="connsiteY3" fmla="*/ 4856470 h 5213783"/>
              <a:gd name="connsiteX4" fmla="*/ 1748297 w 5705950"/>
              <a:gd name="connsiteY4" fmla="*/ 4959494 h 5213783"/>
              <a:gd name="connsiteX5" fmla="*/ 1743550 w 5705950"/>
              <a:gd name="connsiteY5" fmla="*/ 4959494 h 5213783"/>
              <a:gd name="connsiteX6" fmla="*/ 1507137 w 5705950"/>
              <a:gd name="connsiteY6" fmla="*/ 3557661 h 5213783"/>
              <a:gd name="connsiteX7" fmla="*/ 1654255 w 5705950"/>
              <a:gd name="connsiteY7" fmla="*/ 3579065 h 5213783"/>
              <a:gd name="connsiteX8" fmla="*/ 1743550 w 5705950"/>
              <a:gd name="connsiteY8" fmla="*/ 3583456 h 5213783"/>
              <a:gd name="connsiteX9" fmla="*/ 1743550 w 5705950"/>
              <a:gd name="connsiteY9" fmla="*/ 4856470 h 5213783"/>
              <a:gd name="connsiteX10" fmla="*/ 1734295 w 5705950"/>
              <a:gd name="connsiteY10" fmla="*/ 4655599 h 5213783"/>
              <a:gd name="connsiteX11" fmla="*/ 926011 w 5705950"/>
              <a:gd name="connsiteY11" fmla="*/ 4586657 h 5213783"/>
              <a:gd name="connsiteX12" fmla="*/ 1395597 w 5705950"/>
              <a:gd name="connsiteY12" fmla="*/ 4178817 h 5213783"/>
              <a:gd name="connsiteX13" fmla="*/ 630941 w 5705950"/>
              <a:gd name="connsiteY13" fmla="*/ 3764664 h 5213783"/>
              <a:gd name="connsiteX14" fmla="*/ 1743550 w 5705950"/>
              <a:gd name="connsiteY14" fmla="*/ 2266507 h 5213783"/>
              <a:gd name="connsiteX15" fmla="*/ 2192091 w 5705950"/>
              <a:gd name="connsiteY15" fmla="*/ 2487518 h 5213783"/>
              <a:gd name="connsiteX16" fmla="*/ 2192091 w 5705950"/>
              <a:gd name="connsiteY16" fmla="*/ 3555135 h 5213783"/>
              <a:gd name="connsiteX17" fmla="*/ 2031056 w 5705950"/>
              <a:gd name="connsiteY17" fmla="*/ 3579065 h 5213783"/>
              <a:gd name="connsiteX18" fmla="*/ 1842655 w 5705950"/>
              <a:gd name="connsiteY18" fmla="*/ 3588328 h 5213783"/>
              <a:gd name="connsiteX19" fmla="*/ 1743550 w 5705950"/>
              <a:gd name="connsiteY19" fmla="*/ 3583456 h 5213783"/>
              <a:gd name="connsiteX20" fmla="*/ 1743550 w 5705950"/>
              <a:gd name="connsiteY20" fmla="*/ 2933503 h 5213783"/>
              <a:gd name="connsiteX21" fmla="*/ 1864493 w 5705950"/>
              <a:gd name="connsiteY21" fmla="*/ 2924065 h 5213783"/>
              <a:gd name="connsiteX22" fmla="*/ 1743550 w 5705950"/>
              <a:gd name="connsiteY22" fmla="*/ 2502466 h 5213783"/>
              <a:gd name="connsiteX23" fmla="*/ 3821315 w 5705950"/>
              <a:gd name="connsiteY23" fmla="*/ 1819708 h 5213783"/>
              <a:gd name="connsiteX24" fmla="*/ 4014796 w 5705950"/>
              <a:gd name="connsiteY24" fmla="*/ 1819708 h 5213783"/>
              <a:gd name="connsiteX25" fmla="*/ 3966262 w 5705950"/>
              <a:gd name="connsiteY25" fmla="*/ 2585168 h 5213783"/>
              <a:gd name="connsiteX26" fmla="*/ 4765821 w 5705950"/>
              <a:gd name="connsiteY26" fmla="*/ 2152409 h 5213783"/>
              <a:gd name="connsiteX27" fmla="*/ 4392219 w 5705950"/>
              <a:gd name="connsiteY27" fmla="*/ 2710593 h 5213783"/>
              <a:gd name="connsiteX28" fmla="*/ 5257409 w 5705950"/>
              <a:gd name="connsiteY28" fmla="*/ 2724143 h 5213783"/>
              <a:gd name="connsiteX29" fmla="*/ 5257409 w 5705950"/>
              <a:gd name="connsiteY29" fmla="*/ 2873485 h 5213783"/>
              <a:gd name="connsiteX30" fmla="*/ 4531143 w 5705950"/>
              <a:gd name="connsiteY30" fmla="*/ 3187375 h 5213783"/>
              <a:gd name="connsiteX31" fmla="*/ 4826212 w 5705950"/>
              <a:gd name="connsiteY31" fmla="*/ 3501022 h 5213783"/>
              <a:gd name="connsiteX32" fmla="*/ 4392219 w 5705950"/>
              <a:gd name="connsiteY32" fmla="*/ 3670470 h 5213783"/>
              <a:gd name="connsiteX33" fmla="*/ 4965596 w 5705950"/>
              <a:gd name="connsiteY33" fmla="*/ 4222342 h 5213783"/>
              <a:gd name="connsiteX34" fmla="*/ 3992669 w 5705950"/>
              <a:gd name="connsiteY34" fmla="*/ 4009368 h 5213783"/>
              <a:gd name="connsiteX35" fmla="*/ 4062000 w 5705950"/>
              <a:gd name="connsiteY35" fmla="*/ 4510953 h 5213783"/>
              <a:gd name="connsiteX36" fmla="*/ 4061707 w 5705950"/>
              <a:gd name="connsiteY36" fmla="*/ 4510953 h 5213783"/>
              <a:gd name="connsiteX37" fmla="*/ 3427789 w 5705950"/>
              <a:gd name="connsiteY37" fmla="*/ 4272678 h 5213783"/>
              <a:gd name="connsiteX38" fmla="*/ 3363436 w 5705950"/>
              <a:gd name="connsiteY38" fmla="*/ 4510953 h 5213783"/>
              <a:gd name="connsiteX39" fmla="*/ 2192091 w 5705950"/>
              <a:gd name="connsiteY39" fmla="*/ 4510953 h 5213783"/>
              <a:gd name="connsiteX40" fmla="*/ 2192091 w 5705950"/>
              <a:gd name="connsiteY40" fmla="*/ 3555135 h 5213783"/>
              <a:gd name="connsiteX41" fmla="*/ 2214014 w 5705950"/>
              <a:gd name="connsiteY41" fmla="*/ 3551877 h 5213783"/>
              <a:gd name="connsiteX42" fmla="*/ 3675797 w 5705950"/>
              <a:gd name="connsiteY42" fmla="*/ 1977607 h 5213783"/>
              <a:gd name="connsiteX43" fmla="*/ 3676917 w 5705950"/>
              <a:gd name="connsiteY43" fmla="*/ 1956004 h 5213783"/>
              <a:gd name="connsiteX44" fmla="*/ 2192091 w 5705950"/>
              <a:gd name="connsiteY44" fmla="*/ 1819708 h 5213783"/>
              <a:gd name="connsiteX45" fmla="*/ 3683985 w 5705950"/>
              <a:gd name="connsiteY45" fmla="*/ 1819708 h 5213783"/>
              <a:gd name="connsiteX46" fmla="*/ 3676917 w 5705950"/>
              <a:gd name="connsiteY46" fmla="*/ 1956004 h 5213783"/>
              <a:gd name="connsiteX47" fmla="*/ 3262917 w 5705950"/>
              <a:gd name="connsiteY47" fmla="*/ 2346776 h 5213783"/>
              <a:gd name="connsiteX48" fmla="*/ 2863368 w 5705950"/>
              <a:gd name="connsiteY48" fmla="*/ 1938936 h 5213783"/>
              <a:gd name="connsiteX49" fmla="*/ 2594246 w 5705950"/>
              <a:gd name="connsiteY49" fmla="*/ 2685674 h 5213783"/>
              <a:gd name="connsiteX50" fmla="*/ 2192091 w 5705950"/>
              <a:gd name="connsiteY50" fmla="*/ 2487518 h 5213783"/>
              <a:gd name="connsiteX51" fmla="*/ 3685310 w 5705950"/>
              <a:gd name="connsiteY51" fmla="*/ 1371167 h 5213783"/>
              <a:gd name="connsiteX52" fmla="*/ 5705950 w 5705950"/>
              <a:gd name="connsiteY52" fmla="*/ 1371167 h 5213783"/>
              <a:gd name="connsiteX53" fmla="*/ 5705950 w 5705950"/>
              <a:gd name="connsiteY53" fmla="*/ 4959494 h 5213783"/>
              <a:gd name="connsiteX54" fmla="*/ 2024009 w 5705950"/>
              <a:gd name="connsiteY54" fmla="*/ 4959494 h 5213783"/>
              <a:gd name="connsiteX55" fmla="*/ 2359338 w 5705950"/>
              <a:gd name="connsiteY55" fmla="*/ 4636494 h 5213783"/>
              <a:gd name="connsiteX56" fmla="*/ 2628689 w 5705950"/>
              <a:gd name="connsiteY56" fmla="*/ 4900137 h 5213783"/>
              <a:gd name="connsiteX57" fmla="*/ 2897811 w 5705950"/>
              <a:gd name="connsiteY57" fmla="*/ 4511069 h 5213783"/>
              <a:gd name="connsiteX58" fmla="*/ 3297361 w 5705950"/>
              <a:gd name="connsiteY58" fmla="*/ 4755607 h 5213783"/>
              <a:gd name="connsiteX59" fmla="*/ 3363436 w 5705950"/>
              <a:gd name="connsiteY59" fmla="*/ 4510953 h 5213783"/>
              <a:gd name="connsiteX60" fmla="*/ 4061707 w 5705950"/>
              <a:gd name="connsiteY60" fmla="*/ 4510953 h 5213783"/>
              <a:gd name="connsiteX61" fmla="*/ 4062016 w 5705950"/>
              <a:gd name="connsiteY61" fmla="*/ 4511069 h 5213783"/>
              <a:gd name="connsiteX62" fmla="*/ 4062000 w 5705950"/>
              <a:gd name="connsiteY62" fmla="*/ 4510953 h 5213783"/>
              <a:gd name="connsiteX63" fmla="*/ 5257409 w 5705950"/>
              <a:gd name="connsiteY63" fmla="*/ 4510953 h 5213783"/>
              <a:gd name="connsiteX64" fmla="*/ 5257409 w 5705950"/>
              <a:gd name="connsiteY64" fmla="*/ 2873485 h 5213783"/>
              <a:gd name="connsiteX65" fmla="*/ 5590868 w 5705950"/>
              <a:gd name="connsiteY65" fmla="*/ 2729365 h 5213783"/>
              <a:gd name="connsiteX66" fmla="*/ 5257409 w 5705950"/>
              <a:gd name="connsiteY66" fmla="*/ 2724143 h 5213783"/>
              <a:gd name="connsiteX67" fmla="*/ 5257409 w 5705950"/>
              <a:gd name="connsiteY67" fmla="*/ 1819708 h 5213783"/>
              <a:gd name="connsiteX68" fmla="*/ 4014796 w 5705950"/>
              <a:gd name="connsiteY68" fmla="*/ 1819708 h 5213783"/>
              <a:gd name="connsiteX69" fmla="*/ 4027113 w 5705950"/>
              <a:gd name="connsiteY69" fmla="*/ 1625456 h 5213783"/>
              <a:gd name="connsiteX70" fmla="*/ 3821315 w 5705950"/>
              <a:gd name="connsiteY70" fmla="*/ 1819708 h 5213783"/>
              <a:gd name="connsiteX71" fmla="*/ 3683985 w 5705950"/>
              <a:gd name="connsiteY71" fmla="*/ 1819708 h 5213783"/>
              <a:gd name="connsiteX72" fmla="*/ 3685310 w 5705950"/>
              <a:gd name="connsiteY72" fmla="*/ 1794164 h 5213783"/>
              <a:gd name="connsiteX73" fmla="*/ 1842656 w 5705950"/>
              <a:gd name="connsiteY73" fmla="*/ 0 h 5213783"/>
              <a:gd name="connsiteX74" fmla="*/ 3685310 w 5705950"/>
              <a:gd name="connsiteY74" fmla="*/ 0 h 5213783"/>
              <a:gd name="connsiteX75" fmla="*/ 3685310 w 5705950"/>
              <a:gd name="connsiteY75" fmla="*/ 1371167 h 5213783"/>
              <a:gd name="connsiteX76" fmla="*/ 1743550 w 5705950"/>
              <a:gd name="connsiteY76" fmla="*/ 1371167 h 5213783"/>
              <a:gd name="connsiteX77" fmla="*/ 1743550 w 5705950"/>
              <a:gd name="connsiteY77" fmla="*/ 2266507 h 5213783"/>
              <a:gd name="connsiteX78" fmla="*/ 1664719 w 5705950"/>
              <a:gd name="connsiteY78" fmla="*/ 2227664 h 5213783"/>
              <a:gd name="connsiteX79" fmla="*/ 1743550 w 5705950"/>
              <a:gd name="connsiteY79" fmla="*/ 2502466 h 5213783"/>
              <a:gd name="connsiteX80" fmla="*/ 1743550 w 5705950"/>
              <a:gd name="connsiteY80" fmla="*/ 2933503 h 5213783"/>
              <a:gd name="connsiteX81" fmla="*/ 900063 w 5705950"/>
              <a:gd name="connsiteY81" fmla="*/ 2999320 h 5213783"/>
              <a:gd name="connsiteX82" fmla="*/ 1534521 w 5705950"/>
              <a:gd name="connsiteY82" fmla="*/ 3551192 h 5213783"/>
              <a:gd name="connsiteX83" fmla="*/ 1507137 w 5705950"/>
              <a:gd name="connsiteY83" fmla="*/ 3557661 h 5213783"/>
              <a:gd name="connsiteX84" fmla="*/ 1482554 w 5705950"/>
              <a:gd name="connsiteY84" fmla="*/ 3554084 h 5213783"/>
              <a:gd name="connsiteX85" fmla="*/ 0 w 5705950"/>
              <a:gd name="connsiteY85" fmla="*/ 1794164 h 5213783"/>
              <a:gd name="connsiteX86" fmla="*/ 1 w 5705950"/>
              <a:gd name="connsiteY86" fmla="*/ 1794164 h 5213783"/>
              <a:gd name="connsiteX87" fmla="*/ 1842656 w 5705950"/>
              <a:gd name="connsiteY87" fmla="*/ 0 h 5213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705950" h="5213783">
                <a:moveTo>
                  <a:pt x="1748297" y="4959494"/>
                </a:moveTo>
                <a:lnTo>
                  <a:pt x="2024009" y="4959494"/>
                </a:lnTo>
                <a:lnTo>
                  <a:pt x="1760013" y="5213783"/>
                </a:lnTo>
                <a:close/>
                <a:moveTo>
                  <a:pt x="1743550" y="4856470"/>
                </a:moveTo>
                <a:lnTo>
                  <a:pt x="1748297" y="4959494"/>
                </a:lnTo>
                <a:lnTo>
                  <a:pt x="1743550" y="4959494"/>
                </a:lnTo>
                <a:close/>
                <a:moveTo>
                  <a:pt x="1507137" y="3557661"/>
                </a:moveTo>
                <a:lnTo>
                  <a:pt x="1654255" y="3579065"/>
                </a:lnTo>
                <a:lnTo>
                  <a:pt x="1743550" y="3583456"/>
                </a:lnTo>
                <a:lnTo>
                  <a:pt x="1743550" y="4856470"/>
                </a:lnTo>
                <a:lnTo>
                  <a:pt x="1734295" y="4655599"/>
                </a:lnTo>
                <a:lnTo>
                  <a:pt x="926011" y="4586657"/>
                </a:lnTo>
                <a:lnTo>
                  <a:pt x="1395597" y="4178817"/>
                </a:lnTo>
                <a:lnTo>
                  <a:pt x="630941" y="3764664"/>
                </a:lnTo>
                <a:close/>
                <a:moveTo>
                  <a:pt x="1743550" y="2266507"/>
                </a:moveTo>
                <a:lnTo>
                  <a:pt x="2192091" y="2487518"/>
                </a:lnTo>
                <a:lnTo>
                  <a:pt x="2192091" y="3555135"/>
                </a:lnTo>
                <a:lnTo>
                  <a:pt x="2031056" y="3579065"/>
                </a:lnTo>
                <a:cubicBezTo>
                  <a:pt x="1969111" y="3585190"/>
                  <a:pt x="1906260" y="3588328"/>
                  <a:pt x="1842655" y="3588328"/>
                </a:cubicBezTo>
                <a:lnTo>
                  <a:pt x="1743550" y="3583456"/>
                </a:lnTo>
                <a:lnTo>
                  <a:pt x="1743550" y="2933503"/>
                </a:lnTo>
                <a:lnTo>
                  <a:pt x="1864493" y="2924065"/>
                </a:lnTo>
                <a:lnTo>
                  <a:pt x="1743550" y="2502466"/>
                </a:lnTo>
                <a:close/>
                <a:moveTo>
                  <a:pt x="3821315" y="1819708"/>
                </a:moveTo>
                <a:lnTo>
                  <a:pt x="4014796" y="1819708"/>
                </a:lnTo>
                <a:lnTo>
                  <a:pt x="3966262" y="2585168"/>
                </a:lnTo>
                <a:lnTo>
                  <a:pt x="4765821" y="2152409"/>
                </a:lnTo>
                <a:lnTo>
                  <a:pt x="4392219" y="2710593"/>
                </a:lnTo>
                <a:lnTo>
                  <a:pt x="5257409" y="2724143"/>
                </a:lnTo>
                <a:lnTo>
                  <a:pt x="5257409" y="2873485"/>
                </a:lnTo>
                <a:lnTo>
                  <a:pt x="4531143" y="3187375"/>
                </a:lnTo>
                <a:lnTo>
                  <a:pt x="4826212" y="3501022"/>
                </a:lnTo>
                <a:lnTo>
                  <a:pt x="4392219" y="3670470"/>
                </a:lnTo>
                <a:lnTo>
                  <a:pt x="4965596" y="4222342"/>
                </a:lnTo>
                <a:lnTo>
                  <a:pt x="3992669" y="4009368"/>
                </a:lnTo>
                <a:lnTo>
                  <a:pt x="4062000" y="4510953"/>
                </a:lnTo>
                <a:lnTo>
                  <a:pt x="4061707" y="4510953"/>
                </a:lnTo>
                <a:lnTo>
                  <a:pt x="3427789" y="4272678"/>
                </a:lnTo>
                <a:lnTo>
                  <a:pt x="3363436" y="4510953"/>
                </a:lnTo>
                <a:lnTo>
                  <a:pt x="2192091" y="4510953"/>
                </a:lnTo>
                <a:lnTo>
                  <a:pt x="2192091" y="3555135"/>
                </a:lnTo>
                <a:lnTo>
                  <a:pt x="2214014" y="3551877"/>
                </a:lnTo>
                <a:cubicBezTo>
                  <a:pt x="2993705" y="3396528"/>
                  <a:pt x="3594016" y="2761696"/>
                  <a:pt x="3675797" y="1977607"/>
                </a:cubicBezTo>
                <a:lnTo>
                  <a:pt x="3676917" y="1956004"/>
                </a:lnTo>
                <a:close/>
                <a:moveTo>
                  <a:pt x="2192091" y="1819708"/>
                </a:moveTo>
                <a:lnTo>
                  <a:pt x="3683985" y="1819708"/>
                </a:lnTo>
                <a:lnTo>
                  <a:pt x="3676917" y="1956004"/>
                </a:lnTo>
                <a:lnTo>
                  <a:pt x="3262917" y="2346776"/>
                </a:lnTo>
                <a:lnTo>
                  <a:pt x="2863368" y="1938936"/>
                </a:lnTo>
                <a:lnTo>
                  <a:pt x="2594246" y="2685674"/>
                </a:lnTo>
                <a:lnTo>
                  <a:pt x="2192091" y="2487518"/>
                </a:lnTo>
                <a:close/>
                <a:moveTo>
                  <a:pt x="3685310" y="1371167"/>
                </a:moveTo>
                <a:lnTo>
                  <a:pt x="5705950" y="1371167"/>
                </a:lnTo>
                <a:lnTo>
                  <a:pt x="5705950" y="4959494"/>
                </a:lnTo>
                <a:lnTo>
                  <a:pt x="2024009" y="4959494"/>
                </a:lnTo>
                <a:lnTo>
                  <a:pt x="2359338" y="4636494"/>
                </a:lnTo>
                <a:lnTo>
                  <a:pt x="2628689" y="4900137"/>
                </a:lnTo>
                <a:lnTo>
                  <a:pt x="2897811" y="4511069"/>
                </a:lnTo>
                <a:lnTo>
                  <a:pt x="3297361" y="4755607"/>
                </a:lnTo>
                <a:lnTo>
                  <a:pt x="3363436" y="4510953"/>
                </a:lnTo>
                <a:lnTo>
                  <a:pt x="4061707" y="4510953"/>
                </a:lnTo>
                <a:lnTo>
                  <a:pt x="4062016" y="4511069"/>
                </a:lnTo>
                <a:lnTo>
                  <a:pt x="4062000" y="4510953"/>
                </a:lnTo>
                <a:lnTo>
                  <a:pt x="5257409" y="4510953"/>
                </a:lnTo>
                <a:lnTo>
                  <a:pt x="5257409" y="2873485"/>
                </a:lnTo>
                <a:lnTo>
                  <a:pt x="5590868" y="2729365"/>
                </a:lnTo>
                <a:lnTo>
                  <a:pt x="5257409" y="2724143"/>
                </a:lnTo>
                <a:lnTo>
                  <a:pt x="5257409" y="1819708"/>
                </a:lnTo>
                <a:lnTo>
                  <a:pt x="4014796" y="1819708"/>
                </a:lnTo>
                <a:lnTo>
                  <a:pt x="4027113" y="1625456"/>
                </a:lnTo>
                <a:lnTo>
                  <a:pt x="3821315" y="1819708"/>
                </a:lnTo>
                <a:lnTo>
                  <a:pt x="3683985" y="1819708"/>
                </a:lnTo>
                <a:lnTo>
                  <a:pt x="3685310" y="1794164"/>
                </a:lnTo>
                <a:close/>
                <a:moveTo>
                  <a:pt x="1842656" y="0"/>
                </a:moveTo>
                <a:lnTo>
                  <a:pt x="3685310" y="0"/>
                </a:lnTo>
                <a:lnTo>
                  <a:pt x="3685310" y="1371167"/>
                </a:lnTo>
                <a:lnTo>
                  <a:pt x="1743550" y="1371167"/>
                </a:lnTo>
                <a:lnTo>
                  <a:pt x="1743550" y="2266507"/>
                </a:lnTo>
                <a:lnTo>
                  <a:pt x="1664719" y="2227664"/>
                </a:lnTo>
                <a:lnTo>
                  <a:pt x="1743550" y="2502466"/>
                </a:lnTo>
                <a:lnTo>
                  <a:pt x="1743550" y="2933503"/>
                </a:lnTo>
                <a:lnTo>
                  <a:pt x="900063" y="2999320"/>
                </a:lnTo>
                <a:lnTo>
                  <a:pt x="1534521" y="3551192"/>
                </a:lnTo>
                <a:lnTo>
                  <a:pt x="1507137" y="3557661"/>
                </a:lnTo>
                <a:lnTo>
                  <a:pt x="1482554" y="3554084"/>
                </a:lnTo>
                <a:cubicBezTo>
                  <a:pt x="637282" y="3391034"/>
                  <a:pt x="0" y="2665063"/>
                  <a:pt x="0" y="1794164"/>
                </a:cubicBezTo>
                <a:lnTo>
                  <a:pt x="1" y="1794164"/>
                </a:lnTo>
                <a:cubicBezTo>
                  <a:pt x="1" y="803275"/>
                  <a:pt x="824986" y="0"/>
                  <a:pt x="1842656" y="0"/>
                </a:cubicBez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Slza 4">
            <a:extLst>
              <a:ext uri="{FF2B5EF4-FFF2-40B4-BE49-F238E27FC236}">
                <a16:creationId xmlns:a16="http://schemas.microsoft.com/office/drawing/2014/main" id="{BACAE316-B2DD-4A92-99F1-EE69DD3068CB}"/>
              </a:ext>
            </a:extLst>
          </p:cNvPr>
          <p:cNvSpPr/>
          <p:nvPr/>
        </p:nvSpPr>
        <p:spPr>
          <a:xfrm>
            <a:off x="355415" y="1567584"/>
            <a:ext cx="3685309" cy="3588327"/>
          </a:xfrm>
          <a:prstGeom prst="teardrop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Rámeček 3">
            <a:extLst>
              <a:ext uri="{FF2B5EF4-FFF2-40B4-BE49-F238E27FC236}">
                <a16:creationId xmlns:a16="http://schemas.microsoft.com/office/drawing/2014/main" id="{B6476DB3-FF37-49D1-AA78-6D9A74AF7840}"/>
              </a:ext>
            </a:extLst>
          </p:cNvPr>
          <p:cNvSpPr/>
          <p:nvPr/>
        </p:nvSpPr>
        <p:spPr>
          <a:xfrm>
            <a:off x="1697744" y="2347791"/>
            <a:ext cx="3962400" cy="358832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0" name="Nadpis 9">
            <a:extLst>
              <a:ext uri="{FF2B5EF4-FFF2-40B4-BE49-F238E27FC236}">
                <a16:creationId xmlns:a16="http://schemas.microsoft.com/office/drawing/2014/main" id="{4A3D797B-5057-49E0-AFFA-D801D589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Vložení =&gt; skupina Obrazce</a:t>
            </a:r>
          </a:p>
        </p:txBody>
      </p:sp>
      <p:sp>
        <p:nvSpPr>
          <p:cNvPr id="14" name="Výbuch: čtrnácticípý 13">
            <a:extLst>
              <a:ext uri="{FF2B5EF4-FFF2-40B4-BE49-F238E27FC236}">
                <a16:creationId xmlns:a16="http://schemas.microsoft.com/office/drawing/2014/main" id="{35A05EDC-C5F7-4D62-9009-951FEBE68EBB}"/>
              </a:ext>
            </a:extLst>
          </p:cNvPr>
          <p:cNvSpPr/>
          <p:nvPr/>
        </p:nvSpPr>
        <p:spPr>
          <a:xfrm>
            <a:off x="288824" y="3127998"/>
            <a:ext cx="4959927" cy="3588327"/>
          </a:xfrm>
          <a:prstGeom prst="irregularSeal2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88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386F31-CFAC-4DB8-824F-BE462AED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Seskupení na kartě Domů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B4C57D2-56D4-44D8-A444-6F2C1120B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Domů =&gt; skupina Kreslení =&gt; Uspořádat</a:t>
            </a:r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2F8DEF7-615C-4E3C-8328-6CD281D002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614" t="3334" r="3409" b="42622"/>
          <a:stretch/>
        </p:blipFill>
        <p:spPr>
          <a:xfrm>
            <a:off x="3075709" y="2271135"/>
            <a:ext cx="48658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3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D465E8E3-3D9B-4D39-9328-B795D420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Seskupení na kartě Nástroje kreslení </a:t>
            </a:r>
          </a:p>
        </p:txBody>
      </p:sp>
      <p:sp>
        <p:nvSpPr>
          <p:cNvPr id="7" name="Zástupný symbol pro obsah 6">
            <a:extLst>
              <a:ext uri="{FF2B5EF4-FFF2-40B4-BE49-F238E27FC236}">
                <a16:creationId xmlns:a16="http://schemas.microsoft.com/office/drawing/2014/main" id="{36A0A551-044D-4042-B01B-8AC556E6B4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b="1" dirty="0"/>
              <a:t>Pouhé seskupení </a:t>
            </a:r>
            <a:r>
              <a:rPr lang="cs-CZ" dirty="0"/>
              <a:t>po označení vybraných objektů: Skupina Uspořádat =&gt; Seskupit </a:t>
            </a:r>
          </a:p>
        </p:txBody>
      </p:sp>
      <p:sp>
        <p:nvSpPr>
          <p:cNvPr id="11" name="Zástupný symbol pro obsah 10">
            <a:extLst>
              <a:ext uri="{FF2B5EF4-FFF2-40B4-BE49-F238E27FC236}">
                <a16:creationId xmlns:a16="http://schemas.microsoft.com/office/drawing/2014/main" id="{A420FF94-DE95-4884-9028-2B5EA3F9F5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b="1" dirty="0"/>
              <a:t>Seskupení s úpravami: </a:t>
            </a:r>
            <a:r>
              <a:rPr lang="cs-CZ" dirty="0"/>
              <a:t>skupina Vložit obrazce =&gt; Sloučit obrazce</a:t>
            </a:r>
          </a:p>
          <a:p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D79721DB-FB7D-46D1-847C-E4066DD58F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9886" b="65722"/>
          <a:stretch/>
        </p:blipFill>
        <p:spPr>
          <a:xfrm>
            <a:off x="6803923" y="2666034"/>
            <a:ext cx="4187050" cy="4011858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50AC3D2-4A51-480F-BB0A-56371F976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023" t="3816" r="2500" b="67281"/>
          <a:stretch/>
        </p:blipFill>
        <p:spPr>
          <a:xfrm>
            <a:off x="1048627" y="3136558"/>
            <a:ext cx="4551138" cy="279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0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A44E299-52AC-4F03-AA20-28B5634CD8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833" b="28384"/>
          <a:stretch/>
        </p:blipFill>
        <p:spPr>
          <a:xfrm>
            <a:off x="1194619" y="36871"/>
            <a:ext cx="10023417" cy="682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2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ákazu 1">
            <a:extLst>
              <a:ext uri="{FF2B5EF4-FFF2-40B4-BE49-F238E27FC236}">
                <a16:creationId xmlns:a16="http://schemas.microsoft.com/office/drawing/2014/main" id="{8A64ADEF-063E-C153-5024-3FC37F473FED}"/>
              </a:ext>
            </a:extLst>
          </p:cNvPr>
          <p:cNvSpPr/>
          <p:nvPr/>
        </p:nvSpPr>
        <p:spPr>
          <a:xfrm>
            <a:off x="650240" y="487680"/>
            <a:ext cx="2560320" cy="2529840"/>
          </a:xfrm>
          <a:prstGeom prst="noSmoking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3" name="Blesk 2">
            <a:extLst>
              <a:ext uri="{FF2B5EF4-FFF2-40B4-BE49-F238E27FC236}">
                <a16:creationId xmlns:a16="http://schemas.microsoft.com/office/drawing/2014/main" id="{47AE2BEA-F1AA-21F9-886F-3F5E1FD111D6}"/>
              </a:ext>
            </a:extLst>
          </p:cNvPr>
          <p:cNvSpPr/>
          <p:nvPr/>
        </p:nvSpPr>
        <p:spPr>
          <a:xfrm>
            <a:off x="1338575" y="129539"/>
            <a:ext cx="2560320" cy="3373121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Volný tvar: obrazec 5">
            <a:extLst>
              <a:ext uri="{FF2B5EF4-FFF2-40B4-BE49-F238E27FC236}">
                <a16:creationId xmlns:a16="http://schemas.microsoft.com/office/drawing/2014/main" id="{F20D310F-93DC-0ADF-C37E-254CFD09E238}"/>
              </a:ext>
            </a:extLst>
          </p:cNvPr>
          <p:cNvSpPr/>
          <p:nvPr/>
        </p:nvSpPr>
        <p:spPr>
          <a:xfrm>
            <a:off x="7856225" y="129537"/>
            <a:ext cx="3068320" cy="3561080"/>
          </a:xfrm>
          <a:custGeom>
            <a:avLst/>
            <a:gdLst>
              <a:gd name="connsiteX0" fmla="*/ 2299745 w 3068320"/>
              <a:gd name="connsiteY0" fmla="*/ 2196407 h 3561080"/>
              <a:gd name="connsiteX1" fmla="*/ 3068320 w 3068320"/>
              <a:gd name="connsiteY1" fmla="*/ 3561080 h 3561080"/>
              <a:gd name="connsiteX2" fmla="*/ 1957255 w 3068320"/>
              <a:gd name="connsiteY2" fmla="*/ 2669583 h 3561080"/>
              <a:gd name="connsiteX3" fmla="*/ 2020600 w 3068320"/>
              <a:gd name="connsiteY3" fmla="*/ 2615470 h 3561080"/>
              <a:gd name="connsiteX4" fmla="*/ 2274264 w 3068320"/>
              <a:gd name="connsiteY4" fmla="*/ 2261842 h 3561080"/>
              <a:gd name="connsiteX5" fmla="*/ 2338804 w 3068320"/>
              <a:gd name="connsiteY5" fmla="*/ 2069199 h 3561080"/>
              <a:gd name="connsiteX6" fmla="*/ 2314066 w 3068320"/>
              <a:gd name="connsiteY6" fmla="*/ 2159629 h 3561080"/>
              <a:gd name="connsiteX7" fmla="*/ 2299745 w 3068320"/>
              <a:gd name="connsiteY7" fmla="*/ 2196407 h 3561080"/>
              <a:gd name="connsiteX8" fmla="*/ 2258382 w 3068320"/>
              <a:gd name="connsiteY8" fmla="*/ 2122964 h 3561080"/>
              <a:gd name="connsiteX9" fmla="*/ 2366667 w 3068320"/>
              <a:gd name="connsiteY9" fmla="*/ 1840214 h 3561080"/>
              <a:gd name="connsiteX10" fmla="*/ 2472927 w 3068320"/>
              <a:gd name="connsiteY10" fmla="*/ 1979532 h 3561080"/>
              <a:gd name="connsiteX11" fmla="*/ 2338804 w 3068320"/>
              <a:gd name="connsiteY11" fmla="*/ 2069199 h 3561080"/>
              <a:gd name="connsiteX12" fmla="*/ 2343233 w 3068320"/>
              <a:gd name="connsiteY12" fmla="*/ 2053011 h 3561080"/>
              <a:gd name="connsiteX13" fmla="*/ 2361169 w 3068320"/>
              <a:gd name="connsiteY13" fmla="*/ 1942548 h 3561080"/>
              <a:gd name="connsiteX14" fmla="*/ 517386 w 3068320"/>
              <a:gd name="connsiteY14" fmla="*/ 1485084 h 3561080"/>
              <a:gd name="connsiteX15" fmla="*/ 686341 w 3068320"/>
              <a:gd name="connsiteY15" fmla="*/ 2357889 h 3561080"/>
              <a:gd name="connsiteX16" fmla="*/ 1548650 w 3068320"/>
              <a:gd name="connsiteY16" fmla="*/ 2440209 h 3561080"/>
              <a:gd name="connsiteX17" fmla="*/ 1150327 w 3068320"/>
              <a:gd name="connsiteY17" fmla="*/ 1134118 h 3561080"/>
              <a:gd name="connsiteX18" fmla="*/ 1680939 w 3068320"/>
              <a:gd name="connsiteY18" fmla="*/ 1299709 h 3561080"/>
              <a:gd name="connsiteX19" fmla="*/ 1849894 w 3068320"/>
              <a:gd name="connsiteY19" fmla="*/ 2172514 h 3561080"/>
              <a:gd name="connsiteX20" fmla="*/ 1175859 w 3068320"/>
              <a:gd name="connsiteY20" fmla="*/ 1548244 h 3561080"/>
              <a:gd name="connsiteX21" fmla="*/ 1409091 w 3068320"/>
              <a:gd name="connsiteY21" fmla="*/ 1381897 h 3561080"/>
              <a:gd name="connsiteX22" fmla="*/ 1112542 w 3068320"/>
              <a:gd name="connsiteY22" fmla="*/ 1138174 h 3561080"/>
              <a:gd name="connsiteX23" fmla="*/ 1996915 w 3068320"/>
              <a:gd name="connsiteY23" fmla="*/ 1021896 h 3561080"/>
              <a:gd name="connsiteX24" fmla="*/ 2020600 w 3068320"/>
              <a:gd name="connsiteY24" fmla="*/ 1042129 h 3561080"/>
              <a:gd name="connsiteX25" fmla="*/ 2367280 w 3068320"/>
              <a:gd name="connsiteY25" fmla="*/ 1828799 h 3561080"/>
              <a:gd name="connsiteX26" fmla="*/ 2366667 w 3068320"/>
              <a:gd name="connsiteY26" fmla="*/ 1840214 h 3561080"/>
              <a:gd name="connsiteX27" fmla="*/ 1817794 w 3068320"/>
              <a:gd name="connsiteY27" fmla="*/ 1120586 h 3561080"/>
              <a:gd name="connsiteX28" fmla="*/ 711737 w 3068320"/>
              <a:gd name="connsiteY28" fmla="*/ 808767 h 3561080"/>
              <a:gd name="connsiteX29" fmla="*/ 1112542 w 3068320"/>
              <a:gd name="connsiteY29" fmla="*/ 1138174 h 3561080"/>
              <a:gd name="connsiteX30" fmla="*/ 1036987 w 3068320"/>
              <a:gd name="connsiteY30" fmla="*/ 1146285 h 3561080"/>
              <a:gd name="connsiteX31" fmla="*/ 818630 w 3068320"/>
              <a:gd name="connsiteY31" fmla="*/ 1217389 h 3561080"/>
              <a:gd name="connsiteX32" fmla="*/ 1175859 w 3068320"/>
              <a:gd name="connsiteY32" fmla="*/ 1548244 h 3561080"/>
              <a:gd name="connsiteX33" fmla="*/ 1103275 w 3068320"/>
              <a:gd name="connsiteY33" fmla="*/ 1600013 h 3561080"/>
              <a:gd name="connsiteX34" fmla="*/ 1956715 w 3068320"/>
              <a:gd name="connsiteY34" fmla="*/ 2305964 h 3561080"/>
              <a:gd name="connsiteX35" fmla="*/ 1694756 w 3068320"/>
              <a:gd name="connsiteY35" fmla="*/ 2458959 h 3561080"/>
              <a:gd name="connsiteX36" fmla="*/ 1957255 w 3068320"/>
              <a:gd name="connsiteY36" fmla="*/ 2669583 h 3561080"/>
              <a:gd name="connsiteX37" fmla="*/ 1936545 w 3068320"/>
              <a:gd name="connsiteY37" fmla="*/ 2687274 h 3561080"/>
              <a:gd name="connsiteX38" fmla="*/ 1183640 w 3068320"/>
              <a:gd name="connsiteY38" fmla="*/ 2941319 h 3561080"/>
              <a:gd name="connsiteX39" fmla="*/ 0 w 3068320"/>
              <a:gd name="connsiteY39" fmla="*/ 1828799 h 3561080"/>
              <a:gd name="connsiteX40" fmla="*/ 619447 w 3068320"/>
              <a:gd name="connsiteY40" fmla="*/ 850554 h 3561080"/>
              <a:gd name="connsiteX41" fmla="*/ 1512215 w 3068320"/>
              <a:gd name="connsiteY41" fmla="*/ 0 h 3561080"/>
              <a:gd name="connsiteX42" fmla="*/ 2032339 w 3068320"/>
              <a:gd name="connsiteY42" fmla="*/ 1002378 h 3561080"/>
              <a:gd name="connsiteX43" fmla="*/ 1996915 w 3068320"/>
              <a:gd name="connsiteY43" fmla="*/ 1021896 h 3561080"/>
              <a:gd name="connsiteX44" fmla="*/ 1936545 w 3068320"/>
              <a:gd name="connsiteY44" fmla="*/ 970325 h 3561080"/>
              <a:gd name="connsiteX45" fmla="*/ 1183640 w 3068320"/>
              <a:gd name="connsiteY45" fmla="*/ 716279 h 3561080"/>
              <a:gd name="connsiteX46" fmla="*/ 722914 w 3068320"/>
              <a:gd name="connsiteY46" fmla="*/ 803706 h 3561080"/>
              <a:gd name="connsiteX47" fmla="*/ 711737 w 3068320"/>
              <a:gd name="connsiteY47" fmla="*/ 808767 h 3561080"/>
              <a:gd name="connsiteX48" fmla="*/ 508000 w 3068320"/>
              <a:gd name="connsiteY48" fmla="*/ 641324 h 356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068320" h="3561080">
                <a:moveTo>
                  <a:pt x="2299745" y="2196407"/>
                </a:moveTo>
                <a:lnTo>
                  <a:pt x="3068320" y="3561080"/>
                </a:lnTo>
                <a:lnTo>
                  <a:pt x="1957255" y="2669583"/>
                </a:lnTo>
                <a:lnTo>
                  <a:pt x="2020600" y="2615470"/>
                </a:lnTo>
                <a:cubicBezTo>
                  <a:pt x="2127698" y="2514806"/>
                  <a:pt x="2214368" y="2394942"/>
                  <a:pt x="2274264" y="2261842"/>
                </a:cubicBezTo>
                <a:close/>
                <a:moveTo>
                  <a:pt x="2338804" y="2069199"/>
                </a:moveTo>
                <a:lnTo>
                  <a:pt x="2314066" y="2159629"/>
                </a:lnTo>
                <a:lnTo>
                  <a:pt x="2299745" y="2196407"/>
                </a:lnTo>
                <a:lnTo>
                  <a:pt x="2258382" y="2122964"/>
                </a:lnTo>
                <a:close/>
                <a:moveTo>
                  <a:pt x="2366667" y="1840214"/>
                </a:moveTo>
                <a:lnTo>
                  <a:pt x="2472927" y="1979532"/>
                </a:lnTo>
                <a:lnTo>
                  <a:pt x="2338804" y="2069199"/>
                </a:lnTo>
                <a:lnTo>
                  <a:pt x="2343233" y="2053011"/>
                </a:lnTo>
                <a:cubicBezTo>
                  <a:pt x="2351116" y="2016800"/>
                  <a:pt x="2357128" y="1979947"/>
                  <a:pt x="2361169" y="1942548"/>
                </a:cubicBezTo>
                <a:close/>
                <a:moveTo>
                  <a:pt x="517386" y="1485084"/>
                </a:moveTo>
                <a:cubicBezTo>
                  <a:pt x="335589" y="1775113"/>
                  <a:pt x="406495" y="2141408"/>
                  <a:pt x="686341" y="2357889"/>
                </a:cubicBezTo>
                <a:cubicBezTo>
                  <a:pt x="927401" y="2544367"/>
                  <a:pt x="1270083" y="2577081"/>
                  <a:pt x="1548650" y="2440209"/>
                </a:cubicBezTo>
                <a:close/>
                <a:moveTo>
                  <a:pt x="1150327" y="1134118"/>
                </a:moveTo>
                <a:cubicBezTo>
                  <a:pt x="1339918" y="1126676"/>
                  <a:pt x="1530277" y="1183160"/>
                  <a:pt x="1680939" y="1299709"/>
                </a:cubicBezTo>
                <a:cubicBezTo>
                  <a:pt x="1960785" y="1516190"/>
                  <a:pt x="2031691" y="1882485"/>
                  <a:pt x="1849894" y="2172514"/>
                </a:cubicBezTo>
                <a:lnTo>
                  <a:pt x="1175859" y="1548244"/>
                </a:lnTo>
                <a:lnTo>
                  <a:pt x="1409091" y="1381897"/>
                </a:lnTo>
                <a:lnTo>
                  <a:pt x="1112542" y="1138174"/>
                </a:lnTo>
                <a:close/>
                <a:moveTo>
                  <a:pt x="1996915" y="1021896"/>
                </a:moveTo>
                <a:lnTo>
                  <a:pt x="2020600" y="1042129"/>
                </a:lnTo>
                <a:cubicBezTo>
                  <a:pt x="2234797" y="1243455"/>
                  <a:pt x="2367280" y="1521585"/>
                  <a:pt x="2367280" y="1828799"/>
                </a:cubicBezTo>
                <a:lnTo>
                  <a:pt x="2366667" y="1840214"/>
                </a:lnTo>
                <a:lnTo>
                  <a:pt x="1817794" y="1120586"/>
                </a:lnTo>
                <a:close/>
                <a:moveTo>
                  <a:pt x="711737" y="808767"/>
                </a:moveTo>
                <a:lnTo>
                  <a:pt x="1112542" y="1138174"/>
                </a:lnTo>
                <a:lnTo>
                  <a:pt x="1036987" y="1146285"/>
                </a:lnTo>
                <a:cubicBezTo>
                  <a:pt x="961921" y="1159552"/>
                  <a:pt x="888272" y="1183171"/>
                  <a:pt x="818630" y="1217389"/>
                </a:cubicBezTo>
                <a:lnTo>
                  <a:pt x="1175859" y="1548244"/>
                </a:lnTo>
                <a:lnTo>
                  <a:pt x="1103275" y="1600013"/>
                </a:lnTo>
                <a:lnTo>
                  <a:pt x="1956715" y="2305964"/>
                </a:lnTo>
                <a:lnTo>
                  <a:pt x="1694756" y="2458959"/>
                </a:lnTo>
                <a:lnTo>
                  <a:pt x="1957255" y="2669583"/>
                </a:lnTo>
                <a:lnTo>
                  <a:pt x="1936545" y="2687274"/>
                </a:lnTo>
                <a:cubicBezTo>
                  <a:pt x="1731942" y="2845981"/>
                  <a:pt x="1469637" y="2941319"/>
                  <a:pt x="1183640" y="2941319"/>
                </a:cubicBezTo>
                <a:cubicBezTo>
                  <a:pt x="529934" y="2941319"/>
                  <a:pt x="0" y="2443227"/>
                  <a:pt x="0" y="1828799"/>
                </a:cubicBezTo>
                <a:cubicBezTo>
                  <a:pt x="0" y="1406380"/>
                  <a:pt x="250477" y="1038948"/>
                  <a:pt x="619447" y="850554"/>
                </a:cubicBezTo>
                <a:close/>
                <a:moveTo>
                  <a:pt x="1512215" y="0"/>
                </a:moveTo>
                <a:lnTo>
                  <a:pt x="2032339" y="1002378"/>
                </a:lnTo>
                <a:lnTo>
                  <a:pt x="1996915" y="1021896"/>
                </a:lnTo>
                <a:lnTo>
                  <a:pt x="1936545" y="970325"/>
                </a:lnTo>
                <a:cubicBezTo>
                  <a:pt x="1731942" y="811617"/>
                  <a:pt x="1469637" y="716279"/>
                  <a:pt x="1183640" y="716279"/>
                </a:cubicBezTo>
                <a:cubicBezTo>
                  <a:pt x="1020214" y="716279"/>
                  <a:pt x="864523" y="747410"/>
                  <a:pt x="722914" y="803706"/>
                </a:cubicBezTo>
                <a:lnTo>
                  <a:pt x="711737" y="808767"/>
                </a:lnTo>
                <a:lnTo>
                  <a:pt x="508000" y="641324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4" name="Volný tvar: obrazec 13">
            <a:extLst>
              <a:ext uri="{FF2B5EF4-FFF2-40B4-BE49-F238E27FC236}">
                <a16:creationId xmlns:a16="http://schemas.microsoft.com/office/drawing/2014/main" id="{C6586066-8ABB-C7B1-EA52-822361E2412B}"/>
              </a:ext>
            </a:extLst>
          </p:cNvPr>
          <p:cNvSpPr/>
          <p:nvPr/>
        </p:nvSpPr>
        <p:spPr>
          <a:xfrm>
            <a:off x="970274" y="3610406"/>
            <a:ext cx="1859284" cy="2201101"/>
          </a:xfrm>
          <a:custGeom>
            <a:avLst/>
            <a:gdLst>
              <a:gd name="connsiteX0" fmla="*/ 589282 w 1859284"/>
              <a:gd name="connsiteY0" fmla="*/ 0 h 2201101"/>
              <a:gd name="connsiteX1" fmla="*/ 1199482 w 1859284"/>
              <a:gd name="connsiteY1" fmla="*/ 152669 h 2201101"/>
              <a:gd name="connsiteX2" fmla="*/ 1299746 w 1859284"/>
              <a:gd name="connsiteY2" fmla="*/ 212855 h 2201101"/>
              <a:gd name="connsiteX3" fmla="*/ 1524339 w 1859284"/>
              <a:gd name="connsiteY3" fmla="*/ 622843 h 2201101"/>
              <a:gd name="connsiteX4" fmla="*/ 1309794 w 1859284"/>
              <a:gd name="connsiteY4" fmla="*/ 734812 h 2201101"/>
              <a:gd name="connsiteX5" fmla="*/ 1859284 w 1859284"/>
              <a:gd name="connsiteY5" fmla="*/ 1417224 h 2201101"/>
              <a:gd name="connsiteX6" fmla="*/ 1843434 w 1859284"/>
              <a:gd name="connsiteY6" fmla="*/ 1519846 h 2201101"/>
              <a:gd name="connsiteX7" fmla="*/ 1811889 w 1859284"/>
              <a:gd name="connsiteY7" fmla="*/ 1641069 h 2201101"/>
              <a:gd name="connsiteX8" fmla="*/ 1809825 w 1859284"/>
              <a:gd name="connsiteY8" fmla="*/ 1646641 h 2201101"/>
              <a:gd name="connsiteX9" fmla="*/ 1750382 w 1859284"/>
              <a:gd name="connsiteY9" fmla="*/ 1684283 h 2201101"/>
              <a:gd name="connsiteX10" fmla="*/ 1778416 w 1859284"/>
              <a:gd name="connsiteY10" fmla="*/ 1731433 h 2201101"/>
              <a:gd name="connsiteX11" fmla="*/ 1768841 w 1859284"/>
              <a:gd name="connsiteY11" fmla="*/ 1757284 h 2201101"/>
              <a:gd name="connsiteX12" fmla="*/ 1494492 w 1859284"/>
              <a:gd name="connsiteY12" fmla="*/ 2159354 h 2201101"/>
              <a:gd name="connsiteX13" fmla="*/ 1448005 w 1859284"/>
              <a:gd name="connsiteY13" fmla="*/ 2201101 h 2201101"/>
              <a:gd name="connsiteX14" fmla="*/ 1186756 w 1859284"/>
              <a:gd name="connsiteY14" fmla="*/ 2002543 h 2201101"/>
              <a:gd name="connsiteX15" fmla="*/ 1448715 w 1859284"/>
              <a:gd name="connsiteY15" fmla="*/ 1857624 h 2201101"/>
              <a:gd name="connsiteX16" fmla="*/ 595275 w 1859284"/>
              <a:gd name="connsiteY16" fmla="*/ 1188934 h 2201101"/>
              <a:gd name="connsiteX17" fmla="*/ 738132 w 1859284"/>
              <a:gd name="connsiteY17" fmla="*/ 1092423 h 2201101"/>
              <a:gd name="connsiteX18" fmla="*/ 1297009 w 1859284"/>
              <a:gd name="connsiteY18" fmla="*/ 1642938 h 2201101"/>
              <a:gd name="connsiteX19" fmla="*/ 1150160 w 1859284"/>
              <a:gd name="connsiteY19" fmla="*/ 697284 h 2201101"/>
              <a:gd name="connsiteX20" fmla="*/ 325814 w 1859284"/>
              <a:gd name="connsiteY20" fmla="*/ 517751 h 2201101"/>
              <a:gd name="connsiteX21" fmla="*/ 311980 w 1859284"/>
              <a:gd name="connsiteY21" fmla="*/ 523717 h 2201101"/>
              <a:gd name="connsiteX22" fmla="*/ 0 w 1859284"/>
              <a:gd name="connsiteY22" fmla="*/ 280846 h 2201101"/>
              <a:gd name="connsiteX23" fmla="*/ 451836 w 1859284"/>
              <a:gd name="connsiteY23" fmla="*/ 7520 h 2201101"/>
              <a:gd name="connsiteX24" fmla="*/ 458393 w 1859284"/>
              <a:gd name="connsiteY24" fmla="*/ 6531 h 2201101"/>
              <a:gd name="connsiteX25" fmla="*/ 589282 w 1859284"/>
              <a:gd name="connsiteY25" fmla="*/ 0 h 2201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59284" h="2201101">
                <a:moveTo>
                  <a:pt x="589282" y="0"/>
                </a:moveTo>
                <a:cubicBezTo>
                  <a:pt x="810224" y="0"/>
                  <a:pt x="1018092" y="55305"/>
                  <a:pt x="1199482" y="152669"/>
                </a:cubicBezTo>
                <a:lnTo>
                  <a:pt x="1299746" y="212855"/>
                </a:lnTo>
                <a:lnTo>
                  <a:pt x="1524339" y="622843"/>
                </a:lnTo>
                <a:lnTo>
                  <a:pt x="1309794" y="734812"/>
                </a:lnTo>
                <a:lnTo>
                  <a:pt x="1859284" y="1417224"/>
                </a:lnTo>
                <a:lnTo>
                  <a:pt x="1843434" y="1519846"/>
                </a:lnTo>
                <a:cubicBezTo>
                  <a:pt x="1834907" y="1561017"/>
                  <a:pt x="1824357" y="1601460"/>
                  <a:pt x="1811889" y="1641069"/>
                </a:cubicBezTo>
                <a:lnTo>
                  <a:pt x="1809825" y="1646641"/>
                </a:lnTo>
                <a:lnTo>
                  <a:pt x="1750382" y="1684283"/>
                </a:lnTo>
                <a:lnTo>
                  <a:pt x="1778416" y="1731433"/>
                </a:lnTo>
                <a:lnTo>
                  <a:pt x="1768841" y="1757284"/>
                </a:lnTo>
                <a:cubicBezTo>
                  <a:pt x="1704061" y="1908617"/>
                  <a:pt x="1610324" y="2044901"/>
                  <a:pt x="1494492" y="2159354"/>
                </a:cubicBezTo>
                <a:lnTo>
                  <a:pt x="1448005" y="2201101"/>
                </a:lnTo>
                <a:lnTo>
                  <a:pt x="1186756" y="2002543"/>
                </a:lnTo>
                <a:lnTo>
                  <a:pt x="1448715" y="1857624"/>
                </a:lnTo>
                <a:lnTo>
                  <a:pt x="595275" y="1188934"/>
                </a:lnTo>
                <a:lnTo>
                  <a:pt x="738132" y="1092423"/>
                </a:lnTo>
                <a:lnTo>
                  <a:pt x="1297009" y="1642938"/>
                </a:lnTo>
                <a:cubicBezTo>
                  <a:pt x="1470039" y="1331128"/>
                  <a:pt x="1409984" y="944395"/>
                  <a:pt x="1150160" y="697284"/>
                </a:cubicBezTo>
                <a:cubicBezTo>
                  <a:pt x="929387" y="487313"/>
                  <a:pt x="609537" y="421343"/>
                  <a:pt x="325814" y="517751"/>
                </a:cubicBezTo>
                <a:lnTo>
                  <a:pt x="311980" y="523717"/>
                </a:lnTo>
                <a:lnTo>
                  <a:pt x="0" y="280846"/>
                </a:lnTo>
                <a:lnTo>
                  <a:pt x="451836" y="7520"/>
                </a:lnTo>
                <a:lnTo>
                  <a:pt x="458393" y="6531"/>
                </a:lnTo>
                <a:cubicBezTo>
                  <a:pt x="501428" y="2212"/>
                  <a:pt x="545094" y="0"/>
                  <a:pt x="589282" y="0"/>
                </a:cubicBez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6" name="Volný tvar: obrazec 15">
            <a:extLst>
              <a:ext uri="{FF2B5EF4-FFF2-40B4-BE49-F238E27FC236}">
                <a16:creationId xmlns:a16="http://schemas.microsoft.com/office/drawing/2014/main" id="{3D949E4E-68A1-0E56-B78F-EAAC7B46F1A1}"/>
              </a:ext>
            </a:extLst>
          </p:cNvPr>
          <p:cNvSpPr/>
          <p:nvPr/>
        </p:nvSpPr>
        <p:spPr>
          <a:xfrm>
            <a:off x="4278872" y="3547986"/>
            <a:ext cx="2560320" cy="2516074"/>
          </a:xfrm>
          <a:custGeom>
            <a:avLst/>
            <a:gdLst>
              <a:gd name="connsiteX0" fmla="*/ 2507299 w 2560320"/>
              <a:gd name="connsiteY0" fmla="*/ 1609887 h 2516074"/>
              <a:gd name="connsiteX1" fmla="*/ 2502767 w 2560320"/>
              <a:gd name="connsiteY1" fmla="*/ 1627303 h 2516074"/>
              <a:gd name="connsiteX2" fmla="*/ 2473589 w 2560320"/>
              <a:gd name="connsiteY2" fmla="*/ 1706074 h 2516074"/>
              <a:gd name="connsiteX3" fmla="*/ 2441262 w 2560320"/>
              <a:gd name="connsiteY3" fmla="*/ 1651705 h 2516074"/>
              <a:gd name="connsiteX4" fmla="*/ 572433 w 2560320"/>
              <a:gd name="connsiteY4" fmla="*/ 873136 h 2516074"/>
              <a:gd name="connsiteX5" fmla="*/ 719282 w 2560320"/>
              <a:gd name="connsiteY5" fmla="*/ 1818790 h 2516074"/>
              <a:gd name="connsiteX6" fmla="*/ 1662618 w 2560320"/>
              <a:gd name="connsiteY6" fmla="*/ 1947010 h 2516074"/>
              <a:gd name="connsiteX7" fmla="*/ 2007266 w 2560320"/>
              <a:gd name="connsiteY7" fmla="*/ 210653 h 2516074"/>
              <a:gd name="connsiteX8" fmla="*/ 2094461 w 2560320"/>
              <a:gd name="connsiteY8" fmla="*/ 275080 h 2516074"/>
              <a:gd name="connsiteX9" fmla="*/ 2560320 w 2560320"/>
              <a:gd name="connsiteY9" fmla="*/ 1251154 h 2516074"/>
              <a:gd name="connsiteX10" fmla="*/ 2553711 w 2560320"/>
              <a:gd name="connsiteY10" fmla="*/ 1380485 h 2516074"/>
              <a:gd name="connsiteX11" fmla="*/ 2552601 w 2560320"/>
              <a:gd name="connsiteY11" fmla="*/ 1387672 h 2516074"/>
              <a:gd name="connsiteX12" fmla="*/ 2000674 w 2560320"/>
              <a:gd name="connsiteY12" fmla="*/ 702234 h 2516074"/>
              <a:gd name="connsiteX13" fmla="*/ 2215219 w 2560320"/>
              <a:gd name="connsiteY13" fmla="*/ 590265 h 2516074"/>
              <a:gd name="connsiteX14" fmla="*/ 1101292 w 2560320"/>
              <a:gd name="connsiteY14" fmla="*/ 0 h 2516074"/>
              <a:gd name="connsiteX15" fmla="*/ 690880 w 2560320"/>
              <a:gd name="connsiteY15" fmla="*/ 248268 h 2516074"/>
              <a:gd name="connsiteX16" fmla="*/ 1018703 w 2560320"/>
              <a:gd name="connsiteY16" fmla="*/ 503473 h 2516074"/>
              <a:gd name="connsiteX17" fmla="*/ 1016692 w 2560320"/>
              <a:gd name="connsiteY17" fmla="*/ 503985 h 2516074"/>
              <a:gd name="connsiteX18" fmla="*/ 897702 w 2560320"/>
              <a:gd name="connsiteY18" fmla="*/ 555298 h 2516074"/>
              <a:gd name="connsiteX19" fmla="*/ 1417682 w 2560320"/>
              <a:gd name="connsiteY19" fmla="*/ 1067499 h 2516074"/>
              <a:gd name="connsiteX20" fmla="*/ 1286155 w 2560320"/>
              <a:gd name="connsiteY20" fmla="*/ 1156356 h 2516074"/>
              <a:gd name="connsiteX21" fmla="*/ 2139595 w 2560320"/>
              <a:gd name="connsiteY21" fmla="*/ 1825046 h 2516074"/>
              <a:gd name="connsiteX22" fmla="*/ 1877636 w 2560320"/>
              <a:gd name="connsiteY22" fmla="*/ 1969965 h 2516074"/>
              <a:gd name="connsiteX23" fmla="*/ 2150230 w 2560320"/>
              <a:gd name="connsiteY23" fmla="*/ 2177145 h 2516074"/>
              <a:gd name="connsiteX24" fmla="*/ 2094461 w 2560320"/>
              <a:gd name="connsiteY24" fmla="*/ 2227228 h 2516074"/>
              <a:gd name="connsiteX25" fmla="*/ 1280160 w 2560320"/>
              <a:gd name="connsiteY25" fmla="*/ 2516074 h 2516074"/>
              <a:gd name="connsiteX26" fmla="*/ 0 w 2560320"/>
              <a:gd name="connsiteY26" fmla="*/ 1251154 h 2516074"/>
              <a:gd name="connsiteX27" fmla="*/ 1022163 w 2560320"/>
              <a:gd name="connsiteY27" fmla="*/ 11933 h 251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0320" h="2516074">
                <a:moveTo>
                  <a:pt x="2507299" y="1609887"/>
                </a:moveTo>
                <a:lnTo>
                  <a:pt x="2502767" y="1627303"/>
                </a:lnTo>
                <a:lnTo>
                  <a:pt x="2473589" y="1706074"/>
                </a:lnTo>
                <a:lnTo>
                  <a:pt x="2441262" y="1651705"/>
                </a:lnTo>
                <a:close/>
                <a:moveTo>
                  <a:pt x="572433" y="873136"/>
                </a:moveTo>
                <a:cubicBezTo>
                  <a:pt x="399403" y="1184946"/>
                  <a:pt x="459458" y="1571679"/>
                  <a:pt x="719282" y="1818790"/>
                </a:cubicBezTo>
                <a:cubicBezTo>
                  <a:pt x="971594" y="2058757"/>
                  <a:pt x="1353313" y="2110641"/>
                  <a:pt x="1662618" y="1947010"/>
                </a:cubicBezTo>
                <a:close/>
                <a:moveTo>
                  <a:pt x="2007266" y="210653"/>
                </a:moveTo>
                <a:lnTo>
                  <a:pt x="2094461" y="275080"/>
                </a:lnTo>
                <a:cubicBezTo>
                  <a:pt x="2378973" y="507085"/>
                  <a:pt x="2560320" y="858194"/>
                  <a:pt x="2560320" y="1251154"/>
                </a:cubicBezTo>
                <a:cubicBezTo>
                  <a:pt x="2560320" y="1294817"/>
                  <a:pt x="2558081" y="1337962"/>
                  <a:pt x="2553711" y="1380485"/>
                </a:cubicBezTo>
                <a:lnTo>
                  <a:pt x="2552601" y="1387672"/>
                </a:lnTo>
                <a:lnTo>
                  <a:pt x="2000674" y="702234"/>
                </a:lnTo>
                <a:lnTo>
                  <a:pt x="2215219" y="590265"/>
                </a:lnTo>
                <a:close/>
                <a:moveTo>
                  <a:pt x="1101292" y="0"/>
                </a:moveTo>
                <a:lnTo>
                  <a:pt x="690880" y="248268"/>
                </a:lnTo>
                <a:lnTo>
                  <a:pt x="1018703" y="503473"/>
                </a:lnTo>
                <a:lnTo>
                  <a:pt x="1016692" y="503985"/>
                </a:lnTo>
                <a:cubicBezTo>
                  <a:pt x="976160" y="517758"/>
                  <a:pt x="936365" y="534844"/>
                  <a:pt x="897702" y="555298"/>
                </a:cubicBezTo>
                <a:lnTo>
                  <a:pt x="1417682" y="1067499"/>
                </a:lnTo>
                <a:lnTo>
                  <a:pt x="1286155" y="1156356"/>
                </a:lnTo>
                <a:lnTo>
                  <a:pt x="2139595" y="1825046"/>
                </a:lnTo>
                <a:lnTo>
                  <a:pt x="1877636" y="1969965"/>
                </a:lnTo>
                <a:lnTo>
                  <a:pt x="2150230" y="2177145"/>
                </a:lnTo>
                <a:lnTo>
                  <a:pt x="2094461" y="2227228"/>
                </a:lnTo>
                <a:cubicBezTo>
                  <a:pt x="1873174" y="2407676"/>
                  <a:pt x="1589478" y="2516074"/>
                  <a:pt x="1280160" y="2516074"/>
                </a:cubicBezTo>
                <a:cubicBezTo>
                  <a:pt x="573147" y="2516074"/>
                  <a:pt x="0" y="1949750"/>
                  <a:pt x="0" y="1251154"/>
                </a:cubicBezTo>
                <a:cubicBezTo>
                  <a:pt x="0" y="639883"/>
                  <a:pt x="438816" y="129882"/>
                  <a:pt x="1022163" y="11933"/>
                </a:cubicBez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8" name="Volný tvar: obrazec 17">
            <a:extLst>
              <a:ext uri="{FF2B5EF4-FFF2-40B4-BE49-F238E27FC236}">
                <a16:creationId xmlns:a16="http://schemas.microsoft.com/office/drawing/2014/main" id="{F353597A-74A9-E7E6-069E-EBE54079145C}"/>
              </a:ext>
            </a:extLst>
          </p:cNvPr>
          <p:cNvSpPr/>
          <p:nvPr/>
        </p:nvSpPr>
        <p:spPr>
          <a:xfrm>
            <a:off x="4269735" y="129539"/>
            <a:ext cx="3251200" cy="3373121"/>
          </a:xfrm>
          <a:custGeom>
            <a:avLst/>
            <a:gdLst>
              <a:gd name="connsiteX0" fmla="*/ 572433 w 3251200"/>
              <a:gd name="connsiteY0" fmla="*/ 1232342 h 3373121"/>
              <a:gd name="connsiteX1" fmla="*/ 719282 w 3251200"/>
              <a:gd name="connsiteY1" fmla="*/ 2177996 h 3373121"/>
              <a:gd name="connsiteX2" fmla="*/ 1662618 w 3251200"/>
              <a:gd name="connsiteY2" fmla="*/ 2306216 h 3373121"/>
              <a:gd name="connsiteX3" fmla="*/ 1018703 w 3251200"/>
              <a:gd name="connsiteY3" fmla="*/ 862679 h 3373121"/>
              <a:gd name="connsiteX4" fmla="*/ 1016692 w 3251200"/>
              <a:gd name="connsiteY4" fmla="*/ 863191 h 3373121"/>
              <a:gd name="connsiteX5" fmla="*/ 897702 w 3251200"/>
              <a:gd name="connsiteY5" fmla="*/ 914504 h 3373121"/>
              <a:gd name="connsiteX6" fmla="*/ 1417682 w 3251200"/>
              <a:gd name="connsiteY6" fmla="*/ 1426704 h 3373121"/>
              <a:gd name="connsiteX7" fmla="*/ 1591970 w 3251200"/>
              <a:gd name="connsiteY7" fmla="*/ 1308959 h 3373121"/>
              <a:gd name="connsiteX8" fmla="*/ 1695094 w 3251200"/>
              <a:gd name="connsiteY8" fmla="*/ 0 h 3373121"/>
              <a:gd name="connsiteX9" fmla="*/ 2007266 w 3251200"/>
              <a:gd name="connsiteY9" fmla="*/ 569859 h 3373121"/>
              <a:gd name="connsiteX10" fmla="*/ 2094461 w 3251200"/>
              <a:gd name="connsiteY10" fmla="*/ 634286 h 3373121"/>
              <a:gd name="connsiteX11" fmla="*/ 2560320 w 3251200"/>
              <a:gd name="connsiteY11" fmla="*/ 1610360 h 3373121"/>
              <a:gd name="connsiteX12" fmla="*/ 2553711 w 3251200"/>
              <a:gd name="connsiteY12" fmla="*/ 1739691 h 3373121"/>
              <a:gd name="connsiteX13" fmla="*/ 2552601 w 3251200"/>
              <a:gd name="connsiteY13" fmla="*/ 1746878 h 3373121"/>
              <a:gd name="connsiteX14" fmla="*/ 2655807 w 3251200"/>
              <a:gd name="connsiteY14" fmla="*/ 1875049 h 3373121"/>
              <a:gd name="connsiteX15" fmla="*/ 2507298 w 3251200"/>
              <a:gd name="connsiteY15" fmla="*/ 1969093 h 3373121"/>
              <a:gd name="connsiteX16" fmla="*/ 2502767 w 3251200"/>
              <a:gd name="connsiteY16" fmla="*/ 1986509 h 3373121"/>
              <a:gd name="connsiteX17" fmla="*/ 2473589 w 3251200"/>
              <a:gd name="connsiteY17" fmla="*/ 2065280 h 3373121"/>
              <a:gd name="connsiteX18" fmla="*/ 3251200 w 3251200"/>
              <a:gd name="connsiteY18" fmla="*/ 3373121 h 3373121"/>
              <a:gd name="connsiteX19" fmla="*/ 2150230 w 3251200"/>
              <a:gd name="connsiteY19" fmla="*/ 2536351 h 3373121"/>
              <a:gd name="connsiteX20" fmla="*/ 2094461 w 3251200"/>
              <a:gd name="connsiteY20" fmla="*/ 2586434 h 3373121"/>
              <a:gd name="connsiteX21" fmla="*/ 1280160 w 3251200"/>
              <a:gd name="connsiteY21" fmla="*/ 2875280 h 3373121"/>
              <a:gd name="connsiteX22" fmla="*/ 0 w 3251200"/>
              <a:gd name="connsiteY22" fmla="*/ 1610360 h 3373121"/>
              <a:gd name="connsiteX23" fmla="*/ 1022163 w 3251200"/>
              <a:gd name="connsiteY23" fmla="*/ 371139 h 3373121"/>
              <a:gd name="connsiteX24" fmla="*/ 1101291 w 3251200"/>
              <a:gd name="connsiteY24" fmla="*/ 359206 h 33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251200" h="3373121">
                <a:moveTo>
                  <a:pt x="572433" y="1232342"/>
                </a:moveTo>
                <a:cubicBezTo>
                  <a:pt x="399403" y="1544152"/>
                  <a:pt x="459458" y="1930885"/>
                  <a:pt x="719282" y="2177996"/>
                </a:cubicBezTo>
                <a:cubicBezTo>
                  <a:pt x="971594" y="2417963"/>
                  <a:pt x="1353313" y="2469847"/>
                  <a:pt x="1662618" y="2306216"/>
                </a:cubicBezTo>
                <a:close/>
                <a:moveTo>
                  <a:pt x="1018703" y="862679"/>
                </a:moveTo>
                <a:lnTo>
                  <a:pt x="1016692" y="863191"/>
                </a:lnTo>
                <a:cubicBezTo>
                  <a:pt x="976160" y="876964"/>
                  <a:pt x="936365" y="894050"/>
                  <a:pt x="897702" y="914504"/>
                </a:cubicBezTo>
                <a:lnTo>
                  <a:pt x="1417682" y="1426704"/>
                </a:lnTo>
                <a:lnTo>
                  <a:pt x="1591970" y="1308959"/>
                </a:lnTo>
                <a:close/>
                <a:moveTo>
                  <a:pt x="1695094" y="0"/>
                </a:moveTo>
                <a:lnTo>
                  <a:pt x="2007266" y="569859"/>
                </a:lnTo>
                <a:lnTo>
                  <a:pt x="2094461" y="634286"/>
                </a:lnTo>
                <a:cubicBezTo>
                  <a:pt x="2378973" y="866291"/>
                  <a:pt x="2560320" y="1217400"/>
                  <a:pt x="2560320" y="1610360"/>
                </a:cubicBezTo>
                <a:cubicBezTo>
                  <a:pt x="2560320" y="1654023"/>
                  <a:pt x="2558081" y="1697168"/>
                  <a:pt x="2553711" y="1739691"/>
                </a:cubicBezTo>
                <a:lnTo>
                  <a:pt x="2552601" y="1746878"/>
                </a:lnTo>
                <a:lnTo>
                  <a:pt x="2655807" y="1875049"/>
                </a:lnTo>
                <a:lnTo>
                  <a:pt x="2507298" y="1969093"/>
                </a:lnTo>
                <a:lnTo>
                  <a:pt x="2502767" y="1986509"/>
                </a:lnTo>
                <a:lnTo>
                  <a:pt x="2473589" y="2065280"/>
                </a:lnTo>
                <a:lnTo>
                  <a:pt x="3251200" y="3373121"/>
                </a:lnTo>
                <a:lnTo>
                  <a:pt x="2150230" y="2536351"/>
                </a:lnTo>
                <a:lnTo>
                  <a:pt x="2094461" y="2586434"/>
                </a:lnTo>
                <a:cubicBezTo>
                  <a:pt x="1873174" y="2766882"/>
                  <a:pt x="1589478" y="2875280"/>
                  <a:pt x="1280160" y="2875280"/>
                </a:cubicBezTo>
                <a:cubicBezTo>
                  <a:pt x="573147" y="2875280"/>
                  <a:pt x="0" y="2308956"/>
                  <a:pt x="0" y="1610360"/>
                </a:cubicBezTo>
                <a:cubicBezTo>
                  <a:pt x="0" y="999089"/>
                  <a:pt x="438816" y="489088"/>
                  <a:pt x="1022163" y="371139"/>
                </a:cubicBezTo>
                <a:lnTo>
                  <a:pt x="1101291" y="359206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C7D49173-1F01-FA22-4BE2-810AF0D26D28}"/>
              </a:ext>
            </a:extLst>
          </p:cNvPr>
          <p:cNvSpPr txBox="1"/>
          <p:nvPr/>
        </p:nvSpPr>
        <p:spPr>
          <a:xfrm>
            <a:off x="9903465" y="685041"/>
            <a:ext cx="18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Symetrický rozdíl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E54C9BA7-C366-442E-8705-CAE706D2705F}"/>
              </a:ext>
            </a:extLst>
          </p:cNvPr>
          <p:cNvSpPr txBox="1"/>
          <p:nvPr/>
        </p:nvSpPr>
        <p:spPr>
          <a:xfrm>
            <a:off x="1310640" y="6135289"/>
            <a:ext cx="18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Průnik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C42F4210-24D5-9E3C-02C4-05322C4AD476}"/>
              </a:ext>
            </a:extLst>
          </p:cNvPr>
          <p:cNvSpPr txBox="1"/>
          <p:nvPr/>
        </p:nvSpPr>
        <p:spPr>
          <a:xfrm>
            <a:off x="5146040" y="6258561"/>
            <a:ext cx="18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Rozdíl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9A1056EE-52E5-3D43-A908-42E51D3E4320}"/>
              </a:ext>
            </a:extLst>
          </p:cNvPr>
          <p:cNvSpPr txBox="1"/>
          <p:nvPr/>
        </p:nvSpPr>
        <p:spPr>
          <a:xfrm>
            <a:off x="6570975" y="591099"/>
            <a:ext cx="18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Sjednocení</a:t>
            </a:r>
          </a:p>
        </p:txBody>
      </p:sp>
      <p:sp>
        <p:nvSpPr>
          <p:cNvPr id="31" name="Volný tvar: obrazec 30">
            <a:extLst>
              <a:ext uri="{FF2B5EF4-FFF2-40B4-BE49-F238E27FC236}">
                <a16:creationId xmlns:a16="http://schemas.microsoft.com/office/drawing/2014/main" id="{22EFCAD7-954A-6CF8-2B91-1D444C2E5B50}"/>
              </a:ext>
            </a:extLst>
          </p:cNvPr>
          <p:cNvSpPr/>
          <p:nvPr/>
        </p:nvSpPr>
        <p:spPr>
          <a:xfrm>
            <a:off x="8564881" y="3713483"/>
            <a:ext cx="1865423" cy="2185080"/>
          </a:xfrm>
          <a:custGeom>
            <a:avLst/>
            <a:gdLst>
              <a:gd name="connsiteX0" fmla="*/ 591825 w 1865423"/>
              <a:gd name="connsiteY0" fmla="*/ 0 h 2185080"/>
              <a:gd name="connsiteX1" fmla="*/ 1307575 w 1865423"/>
              <a:gd name="connsiteY1" fmla="*/ 216028 h 2185080"/>
              <a:gd name="connsiteX2" fmla="*/ 1326344 w 1865423"/>
              <a:gd name="connsiteY2" fmla="*/ 229896 h 2185080"/>
              <a:gd name="connsiteX3" fmla="*/ 1524339 w 1865423"/>
              <a:gd name="connsiteY3" fmla="*/ 591330 h 2185080"/>
              <a:gd name="connsiteX4" fmla="*/ 1309793 w 1865423"/>
              <a:gd name="connsiteY4" fmla="*/ 703299 h 2185080"/>
              <a:gd name="connsiteX5" fmla="*/ 1865423 w 1865423"/>
              <a:gd name="connsiteY5" fmla="*/ 1393334 h 2185080"/>
              <a:gd name="connsiteX6" fmla="*/ 1865376 w 1865423"/>
              <a:gd name="connsiteY6" fmla="*/ 1394251 h 2185080"/>
              <a:gd name="connsiteX7" fmla="*/ 1845977 w 1865423"/>
              <a:gd name="connsiteY7" fmla="*/ 1519845 h 2185080"/>
              <a:gd name="connsiteX8" fmla="*/ 1823423 w 1865423"/>
              <a:gd name="connsiteY8" fmla="*/ 1606516 h 2185080"/>
              <a:gd name="connsiteX9" fmla="*/ 1750382 w 1865423"/>
              <a:gd name="connsiteY9" fmla="*/ 1652770 h 2185080"/>
              <a:gd name="connsiteX10" fmla="*/ 1787176 w 1865423"/>
              <a:gd name="connsiteY10" fmla="*/ 1714652 h 2185080"/>
              <a:gd name="connsiteX11" fmla="*/ 1771384 w 1865423"/>
              <a:gd name="connsiteY11" fmla="*/ 1757284 h 2185080"/>
              <a:gd name="connsiteX12" fmla="*/ 1497035 w 1865423"/>
              <a:gd name="connsiteY12" fmla="*/ 2159354 h 2185080"/>
              <a:gd name="connsiteX13" fmla="*/ 1468389 w 1865423"/>
              <a:gd name="connsiteY13" fmla="*/ 2185080 h 2185080"/>
              <a:gd name="connsiteX14" fmla="*/ 1186756 w 1865423"/>
              <a:gd name="connsiteY14" fmla="*/ 1971030 h 2185080"/>
              <a:gd name="connsiteX15" fmla="*/ 1448714 w 1865423"/>
              <a:gd name="connsiteY15" fmla="*/ 1826111 h 2185080"/>
              <a:gd name="connsiteX16" fmla="*/ 595274 w 1865423"/>
              <a:gd name="connsiteY16" fmla="*/ 1157421 h 2185080"/>
              <a:gd name="connsiteX17" fmla="*/ 720663 w 1865423"/>
              <a:gd name="connsiteY17" fmla="*/ 1072711 h 2185080"/>
              <a:gd name="connsiteX18" fmla="*/ 1299552 w 1865423"/>
              <a:gd name="connsiteY18" fmla="*/ 1642938 h 2185080"/>
              <a:gd name="connsiteX19" fmla="*/ 1152703 w 1865423"/>
              <a:gd name="connsiteY19" fmla="*/ 697284 h 2185080"/>
              <a:gd name="connsiteX20" fmla="*/ 451770 w 1865423"/>
              <a:gd name="connsiteY20" fmla="*/ 486321 h 2185080"/>
              <a:gd name="connsiteX21" fmla="*/ 340743 w 1865423"/>
              <a:gd name="connsiteY21" fmla="*/ 514597 h 2185080"/>
              <a:gd name="connsiteX22" fmla="*/ 0 w 1865423"/>
              <a:gd name="connsiteY22" fmla="*/ 249333 h 2185080"/>
              <a:gd name="connsiteX23" fmla="*/ 381597 w 1865423"/>
              <a:gd name="connsiteY23" fmla="*/ 18495 h 2185080"/>
              <a:gd name="connsiteX24" fmla="*/ 460936 w 1865423"/>
              <a:gd name="connsiteY24" fmla="*/ 6531 h 2185080"/>
              <a:gd name="connsiteX25" fmla="*/ 591825 w 1865423"/>
              <a:gd name="connsiteY25" fmla="*/ 0 h 218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65423" h="2185080">
                <a:moveTo>
                  <a:pt x="591825" y="0"/>
                </a:moveTo>
                <a:cubicBezTo>
                  <a:pt x="856955" y="0"/>
                  <a:pt x="1103260" y="79639"/>
                  <a:pt x="1307575" y="216028"/>
                </a:cubicBezTo>
                <a:lnTo>
                  <a:pt x="1326344" y="229896"/>
                </a:lnTo>
                <a:lnTo>
                  <a:pt x="1524339" y="591330"/>
                </a:lnTo>
                <a:lnTo>
                  <a:pt x="1309793" y="703299"/>
                </a:lnTo>
                <a:lnTo>
                  <a:pt x="1865423" y="1393334"/>
                </a:lnTo>
                <a:lnTo>
                  <a:pt x="1865376" y="1394251"/>
                </a:lnTo>
                <a:cubicBezTo>
                  <a:pt x="1861005" y="1436774"/>
                  <a:pt x="1854503" y="1478674"/>
                  <a:pt x="1845977" y="1519845"/>
                </a:cubicBezTo>
                <a:lnTo>
                  <a:pt x="1823423" y="1606516"/>
                </a:lnTo>
                <a:lnTo>
                  <a:pt x="1750382" y="1652770"/>
                </a:lnTo>
                <a:lnTo>
                  <a:pt x="1787176" y="1714652"/>
                </a:lnTo>
                <a:lnTo>
                  <a:pt x="1771384" y="1757284"/>
                </a:lnTo>
                <a:cubicBezTo>
                  <a:pt x="1706604" y="1908617"/>
                  <a:pt x="1612867" y="2044901"/>
                  <a:pt x="1497035" y="2159354"/>
                </a:cubicBezTo>
                <a:lnTo>
                  <a:pt x="1468389" y="2185080"/>
                </a:lnTo>
                <a:lnTo>
                  <a:pt x="1186756" y="1971030"/>
                </a:lnTo>
                <a:lnTo>
                  <a:pt x="1448714" y="1826111"/>
                </a:lnTo>
                <a:lnTo>
                  <a:pt x="595274" y="1157421"/>
                </a:lnTo>
                <a:lnTo>
                  <a:pt x="720663" y="1072711"/>
                </a:lnTo>
                <a:lnTo>
                  <a:pt x="1299552" y="1642938"/>
                </a:lnTo>
                <a:cubicBezTo>
                  <a:pt x="1472582" y="1331128"/>
                  <a:pt x="1412527" y="944395"/>
                  <a:pt x="1152703" y="697284"/>
                </a:cubicBezTo>
                <a:cubicBezTo>
                  <a:pt x="963469" y="517309"/>
                  <a:pt x="701444" y="443130"/>
                  <a:pt x="451770" y="486321"/>
                </a:cubicBezTo>
                <a:lnTo>
                  <a:pt x="340743" y="514597"/>
                </a:lnTo>
                <a:lnTo>
                  <a:pt x="0" y="249333"/>
                </a:lnTo>
                <a:lnTo>
                  <a:pt x="381597" y="18495"/>
                </a:lnTo>
                <a:lnTo>
                  <a:pt x="460936" y="6531"/>
                </a:lnTo>
                <a:cubicBezTo>
                  <a:pt x="503971" y="2212"/>
                  <a:pt x="547637" y="0"/>
                  <a:pt x="591825" y="0"/>
                </a:cubicBez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30" name="Volný tvar: obrazec 29">
            <a:extLst>
              <a:ext uri="{FF2B5EF4-FFF2-40B4-BE49-F238E27FC236}">
                <a16:creationId xmlns:a16="http://schemas.microsoft.com/office/drawing/2014/main" id="{C48A4744-AEBA-D5CA-9DC7-BD3279E4CB6D}"/>
              </a:ext>
            </a:extLst>
          </p:cNvPr>
          <p:cNvSpPr/>
          <p:nvPr/>
        </p:nvSpPr>
        <p:spPr>
          <a:xfrm>
            <a:off x="8774248" y="4228080"/>
            <a:ext cx="691723" cy="558114"/>
          </a:xfrm>
          <a:custGeom>
            <a:avLst/>
            <a:gdLst>
              <a:gd name="connsiteX0" fmla="*/ 131376 w 691723"/>
              <a:gd name="connsiteY0" fmla="*/ 0 h 558114"/>
              <a:gd name="connsiteX1" fmla="*/ 691723 w 691723"/>
              <a:gd name="connsiteY1" fmla="*/ 436221 h 558114"/>
              <a:gd name="connsiteX2" fmla="*/ 511296 w 691723"/>
              <a:gd name="connsiteY2" fmla="*/ 558114 h 558114"/>
              <a:gd name="connsiteX3" fmla="*/ 0 w 691723"/>
              <a:gd name="connsiteY3" fmla="*/ 54467 h 558114"/>
              <a:gd name="connsiteX4" fmla="*/ 118990 w 691723"/>
              <a:gd name="connsiteY4" fmla="*/ 3154 h 558114"/>
              <a:gd name="connsiteX5" fmla="*/ 131376 w 691723"/>
              <a:gd name="connsiteY5" fmla="*/ 0 h 55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1723" h="558114">
                <a:moveTo>
                  <a:pt x="131376" y="0"/>
                </a:moveTo>
                <a:lnTo>
                  <a:pt x="691723" y="436221"/>
                </a:lnTo>
                <a:lnTo>
                  <a:pt x="511296" y="558114"/>
                </a:lnTo>
                <a:lnTo>
                  <a:pt x="0" y="54467"/>
                </a:lnTo>
                <a:cubicBezTo>
                  <a:pt x="38663" y="34013"/>
                  <a:pt x="78458" y="16927"/>
                  <a:pt x="118990" y="3154"/>
                </a:cubicBezTo>
                <a:lnTo>
                  <a:pt x="131376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9" name="Volný tvar: obrazec 28">
            <a:extLst>
              <a:ext uri="{FF2B5EF4-FFF2-40B4-BE49-F238E27FC236}">
                <a16:creationId xmlns:a16="http://schemas.microsoft.com/office/drawing/2014/main" id="{ECC0A2B1-D3E4-DB0D-D0A8-8C3273F3556B}"/>
              </a:ext>
            </a:extLst>
          </p:cNvPr>
          <p:cNvSpPr/>
          <p:nvPr/>
        </p:nvSpPr>
        <p:spPr>
          <a:xfrm>
            <a:off x="8350867" y="4600385"/>
            <a:ext cx="1188297" cy="1168610"/>
          </a:xfrm>
          <a:custGeom>
            <a:avLst/>
            <a:gdLst>
              <a:gd name="connsiteX0" fmla="*/ 98112 w 1188297"/>
              <a:gd name="connsiteY0" fmla="*/ 0 h 1168610"/>
              <a:gd name="connsiteX1" fmla="*/ 1188297 w 1188297"/>
              <a:gd name="connsiteY1" fmla="*/ 1073874 h 1168610"/>
              <a:gd name="connsiteX2" fmla="*/ 244961 w 1188297"/>
              <a:gd name="connsiteY2" fmla="*/ 945654 h 1168610"/>
              <a:gd name="connsiteX3" fmla="*/ 98112 w 1188297"/>
              <a:gd name="connsiteY3" fmla="*/ 0 h 116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297" h="1168610">
                <a:moveTo>
                  <a:pt x="98112" y="0"/>
                </a:moveTo>
                <a:lnTo>
                  <a:pt x="1188297" y="1073874"/>
                </a:lnTo>
                <a:cubicBezTo>
                  <a:pt x="878992" y="1237505"/>
                  <a:pt x="497273" y="1185621"/>
                  <a:pt x="244961" y="945654"/>
                </a:cubicBezTo>
                <a:cubicBezTo>
                  <a:pt x="-14863" y="698543"/>
                  <a:pt x="-74918" y="311810"/>
                  <a:pt x="98112" y="0"/>
                </a:cubicBez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8" name="Volný tvar: obrazec 27">
            <a:extLst>
              <a:ext uri="{FF2B5EF4-FFF2-40B4-BE49-F238E27FC236}">
                <a16:creationId xmlns:a16="http://schemas.microsoft.com/office/drawing/2014/main" id="{ECF28F33-FEA7-324B-5CE7-034C654E6F63}"/>
              </a:ext>
            </a:extLst>
          </p:cNvPr>
          <p:cNvSpPr/>
          <p:nvPr/>
        </p:nvSpPr>
        <p:spPr>
          <a:xfrm>
            <a:off x="8946478" y="3355343"/>
            <a:ext cx="944747" cy="588037"/>
          </a:xfrm>
          <a:custGeom>
            <a:avLst/>
            <a:gdLst>
              <a:gd name="connsiteX0" fmla="*/ 622617 w 944747"/>
              <a:gd name="connsiteY0" fmla="*/ 0 h 588037"/>
              <a:gd name="connsiteX1" fmla="*/ 944747 w 944747"/>
              <a:gd name="connsiteY1" fmla="*/ 588037 h 588037"/>
              <a:gd name="connsiteX2" fmla="*/ 925978 w 944747"/>
              <a:gd name="connsiteY2" fmla="*/ 574169 h 588037"/>
              <a:gd name="connsiteX3" fmla="*/ 210228 w 944747"/>
              <a:gd name="connsiteY3" fmla="*/ 358141 h 588037"/>
              <a:gd name="connsiteX4" fmla="*/ 79339 w 944747"/>
              <a:gd name="connsiteY4" fmla="*/ 364672 h 588037"/>
              <a:gd name="connsiteX5" fmla="*/ 0 w 944747"/>
              <a:gd name="connsiteY5" fmla="*/ 376636 h 588037"/>
              <a:gd name="connsiteX6" fmla="*/ 622617 w 944747"/>
              <a:gd name="connsiteY6" fmla="*/ 0 h 58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4747" h="588037">
                <a:moveTo>
                  <a:pt x="622617" y="0"/>
                </a:moveTo>
                <a:lnTo>
                  <a:pt x="944747" y="588037"/>
                </a:lnTo>
                <a:lnTo>
                  <a:pt x="925978" y="574169"/>
                </a:lnTo>
                <a:cubicBezTo>
                  <a:pt x="721663" y="437780"/>
                  <a:pt x="475358" y="358141"/>
                  <a:pt x="210228" y="358141"/>
                </a:cubicBezTo>
                <a:cubicBezTo>
                  <a:pt x="166040" y="358141"/>
                  <a:pt x="122374" y="360353"/>
                  <a:pt x="79339" y="364672"/>
                </a:cubicBezTo>
                <a:lnTo>
                  <a:pt x="0" y="376636"/>
                </a:lnTo>
                <a:lnTo>
                  <a:pt x="622617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7" name="Volný tvar: obrazec 26">
            <a:extLst>
              <a:ext uri="{FF2B5EF4-FFF2-40B4-BE49-F238E27FC236}">
                <a16:creationId xmlns:a16="http://schemas.microsoft.com/office/drawing/2014/main" id="{EBE6F408-726E-9423-4C37-0693E839B83E}"/>
              </a:ext>
            </a:extLst>
          </p:cNvPr>
          <p:cNvSpPr/>
          <p:nvPr/>
        </p:nvSpPr>
        <p:spPr>
          <a:xfrm>
            <a:off x="7969593" y="3713483"/>
            <a:ext cx="2156724" cy="2511345"/>
          </a:xfrm>
          <a:custGeom>
            <a:avLst/>
            <a:gdLst>
              <a:gd name="connsiteX0" fmla="*/ 1069932 w 2156724"/>
              <a:gd name="connsiteY0" fmla="*/ 0 h 2511345"/>
              <a:gd name="connsiteX1" fmla="*/ 688335 w 2156724"/>
              <a:gd name="connsiteY1" fmla="*/ 230838 h 2511345"/>
              <a:gd name="connsiteX2" fmla="*/ 1029078 w 2156724"/>
              <a:gd name="connsiteY2" fmla="*/ 496102 h 2511345"/>
              <a:gd name="connsiteX3" fmla="*/ 1016692 w 2156724"/>
              <a:gd name="connsiteY3" fmla="*/ 499256 h 2511345"/>
              <a:gd name="connsiteX4" fmla="*/ 897702 w 2156724"/>
              <a:gd name="connsiteY4" fmla="*/ 550569 h 2511345"/>
              <a:gd name="connsiteX5" fmla="*/ 1408998 w 2156724"/>
              <a:gd name="connsiteY5" fmla="*/ 1054216 h 2511345"/>
              <a:gd name="connsiteX6" fmla="*/ 1283609 w 2156724"/>
              <a:gd name="connsiteY6" fmla="*/ 1138926 h 2511345"/>
              <a:gd name="connsiteX7" fmla="*/ 2137049 w 2156724"/>
              <a:gd name="connsiteY7" fmla="*/ 1807616 h 2511345"/>
              <a:gd name="connsiteX8" fmla="*/ 1875091 w 2156724"/>
              <a:gd name="connsiteY8" fmla="*/ 1952535 h 2511345"/>
              <a:gd name="connsiteX9" fmla="*/ 2156724 w 2156724"/>
              <a:gd name="connsiteY9" fmla="*/ 2166585 h 2511345"/>
              <a:gd name="connsiteX10" fmla="*/ 2094461 w 2156724"/>
              <a:gd name="connsiteY10" fmla="*/ 2222499 h 2511345"/>
              <a:gd name="connsiteX11" fmla="*/ 1280160 w 2156724"/>
              <a:gd name="connsiteY11" fmla="*/ 2511345 h 2511345"/>
              <a:gd name="connsiteX12" fmla="*/ 0 w 2156724"/>
              <a:gd name="connsiteY12" fmla="*/ 1246425 h 2511345"/>
              <a:gd name="connsiteX13" fmla="*/ 1022163 w 2156724"/>
              <a:gd name="connsiteY13" fmla="*/ 7204 h 2511345"/>
              <a:gd name="connsiteX14" fmla="*/ 1069932 w 2156724"/>
              <a:gd name="connsiteY14" fmla="*/ 0 h 2511345"/>
              <a:gd name="connsiteX15" fmla="*/ 572433 w 2156724"/>
              <a:gd name="connsiteY15" fmla="*/ 868407 h 2511345"/>
              <a:gd name="connsiteX16" fmla="*/ 719282 w 2156724"/>
              <a:gd name="connsiteY16" fmla="*/ 1814061 h 2511345"/>
              <a:gd name="connsiteX17" fmla="*/ 1662618 w 2156724"/>
              <a:gd name="connsiteY17" fmla="*/ 1942281 h 2511345"/>
              <a:gd name="connsiteX18" fmla="*/ 572433 w 2156724"/>
              <a:gd name="connsiteY18" fmla="*/ 868407 h 2511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56724" h="2511345">
                <a:moveTo>
                  <a:pt x="1069932" y="0"/>
                </a:moveTo>
                <a:lnTo>
                  <a:pt x="688335" y="230838"/>
                </a:lnTo>
                <a:lnTo>
                  <a:pt x="1029078" y="496102"/>
                </a:lnTo>
                <a:lnTo>
                  <a:pt x="1016692" y="499256"/>
                </a:lnTo>
                <a:cubicBezTo>
                  <a:pt x="976160" y="513029"/>
                  <a:pt x="936365" y="530115"/>
                  <a:pt x="897702" y="550569"/>
                </a:cubicBezTo>
                <a:lnTo>
                  <a:pt x="1408998" y="1054216"/>
                </a:lnTo>
                <a:lnTo>
                  <a:pt x="1283609" y="1138926"/>
                </a:lnTo>
                <a:lnTo>
                  <a:pt x="2137049" y="1807616"/>
                </a:lnTo>
                <a:lnTo>
                  <a:pt x="1875091" y="1952535"/>
                </a:lnTo>
                <a:lnTo>
                  <a:pt x="2156724" y="2166585"/>
                </a:lnTo>
                <a:lnTo>
                  <a:pt x="2094461" y="2222499"/>
                </a:lnTo>
                <a:cubicBezTo>
                  <a:pt x="1873174" y="2402947"/>
                  <a:pt x="1589478" y="2511345"/>
                  <a:pt x="1280160" y="2511345"/>
                </a:cubicBezTo>
                <a:cubicBezTo>
                  <a:pt x="573147" y="2511345"/>
                  <a:pt x="0" y="1945021"/>
                  <a:pt x="0" y="1246425"/>
                </a:cubicBezTo>
                <a:cubicBezTo>
                  <a:pt x="0" y="635154"/>
                  <a:pt x="438816" y="125153"/>
                  <a:pt x="1022163" y="7204"/>
                </a:cubicBezTo>
                <a:lnTo>
                  <a:pt x="1069932" y="0"/>
                </a:lnTo>
                <a:close/>
                <a:moveTo>
                  <a:pt x="572433" y="868407"/>
                </a:moveTo>
                <a:cubicBezTo>
                  <a:pt x="399403" y="1180217"/>
                  <a:pt x="459458" y="1566950"/>
                  <a:pt x="719282" y="1814061"/>
                </a:cubicBezTo>
                <a:cubicBezTo>
                  <a:pt x="971594" y="2054028"/>
                  <a:pt x="1353313" y="2105912"/>
                  <a:pt x="1662618" y="1942281"/>
                </a:cubicBezTo>
                <a:lnTo>
                  <a:pt x="572433" y="868407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6" name="Volný tvar: obrazec 25">
            <a:extLst>
              <a:ext uri="{FF2B5EF4-FFF2-40B4-BE49-F238E27FC236}">
                <a16:creationId xmlns:a16="http://schemas.microsoft.com/office/drawing/2014/main" id="{40F7C250-7C21-7405-3DFC-A0074D87AFF0}"/>
              </a:ext>
            </a:extLst>
          </p:cNvPr>
          <p:cNvSpPr/>
          <p:nvPr/>
        </p:nvSpPr>
        <p:spPr>
          <a:xfrm>
            <a:off x="9874673" y="3943379"/>
            <a:ext cx="562192" cy="1163438"/>
          </a:xfrm>
          <a:custGeom>
            <a:avLst/>
            <a:gdLst>
              <a:gd name="connsiteX0" fmla="*/ 16551 w 562192"/>
              <a:gd name="connsiteY0" fmla="*/ 0 h 1163438"/>
              <a:gd name="connsiteX1" fmla="*/ 96333 w 562192"/>
              <a:gd name="connsiteY1" fmla="*/ 58950 h 1163438"/>
              <a:gd name="connsiteX2" fmla="*/ 562192 w 562192"/>
              <a:gd name="connsiteY2" fmla="*/ 1035024 h 1163438"/>
              <a:gd name="connsiteX3" fmla="*/ 555630 w 562192"/>
              <a:gd name="connsiteY3" fmla="*/ 1163438 h 1163438"/>
              <a:gd name="connsiteX4" fmla="*/ 0 w 562192"/>
              <a:gd name="connsiteY4" fmla="*/ 473403 h 1163438"/>
              <a:gd name="connsiteX5" fmla="*/ 214546 w 562192"/>
              <a:gd name="connsiteY5" fmla="*/ 361434 h 1163438"/>
              <a:gd name="connsiteX6" fmla="*/ 16551 w 562192"/>
              <a:gd name="connsiteY6" fmla="*/ 0 h 1163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192" h="1163438">
                <a:moveTo>
                  <a:pt x="16551" y="0"/>
                </a:moveTo>
                <a:lnTo>
                  <a:pt x="96333" y="58950"/>
                </a:lnTo>
                <a:cubicBezTo>
                  <a:pt x="380845" y="290955"/>
                  <a:pt x="562192" y="642064"/>
                  <a:pt x="562192" y="1035024"/>
                </a:cubicBezTo>
                <a:lnTo>
                  <a:pt x="555630" y="1163438"/>
                </a:lnTo>
                <a:lnTo>
                  <a:pt x="0" y="473403"/>
                </a:lnTo>
                <a:lnTo>
                  <a:pt x="214546" y="361434"/>
                </a:lnTo>
                <a:lnTo>
                  <a:pt x="16551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5" name="Volný tvar: obrazec 24">
            <a:extLst>
              <a:ext uri="{FF2B5EF4-FFF2-40B4-BE49-F238E27FC236}">
                <a16:creationId xmlns:a16="http://schemas.microsoft.com/office/drawing/2014/main" id="{F24CCDA4-7EED-57D4-A5BF-9A49F0FBB610}"/>
              </a:ext>
            </a:extLst>
          </p:cNvPr>
          <p:cNvSpPr/>
          <p:nvPr/>
        </p:nvSpPr>
        <p:spPr>
          <a:xfrm>
            <a:off x="8905623" y="4187811"/>
            <a:ext cx="1056920" cy="1168611"/>
          </a:xfrm>
          <a:custGeom>
            <a:avLst/>
            <a:gdLst>
              <a:gd name="connsiteX0" fmla="*/ 236499 w 1056920"/>
              <a:gd name="connsiteY0" fmla="*/ 126 h 1168611"/>
              <a:gd name="connsiteX1" fmla="*/ 811960 w 1056920"/>
              <a:gd name="connsiteY1" fmla="*/ 222957 h 1168611"/>
              <a:gd name="connsiteX2" fmla="*/ 958809 w 1056920"/>
              <a:gd name="connsiteY2" fmla="*/ 1168611 h 1168611"/>
              <a:gd name="connsiteX3" fmla="*/ 379920 w 1056920"/>
              <a:gd name="connsiteY3" fmla="*/ 598384 h 1168611"/>
              <a:gd name="connsiteX4" fmla="*/ 560347 w 1056920"/>
              <a:gd name="connsiteY4" fmla="*/ 476491 h 1168611"/>
              <a:gd name="connsiteX5" fmla="*/ 0 w 1056920"/>
              <a:gd name="connsiteY5" fmla="*/ 40270 h 1168611"/>
              <a:gd name="connsiteX6" fmla="*/ 111027 w 1056920"/>
              <a:gd name="connsiteY6" fmla="*/ 11994 h 1168611"/>
              <a:gd name="connsiteX7" fmla="*/ 236499 w 1056920"/>
              <a:gd name="connsiteY7" fmla="*/ 126 h 116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920" h="1168611">
                <a:moveTo>
                  <a:pt x="236499" y="126"/>
                </a:moveTo>
                <a:cubicBezTo>
                  <a:pt x="446020" y="-3532"/>
                  <a:pt x="654265" y="72978"/>
                  <a:pt x="811960" y="222957"/>
                </a:cubicBezTo>
                <a:cubicBezTo>
                  <a:pt x="1071784" y="470068"/>
                  <a:pt x="1131839" y="856801"/>
                  <a:pt x="958809" y="1168611"/>
                </a:cubicBezTo>
                <a:lnTo>
                  <a:pt x="379920" y="598384"/>
                </a:lnTo>
                <a:lnTo>
                  <a:pt x="560347" y="476491"/>
                </a:lnTo>
                <a:lnTo>
                  <a:pt x="0" y="40270"/>
                </a:lnTo>
                <a:lnTo>
                  <a:pt x="111027" y="11994"/>
                </a:lnTo>
                <a:cubicBezTo>
                  <a:pt x="152639" y="4796"/>
                  <a:pt x="194595" y="858"/>
                  <a:pt x="236499" y="126"/>
                </a:cubicBez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4" name="Volný tvar: obrazec 23">
            <a:extLst>
              <a:ext uri="{FF2B5EF4-FFF2-40B4-BE49-F238E27FC236}">
                <a16:creationId xmlns:a16="http://schemas.microsoft.com/office/drawing/2014/main" id="{20042E59-48F6-F191-CBE1-18F05FFDFA3A}"/>
              </a:ext>
            </a:extLst>
          </p:cNvPr>
          <p:cNvSpPr/>
          <p:nvPr/>
        </p:nvSpPr>
        <p:spPr>
          <a:xfrm>
            <a:off x="10388303" y="5106817"/>
            <a:ext cx="141504" cy="213182"/>
          </a:xfrm>
          <a:custGeom>
            <a:avLst/>
            <a:gdLst>
              <a:gd name="connsiteX0" fmla="*/ 42000 w 141504"/>
              <a:gd name="connsiteY0" fmla="*/ 0 h 213182"/>
              <a:gd name="connsiteX1" fmla="*/ 141504 w 141504"/>
              <a:gd name="connsiteY1" fmla="*/ 123574 h 213182"/>
              <a:gd name="connsiteX2" fmla="*/ 0 w 141504"/>
              <a:gd name="connsiteY2" fmla="*/ 213182 h 213182"/>
              <a:gd name="connsiteX3" fmla="*/ 22554 w 141504"/>
              <a:gd name="connsiteY3" fmla="*/ 126511 h 213182"/>
              <a:gd name="connsiteX4" fmla="*/ 41953 w 141504"/>
              <a:gd name="connsiteY4" fmla="*/ 917 h 213182"/>
              <a:gd name="connsiteX5" fmla="*/ 42000 w 141504"/>
              <a:gd name="connsiteY5" fmla="*/ 0 h 21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504" h="213182">
                <a:moveTo>
                  <a:pt x="42000" y="0"/>
                </a:moveTo>
                <a:lnTo>
                  <a:pt x="141504" y="123574"/>
                </a:lnTo>
                <a:lnTo>
                  <a:pt x="0" y="213182"/>
                </a:lnTo>
                <a:lnTo>
                  <a:pt x="22554" y="126511"/>
                </a:lnTo>
                <a:cubicBezTo>
                  <a:pt x="31080" y="85340"/>
                  <a:pt x="37582" y="43440"/>
                  <a:pt x="41953" y="917"/>
                </a:cubicBezTo>
                <a:lnTo>
                  <a:pt x="4200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3" name="Volný tvar: obrazec 22">
            <a:extLst>
              <a:ext uri="{FF2B5EF4-FFF2-40B4-BE49-F238E27FC236}">
                <a16:creationId xmlns:a16="http://schemas.microsoft.com/office/drawing/2014/main" id="{A476BF96-8ADA-C03D-3182-85CA7FCB7424}"/>
              </a:ext>
            </a:extLst>
          </p:cNvPr>
          <p:cNvSpPr/>
          <p:nvPr/>
        </p:nvSpPr>
        <p:spPr>
          <a:xfrm>
            <a:off x="10315263" y="5319999"/>
            <a:ext cx="73041" cy="108136"/>
          </a:xfrm>
          <a:custGeom>
            <a:avLst/>
            <a:gdLst>
              <a:gd name="connsiteX0" fmla="*/ 73041 w 73041"/>
              <a:gd name="connsiteY0" fmla="*/ 0 h 108136"/>
              <a:gd name="connsiteX1" fmla="*/ 64050 w 73041"/>
              <a:gd name="connsiteY1" fmla="*/ 34553 h 108136"/>
              <a:gd name="connsiteX2" fmla="*/ 36794 w 73041"/>
              <a:gd name="connsiteY2" fmla="*/ 108136 h 108136"/>
              <a:gd name="connsiteX3" fmla="*/ 0 w 73041"/>
              <a:gd name="connsiteY3" fmla="*/ 46254 h 108136"/>
              <a:gd name="connsiteX4" fmla="*/ 73041 w 73041"/>
              <a:gd name="connsiteY4" fmla="*/ 0 h 108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1" h="108136">
                <a:moveTo>
                  <a:pt x="73041" y="0"/>
                </a:moveTo>
                <a:lnTo>
                  <a:pt x="64050" y="34553"/>
                </a:lnTo>
                <a:lnTo>
                  <a:pt x="36794" y="108136"/>
                </a:lnTo>
                <a:lnTo>
                  <a:pt x="0" y="46254"/>
                </a:lnTo>
                <a:lnTo>
                  <a:pt x="73041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2" name="Volný tvar: obrazec 21">
            <a:extLst>
              <a:ext uri="{FF2B5EF4-FFF2-40B4-BE49-F238E27FC236}">
                <a16:creationId xmlns:a16="http://schemas.microsoft.com/office/drawing/2014/main" id="{E80533C7-7F8D-6EF5-CABA-D518B0548BC6}"/>
              </a:ext>
            </a:extLst>
          </p:cNvPr>
          <p:cNvSpPr/>
          <p:nvPr/>
        </p:nvSpPr>
        <p:spPr>
          <a:xfrm>
            <a:off x="10033270" y="5428135"/>
            <a:ext cx="1091931" cy="1300328"/>
          </a:xfrm>
          <a:custGeom>
            <a:avLst/>
            <a:gdLst>
              <a:gd name="connsiteX0" fmla="*/ 318787 w 1091931"/>
              <a:gd name="connsiteY0" fmla="*/ 0 h 1300328"/>
              <a:gd name="connsiteX1" fmla="*/ 1091931 w 1091931"/>
              <a:gd name="connsiteY1" fmla="*/ 1300328 h 1300328"/>
              <a:gd name="connsiteX2" fmla="*/ 0 w 1091931"/>
              <a:gd name="connsiteY2" fmla="*/ 470428 h 1300328"/>
              <a:gd name="connsiteX3" fmla="*/ 28646 w 1091931"/>
              <a:gd name="connsiteY3" fmla="*/ 444702 h 1300328"/>
              <a:gd name="connsiteX4" fmla="*/ 302995 w 1091931"/>
              <a:gd name="connsiteY4" fmla="*/ 42632 h 1300328"/>
              <a:gd name="connsiteX5" fmla="*/ 318787 w 1091931"/>
              <a:gd name="connsiteY5" fmla="*/ 0 h 130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1931" h="1300328">
                <a:moveTo>
                  <a:pt x="318787" y="0"/>
                </a:moveTo>
                <a:lnTo>
                  <a:pt x="1091931" y="1300328"/>
                </a:lnTo>
                <a:lnTo>
                  <a:pt x="0" y="470428"/>
                </a:lnTo>
                <a:lnTo>
                  <a:pt x="28646" y="444702"/>
                </a:lnTo>
                <a:cubicBezTo>
                  <a:pt x="144478" y="330249"/>
                  <a:pt x="238215" y="193965"/>
                  <a:pt x="302995" y="42632"/>
                </a:cubicBezTo>
                <a:lnTo>
                  <a:pt x="318787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pic>
        <p:nvPicPr>
          <p:cNvPr id="33" name="Obrázek 32">
            <a:extLst>
              <a:ext uri="{FF2B5EF4-FFF2-40B4-BE49-F238E27FC236}">
                <a16:creationId xmlns:a16="http://schemas.microsoft.com/office/drawing/2014/main" id="{4158144D-55E0-3106-BEC4-B4712C05E8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250" t="55415" r="15393" b="10736"/>
          <a:stretch/>
        </p:blipFill>
        <p:spPr>
          <a:xfrm>
            <a:off x="10155769" y="4378840"/>
            <a:ext cx="1602275" cy="1576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TextovéPole 33">
            <a:extLst>
              <a:ext uri="{FF2B5EF4-FFF2-40B4-BE49-F238E27FC236}">
                <a16:creationId xmlns:a16="http://schemas.microsoft.com/office/drawing/2014/main" id="{8C339AE1-65C7-EAF7-4156-228559211354}"/>
              </a:ext>
            </a:extLst>
          </p:cNvPr>
          <p:cNvSpPr txBox="1"/>
          <p:nvPr/>
        </p:nvSpPr>
        <p:spPr>
          <a:xfrm>
            <a:off x="8629887" y="6282226"/>
            <a:ext cx="18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Rozdělení</a:t>
            </a:r>
          </a:p>
        </p:txBody>
      </p:sp>
    </p:spTree>
    <p:extLst>
      <p:ext uri="{BB962C8B-B14F-4D97-AF65-F5344CB8AC3E}">
        <p14:creationId xmlns:p14="http://schemas.microsoft.com/office/powerpoint/2010/main" val="44650214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62</Words>
  <Application>Microsoft Office PowerPoint</Application>
  <PresentationFormat>Širokoúhlá obrazovka</PresentationFormat>
  <Paragraphs>13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Motiv Office</vt:lpstr>
      <vt:lpstr>Obrazce a práce s nimi</vt:lpstr>
      <vt:lpstr>Karta Vložení =&gt; skupina Obrazce</vt:lpstr>
      <vt:lpstr>Seskupení na kartě Domů</vt:lpstr>
      <vt:lpstr>Seskupení na kartě Nástroje kreslení 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Obrazce a práce s nimi</dc:title>
  <dc:creator>Votavová Gabriela</dc:creator>
  <cp:lastModifiedBy>Votavová Gabriela</cp:lastModifiedBy>
  <cp:revision>5</cp:revision>
  <dcterms:created xsi:type="dcterms:W3CDTF">2018-03-22T19:48:48Z</dcterms:created>
  <dcterms:modified xsi:type="dcterms:W3CDTF">2023-01-30T15:15:46Z</dcterms:modified>
</cp:coreProperties>
</file>