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av" ContentType="audio/wav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14.xml" ContentType="application/vnd.openxmlformats-officedocument.presentationml.tags+xml"/>
  <Override PartName="/ppt/charts/chart2.xml" ContentType="application/vnd.openxmlformats-officedocument.drawingml.chart+xml"/>
  <Override PartName="/ppt/tags/tag15.xml" ContentType="application/vnd.openxmlformats-officedocument.presentationml.tags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ags/tag16.xml" ContentType="application/vnd.openxmlformats-officedocument.presentationml.tags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40" r:id="rId1"/>
  </p:sldMasterIdLst>
  <p:notesMasterIdLst>
    <p:notesMasterId r:id="rId29"/>
  </p:notesMasterIdLst>
  <p:handoutMasterIdLst>
    <p:handoutMasterId r:id="rId30"/>
  </p:handoutMasterIdLst>
  <p:sldIdLst>
    <p:sldId id="256" r:id="rId2"/>
    <p:sldId id="284" r:id="rId3"/>
    <p:sldId id="257" r:id="rId4"/>
    <p:sldId id="285" r:id="rId5"/>
    <p:sldId id="259" r:id="rId6"/>
    <p:sldId id="260" r:id="rId7"/>
    <p:sldId id="261" r:id="rId8"/>
    <p:sldId id="262" r:id="rId9"/>
    <p:sldId id="263" r:id="rId10"/>
    <p:sldId id="265" r:id="rId11"/>
    <p:sldId id="266" r:id="rId12"/>
    <p:sldId id="267" r:id="rId13"/>
    <p:sldId id="268" r:id="rId14"/>
    <p:sldId id="274" r:id="rId15"/>
    <p:sldId id="275" r:id="rId16"/>
    <p:sldId id="286" r:id="rId17"/>
    <p:sldId id="269" r:id="rId18"/>
    <p:sldId id="270" r:id="rId19"/>
    <p:sldId id="272" r:id="rId20"/>
    <p:sldId id="273" r:id="rId21"/>
    <p:sldId id="277" r:id="rId22"/>
    <p:sldId id="279" r:id="rId23"/>
    <p:sldId id="278" r:id="rId24"/>
    <p:sldId id="281" r:id="rId25"/>
    <p:sldId id="283" r:id="rId26"/>
    <p:sldId id="287" r:id="rId27"/>
    <p:sldId id="288" r:id="rId28"/>
  </p:sldIdLst>
  <p:sldSz cx="9144000" cy="6858000" type="screen4x3"/>
  <p:notesSz cx="6735763" cy="9866313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8" userDrawn="1">
          <p15:clr>
            <a:srgbClr val="A4A3A4"/>
          </p15:clr>
        </p15:guide>
        <p15:guide id="2" pos="2122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667" autoAdjust="0"/>
    <p:restoredTop sz="94660"/>
  </p:normalViewPr>
  <p:slideViewPr>
    <p:cSldViewPr>
      <p:cViewPr varScale="1">
        <p:scale>
          <a:sx n="65" d="100"/>
          <a:sy n="65" d="100"/>
        </p:scale>
        <p:origin x="1002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-1992"/>
    </p:cViewPr>
  </p:sorterViewPr>
  <p:notesViewPr>
    <p:cSldViewPr>
      <p:cViewPr varScale="1">
        <p:scale>
          <a:sx n="58" d="100"/>
          <a:sy n="58" d="100"/>
        </p:scale>
        <p:origin x="-2520" y="-72"/>
      </p:cViewPr>
      <p:guideLst>
        <p:guide orient="horz" pos="3108"/>
        <p:guide pos="212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cs-CZ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cs-CZ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standard"/>
        <c:varyColors val="0"/>
        <c:ser>
          <c:idx val="0"/>
          <c:order val="0"/>
          <c:tx>
            <c:strRef>
              <c:f>List1!$B$1</c:f>
              <c:strCache>
                <c:ptCount val="1"/>
                <c:pt idx="0">
                  <c:v>Řada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cat>
            <c:strRef>
              <c:f>List1!$A$2:$A$5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List1!$B$2:$B$5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0EE-46FE-9DA0-20E197EAA92E}"/>
            </c:ext>
          </c:extLst>
        </c:ser>
        <c:ser>
          <c:idx val="1"/>
          <c:order val="1"/>
          <c:tx>
            <c:strRef>
              <c:f>List1!$C$1</c:f>
              <c:strCache>
                <c:ptCount val="1"/>
                <c:pt idx="0">
                  <c:v>Řada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cat>
            <c:strRef>
              <c:f>List1!$A$2:$A$5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List1!$C$2:$C$5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0EE-46FE-9DA0-20E197EAA92E}"/>
            </c:ext>
          </c:extLst>
        </c:ser>
        <c:ser>
          <c:idx val="2"/>
          <c:order val="2"/>
          <c:tx>
            <c:strRef>
              <c:f>List1!$D$1</c:f>
              <c:strCache>
                <c:ptCount val="1"/>
                <c:pt idx="0">
                  <c:v>Řada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  <a:sp3d/>
          </c:spPr>
          <c:invertIfNegative val="0"/>
          <c:cat>
            <c:strRef>
              <c:f>List1!$A$2:$A$5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List1!$D$2:$D$5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0EE-46FE-9DA0-20E197EAA9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222812640"/>
        <c:axId val="339778976"/>
        <c:axId val="454952976"/>
      </c:bar3DChart>
      <c:catAx>
        <c:axId val="2228126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339778976"/>
        <c:crosses val="autoZero"/>
        <c:auto val="1"/>
        <c:lblAlgn val="ctr"/>
        <c:lblOffset val="100"/>
        <c:noMultiLvlLbl val="0"/>
      </c:catAx>
      <c:valAx>
        <c:axId val="3397789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222812640"/>
        <c:crosses val="autoZero"/>
        <c:crossBetween val="between"/>
      </c:valAx>
      <c:serAx>
        <c:axId val="45495297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339778976"/>
        <c:crosses val="autoZero"/>
      </c:ser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cs-CZ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cs-CZ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cs-CZ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view3D>
      <c:rotX val="15"/>
      <c:rotY val="20"/>
      <c:rAngAx val="1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List1!$B$1</c:f>
              <c:strCache>
                <c:ptCount val="1"/>
                <c:pt idx="0">
                  <c:v>září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cat>
            <c:strRef>
              <c:f>List1!$A$2:$A$3</c:f>
              <c:strCache>
                <c:ptCount val="2"/>
                <c:pt idx="0">
                  <c:v>Hana</c:v>
                </c:pt>
                <c:pt idx="1">
                  <c:v>Franta</c:v>
                </c:pt>
              </c:strCache>
            </c:strRef>
          </c:cat>
          <c:val>
            <c:numRef>
              <c:f>List1!$B$2:$B$3</c:f>
              <c:numCache>
                <c:formatCode>General</c:formatCode>
                <c:ptCount val="2"/>
                <c:pt idx="0">
                  <c:v>4.3</c:v>
                </c:pt>
                <c:pt idx="1">
                  <c:v>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734-41CE-AAD3-34F74679E65E}"/>
            </c:ext>
          </c:extLst>
        </c:ser>
        <c:ser>
          <c:idx val="1"/>
          <c:order val="1"/>
          <c:tx>
            <c:strRef>
              <c:f>List1!$C$1</c:f>
              <c:strCache>
                <c:ptCount val="1"/>
                <c:pt idx="0">
                  <c:v>říjen</c:v>
                </c:pt>
              </c:strCache>
            </c:strRef>
          </c:tx>
          <c:spPr>
            <a:solidFill>
              <a:srgbClr val="00B0F0"/>
            </a:solidFill>
          </c:spPr>
          <c:invertIfNegative val="0"/>
          <c:cat>
            <c:strRef>
              <c:f>List1!$A$2:$A$3</c:f>
              <c:strCache>
                <c:ptCount val="2"/>
                <c:pt idx="0">
                  <c:v>Hana</c:v>
                </c:pt>
                <c:pt idx="1">
                  <c:v>Franta</c:v>
                </c:pt>
              </c:strCache>
            </c:strRef>
          </c:cat>
          <c:val>
            <c:numRef>
              <c:f>List1!$C$2:$C$3</c:f>
              <c:numCache>
                <c:formatCode>General</c:formatCode>
                <c:ptCount val="2"/>
                <c:pt idx="0">
                  <c:v>2.4</c:v>
                </c:pt>
                <c:pt idx="1">
                  <c:v>4.4000000000000004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734-41CE-AAD3-34F74679E6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cylinder"/>
        <c:axId val="143873920"/>
        <c:axId val="143875456"/>
        <c:axId val="0"/>
      </c:bar3DChart>
      <c:catAx>
        <c:axId val="14387392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143875456"/>
        <c:crosses val="autoZero"/>
        <c:auto val="1"/>
        <c:lblAlgn val="ctr"/>
        <c:lblOffset val="100"/>
        <c:noMultiLvlLbl val="0"/>
      </c:catAx>
      <c:valAx>
        <c:axId val="14387545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43873920"/>
        <c:crosses val="autoZero"/>
        <c:crossBetween val="between"/>
      </c:valAx>
    </c:plotArea>
    <c:legend>
      <c:legendPos val="r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cs-CZ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3E09CFA-178D-4ECE-9080-B6759692FB82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cs-CZ"/>
        </a:p>
      </dgm:t>
    </dgm:pt>
    <dgm:pt modelId="{8EDC56E7-0DC9-4CB5-A6C5-105D8B09ADF1}">
      <dgm:prSet/>
      <dgm:spPr/>
      <dgm:t>
        <a:bodyPr/>
        <a:lstStyle/>
        <a:p>
          <a:r>
            <a:rPr lang="cs-CZ" b="0" i="0" baseline="0" dirty="0"/>
            <a:t>Dva způsoby nastavení:</a:t>
          </a:r>
          <a:endParaRPr lang="cs-CZ" dirty="0"/>
        </a:p>
      </dgm:t>
    </dgm:pt>
    <dgm:pt modelId="{1F343046-29E9-46C6-AE11-914376D6AB80}" type="parTrans" cxnId="{BA0319B5-E3BE-4A71-8CA2-7F9274C233CF}">
      <dgm:prSet/>
      <dgm:spPr/>
      <dgm:t>
        <a:bodyPr/>
        <a:lstStyle/>
        <a:p>
          <a:endParaRPr lang="cs-CZ"/>
        </a:p>
      </dgm:t>
    </dgm:pt>
    <dgm:pt modelId="{A9FBBAC0-BDE7-48E7-A69F-294B94EA588C}" type="sibTrans" cxnId="{BA0319B5-E3BE-4A71-8CA2-7F9274C233CF}">
      <dgm:prSet/>
      <dgm:spPr/>
      <dgm:t>
        <a:bodyPr/>
        <a:lstStyle/>
        <a:p>
          <a:endParaRPr lang="cs-CZ"/>
        </a:p>
      </dgm:t>
    </dgm:pt>
    <dgm:pt modelId="{77979655-EC7C-4F97-9566-E3AEE4242A9B}">
      <dgm:prSet/>
      <dgm:spPr/>
      <dgm:t>
        <a:bodyPr/>
        <a:lstStyle/>
        <a:p>
          <a:r>
            <a:rPr lang="cs-CZ" b="1"/>
            <a:t>Animační schéma: </a:t>
          </a:r>
          <a:r>
            <a:rPr lang="cs-CZ"/>
            <a:t>základní efekty pro animaci, snímky,…</a:t>
          </a:r>
        </a:p>
      </dgm:t>
    </dgm:pt>
    <dgm:pt modelId="{EB917BFB-82DB-41E3-8143-779C811B0FF8}" type="parTrans" cxnId="{5289414B-9959-46F1-AD2D-60739CF84B85}">
      <dgm:prSet/>
      <dgm:spPr/>
      <dgm:t>
        <a:bodyPr/>
        <a:lstStyle/>
        <a:p>
          <a:endParaRPr lang="cs-CZ"/>
        </a:p>
      </dgm:t>
    </dgm:pt>
    <dgm:pt modelId="{22251259-6AAA-4488-9E76-1084009EB133}" type="sibTrans" cxnId="{5289414B-9959-46F1-AD2D-60739CF84B85}">
      <dgm:prSet/>
      <dgm:spPr/>
      <dgm:t>
        <a:bodyPr/>
        <a:lstStyle/>
        <a:p>
          <a:endParaRPr lang="cs-CZ"/>
        </a:p>
      </dgm:t>
    </dgm:pt>
    <dgm:pt modelId="{49EDACE8-5118-4547-B4AD-83F7C418575E}">
      <dgm:prSet/>
      <dgm:spPr/>
      <dgm:t>
        <a:bodyPr/>
        <a:lstStyle/>
        <a:p>
          <a:r>
            <a:rPr lang="cs-CZ" b="1"/>
            <a:t>Vlastní animace: </a:t>
          </a:r>
          <a:r>
            <a:rPr lang="cs-CZ"/>
            <a:t>animační efekt pro každý objekt. Umožní nastavit začátek a konec.</a:t>
          </a:r>
        </a:p>
      </dgm:t>
    </dgm:pt>
    <dgm:pt modelId="{11D5306A-95BF-4EAB-A049-99BB01A1E80A}" type="parTrans" cxnId="{C9E28B14-2321-4E7F-A800-411972F3E021}">
      <dgm:prSet/>
      <dgm:spPr/>
      <dgm:t>
        <a:bodyPr/>
        <a:lstStyle/>
        <a:p>
          <a:endParaRPr lang="cs-CZ"/>
        </a:p>
      </dgm:t>
    </dgm:pt>
    <dgm:pt modelId="{9AB2348B-2CFC-4F03-A0BF-AFDE26826E83}" type="sibTrans" cxnId="{C9E28B14-2321-4E7F-A800-411972F3E021}">
      <dgm:prSet/>
      <dgm:spPr/>
      <dgm:t>
        <a:bodyPr/>
        <a:lstStyle/>
        <a:p>
          <a:endParaRPr lang="cs-CZ"/>
        </a:p>
      </dgm:t>
    </dgm:pt>
    <dgm:pt modelId="{E88EB306-BD1C-441E-BBEC-910480770326}" type="pres">
      <dgm:prSet presAssocID="{83E09CFA-178D-4ECE-9080-B6759692FB82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DB808D19-0F57-46E5-8CF5-0C7DE8169B2C}" type="pres">
      <dgm:prSet presAssocID="{8EDC56E7-0DC9-4CB5-A6C5-105D8B09ADF1}" presName="hierRoot1" presStyleCnt="0">
        <dgm:presLayoutVars>
          <dgm:hierBranch val="init"/>
        </dgm:presLayoutVars>
      </dgm:prSet>
      <dgm:spPr/>
    </dgm:pt>
    <dgm:pt modelId="{57A49801-E7CA-4BD6-896C-64BCCC4B7080}" type="pres">
      <dgm:prSet presAssocID="{8EDC56E7-0DC9-4CB5-A6C5-105D8B09ADF1}" presName="rootComposite1" presStyleCnt="0"/>
      <dgm:spPr/>
    </dgm:pt>
    <dgm:pt modelId="{2BE25CFA-E879-4092-9B2E-2BCA694BEAAA}" type="pres">
      <dgm:prSet presAssocID="{8EDC56E7-0DC9-4CB5-A6C5-105D8B09ADF1}" presName="rootText1" presStyleLbl="node0" presStyleIdx="0" presStyleCnt="1">
        <dgm:presLayoutVars>
          <dgm:chPref val="3"/>
        </dgm:presLayoutVars>
      </dgm:prSet>
      <dgm:spPr/>
    </dgm:pt>
    <dgm:pt modelId="{97D51AB5-6C55-4EBF-9150-19F87D618489}" type="pres">
      <dgm:prSet presAssocID="{8EDC56E7-0DC9-4CB5-A6C5-105D8B09ADF1}" presName="rootConnector1" presStyleLbl="node1" presStyleIdx="0" presStyleCnt="0"/>
      <dgm:spPr/>
    </dgm:pt>
    <dgm:pt modelId="{7BA07E66-FFB3-483D-963D-10B705979307}" type="pres">
      <dgm:prSet presAssocID="{8EDC56E7-0DC9-4CB5-A6C5-105D8B09ADF1}" presName="hierChild2" presStyleCnt="0"/>
      <dgm:spPr/>
    </dgm:pt>
    <dgm:pt modelId="{50EC5F78-80FC-447A-8EE4-0D056CEC08AE}" type="pres">
      <dgm:prSet presAssocID="{EB917BFB-82DB-41E3-8143-779C811B0FF8}" presName="Name37" presStyleLbl="parChTrans1D2" presStyleIdx="0" presStyleCnt="2"/>
      <dgm:spPr/>
    </dgm:pt>
    <dgm:pt modelId="{1958ED3F-09B7-44C7-AA34-C3D017E75BD3}" type="pres">
      <dgm:prSet presAssocID="{77979655-EC7C-4F97-9566-E3AEE4242A9B}" presName="hierRoot2" presStyleCnt="0">
        <dgm:presLayoutVars>
          <dgm:hierBranch val="init"/>
        </dgm:presLayoutVars>
      </dgm:prSet>
      <dgm:spPr/>
    </dgm:pt>
    <dgm:pt modelId="{6BCE0179-53A5-4806-BC99-5731033FB8F3}" type="pres">
      <dgm:prSet presAssocID="{77979655-EC7C-4F97-9566-E3AEE4242A9B}" presName="rootComposite" presStyleCnt="0"/>
      <dgm:spPr/>
    </dgm:pt>
    <dgm:pt modelId="{EBDDFEC9-04B7-4BE8-AED3-F34311AA1FC5}" type="pres">
      <dgm:prSet presAssocID="{77979655-EC7C-4F97-9566-E3AEE4242A9B}" presName="rootText" presStyleLbl="node2" presStyleIdx="0" presStyleCnt="2">
        <dgm:presLayoutVars>
          <dgm:chPref val="3"/>
        </dgm:presLayoutVars>
      </dgm:prSet>
      <dgm:spPr/>
    </dgm:pt>
    <dgm:pt modelId="{C5ABF4FE-D06C-4A67-8CA8-92C6763F5F8A}" type="pres">
      <dgm:prSet presAssocID="{77979655-EC7C-4F97-9566-E3AEE4242A9B}" presName="rootConnector" presStyleLbl="node2" presStyleIdx="0" presStyleCnt="2"/>
      <dgm:spPr/>
    </dgm:pt>
    <dgm:pt modelId="{3B22B2AE-CD35-4C58-A4C4-E24D18F90FDF}" type="pres">
      <dgm:prSet presAssocID="{77979655-EC7C-4F97-9566-E3AEE4242A9B}" presName="hierChild4" presStyleCnt="0"/>
      <dgm:spPr/>
    </dgm:pt>
    <dgm:pt modelId="{7E4C8F17-66D9-4AE4-8095-0FAC7032B385}" type="pres">
      <dgm:prSet presAssocID="{77979655-EC7C-4F97-9566-E3AEE4242A9B}" presName="hierChild5" presStyleCnt="0"/>
      <dgm:spPr/>
    </dgm:pt>
    <dgm:pt modelId="{F6A153A5-6C54-44D0-B08F-089FE7A19C14}" type="pres">
      <dgm:prSet presAssocID="{11D5306A-95BF-4EAB-A049-99BB01A1E80A}" presName="Name37" presStyleLbl="parChTrans1D2" presStyleIdx="1" presStyleCnt="2"/>
      <dgm:spPr/>
    </dgm:pt>
    <dgm:pt modelId="{D0EFE0CA-7C46-494E-9046-F63B6449C208}" type="pres">
      <dgm:prSet presAssocID="{49EDACE8-5118-4547-B4AD-83F7C418575E}" presName="hierRoot2" presStyleCnt="0">
        <dgm:presLayoutVars>
          <dgm:hierBranch val="init"/>
        </dgm:presLayoutVars>
      </dgm:prSet>
      <dgm:spPr/>
    </dgm:pt>
    <dgm:pt modelId="{95A589CF-E801-4A9E-A268-6E10CD402866}" type="pres">
      <dgm:prSet presAssocID="{49EDACE8-5118-4547-B4AD-83F7C418575E}" presName="rootComposite" presStyleCnt="0"/>
      <dgm:spPr/>
    </dgm:pt>
    <dgm:pt modelId="{DEBA46FD-3C07-4DC2-8FF8-F82CDE4FED8D}" type="pres">
      <dgm:prSet presAssocID="{49EDACE8-5118-4547-B4AD-83F7C418575E}" presName="rootText" presStyleLbl="node2" presStyleIdx="1" presStyleCnt="2">
        <dgm:presLayoutVars>
          <dgm:chPref val="3"/>
        </dgm:presLayoutVars>
      </dgm:prSet>
      <dgm:spPr/>
    </dgm:pt>
    <dgm:pt modelId="{1DE688C1-C4C1-4B47-875B-758FC4BEAFD1}" type="pres">
      <dgm:prSet presAssocID="{49EDACE8-5118-4547-B4AD-83F7C418575E}" presName="rootConnector" presStyleLbl="node2" presStyleIdx="1" presStyleCnt="2"/>
      <dgm:spPr/>
    </dgm:pt>
    <dgm:pt modelId="{97E05749-E028-4245-B6A6-2549D2073AE3}" type="pres">
      <dgm:prSet presAssocID="{49EDACE8-5118-4547-B4AD-83F7C418575E}" presName="hierChild4" presStyleCnt="0"/>
      <dgm:spPr/>
    </dgm:pt>
    <dgm:pt modelId="{84540D78-EFEB-4680-884C-CCC9EA4DB194}" type="pres">
      <dgm:prSet presAssocID="{49EDACE8-5118-4547-B4AD-83F7C418575E}" presName="hierChild5" presStyleCnt="0"/>
      <dgm:spPr/>
    </dgm:pt>
    <dgm:pt modelId="{F5DCC653-9349-40F2-AA26-92F5C66DC0F3}" type="pres">
      <dgm:prSet presAssocID="{8EDC56E7-0DC9-4CB5-A6C5-105D8B09ADF1}" presName="hierChild3" presStyleCnt="0"/>
      <dgm:spPr/>
    </dgm:pt>
  </dgm:ptLst>
  <dgm:cxnLst>
    <dgm:cxn modelId="{C9E28B14-2321-4E7F-A800-411972F3E021}" srcId="{8EDC56E7-0DC9-4CB5-A6C5-105D8B09ADF1}" destId="{49EDACE8-5118-4547-B4AD-83F7C418575E}" srcOrd="1" destOrd="0" parTransId="{11D5306A-95BF-4EAB-A049-99BB01A1E80A}" sibTransId="{9AB2348B-2CFC-4F03-A0BF-AFDE26826E83}"/>
    <dgm:cxn modelId="{CBD62A32-9D97-4148-9E2F-E52A88F0FD1F}" type="presOf" srcId="{77979655-EC7C-4F97-9566-E3AEE4242A9B}" destId="{C5ABF4FE-D06C-4A67-8CA8-92C6763F5F8A}" srcOrd="1" destOrd="0" presId="urn:microsoft.com/office/officeart/2005/8/layout/orgChart1"/>
    <dgm:cxn modelId="{8F3F5549-3847-4088-9D2F-EF825B67A2EA}" type="presOf" srcId="{8EDC56E7-0DC9-4CB5-A6C5-105D8B09ADF1}" destId="{2BE25CFA-E879-4092-9B2E-2BCA694BEAAA}" srcOrd="0" destOrd="0" presId="urn:microsoft.com/office/officeart/2005/8/layout/orgChart1"/>
    <dgm:cxn modelId="{5289414B-9959-46F1-AD2D-60739CF84B85}" srcId="{8EDC56E7-0DC9-4CB5-A6C5-105D8B09ADF1}" destId="{77979655-EC7C-4F97-9566-E3AEE4242A9B}" srcOrd="0" destOrd="0" parTransId="{EB917BFB-82DB-41E3-8143-779C811B0FF8}" sibTransId="{22251259-6AAA-4488-9E76-1084009EB133}"/>
    <dgm:cxn modelId="{C49EB08B-E5F8-4FBA-8B52-EC0726D1F458}" type="presOf" srcId="{8EDC56E7-0DC9-4CB5-A6C5-105D8B09ADF1}" destId="{97D51AB5-6C55-4EBF-9150-19F87D618489}" srcOrd="1" destOrd="0" presId="urn:microsoft.com/office/officeart/2005/8/layout/orgChart1"/>
    <dgm:cxn modelId="{F263B692-2DEF-4194-B992-12C8CD2C690F}" type="presOf" srcId="{EB917BFB-82DB-41E3-8143-779C811B0FF8}" destId="{50EC5F78-80FC-447A-8EE4-0D056CEC08AE}" srcOrd="0" destOrd="0" presId="urn:microsoft.com/office/officeart/2005/8/layout/orgChart1"/>
    <dgm:cxn modelId="{3C818094-D6CF-422D-B8E7-B9BBA4393C18}" type="presOf" srcId="{11D5306A-95BF-4EAB-A049-99BB01A1E80A}" destId="{F6A153A5-6C54-44D0-B08F-089FE7A19C14}" srcOrd="0" destOrd="0" presId="urn:microsoft.com/office/officeart/2005/8/layout/orgChart1"/>
    <dgm:cxn modelId="{2130E39A-E0B6-4338-8DB1-542F0AA2D84E}" type="presOf" srcId="{83E09CFA-178D-4ECE-9080-B6759692FB82}" destId="{E88EB306-BD1C-441E-BBEC-910480770326}" srcOrd="0" destOrd="0" presId="urn:microsoft.com/office/officeart/2005/8/layout/orgChart1"/>
    <dgm:cxn modelId="{0376F0A5-22B8-498E-8CB0-9568084E2CB7}" type="presOf" srcId="{77979655-EC7C-4F97-9566-E3AEE4242A9B}" destId="{EBDDFEC9-04B7-4BE8-AED3-F34311AA1FC5}" srcOrd="0" destOrd="0" presId="urn:microsoft.com/office/officeart/2005/8/layout/orgChart1"/>
    <dgm:cxn modelId="{FA866EAC-5C6D-4CDC-A5EF-B8CD1FF78AAB}" type="presOf" srcId="{49EDACE8-5118-4547-B4AD-83F7C418575E}" destId="{1DE688C1-C4C1-4B47-875B-758FC4BEAFD1}" srcOrd="1" destOrd="0" presId="urn:microsoft.com/office/officeart/2005/8/layout/orgChart1"/>
    <dgm:cxn modelId="{BA0319B5-E3BE-4A71-8CA2-7F9274C233CF}" srcId="{83E09CFA-178D-4ECE-9080-B6759692FB82}" destId="{8EDC56E7-0DC9-4CB5-A6C5-105D8B09ADF1}" srcOrd="0" destOrd="0" parTransId="{1F343046-29E9-46C6-AE11-914376D6AB80}" sibTransId="{A9FBBAC0-BDE7-48E7-A69F-294B94EA588C}"/>
    <dgm:cxn modelId="{745A79E9-2032-47EE-ACD7-1E6165B3FFF8}" type="presOf" srcId="{49EDACE8-5118-4547-B4AD-83F7C418575E}" destId="{DEBA46FD-3C07-4DC2-8FF8-F82CDE4FED8D}" srcOrd="0" destOrd="0" presId="urn:microsoft.com/office/officeart/2005/8/layout/orgChart1"/>
    <dgm:cxn modelId="{5C822B7D-DA25-41C3-AD7B-D722D3B3F713}" type="presParOf" srcId="{E88EB306-BD1C-441E-BBEC-910480770326}" destId="{DB808D19-0F57-46E5-8CF5-0C7DE8169B2C}" srcOrd="0" destOrd="0" presId="urn:microsoft.com/office/officeart/2005/8/layout/orgChart1"/>
    <dgm:cxn modelId="{57F55FCB-CC4A-41E9-A182-9D0F3FD45257}" type="presParOf" srcId="{DB808D19-0F57-46E5-8CF5-0C7DE8169B2C}" destId="{57A49801-E7CA-4BD6-896C-64BCCC4B7080}" srcOrd="0" destOrd="0" presId="urn:microsoft.com/office/officeart/2005/8/layout/orgChart1"/>
    <dgm:cxn modelId="{FED8C3E2-5432-417D-9A17-5A0B652502C7}" type="presParOf" srcId="{57A49801-E7CA-4BD6-896C-64BCCC4B7080}" destId="{2BE25CFA-E879-4092-9B2E-2BCA694BEAAA}" srcOrd="0" destOrd="0" presId="urn:microsoft.com/office/officeart/2005/8/layout/orgChart1"/>
    <dgm:cxn modelId="{40A25129-D1EF-4DB7-A522-069A37B2CAF1}" type="presParOf" srcId="{57A49801-E7CA-4BD6-896C-64BCCC4B7080}" destId="{97D51AB5-6C55-4EBF-9150-19F87D618489}" srcOrd="1" destOrd="0" presId="urn:microsoft.com/office/officeart/2005/8/layout/orgChart1"/>
    <dgm:cxn modelId="{EE395A18-995D-4BC7-80C7-9F78518FD236}" type="presParOf" srcId="{DB808D19-0F57-46E5-8CF5-0C7DE8169B2C}" destId="{7BA07E66-FFB3-483D-963D-10B705979307}" srcOrd="1" destOrd="0" presId="urn:microsoft.com/office/officeart/2005/8/layout/orgChart1"/>
    <dgm:cxn modelId="{C7C15D08-C3EA-4235-A71B-F5BA5F3530CA}" type="presParOf" srcId="{7BA07E66-FFB3-483D-963D-10B705979307}" destId="{50EC5F78-80FC-447A-8EE4-0D056CEC08AE}" srcOrd="0" destOrd="0" presId="urn:microsoft.com/office/officeart/2005/8/layout/orgChart1"/>
    <dgm:cxn modelId="{C6F60FC1-7DE0-4727-9EBA-853CC382AEC1}" type="presParOf" srcId="{7BA07E66-FFB3-483D-963D-10B705979307}" destId="{1958ED3F-09B7-44C7-AA34-C3D017E75BD3}" srcOrd="1" destOrd="0" presId="urn:microsoft.com/office/officeart/2005/8/layout/orgChart1"/>
    <dgm:cxn modelId="{175E6C89-605D-47B4-B81C-D1228522FAAC}" type="presParOf" srcId="{1958ED3F-09B7-44C7-AA34-C3D017E75BD3}" destId="{6BCE0179-53A5-4806-BC99-5731033FB8F3}" srcOrd="0" destOrd="0" presId="urn:microsoft.com/office/officeart/2005/8/layout/orgChart1"/>
    <dgm:cxn modelId="{055F07BD-E8DB-4F10-BE51-10D3738099B2}" type="presParOf" srcId="{6BCE0179-53A5-4806-BC99-5731033FB8F3}" destId="{EBDDFEC9-04B7-4BE8-AED3-F34311AA1FC5}" srcOrd="0" destOrd="0" presId="urn:microsoft.com/office/officeart/2005/8/layout/orgChart1"/>
    <dgm:cxn modelId="{941E2C6F-AF12-414A-B386-5AEF59EAED8E}" type="presParOf" srcId="{6BCE0179-53A5-4806-BC99-5731033FB8F3}" destId="{C5ABF4FE-D06C-4A67-8CA8-92C6763F5F8A}" srcOrd="1" destOrd="0" presId="urn:microsoft.com/office/officeart/2005/8/layout/orgChart1"/>
    <dgm:cxn modelId="{ED111647-BC19-4CA0-8E63-A87EB627F39C}" type="presParOf" srcId="{1958ED3F-09B7-44C7-AA34-C3D017E75BD3}" destId="{3B22B2AE-CD35-4C58-A4C4-E24D18F90FDF}" srcOrd="1" destOrd="0" presId="urn:microsoft.com/office/officeart/2005/8/layout/orgChart1"/>
    <dgm:cxn modelId="{FFE6E242-09AE-4EEC-BA64-6002FE3CFDC8}" type="presParOf" srcId="{1958ED3F-09B7-44C7-AA34-C3D017E75BD3}" destId="{7E4C8F17-66D9-4AE4-8095-0FAC7032B385}" srcOrd="2" destOrd="0" presId="urn:microsoft.com/office/officeart/2005/8/layout/orgChart1"/>
    <dgm:cxn modelId="{E8B20DD3-F660-492E-9171-DB2F365796E4}" type="presParOf" srcId="{7BA07E66-FFB3-483D-963D-10B705979307}" destId="{F6A153A5-6C54-44D0-B08F-089FE7A19C14}" srcOrd="2" destOrd="0" presId="urn:microsoft.com/office/officeart/2005/8/layout/orgChart1"/>
    <dgm:cxn modelId="{B53A67BA-562A-40E1-B200-963216A67B7D}" type="presParOf" srcId="{7BA07E66-FFB3-483D-963D-10B705979307}" destId="{D0EFE0CA-7C46-494E-9046-F63B6449C208}" srcOrd="3" destOrd="0" presId="urn:microsoft.com/office/officeart/2005/8/layout/orgChart1"/>
    <dgm:cxn modelId="{FBBE3797-AC78-405F-BCD4-82DB5D044579}" type="presParOf" srcId="{D0EFE0CA-7C46-494E-9046-F63B6449C208}" destId="{95A589CF-E801-4A9E-A268-6E10CD402866}" srcOrd="0" destOrd="0" presId="urn:microsoft.com/office/officeart/2005/8/layout/orgChart1"/>
    <dgm:cxn modelId="{622C8FC3-7ADB-41DF-A2B0-1B152F752E92}" type="presParOf" srcId="{95A589CF-E801-4A9E-A268-6E10CD402866}" destId="{DEBA46FD-3C07-4DC2-8FF8-F82CDE4FED8D}" srcOrd="0" destOrd="0" presId="urn:microsoft.com/office/officeart/2005/8/layout/orgChart1"/>
    <dgm:cxn modelId="{D4732C6C-AF40-45BC-9CFA-6F2E702A743E}" type="presParOf" srcId="{95A589CF-E801-4A9E-A268-6E10CD402866}" destId="{1DE688C1-C4C1-4B47-875B-758FC4BEAFD1}" srcOrd="1" destOrd="0" presId="urn:microsoft.com/office/officeart/2005/8/layout/orgChart1"/>
    <dgm:cxn modelId="{B178D73C-CCB6-42FD-BDA4-337679EDC04A}" type="presParOf" srcId="{D0EFE0CA-7C46-494E-9046-F63B6449C208}" destId="{97E05749-E028-4245-B6A6-2549D2073AE3}" srcOrd="1" destOrd="0" presId="urn:microsoft.com/office/officeart/2005/8/layout/orgChart1"/>
    <dgm:cxn modelId="{D9C651F6-AE83-46FE-9BE6-37F1B4C1DAB4}" type="presParOf" srcId="{D0EFE0CA-7C46-494E-9046-F63B6449C208}" destId="{84540D78-EFEB-4680-884C-CCC9EA4DB194}" srcOrd="2" destOrd="0" presId="urn:microsoft.com/office/officeart/2005/8/layout/orgChart1"/>
    <dgm:cxn modelId="{FE282531-954F-4561-B9A2-77FD895B77C2}" type="presParOf" srcId="{DB808D19-0F57-46E5-8CF5-0C7DE8169B2C}" destId="{F5DCC653-9349-40F2-AA26-92F5C66DC0F3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D3C60E2-1009-42FD-BD37-2550AF1CC3C4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cs-CZ"/>
        </a:p>
      </dgm:t>
    </dgm:pt>
    <dgm:pt modelId="{75E31ED1-97C6-4E8C-8A7A-9B45C1EFBB33}">
      <dgm:prSet phldrT="[Text]"/>
      <dgm:spPr/>
      <dgm:t>
        <a:bodyPr/>
        <a:lstStyle/>
        <a:p>
          <a:r>
            <a:rPr lang="cs-CZ" dirty="0"/>
            <a:t>Rodokmen</a:t>
          </a:r>
        </a:p>
      </dgm:t>
    </dgm:pt>
    <dgm:pt modelId="{F6696038-BCC5-4347-8379-7C44B4B25EAA}" type="parTrans" cxnId="{D4624EEF-D56E-43B6-8C79-25FE0A9C36B9}">
      <dgm:prSet/>
      <dgm:spPr/>
      <dgm:t>
        <a:bodyPr/>
        <a:lstStyle/>
        <a:p>
          <a:endParaRPr lang="cs-CZ"/>
        </a:p>
      </dgm:t>
    </dgm:pt>
    <dgm:pt modelId="{A8D36F04-B12B-4188-9CD7-D2DCA389A7ED}" type="sibTrans" cxnId="{D4624EEF-D56E-43B6-8C79-25FE0A9C36B9}">
      <dgm:prSet/>
      <dgm:spPr/>
      <dgm:t>
        <a:bodyPr/>
        <a:lstStyle/>
        <a:p>
          <a:endParaRPr lang="cs-CZ"/>
        </a:p>
      </dgm:t>
    </dgm:pt>
    <dgm:pt modelId="{5297AD99-EAB2-462B-BECB-9A0B386C5B36}">
      <dgm:prSet phldrT="[Text]"/>
      <dgm:spPr/>
      <dgm:t>
        <a:bodyPr/>
        <a:lstStyle/>
        <a:p>
          <a:r>
            <a:rPr lang="cs-CZ" dirty="0"/>
            <a:t>Adam a Hana</a:t>
          </a:r>
        </a:p>
      </dgm:t>
    </dgm:pt>
    <dgm:pt modelId="{FAC3C47F-6FC0-402A-B2F3-E6FC9351F621}" type="parTrans" cxnId="{175F011C-D01B-46DC-AE3A-DF799AA638C5}">
      <dgm:prSet/>
      <dgm:spPr/>
      <dgm:t>
        <a:bodyPr/>
        <a:lstStyle/>
        <a:p>
          <a:endParaRPr lang="cs-CZ"/>
        </a:p>
      </dgm:t>
    </dgm:pt>
    <dgm:pt modelId="{2E8E4022-E73F-4F6E-BAAF-6759F749E014}" type="sibTrans" cxnId="{175F011C-D01B-46DC-AE3A-DF799AA638C5}">
      <dgm:prSet/>
      <dgm:spPr/>
      <dgm:t>
        <a:bodyPr/>
        <a:lstStyle/>
        <a:p>
          <a:endParaRPr lang="cs-CZ"/>
        </a:p>
      </dgm:t>
    </dgm:pt>
    <dgm:pt modelId="{67D29159-D2F8-4FB5-BEE5-AEC9A0716B3A}">
      <dgm:prSet phldrT="[Text]"/>
      <dgm:spPr/>
      <dgm:t>
        <a:bodyPr/>
        <a:lstStyle/>
        <a:p>
          <a:r>
            <a:rPr lang="cs-CZ" dirty="0"/>
            <a:t>Eva</a:t>
          </a:r>
        </a:p>
      </dgm:t>
    </dgm:pt>
    <dgm:pt modelId="{8C968C9C-F69E-4930-8DC0-0D6EAF62CB47}" type="parTrans" cxnId="{9D0B681D-8003-4F61-9541-A5504D7722EF}">
      <dgm:prSet/>
      <dgm:spPr/>
      <dgm:t>
        <a:bodyPr/>
        <a:lstStyle/>
        <a:p>
          <a:endParaRPr lang="cs-CZ"/>
        </a:p>
      </dgm:t>
    </dgm:pt>
    <dgm:pt modelId="{384CA196-8737-460C-BC06-7B33802F0F45}" type="sibTrans" cxnId="{9D0B681D-8003-4F61-9541-A5504D7722EF}">
      <dgm:prSet/>
      <dgm:spPr/>
      <dgm:t>
        <a:bodyPr/>
        <a:lstStyle/>
        <a:p>
          <a:endParaRPr lang="cs-CZ"/>
        </a:p>
      </dgm:t>
    </dgm:pt>
    <dgm:pt modelId="{6C8F8B73-E834-4825-BB75-7F0276FF781E}">
      <dgm:prSet phldrT="[Text]"/>
      <dgm:spPr/>
      <dgm:t>
        <a:bodyPr/>
        <a:lstStyle/>
        <a:p>
          <a:r>
            <a:rPr lang="cs-CZ" dirty="0"/>
            <a:t>Věra</a:t>
          </a:r>
        </a:p>
      </dgm:t>
    </dgm:pt>
    <dgm:pt modelId="{7D10CF76-713A-4931-A3E3-DFAF3D341B4B}" type="parTrans" cxnId="{80F14483-5C4E-484B-B860-F5A2D997D77B}">
      <dgm:prSet/>
      <dgm:spPr/>
      <dgm:t>
        <a:bodyPr/>
        <a:lstStyle/>
        <a:p>
          <a:endParaRPr lang="cs-CZ"/>
        </a:p>
      </dgm:t>
    </dgm:pt>
    <dgm:pt modelId="{D6A2B5F9-6843-4C1A-8292-AF92A251B5DF}" type="sibTrans" cxnId="{80F14483-5C4E-484B-B860-F5A2D997D77B}">
      <dgm:prSet/>
      <dgm:spPr/>
      <dgm:t>
        <a:bodyPr/>
        <a:lstStyle/>
        <a:p>
          <a:endParaRPr lang="cs-CZ"/>
        </a:p>
      </dgm:t>
    </dgm:pt>
    <dgm:pt modelId="{6E5432A6-C63A-4593-9BD8-F6CB0B4DDC43}">
      <dgm:prSet phldrT="[Text]"/>
      <dgm:spPr/>
      <dgm:t>
        <a:bodyPr/>
        <a:lstStyle/>
        <a:p>
          <a:r>
            <a:rPr lang="cs-CZ" dirty="0"/>
            <a:t>Hana a  Tomáš</a:t>
          </a:r>
        </a:p>
      </dgm:t>
    </dgm:pt>
    <dgm:pt modelId="{25F2AC7A-0347-46AC-9FBB-B9E3BCCB922A}" type="parTrans" cxnId="{3FBB744F-D411-4198-A824-FEEF60506D68}">
      <dgm:prSet/>
      <dgm:spPr/>
      <dgm:t>
        <a:bodyPr/>
        <a:lstStyle/>
        <a:p>
          <a:endParaRPr lang="cs-CZ"/>
        </a:p>
      </dgm:t>
    </dgm:pt>
    <dgm:pt modelId="{52F68C07-194F-4A08-AE03-4F4479820BC0}" type="sibTrans" cxnId="{3FBB744F-D411-4198-A824-FEEF60506D68}">
      <dgm:prSet/>
      <dgm:spPr/>
      <dgm:t>
        <a:bodyPr/>
        <a:lstStyle/>
        <a:p>
          <a:endParaRPr lang="cs-CZ"/>
        </a:p>
      </dgm:t>
    </dgm:pt>
    <dgm:pt modelId="{FC481C34-C3D8-46BE-83A5-BEFC05CF5DE0}">
      <dgm:prSet phldrT="[Text]"/>
      <dgm:spPr/>
      <dgm:t>
        <a:bodyPr/>
        <a:lstStyle/>
        <a:p>
          <a:r>
            <a:rPr lang="cs-CZ" dirty="0"/>
            <a:t>Dita</a:t>
          </a:r>
        </a:p>
      </dgm:t>
    </dgm:pt>
    <dgm:pt modelId="{D26B1D32-1BB8-410E-BB9B-695235EDA92E}" type="parTrans" cxnId="{A86D6A95-1228-4197-BE24-ECBB3E2B8924}">
      <dgm:prSet/>
      <dgm:spPr/>
      <dgm:t>
        <a:bodyPr/>
        <a:lstStyle/>
        <a:p>
          <a:endParaRPr lang="cs-CZ"/>
        </a:p>
      </dgm:t>
    </dgm:pt>
    <dgm:pt modelId="{B0FFD946-2905-4207-B9D1-02F4583271E4}" type="sibTrans" cxnId="{A86D6A95-1228-4197-BE24-ECBB3E2B8924}">
      <dgm:prSet/>
      <dgm:spPr/>
      <dgm:t>
        <a:bodyPr/>
        <a:lstStyle/>
        <a:p>
          <a:endParaRPr lang="cs-CZ"/>
        </a:p>
      </dgm:t>
    </dgm:pt>
    <dgm:pt modelId="{490BC5F9-DFC7-4AF6-A7E0-10F1C3773458}" type="pres">
      <dgm:prSet presAssocID="{5D3C60E2-1009-42FD-BD37-2550AF1CC3C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2905831-9FDF-4CE5-84BE-86490678EEB6}" type="pres">
      <dgm:prSet presAssocID="{75E31ED1-97C6-4E8C-8A7A-9B45C1EFBB33}" presName="hierRoot1" presStyleCnt="0"/>
      <dgm:spPr/>
    </dgm:pt>
    <dgm:pt modelId="{3E449FB7-D0B9-4153-9874-FB237EA4A404}" type="pres">
      <dgm:prSet presAssocID="{75E31ED1-97C6-4E8C-8A7A-9B45C1EFBB33}" presName="composite" presStyleCnt="0"/>
      <dgm:spPr/>
    </dgm:pt>
    <dgm:pt modelId="{EA3BEC1A-D499-4F1A-83A0-45207DAAB08B}" type="pres">
      <dgm:prSet presAssocID="{75E31ED1-97C6-4E8C-8A7A-9B45C1EFBB33}" presName="background" presStyleLbl="node0" presStyleIdx="0" presStyleCnt="1"/>
      <dgm:spPr/>
    </dgm:pt>
    <dgm:pt modelId="{83453958-66E2-4E0E-AF8A-432A27582C34}" type="pres">
      <dgm:prSet presAssocID="{75E31ED1-97C6-4E8C-8A7A-9B45C1EFBB33}" presName="text" presStyleLbl="fgAcc0" presStyleIdx="0" presStyleCnt="1">
        <dgm:presLayoutVars>
          <dgm:chPref val="3"/>
        </dgm:presLayoutVars>
      </dgm:prSet>
      <dgm:spPr/>
    </dgm:pt>
    <dgm:pt modelId="{19B03CF0-CB28-4A23-9377-2DF6B7DBACDE}" type="pres">
      <dgm:prSet presAssocID="{75E31ED1-97C6-4E8C-8A7A-9B45C1EFBB33}" presName="hierChild2" presStyleCnt="0"/>
      <dgm:spPr/>
    </dgm:pt>
    <dgm:pt modelId="{7C393607-ED81-4B21-89C5-7E2CF31AA01B}" type="pres">
      <dgm:prSet presAssocID="{FAC3C47F-6FC0-402A-B2F3-E6FC9351F621}" presName="Name10" presStyleLbl="parChTrans1D2" presStyleIdx="0" presStyleCnt="2"/>
      <dgm:spPr/>
    </dgm:pt>
    <dgm:pt modelId="{CEEB9770-8C45-4896-B33E-2F9048D75FFA}" type="pres">
      <dgm:prSet presAssocID="{5297AD99-EAB2-462B-BECB-9A0B386C5B36}" presName="hierRoot2" presStyleCnt="0"/>
      <dgm:spPr/>
    </dgm:pt>
    <dgm:pt modelId="{A85F5E7E-6A53-4492-99BE-EBD71C1F761A}" type="pres">
      <dgm:prSet presAssocID="{5297AD99-EAB2-462B-BECB-9A0B386C5B36}" presName="composite2" presStyleCnt="0"/>
      <dgm:spPr/>
    </dgm:pt>
    <dgm:pt modelId="{B8A0BD1D-6FCB-4CED-B50E-BAE09BD6C82D}" type="pres">
      <dgm:prSet presAssocID="{5297AD99-EAB2-462B-BECB-9A0B386C5B36}" presName="background2" presStyleLbl="node2" presStyleIdx="0" presStyleCnt="2"/>
      <dgm:spPr/>
    </dgm:pt>
    <dgm:pt modelId="{3BE9AA44-FF99-4D27-B91B-BF0DB96139E8}" type="pres">
      <dgm:prSet presAssocID="{5297AD99-EAB2-462B-BECB-9A0B386C5B36}" presName="text2" presStyleLbl="fgAcc2" presStyleIdx="0" presStyleCnt="2">
        <dgm:presLayoutVars>
          <dgm:chPref val="3"/>
        </dgm:presLayoutVars>
      </dgm:prSet>
      <dgm:spPr/>
    </dgm:pt>
    <dgm:pt modelId="{0ADBBA6B-7C1E-427D-8CAD-3A3B1B86F678}" type="pres">
      <dgm:prSet presAssocID="{5297AD99-EAB2-462B-BECB-9A0B386C5B36}" presName="hierChild3" presStyleCnt="0"/>
      <dgm:spPr/>
    </dgm:pt>
    <dgm:pt modelId="{F743CAB5-6F84-492F-9177-E5DBD7E91167}" type="pres">
      <dgm:prSet presAssocID="{8C968C9C-F69E-4930-8DC0-0D6EAF62CB47}" presName="Name17" presStyleLbl="parChTrans1D3" presStyleIdx="0" presStyleCnt="3"/>
      <dgm:spPr/>
    </dgm:pt>
    <dgm:pt modelId="{4545BCF8-6574-4042-B31B-8D5625063D0A}" type="pres">
      <dgm:prSet presAssocID="{67D29159-D2F8-4FB5-BEE5-AEC9A0716B3A}" presName="hierRoot3" presStyleCnt="0"/>
      <dgm:spPr/>
    </dgm:pt>
    <dgm:pt modelId="{F40EA9A0-555C-4C47-86A3-F3C77C203489}" type="pres">
      <dgm:prSet presAssocID="{67D29159-D2F8-4FB5-BEE5-AEC9A0716B3A}" presName="composite3" presStyleCnt="0"/>
      <dgm:spPr/>
    </dgm:pt>
    <dgm:pt modelId="{C8AFE247-9A0C-40DA-BE14-509189E05287}" type="pres">
      <dgm:prSet presAssocID="{67D29159-D2F8-4FB5-BEE5-AEC9A0716B3A}" presName="background3" presStyleLbl="node3" presStyleIdx="0" presStyleCnt="3"/>
      <dgm:spPr/>
    </dgm:pt>
    <dgm:pt modelId="{791C5DBC-24C9-4744-85D3-9D5A7C779CEC}" type="pres">
      <dgm:prSet presAssocID="{67D29159-D2F8-4FB5-BEE5-AEC9A0716B3A}" presName="text3" presStyleLbl="fgAcc3" presStyleIdx="0" presStyleCnt="3">
        <dgm:presLayoutVars>
          <dgm:chPref val="3"/>
        </dgm:presLayoutVars>
      </dgm:prSet>
      <dgm:spPr/>
    </dgm:pt>
    <dgm:pt modelId="{275B7E65-6C0D-40E6-98CE-6382F3EF9DAC}" type="pres">
      <dgm:prSet presAssocID="{67D29159-D2F8-4FB5-BEE5-AEC9A0716B3A}" presName="hierChild4" presStyleCnt="0"/>
      <dgm:spPr/>
    </dgm:pt>
    <dgm:pt modelId="{BE33B864-7C16-4B11-BE82-E05ECC2E4E41}" type="pres">
      <dgm:prSet presAssocID="{7D10CF76-713A-4931-A3E3-DFAF3D341B4B}" presName="Name17" presStyleLbl="parChTrans1D3" presStyleIdx="1" presStyleCnt="3"/>
      <dgm:spPr/>
    </dgm:pt>
    <dgm:pt modelId="{BE91874C-3D0A-4FA2-81F1-3D673A627A16}" type="pres">
      <dgm:prSet presAssocID="{6C8F8B73-E834-4825-BB75-7F0276FF781E}" presName="hierRoot3" presStyleCnt="0"/>
      <dgm:spPr/>
    </dgm:pt>
    <dgm:pt modelId="{CEA79D58-D068-4A72-BE05-C9B8F6CA5378}" type="pres">
      <dgm:prSet presAssocID="{6C8F8B73-E834-4825-BB75-7F0276FF781E}" presName="composite3" presStyleCnt="0"/>
      <dgm:spPr/>
    </dgm:pt>
    <dgm:pt modelId="{3398172A-B086-426A-9064-9DB7D3E385D4}" type="pres">
      <dgm:prSet presAssocID="{6C8F8B73-E834-4825-BB75-7F0276FF781E}" presName="background3" presStyleLbl="node3" presStyleIdx="1" presStyleCnt="3"/>
      <dgm:spPr/>
    </dgm:pt>
    <dgm:pt modelId="{F9147D17-E1BE-4D76-BC40-4C2F09F26B86}" type="pres">
      <dgm:prSet presAssocID="{6C8F8B73-E834-4825-BB75-7F0276FF781E}" presName="text3" presStyleLbl="fgAcc3" presStyleIdx="1" presStyleCnt="3">
        <dgm:presLayoutVars>
          <dgm:chPref val="3"/>
        </dgm:presLayoutVars>
      </dgm:prSet>
      <dgm:spPr/>
    </dgm:pt>
    <dgm:pt modelId="{143051F7-48D9-4DE4-8971-35FB0047AB59}" type="pres">
      <dgm:prSet presAssocID="{6C8F8B73-E834-4825-BB75-7F0276FF781E}" presName="hierChild4" presStyleCnt="0"/>
      <dgm:spPr/>
    </dgm:pt>
    <dgm:pt modelId="{A2C2DF20-7AEB-46CA-90F0-FDC786767737}" type="pres">
      <dgm:prSet presAssocID="{25F2AC7A-0347-46AC-9FBB-B9E3BCCB922A}" presName="Name10" presStyleLbl="parChTrans1D2" presStyleIdx="1" presStyleCnt="2"/>
      <dgm:spPr/>
    </dgm:pt>
    <dgm:pt modelId="{536ACE04-7C22-4F27-8D17-4E581ACB8E52}" type="pres">
      <dgm:prSet presAssocID="{6E5432A6-C63A-4593-9BD8-F6CB0B4DDC43}" presName="hierRoot2" presStyleCnt="0"/>
      <dgm:spPr/>
    </dgm:pt>
    <dgm:pt modelId="{3047E113-614C-43D8-8129-46CB8F2012B7}" type="pres">
      <dgm:prSet presAssocID="{6E5432A6-C63A-4593-9BD8-F6CB0B4DDC43}" presName="composite2" presStyleCnt="0"/>
      <dgm:spPr/>
    </dgm:pt>
    <dgm:pt modelId="{D5B2F3E9-D669-49E8-8FD3-6748D0EA8A2D}" type="pres">
      <dgm:prSet presAssocID="{6E5432A6-C63A-4593-9BD8-F6CB0B4DDC43}" presName="background2" presStyleLbl="node2" presStyleIdx="1" presStyleCnt="2"/>
      <dgm:spPr/>
    </dgm:pt>
    <dgm:pt modelId="{2B127F13-A6E7-4F6F-B245-E9F117A83115}" type="pres">
      <dgm:prSet presAssocID="{6E5432A6-C63A-4593-9BD8-F6CB0B4DDC43}" presName="text2" presStyleLbl="fgAcc2" presStyleIdx="1" presStyleCnt="2">
        <dgm:presLayoutVars>
          <dgm:chPref val="3"/>
        </dgm:presLayoutVars>
      </dgm:prSet>
      <dgm:spPr/>
    </dgm:pt>
    <dgm:pt modelId="{EA4D10D3-FCE6-4F19-A757-912E311ECAB9}" type="pres">
      <dgm:prSet presAssocID="{6E5432A6-C63A-4593-9BD8-F6CB0B4DDC43}" presName="hierChild3" presStyleCnt="0"/>
      <dgm:spPr/>
    </dgm:pt>
    <dgm:pt modelId="{F1EACFF5-4AAE-4B61-A10B-7BFADCC0629B}" type="pres">
      <dgm:prSet presAssocID="{D26B1D32-1BB8-410E-BB9B-695235EDA92E}" presName="Name17" presStyleLbl="parChTrans1D3" presStyleIdx="2" presStyleCnt="3"/>
      <dgm:spPr/>
    </dgm:pt>
    <dgm:pt modelId="{F69F3706-6E1A-4696-8D17-567FA5A2AC63}" type="pres">
      <dgm:prSet presAssocID="{FC481C34-C3D8-46BE-83A5-BEFC05CF5DE0}" presName="hierRoot3" presStyleCnt="0"/>
      <dgm:spPr/>
    </dgm:pt>
    <dgm:pt modelId="{F9ACF91B-C462-495F-B97D-FED3BFA7C4D6}" type="pres">
      <dgm:prSet presAssocID="{FC481C34-C3D8-46BE-83A5-BEFC05CF5DE0}" presName="composite3" presStyleCnt="0"/>
      <dgm:spPr/>
    </dgm:pt>
    <dgm:pt modelId="{B4C48991-E32A-4834-B2EE-5BD43E3D764F}" type="pres">
      <dgm:prSet presAssocID="{FC481C34-C3D8-46BE-83A5-BEFC05CF5DE0}" presName="background3" presStyleLbl="node3" presStyleIdx="2" presStyleCnt="3"/>
      <dgm:spPr/>
    </dgm:pt>
    <dgm:pt modelId="{B776E36A-D477-4451-9CF4-6417BD014CE2}" type="pres">
      <dgm:prSet presAssocID="{FC481C34-C3D8-46BE-83A5-BEFC05CF5DE0}" presName="text3" presStyleLbl="fgAcc3" presStyleIdx="2" presStyleCnt="3">
        <dgm:presLayoutVars>
          <dgm:chPref val="3"/>
        </dgm:presLayoutVars>
      </dgm:prSet>
      <dgm:spPr/>
    </dgm:pt>
    <dgm:pt modelId="{C85CE47D-8499-4AF0-9C89-0019BE0AB10E}" type="pres">
      <dgm:prSet presAssocID="{FC481C34-C3D8-46BE-83A5-BEFC05CF5DE0}" presName="hierChild4" presStyleCnt="0"/>
      <dgm:spPr/>
    </dgm:pt>
  </dgm:ptLst>
  <dgm:cxnLst>
    <dgm:cxn modelId="{175F011C-D01B-46DC-AE3A-DF799AA638C5}" srcId="{75E31ED1-97C6-4E8C-8A7A-9B45C1EFBB33}" destId="{5297AD99-EAB2-462B-BECB-9A0B386C5B36}" srcOrd="0" destOrd="0" parTransId="{FAC3C47F-6FC0-402A-B2F3-E6FC9351F621}" sibTransId="{2E8E4022-E73F-4F6E-BAAF-6759F749E014}"/>
    <dgm:cxn modelId="{9D0B681D-8003-4F61-9541-A5504D7722EF}" srcId="{5297AD99-EAB2-462B-BECB-9A0B386C5B36}" destId="{67D29159-D2F8-4FB5-BEE5-AEC9A0716B3A}" srcOrd="0" destOrd="0" parTransId="{8C968C9C-F69E-4930-8DC0-0D6EAF62CB47}" sibTransId="{384CA196-8737-460C-BC06-7B33802F0F45}"/>
    <dgm:cxn modelId="{9DBD6F1E-CED6-441E-8E1D-FAEF9080191B}" type="presOf" srcId="{D26B1D32-1BB8-410E-BB9B-695235EDA92E}" destId="{F1EACFF5-4AAE-4B61-A10B-7BFADCC0629B}" srcOrd="0" destOrd="0" presId="urn:microsoft.com/office/officeart/2005/8/layout/hierarchy1"/>
    <dgm:cxn modelId="{6747DF38-047F-4032-95C3-A84F1652AD2C}" type="presOf" srcId="{67D29159-D2F8-4FB5-BEE5-AEC9A0716B3A}" destId="{791C5DBC-24C9-4744-85D3-9D5A7C779CEC}" srcOrd="0" destOrd="0" presId="urn:microsoft.com/office/officeart/2005/8/layout/hierarchy1"/>
    <dgm:cxn modelId="{BF2E913D-7074-4C73-88D2-D8C996A5824A}" type="presOf" srcId="{5297AD99-EAB2-462B-BECB-9A0B386C5B36}" destId="{3BE9AA44-FF99-4D27-B91B-BF0DB96139E8}" srcOrd="0" destOrd="0" presId="urn:microsoft.com/office/officeart/2005/8/layout/hierarchy1"/>
    <dgm:cxn modelId="{F2BC7E44-2B6D-401E-9580-330020067F08}" type="presOf" srcId="{5D3C60E2-1009-42FD-BD37-2550AF1CC3C4}" destId="{490BC5F9-DFC7-4AF6-A7E0-10F1C3773458}" srcOrd="0" destOrd="0" presId="urn:microsoft.com/office/officeart/2005/8/layout/hierarchy1"/>
    <dgm:cxn modelId="{AE24B24C-75B5-41DC-ADAC-E296E5540646}" type="presOf" srcId="{6E5432A6-C63A-4593-9BD8-F6CB0B4DDC43}" destId="{2B127F13-A6E7-4F6F-B245-E9F117A83115}" srcOrd="0" destOrd="0" presId="urn:microsoft.com/office/officeart/2005/8/layout/hierarchy1"/>
    <dgm:cxn modelId="{3FBB744F-D411-4198-A824-FEEF60506D68}" srcId="{75E31ED1-97C6-4E8C-8A7A-9B45C1EFBB33}" destId="{6E5432A6-C63A-4593-9BD8-F6CB0B4DDC43}" srcOrd="1" destOrd="0" parTransId="{25F2AC7A-0347-46AC-9FBB-B9E3BCCB922A}" sibTransId="{52F68C07-194F-4A08-AE03-4F4479820BC0}"/>
    <dgm:cxn modelId="{80F14483-5C4E-484B-B860-F5A2D997D77B}" srcId="{5297AD99-EAB2-462B-BECB-9A0B386C5B36}" destId="{6C8F8B73-E834-4825-BB75-7F0276FF781E}" srcOrd="1" destOrd="0" parTransId="{7D10CF76-713A-4931-A3E3-DFAF3D341B4B}" sibTransId="{D6A2B5F9-6843-4C1A-8292-AF92A251B5DF}"/>
    <dgm:cxn modelId="{52564988-7E82-4FD1-8A70-7426492A032F}" type="presOf" srcId="{FC481C34-C3D8-46BE-83A5-BEFC05CF5DE0}" destId="{B776E36A-D477-4451-9CF4-6417BD014CE2}" srcOrd="0" destOrd="0" presId="urn:microsoft.com/office/officeart/2005/8/layout/hierarchy1"/>
    <dgm:cxn modelId="{A86D6A95-1228-4197-BE24-ECBB3E2B8924}" srcId="{6E5432A6-C63A-4593-9BD8-F6CB0B4DDC43}" destId="{FC481C34-C3D8-46BE-83A5-BEFC05CF5DE0}" srcOrd="0" destOrd="0" parTransId="{D26B1D32-1BB8-410E-BB9B-695235EDA92E}" sibTransId="{B0FFD946-2905-4207-B9D1-02F4583271E4}"/>
    <dgm:cxn modelId="{F15245B4-6258-45C0-A260-4E8305EC5373}" type="presOf" srcId="{8C968C9C-F69E-4930-8DC0-0D6EAF62CB47}" destId="{F743CAB5-6F84-492F-9177-E5DBD7E91167}" srcOrd="0" destOrd="0" presId="urn:microsoft.com/office/officeart/2005/8/layout/hierarchy1"/>
    <dgm:cxn modelId="{0C8B1FBB-4A44-4D28-BC59-5297A326DEB5}" type="presOf" srcId="{7D10CF76-713A-4931-A3E3-DFAF3D341B4B}" destId="{BE33B864-7C16-4B11-BE82-E05ECC2E4E41}" srcOrd="0" destOrd="0" presId="urn:microsoft.com/office/officeart/2005/8/layout/hierarchy1"/>
    <dgm:cxn modelId="{C09043BF-9B19-4D87-8AF9-22AFFE29C522}" type="presOf" srcId="{FAC3C47F-6FC0-402A-B2F3-E6FC9351F621}" destId="{7C393607-ED81-4B21-89C5-7E2CF31AA01B}" srcOrd="0" destOrd="0" presId="urn:microsoft.com/office/officeart/2005/8/layout/hierarchy1"/>
    <dgm:cxn modelId="{D093E4C3-886B-4B46-94A7-9B57265E6955}" type="presOf" srcId="{25F2AC7A-0347-46AC-9FBB-B9E3BCCB922A}" destId="{A2C2DF20-7AEB-46CA-90F0-FDC786767737}" srcOrd="0" destOrd="0" presId="urn:microsoft.com/office/officeart/2005/8/layout/hierarchy1"/>
    <dgm:cxn modelId="{F340DFD2-7814-49DC-8802-9480F0BBB1F2}" type="presOf" srcId="{75E31ED1-97C6-4E8C-8A7A-9B45C1EFBB33}" destId="{83453958-66E2-4E0E-AF8A-432A27582C34}" srcOrd="0" destOrd="0" presId="urn:microsoft.com/office/officeart/2005/8/layout/hierarchy1"/>
    <dgm:cxn modelId="{D4624EEF-D56E-43B6-8C79-25FE0A9C36B9}" srcId="{5D3C60E2-1009-42FD-BD37-2550AF1CC3C4}" destId="{75E31ED1-97C6-4E8C-8A7A-9B45C1EFBB33}" srcOrd="0" destOrd="0" parTransId="{F6696038-BCC5-4347-8379-7C44B4B25EAA}" sibTransId="{A8D36F04-B12B-4188-9CD7-D2DCA389A7ED}"/>
    <dgm:cxn modelId="{318B02F7-843A-4B16-875A-BE62605A09B2}" type="presOf" srcId="{6C8F8B73-E834-4825-BB75-7F0276FF781E}" destId="{F9147D17-E1BE-4D76-BC40-4C2F09F26B86}" srcOrd="0" destOrd="0" presId="urn:microsoft.com/office/officeart/2005/8/layout/hierarchy1"/>
    <dgm:cxn modelId="{106CE2A2-4545-4B5B-999B-E48B1E33F651}" type="presParOf" srcId="{490BC5F9-DFC7-4AF6-A7E0-10F1C3773458}" destId="{82905831-9FDF-4CE5-84BE-86490678EEB6}" srcOrd="0" destOrd="0" presId="urn:microsoft.com/office/officeart/2005/8/layout/hierarchy1"/>
    <dgm:cxn modelId="{1CA9A89E-A336-4A8B-8AE8-1E44471238F1}" type="presParOf" srcId="{82905831-9FDF-4CE5-84BE-86490678EEB6}" destId="{3E449FB7-D0B9-4153-9874-FB237EA4A404}" srcOrd="0" destOrd="0" presId="urn:microsoft.com/office/officeart/2005/8/layout/hierarchy1"/>
    <dgm:cxn modelId="{B92736D5-536A-4485-B99F-EE02EE1B4845}" type="presParOf" srcId="{3E449FB7-D0B9-4153-9874-FB237EA4A404}" destId="{EA3BEC1A-D499-4F1A-83A0-45207DAAB08B}" srcOrd="0" destOrd="0" presId="urn:microsoft.com/office/officeart/2005/8/layout/hierarchy1"/>
    <dgm:cxn modelId="{F2696FAD-FE82-40DE-B8D3-0B077A1F9E18}" type="presParOf" srcId="{3E449FB7-D0B9-4153-9874-FB237EA4A404}" destId="{83453958-66E2-4E0E-AF8A-432A27582C34}" srcOrd="1" destOrd="0" presId="urn:microsoft.com/office/officeart/2005/8/layout/hierarchy1"/>
    <dgm:cxn modelId="{F442E119-8719-48D8-9938-D2FBC9FCA83C}" type="presParOf" srcId="{82905831-9FDF-4CE5-84BE-86490678EEB6}" destId="{19B03CF0-CB28-4A23-9377-2DF6B7DBACDE}" srcOrd="1" destOrd="0" presId="urn:microsoft.com/office/officeart/2005/8/layout/hierarchy1"/>
    <dgm:cxn modelId="{AE4A34DA-10B0-47DC-A43A-B392B481BBAF}" type="presParOf" srcId="{19B03CF0-CB28-4A23-9377-2DF6B7DBACDE}" destId="{7C393607-ED81-4B21-89C5-7E2CF31AA01B}" srcOrd="0" destOrd="0" presId="urn:microsoft.com/office/officeart/2005/8/layout/hierarchy1"/>
    <dgm:cxn modelId="{5A65CC20-16B6-42BC-986D-851F29C2F175}" type="presParOf" srcId="{19B03CF0-CB28-4A23-9377-2DF6B7DBACDE}" destId="{CEEB9770-8C45-4896-B33E-2F9048D75FFA}" srcOrd="1" destOrd="0" presId="urn:microsoft.com/office/officeart/2005/8/layout/hierarchy1"/>
    <dgm:cxn modelId="{74E8A115-5C03-431A-B093-DB47A5C02753}" type="presParOf" srcId="{CEEB9770-8C45-4896-B33E-2F9048D75FFA}" destId="{A85F5E7E-6A53-4492-99BE-EBD71C1F761A}" srcOrd="0" destOrd="0" presId="urn:microsoft.com/office/officeart/2005/8/layout/hierarchy1"/>
    <dgm:cxn modelId="{913E3D5A-E097-4014-B982-18624F20BC33}" type="presParOf" srcId="{A85F5E7E-6A53-4492-99BE-EBD71C1F761A}" destId="{B8A0BD1D-6FCB-4CED-B50E-BAE09BD6C82D}" srcOrd="0" destOrd="0" presId="urn:microsoft.com/office/officeart/2005/8/layout/hierarchy1"/>
    <dgm:cxn modelId="{0071D8AD-FB61-4D29-8CEF-E13360B9D63C}" type="presParOf" srcId="{A85F5E7E-6A53-4492-99BE-EBD71C1F761A}" destId="{3BE9AA44-FF99-4D27-B91B-BF0DB96139E8}" srcOrd="1" destOrd="0" presId="urn:microsoft.com/office/officeart/2005/8/layout/hierarchy1"/>
    <dgm:cxn modelId="{0B8B8178-6A88-418C-8924-E9F2AA0C7393}" type="presParOf" srcId="{CEEB9770-8C45-4896-B33E-2F9048D75FFA}" destId="{0ADBBA6B-7C1E-427D-8CAD-3A3B1B86F678}" srcOrd="1" destOrd="0" presId="urn:microsoft.com/office/officeart/2005/8/layout/hierarchy1"/>
    <dgm:cxn modelId="{0464E58E-1E43-44C3-A9B2-A7B4D777CBB7}" type="presParOf" srcId="{0ADBBA6B-7C1E-427D-8CAD-3A3B1B86F678}" destId="{F743CAB5-6F84-492F-9177-E5DBD7E91167}" srcOrd="0" destOrd="0" presId="urn:microsoft.com/office/officeart/2005/8/layout/hierarchy1"/>
    <dgm:cxn modelId="{4961BA5E-0636-4825-A93B-964E101F9BC3}" type="presParOf" srcId="{0ADBBA6B-7C1E-427D-8CAD-3A3B1B86F678}" destId="{4545BCF8-6574-4042-B31B-8D5625063D0A}" srcOrd="1" destOrd="0" presId="urn:microsoft.com/office/officeart/2005/8/layout/hierarchy1"/>
    <dgm:cxn modelId="{5D571E17-FB46-4C95-9286-0B9508BDB4B2}" type="presParOf" srcId="{4545BCF8-6574-4042-B31B-8D5625063D0A}" destId="{F40EA9A0-555C-4C47-86A3-F3C77C203489}" srcOrd="0" destOrd="0" presId="urn:microsoft.com/office/officeart/2005/8/layout/hierarchy1"/>
    <dgm:cxn modelId="{0BFAC06F-6CCD-4E16-A7FD-FED5EA20C221}" type="presParOf" srcId="{F40EA9A0-555C-4C47-86A3-F3C77C203489}" destId="{C8AFE247-9A0C-40DA-BE14-509189E05287}" srcOrd="0" destOrd="0" presId="urn:microsoft.com/office/officeart/2005/8/layout/hierarchy1"/>
    <dgm:cxn modelId="{F60CFEF8-E0AE-4F89-A5CF-CDC6E5D42133}" type="presParOf" srcId="{F40EA9A0-555C-4C47-86A3-F3C77C203489}" destId="{791C5DBC-24C9-4744-85D3-9D5A7C779CEC}" srcOrd="1" destOrd="0" presId="urn:microsoft.com/office/officeart/2005/8/layout/hierarchy1"/>
    <dgm:cxn modelId="{F3B996DC-E402-4C57-BB23-7CC3E338CB85}" type="presParOf" srcId="{4545BCF8-6574-4042-B31B-8D5625063D0A}" destId="{275B7E65-6C0D-40E6-98CE-6382F3EF9DAC}" srcOrd="1" destOrd="0" presId="urn:microsoft.com/office/officeart/2005/8/layout/hierarchy1"/>
    <dgm:cxn modelId="{79DF6C37-00B0-4432-B986-5E6B667F523E}" type="presParOf" srcId="{0ADBBA6B-7C1E-427D-8CAD-3A3B1B86F678}" destId="{BE33B864-7C16-4B11-BE82-E05ECC2E4E41}" srcOrd="2" destOrd="0" presId="urn:microsoft.com/office/officeart/2005/8/layout/hierarchy1"/>
    <dgm:cxn modelId="{4E8FE5E0-F006-4557-97D7-A96F3CEBD7E9}" type="presParOf" srcId="{0ADBBA6B-7C1E-427D-8CAD-3A3B1B86F678}" destId="{BE91874C-3D0A-4FA2-81F1-3D673A627A16}" srcOrd="3" destOrd="0" presId="urn:microsoft.com/office/officeart/2005/8/layout/hierarchy1"/>
    <dgm:cxn modelId="{AE038722-9C8A-40F5-8420-05805CEB677E}" type="presParOf" srcId="{BE91874C-3D0A-4FA2-81F1-3D673A627A16}" destId="{CEA79D58-D068-4A72-BE05-C9B8F6CA5378}" srcOrd="0" destOrd="0" presId="urn:microsoft.com/office/officeart/2005/8/layout/hierarchy1"/>
    <dgm:cxn modelId="{B903F137-1595-4A7F-BE3C-46AB3CB8AB98}" type="presParOf" srcId="{CEA79D58-D068-4A72-BE05-C9B8F6CA5378}" destId="{3398172A-B086-426A-9064-9DB7D3E385D4}" srcOrd="0" destOrd="0" presId="urn:microsoft.com/office/officeart/2005/8/layout/hierarchy1"/>
    <dgm:cxn modelId="{0999830F-98E6-46C6-9572-0F4FAB8B3176}" type="presParOf" srcId="{CEA79D58-D068-4A72-BE05-C9B8F6CA5378}" destId="{F9147D17-E1BE-4D76-BC40-4C2F09F26B86}" srcOrd="1" destOrd="0" presId="urn:microsoft.com/office/officeart/2005/8/layout/hierarchy1"/>
    <dgm:cxn modelId="{27618361-109F-4F64-949A-B559A8E9C869}" type="presParOf" srcId="{BE91874C-3D0A-4FA2-81F1-3D673A627A16}" destId="{143051F7-48D9-4DE4-8971-35FB0047AB59}" srcOrd="1" destOrd="0" presId="urn:microsoft.com/office/officeart/2005/8/layout/hierarchy1"/>
    <dgm:cxn modelId="{239CC9E9-E41E-48AC-A074-D387CEDA01A2}" type="presParOf" srcId="{19B03CF0-CB28-4A23-9377-2DF6B7DBACDE}" destId="{A2C2DF20-7AEB-46CA-90F0-FDC786767737}" srcOrd="2" destOrd="0" presId="urn:microsoft.com/office/officeart/2005/8/layout/hierarchy1"/>
    <dgm:cxn modelId="{D77E281E-879B-4273-8AA9-FA961FE90B7C}" type="presParOf" srcId="{19B03CF0-CB28-4A23-9377-2DF6B7DBACDE}" destId="{536ACE04-7C22-4F27-8D17-4E581ACB8E52}" srcOrd="3" destOrd="0" presId="urn:microsoft.com/office/officeart/2005/8/layout/hierarchy1"/>
    <dgm:cxn modelId="{FB5069E1-E869-43C7-BD13-51348078FAF6}" type="presParOf" srcId="{536ACE04-7C22-4F27-8D17-4E581ACB8E52}" destId="{3047E113-614C-43D8-8129-46CB8F2012B7}" srcOrd="0" destOrd="0" presId="urn:microsoft.com/office/officeart/2005/8/layout/hierarchy1"/>
    <dgm:cxn modelId="{FD9E7805-1A5D-4EA0-840B-D1D11207BDCA}" type="presParOf" srcId="{3047E113-614C-43D8-8129-46CB8F2012B7}" destId="{D5B2F3E9-D669-49E8-8FD3-6748D0EA8A2D}" srcOrd="0" destOrd="0" presId="urn:microsoft.com/office/officeart/2005/8/layout/hierarchy1"/>
    <dgm:cxn modelId="{47EE0ACA-62CA-4B09-BB6A-7318F3103213}" type="presParOf" srcId="{3047E113-614C-43D8-8129-46CB8F2012B7}" destId="{2B127F13-A6E7-4F6F-B245-E9F117A83115}" srcOrd="1" destOrd="0" presId="urn:microsoft.com/office/officeart/2005/8/layout/hierarchy1"/>
    <dgm:cxn modelId="{241BE71A-B052-42B2-9D9E-F84A11B95651}" type="presParOf" srcId="{536ACE04-7C22-4F27-8D17-4E581ACB8E52}" destId="{EA4D10D3-FCE6-4F19-A757-912E311ECAB9}" srcOrd="1" destOrd="0" presId="urn:microsoft.com/office/officeart/2005/8/layout/hierarchy1"/>
    <dgm:cxn modelId="{75997C60-433B-424F-B2B7-3A0C0DEE2F20}" type="presParOf" srcId="{EA4D10D3-FCE6-4F19-A757-912E311ECAB9}" destId="{F1EACFF5-4AAE-4B61-A10B-7BFADCC0629B}" srcOrd="0" destOrd="0" presId="urn:microsoft.com/office/officeart/2005/8/layout/hierarchy1"/>
    <dgm:cxn modelId="{340C82DD-CED3-492D-861E-F4186BF297DA}" type="presParOf" srcId="{EA4D10D3-FCE6-4F19-A757-912E311ECAB9}" destId="{F69F3706-6E1A-4696-8D17-567FA5A2AC63}" srcOrd="1" destOrd="0" presId="urn:microsoft.com/office/officeart/2005/8/layout/hierarchy1"/>
    <dgm:cxn modelId="{D4F250E9-D93A-4C0E-9B80-AF4C0ADBEBA8}" type="presParOf" srcId="{F69F3706-6E1A-4696-8D17-567FA5A2AC63}" destId="{F9ACF91B-C462-495F-B97D-FED3BFA7C4D6}" srcOrd="0" destOrd="0" presId="urn:microsoft.com/office/officeart/2005/8/layout/hierarchy1"/>
    <dgm:cxn modelId="{615D9750-6DBF-4EE5-991D-326FEBCD5162}" type="presParOf" srcId="{F9ACF91B-C462-495F-B97D-FED3BFA7C4D6}" destId="{B4C48991-E32A-4834-B2EE-5BD43E3D764F}" srcOrd="0" destOrd="0" presId="urn:microsoft.com/office/officeart/2005/8/layout/hierarchy1"/>
    <dgm:cxn modelId="{1B3AE3E3-342D-40CA-86FE-0045DD474A40}" type="presParOf" srcId="{F9ACF91B-C462-495F-B97D-FED3BFA7C4D6}" destId="{B776E36A-D477-4451-9CF4-6417BD014CE2}" srcOrd="1" destOrd="0" presId="urn:microsoft.com/office/officeart/2005/8/layout/hierarchy1"/>
    <dgm:cxn modelId="{73CFD5D2-6CE3-4AD7-83E1-566FFD135CB4}" type="presParOf" srcId="{F69F3706-6E1A-4696-8D17-567FA5A2AC63}" destId="{C85CE47D-8499-4AF0-9C89-0019BE0AB10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D3C60E2-1009-42FD-BD37-2550AF1CC3C4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cs-CZ"/>
        </a:p>
      </dgm:t>
    </dgm:pt>
    <dgm:pt modelId="{75E31ED1-97C6-4E8C-8A7A-9B45C1EFBB33}">
      <dgm:prSet phldrT="[Text]"/>
      <dgm:spPr/>
      <dgm:t>
        <a:bodyPr/>
        <a:lstStyle/>
        <a:p>
          <a:r>
            <a:rPr lang="cs-CZ" dirty="0"/>
            <a:t>Rodokmen</a:t>
          </a:r>
        </a:p>
      </dgm:t>
    </dgm:pt>
    <dgm:pt modelId="{F6696038-BCC5-4347-8379-7C44B4B25EAA}" type="parTrans" cxnId="{D4624EEF-D56E-43B6-8C79-25FE0A9C36B9}">
      <dgm:prSet/>
      <dgm:spPr/>
      <dgm:t>
        <a:bodyPr/>
        <a:lstStyle/>
        <a:p>
          <a:endParaRPr lang="cs-CZ"/>
        </a:p>
      </dgm:t>
    </dgm:pt>
    <dgm:pt modelId="{A8D36F04-B12B-4188-9CD7-D2DCA389A7ED}" type="sibTrans" cxnId="{D4624EEF-D56E-43B6-8C79-25FE0A9C36B9}">
      <dgm:prSet/>
      <dgm:spPr/>
      <dgm:t>
        <a:bodyPr/>
        <a:lstStyle/>
        <a:p>
          <a:endParaRPr lang="cs-CZ"/>
        </a:p>
      </dgm:t>
    </dgm:pt>
    <dgm:pt modelId="{5297AD99-EAB2-462B-BECB-9A0B386C5B36}">
      <dgm:prSet phldrT="[Text]"/>
      <dgm:spPr/>
      <dgm:t>
        <a:bodyPr/>
        <a:lstStyle/>
        <a:p>
          <a:r>
            <a:rPr lang="cs-CZ" dirty="0"/>
            <a:t>Adam a Hana</a:t>
          </a:r>
        </a:p>
      </dgm:t>
    </dgm:pt>
    <dgm:pt modelId="{FAC3C47F-6FC0-402A-B2F3-E6FC9351F621}" type="parTrans" cxnId="{175F011C-D01B-46DC-AE3A-DF799AA638C5}">
      <dgm:prSet/>
      <dgm:spPr/>
      <dgm:t>
        <a:bodyPr/>
        <a:lstStyle/>
        <a:p>
          <a:endParaRPr lang="cs-CZ"/>
        </a:p>
      </dgm:t>
    </dgm:pt>
    <dgm:pt modelId="{2E8E4022-E73F-4F6E-BAAF-6759F749E014}" type="sibTrans" cxnId="{175F011C-D01B-46DC-AE3A-DF799AA638C5}">
      <dgm:prSet/>
      <dgm:spPr/>
      <dgm:t>
        <a:bodyPr/>
        <a:lstStyle/>
        <a:p>
          <a:endParaRPr lang="cs-CZ"/>
        </a:p>
      </dgm:t>
    </dgm:pt>
    <dgm:pt modelId="{67D29159-D2F8-4FB5-BEE5-AEC9A0716B3A}">
      <dgm:prSet phldrT="[Text]"/>
      <dgm:spPr/>
      <dgm:t>
        <a:bodyPr/>
        <a:lstStyle/>
        <a:p>
          <a:r>
            <a:rPr lang="cs-CZ" dirty="0"/>
            <a:t>Eva</a:t>
          </a:r>
        </a:p>
      </dgm:t>
    </dgm:pt>
    <dgm:pt modelId="{8C968C9C-F69E-4930-8DC0-0D6EAF62CB47}" type="parTrans" cxnId="{9D0B681D-8003-4F61-9541-A5504D7722EF}">
      <dgm:prSet/>
      <dgm:spPr/>
      <dgm:t>
        <a:bodyPr/>
        <a:lstStyle/>
        <a:p>
          <a:endParaRPr lang="cs-CZ"/>
        </a:p>
      </dgm:t>
    </dgm:pt>
    <dgm:pt modelId="{384CA196-8737-460C-BC06-7B33802F0F45}" type="sibTrans" cxnId="{9D0B681D-8003-4F61-9541-A5504D7722EF}">
      <dgm:prSet/>
      <dgm:spPr/>
      <dgm:t>
        <a:bodyPr/>
        <a:lstStyle/>
        <a:p>
          <a:endParaRPr lang="cs-CZ"/>
        </a:p>
      </dgm:t>
    </dgm:pt>
    <dgm:pt modelId="{6C8F8B73-E834-4825-BB75-7F0276FF781E}">
      <dgm:prSet phldrT="[Text]"/>
      <dgm:spPr/>
      <dgm:t>
        <a:bodyPr/>
        <a:lstStyle/>
        <a:p>
          <a:r>
            <a:rPr lang="cs-CZ" dirty="0"/>
            <a:t>Věra</a:t>
          </a:r>
        </a:p>
      </dgm:t>
    </dgm:pt>
    <dgm:pt modelId="{7D10CF76-713A-4931-A3E3-DFAF3D341B4B}" type="parTrans" cxnId="{80F14483-5C4E-484B-B860-F5A2D997D77B}">
      <dgm:prSet/>
      <dgm:spPr/>
      <dgm:t>
        <a:bodyPr/>
        <a:lstStyle/>
        <a:p>
          <a:endParaRPr lang="cs-CZ"/>
        </a:p>
      </dgm:t>
    </dgm:pt>
    <dgm:pt modelId="{D6A2B5F9-6843-4C1A-8292-AF92A251B5DF}" type="sibTrans" cxnId="{80F14483-5C4E-484B-B860-F5A2D997D77B}">
      <dgm:prSet/>
      <dgm:spPr/>
      <dgm:t>
        <a:bodyPr/>
        <a:lstStyle/>
        <a:p>
          <a:endParaRPr lang="cs-CZ"/>
        </a:p>
      </dgm:t>
    </dgm:pt>
    <dgm:pt modelId="{6E5432A6-C63A-4593-9BD8-F6CB0B4DDC43}">
      <dgm:prSet phldrT="[Text]"/>
      <dgm:spPr/>
      <dgm:t>
        <a:bodyPr/>
        <a:lstStyle/>
        <a:p>
          <a:r>
            <a:rPr lang="cs-CZ" dirty="0"/>
            <a:t>Hana a  Tomáš</a:t>
          </a:r>
        </a:p>
      </dgm:t>
    </dgm:pt>
    <dgm:pt modelId="{25F2AC7A-0347-46AC-9FBB-B9E3BCCB922A}" type="parTrans" cxnId="{3FBB744F-D411-4198-A824-FEEF60506D68}">
      <dgm:prSet/>
      <dgm:spPr/>
      <dgm:t>
        <a:bodyPr/>
        <a:lstStyle/>
        <a:p>
          <a:endParaRPr lang="cs-CZ"/>
        </a:p>
      </dgm:t>
    </dgm:pt>
    <dgm:pt modelId="{52F68C07-194F-4A08-AE03-4F4479820BC0}" type="sibTrans" cxnId="{3FBB744F-D411-4198-A824-FEEF60506D68}">
      <dgm:prSet/>
      <dgm:spPr/>
      <dgm:t>
        <a:bodyPr/>
        <a:lstStyle/>
        <a:p>
          <a:endParaRPr lang="cs-CZ"/>
        </a:p>
      </dgm:t>
    </dgm:pt>
    <dgm:pt modelId="{FC481C34-C3D8-46BE-83A5-BEFC05CF5DE0}">
      <dgm:prSet phldrT="[Text]"/>
      <dgm:spPr/>
      <dgm:t>
        <a:bodyPr/>
        <a:lstStyle/>
        <a:p>
          <a:r>
            <a:rPr lang="cs-CZ" dirty="0"/>
            <a:t>Dita</a:t>
          </a:r>
        </a:p>
      </dgm:t>
    </dgm:pt>
    <dgm:pt modelId="{D26B1D32-1BB8-410E-BB9B-695235EDA92E}" type="parTrans" cxnId="{A86D6A95-1228-4197-BE24-ECBB3E2B8924}">
      <dgm:prSet/>
      <dgm:spPr/>
      <dgm:t>
        <a:bodyPr/>
        <a:lstStyle/>
        <a:p>
          <a:endParaRPr lang="cs-CZ"/>
        </a:p>
      </dgm:t>
    </dgm:pt>
    <dgm:pt modelId="{B0FFD946-2905-4207-B9D1-02F4583271E4}" type="sibTrans" cxnId="{A86D6A95-1228-4197-BE24-ECBB3E2B8924}">
      <dgm:prSet/>
      <dgm:spPr/>
      <dgm:t>
        <a:bodyPr/>
        <a:lstStyle/>
        <a:p>
          <a:endParaRPr lang="cs-CZ"/>
        </a:p>
      </dgm:t>
    </dgm:pt>
    <dgm:pt modelId="{490BC5F9-DFC7-4AF6-A7E0-10F1C3773458}" type="pres">
      <dgm:prSet presAssocID="{5D3C60E2-1009-42FD-BD37-2550AF1CC3C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2905831-9FDF-4CE5-84BE-86490678EEB6}" type="pres">
      <dgm:prSet presAssocID="{75E31ED1-97C6-4E8C-8A7A-9B45C1EFBB33}" presName="hierRoot1" presStyleCnt="0"/>
      <dgm:spPr/>
    </dgm:pt>
    <dgm:pt modelId="{3E449FB7-D0B9-4153-9874-FB237EA4A404}" type="pres">
      <dgm:prSet presAssocID="{75E31ED1-97C6-4E8C-8A7A-9B45C1EFBB33}" presName="composite" presStyleCnt="0"/>
      <dgm:spPr/>
    </dgm:pt>
    <dgm:pt modelId="{EA3BEC1A-D499-4F1A-83A0-45207DAAB08B}" type="pres">
      <dgm:prSet presAssocID="{75E31ED1-97C6-4E8C-8A7A-9B45C1EFBB33}" presName="background" presStyleLbl="node0" presStyleIdx="0" presStyleCnt="1"/>
      <dgm:spPr/>
    </dgm:pt>
    <dgm:pt modelId="{83453958-66E2-4E0E-AF8A-432A27582C34}" type="pres">
      <dgm:prSet presAssocID="{75E31ED1-97C6-4E8C-8A7A-9B45C1EFBB33}" presName="text" presStyleLbl="fgAcc0" presStyleIdx="0" presStyleCnt="1">
        <dgm:presLayoutVars>
          <dgm:chPref val="3"/>
        </dgm:presLayoutVars>
      </dgm:prSet>
      <dgm:spPr/>
    </dgm:pt>
    <dgm:pt modelId="{19B03CF0-CB28-4A23-9377-2DF6B7DBACDE}" type="pres">
      <dgm:prSet presAssocID="{75E31ED1-97C6-4E8C-8A7A-9B45C1EFBB33}" presName="hierChild2" presStyleCnt="0"/>
      <dgm:spPr/>
    </dgm:pt>
    <dgm:pt modelId="{7C393607-ED81-4B21-89C5-7E2CF31AA01B}" type="pres">
      <dgm:prSet presAssocID="{FAC3C47F-6FC0-402A-B2F3-E6FC9351F621}" presName="Name10" presStyleLbl="parChTrans1D2" presStyleIdx="0" presStyleCnt="2"/>
      <dgm:spPr/>
    </dgm:pt>
    <dgm:pt modelId="{CEEB9770-8C45-4896-B33E-2F9048D75FFA}" type="pres">
      <dgm:prSet presAssocID="{5297AD99-EAB2-462B-BECB-9A0B386C5B36}" presName="hierRoot2" presStyleCnt="0"/>
      <dgm:spPr/>
    </dgm:pt>
    <dgm:pt modelId="{A85F5E7E-6A53-4492-99BE-EBD71C1F761A}" type="pres">
      <dgm:prSet presAssocID="{5297AD99-EAB2-462B-BECB-9A0B386C5B36}" presName="composite2" presStyleCnt="0"/>
      <dgm:spPr/>
    </dgm:pt>
    <dgm:pt modelId="{B8A0BD1D-6FCB-4CED-B50E-BAE09BD6C82D}" type="pres">
      <dgm:prSet presAssocID="{5297AD99-EAB2-462B-BECB-9A0B386C5B36}" presName="background2" presStyleLbl="node2" presStyleIdx="0" presStyleCnt="2"/>
      <dgm:spPr/>
    </dgm:pt>
    <dgm:pt modelId="{3BE9AA44-FF99-4D27-B91B-BF0DB96139E8}" type="pres">
      <dgm:prSet presAssocID="{5297AD99-EAB2-462B-BECB-9A0B386C5B36}" presName="text2" presStyleLbl="fgAcc2" presStyleIdx="0" presStyleCnt="2">
        <dgm:presLayoutVars>
          <dgm:chPref val="3"/>
        </dgm:presLayoutVars>
      </dgm:prSet>
      <dgm:spPr/>
    </dgm:pt>
    <dgm:pt modelId="{0ADBBA6B-7C1E-427D-8CAD-3A3B1B86F678}" type="pres">
      <dgm:prSet presAssocID="{5297AD99-EAB2-462B-BECB-9A0B386C5B36}" presName="hierChild3" presStyleCnt="0"/>
      <dgm:spPr/>
    </dgm:pt>
    <dgm:pt modelId="{F743CAB5-6F84-492F-9177-E5DBD7E91167}" type="pres">
      <dgm:prSet presAssocID="{8C968C9C-F69E-4930-8DC0-0D6EAF62CB47}" presName="Name17" presStyleLbl="parChTrans1D3" presStyleIdx="0" presStyleCnt="3"/>
      <dgm:spPr/>
    </dgm:pt>
    <dgm:pt modelId="{4545BCF8-6574-4042-B31B-8D5625063D0A}" type="pres">
      <dgm:prSet presAssocID="{67D29159-D2F8-4FB5-BEE5-AEC9A0716B3A}" presName="hierRoot3" presStyleCnt="0"/>
      <dgm:spPr/>
    </dgm:pt>
    <dgm:pt modelId="{F40EA9A0-555C-4C47-86A3-F3C77C203489}" type="pres">
      <dgm:prSet presAssocID="{67D29159-D2F8-4FB5-BEE5-AEC9A0716B3A}" presName="composite3" presStyleCnt="0"/>
      <dgm:spPr/>
    </dgm:pt>
    <dgm:pt modelId="{C8AFE247-9A0C-40DA-BE14-509189E05287}" type="pres">
      <dgm:prSet presAssocID="{67D29159-D2F8-4FB5-BEE5-AEC9A0716B3A}" presName="background3" presStyleLbl="node3" presStyleIdx="0" presStyleCnt="3"/>
      <dgm:spPr/>
    </dgm:pt>
    <dgm:pt modelId="{791C5DBC-24C9-4744-85D3-9D5A7C779CEC}" type="pres">
      <dgm:prSet presAssocID="{67D29159-D2F8-4FB5-BEE5-AEC9A0716B3A}" presName="text3" presStyleLbl="fgAcc3" presStyleIdx="0" presStyleCnt="3">
        <dgm:presLayoutVars>
          <dgm:chPref val="3"/>
        </dgm:presLayoutVars>
      </dgm:prSet>
      <dgm:spPr/>
    </dgm:pt>
    <dgm:pt modelId="{275B7E65-6C0D-40E6-98CE-6382F3EF9DAC}" type="pres">
      <dgm:prSet presAssocID="{67D29159-D2F8-4FB5-BEE5-AEC9A0716B3A}" presName="hierChild4" presStyleCnt="0"/>
      <dgm:spPr/>
    </dgm:pt>
    <dgm:pt modelId="{BE33B864-7C16-4B11-BE82-E05ECC2E4E41}" type="pres">
      <dgm:prSet presAssocID="{7D10CF76-713A-4931-A3E3-DFAF3D341B4B}" presName="Name17" presStyleLbl="parChTrans1D3" presStyleIdx="1" presStyleCnt="3"/>
      <dgm:spPr/>
    </dgm:pt>
    <dgm:pt modelId="{BE91874C-3D0A-4FA2-81F1-3D673A627A16}" type="pres">
      <dgm:prSet presAssocID="{6C8F8B73-E834-4825-BB75-7F0276FF781E}" presName="hierRoot3" presStyleCnt="0"/>
      <dgm:spPr/>
    </dgm:pt>
    <dgm:pt modelId="{CEA79D58-D068-4A72-BE05-C9B8F6CA5378}" type="pres">
      <dgm:prSet presAssocID="{6C8F8B73-E834-4825-BB75-7F0276FF781E}" presName="composite3" presStyleCnt="0"/>
      <dgm:spPr/>
    </dgm:pt>
    <dgm:pt modelId="{3398172A-B086-426A-9064-9DB7D3E385D4}" type="pres">
      <dgm:prSet presAssocID="{6C8F8B73-E834-4825-BB75-7F0276FF781E}" presName="background3" presStyleLbl="node3" presStyleIdx="1" presStyleCnt="3"/>
      <dgm:spPr/>
    </dgm:pt>
    <dgm:pt modelId="{F9147D17-E1BE-4D76-BC40-4C2F09F26B86}" type="pres">
      <dgm:prSet presAssocID="{6C8F8B73-E834-4825-BB75-7F0276FF781E}" presName="text3" presStyleLbl="fgAcc3" presStyleIdx="1" presStyleCnt="3">
        <dgm:presLayoutVars>
          <dgm:chPref val="3"/>
        </dgm:presLayoutVars>
      </dgm:prSet>
      <dgm:spPr/>
    </dgm:pt>
    <dgm:pt modelId="{143051F7-48D9-4DE4-8971-35FB0047AB59}" type="pres">
      <dgm:prSet presAssocID="{6C8F8B73-E834-4825-BB75-7F0276FF781E}" presName="hierChild4" presStyleCnt="0"/>
      <dgm:spPr/>
    </dgm:pt>
    <dgm:pt modelId="{A2C2DF20-7AEB-46CA-90F0-FDC786767737}" type="pres">
      <dgm:prSet presAssocID="{25F2AC7A-0347-46AC-9FBB-B9E3BCCB922A}" presName="Name10" presStyleLbl="parChTrans1D2" presStyleIdx="1" presStyleCnt="2"/>
      <dgm:spPr/>
    </dgm:pt>
    <dgm:pt modelId="{536ACE04-7C22-4F27-8D17-4E581ACB8E52}" type="pres">
      <dgm:prSet presAssocID="{6E5432A6-C63A-4593-9BD8-F6CB0B4DDC43}" presName="hierRoot2" presStyleCnt="0"/>
      <dgm:spPr/>
    </dgm:pt>
    <dgm:pt modelId="{3047E113-614C-43D8-8129-46CB8F2012B7}" type="pres">
      <dgm:prSet presAssocID="{6E5432A6-C63A-4593-9BD8-F6CB0B4DDC43}" presName="composite2" presStyleCnt="0"/>
      <dgm:spPr/>
    </dgm:pt>
    <dgm:pt modelId="{D5B2F3E9-D669-49E8-8FD3-6748D0EA8A2D}" type="pres">
      <dgm:prSet presAssocID="{6E5432A6-C63A-4593-9BD8-F6CB0B4DDC43}" presName="background2" presStyleLbl="node2" presStyleIdx="1" presStyleCnt="2"/>
      <dgm:spPr/>
    </dgm:pt>
    <dgm:pt modelId="{2B127F13-A6E7-4F6F-B245-E9F117A83115}" type="pres">
      <dgm:prSet presAssocID="{6E5432A6-C63A-4593-9BD8-F6CB0B4DDC43}" presName="text2" presStyleLbl="fgAcc2" presStyleIdx="1" presStyleCnt="2">
        <dgm:presLayoutVars>
          <dgm:chPref val="3"/>
        </dgm:presLayoutVars>
      </dgm:prSet>
      <dgm:spPr/>
    </dgm:pt>
    <dgm:pt modelId="{EA4D10D3-FCE6-4F19-A757-912E311ECAB9}" type="pres">
      <dgm:prSet presAssocID="{6E5432A6-C63A-4593-9BD8-F6CB0B4DDC43}" presName="hierChild3" presStyleCnt="0"/>
      <dgm:spPr/>
    </dgm:pt>
    <dgm:pt modelId="{F1EACFF5-4AAE-4B61-A10B-7BFADCC0629B}" type="pres">
      <dgm:prSet presAssocID="{D26B1D32-1BB8-410E-BB9B-695235EDA92E}" presName="Name17" presStyleLbl="parChTrans1D3" presStyleIdx="2" presStyleCnt="3"/>
      <dgm:spPr/>
    </dgm:pt>
    <dgm:pt modelId="{F69F3706-6E1A-4696-8D17-567FA5A2AC63}" type="pres">
      <dgm:prSet presAssocID="{FC481C34-C3D8-46BE-83A5-BEFC05CF5DE0}" presName="hierRoot3" presStyleCnt="0"/>
      <dgm:spPr/>
    </dgm:pt>
    <dgm:pt modelId="{F9ACF91B-C462-495F-B97D-FED3BFA7C4D6}" type="pres">
      <dgm:prSet presAssocID="{FC481C34-C3D8-46BE-83A5-BEFC05CF5DE0}" presName="composite3" presStyleCnt="0"/>
      <dgm:spPr/>
    </dgm:pt>
    <dgm:pt modelId="{B4C48991-E32A-4834-B2EE-5BD43E3D764F}" type="pres">
      <dgm:prSet presAssocID="{FC481C34-C3D8-46BE-83A5-BEFC05CF5DE0}" presName="background3" presStyleLbl="node3" presStyleIdx="2" presStyleCnt="3"/>
      <dgm:spPr/>
    </dgm:pt>
    <dgm:pt modelId="{B776E36A-D477-4451-9CF4-6417BD014CE2}" type="pres">
      <dgm:prSet presAssocID="{FC481C34-C3D8-46BE-83A5-BEFC05CF5DE0}" presName="text3" presStyleLbl="fgAcc3" presStyleIdx="2" presStyleCnt="3">
        <dgm:presLayoutVars>
          <dgm:chPref val="3"/>
        </dgm:presLayoutVars>
      </dgm:prSet>
      <dgm:spPr/>
    </dgm:pt>
    <dgm:pt modelId="{C85CE47D-8499-4AF0-9C89-0019BE0AB10E}" type="pres">
      <dgm:prSet presAssocID="{FC481C34-C3D8-46BE-83A5-BEFC05CF5DE0}" presName="hierChild4" presStyleCnt="0"/>
      <dgm:spPr/>
    </dgm:pt>
  </dgm:ptLst>
  <dgm:cxnLst>
    <dgm:cxn modelId="{175F011C-D01B-46DC-AE3A-DF799AA638C5}" srcId="{75E31ED1-97C6-4E8C-8A7A-9B45C1EFBB33}" destId="{5297AD99-EAB2-462B-BECB-9A0B386C5B36}" srcOrd="0" destOrd="0" parTransId="{FAC3C47F-6FC0-402A-B2F3-E6FC9351F621}" sibTransId="{2E8E4022-E73F-4F6E-BAAF-6759F749E014}"/>
    <dgm:cxn modelId="{9D0B681D-8003-4F61-9541-A5504D7722EF}" srcId="{5297AD99-EAB2-462B-BECB-9A0B386C5B36}" destId="{67D29159-D2F8-4FB5-BEE5-AEC9A0716B3A}" srcOrd="0" destOrd="0" parTransId="{8C968C9C-F69E-4930-8DC0-0D6EAF62CB47}" sibTransId="{384CA196-8737-460C-BC06-7B33802F0F45}"/>
    <dgm:cxn modelId="{9DBD6F1E-CED6-441E-8E1D-FAEF9080191B}" type="presOf" srcId="{D26B1D32-1BB8-410E-BB9B-695235EDA92E}" destId="{F1EACFF5-4AAE-4B61-A10B-7BFADCC0629B}" srcOrd="0" destOrd="0" presId="urn:microsoft.com/office/officeart/2005/8/layout/hierarchy1"/>
    <dgm:cxn modelId="{6747DF38-047F-4032-95C3-A84F1652AD2C}" type="presOf" srcId="{67D29159-D2F8-4FB5-BEE5-AEC9A0716B3A}" destId="{791C5DBC-24C9-4744-85D3-9D5A7C779CEC}" srcOrd="0" destOrd="0" presId="urn:microsoft.com/office/officeart/2005/8/layout/hierarchy1"/>
    <dgm:cxn modelId="{BF2E913D-7074-4C73-88D2-D8C996A5824A}" type="presOf" srcId="{5297AD99-EAB2-462B-BECB-9A0B386C5B36}" destId="{3BE9AA44-FF99-4D27-B91B-BF0DB96139E8}" srcOrd="0" destOrd="0" presId="urn:microsoft.com/office/officeart/2005/8/layout/hierarchy1"/>
    <dgm:cxn modelId="{F2BC7E44-2B6D-401E-9580-330020067F08}" type="presOf" srcId="{5D3C60E2-1009-42FD-BD37-2550AF1CC3C4}" destId="{490BC5F9-DFC7-4AF6-A7E0-10F1C3773458}" srcOrd="0" destOrd="0" presId="urn:microsoft.com/office/officeart/2005/8/layout/hierarchy1"/>
    <dgm:cxn modelId="{AE24B24C-75B5-41DC-ADAC-E296E5540646}" type="presOf" srcId="{6E5432A6-C63A-4593-9BD8-F6CB0B4DDC43}" destId="{2B127F13-A6E7-4F6F-B245-E9F117A83115}" srcOrd="0" destOrd="0" presId="urn:microsoft.com/office/officeart/2005/8/layout/hierarchy1"/>
    <dgm:cxn modelId="{3FBB744F-D411-4198-A824-FEEF60506D68}" srcId="{75E31ED1-97C6-4E8C-8A7A-9B45C1EFBB33}" destId="{6E5432A6-C63A-4593-9BD8-F6CB0B4DDC43}" srcOrd="1" destOrd="0" parTransId="{25F2AC7A-0347-46AC-9FBB-B9E3BCCB922A}" sibTransId="{52F68C07-194F-4A08-AE03-4F4479820BC0}"/>
    <dgm:cxn modelId="{80F14483-5C4E-484B-B860-F5A2D997D77B}" srcId="{5297AD99-EAB2-462B-BECB-9A0B386C5B36}" destId="{6C8F8B73-E834-4825-BB75-7F0276FF781E}" srcOrd="1" destOrd="0" parTransId="{7D10CF76-713A-4931-A3E3-DFAF3D341B4B}" sibTransId="{D6A2B5F9-6843-4C1A-8292-AF92A251B5DF}"/>
    <dgm:cxn modelId="{52564988-7E82-4FD1-8A70-7426492A032F}" type="presOf" srcId="{FC481C34-C3D8-46BE-83A5-BEFC05CF5DE0}" destId="{B776E36A-D477-4451-9CF4-6417BD014CE2}" srcOrd="0" destOrd="0" presId="urn:microsoft.com/office/officeart/2005/8/layout/hierarchy1"/>
    <dgm:cxn modelId="{A86D6A95-1228-4197-BE24-ECBB3E2B8924}" srcId="{6E5432A6-C63A-4593-9BD8-F6CB0B4DDC43}" destId="{FC481C34-C3D8-46BE-83A5-BEFC05CF5DE0}" srcOrd="0" destOrd="0" parTransId="{D26B1D32-1BB8-410E-BB9B-695235EDA92E}" sibTransId="{B0FFD946-2905-4207-B9D1-02F4583271E4}"/>
    <dgm:cxn modelId="{F15245B4-6258-45C0-A260-4E8305EC5373}" type="presOf" srcId="{8C968C9C-F69E-4930-8DC0-0D6EAF62CB47}" destId="{F743CAB5-6F84-492F-9177-E5DBD7E91167}" srcOrd="0" destOrd="0" presId="urn:microsoft.com/office/officeart/2005/8/layout/hierarchy1"/>
    <dgm:cxn modelId="{0C8B1FBB-4A44-4D28-BC59-5297A326DEB5}" type="presOf" srcId="{7D10CF76-713A-4931-A3E3-DFAF3D341B4B}" destId="{BE33B864-7C16-4B11-BE82-E05ECC2E4E41}" srcOrd="0" destOrd="0" presId="urn:microsoft.com/office/officeart/2005/8/layout/hierarchy1"/>
    <dgm:cxn modelId="{C09043BF-9B19-4D87-8AF9-22AFFE29C522}" type="presOf" srcId="{FAC3C47F-6FC0-402A-B2F3-E6FC9351F621}" destId="{7C393607-ED81-4B21-89C5-7E2CF31AA01B}" srcOrd="0" destOrd="0" presId="urn:microsoft.com/office/officeart/2005/8/layout/hierarchy1"/>
    <dgm:cxn modelId="{D093E4C3-886B-4B46-94A7-9B57265E6955}" type="presOf" srcId="{25F2AC7A-0347-46AC-9FBB-B9E3BCCB922A}" destId="{A2C2DF20-7AEB-46CA-90F0-FDC786767737}" srcOrd="0" destOrd="0" presId="urn:microsoft.com/office/officeart/2005/8/layout/hierarchy1"/>
    <dgm:cxn modelId="{F340DFD2-7814-49DC-8802-9480F0BBB1F2}" type="presOf" srcId="{75E31ED1-97C6-4E8C-8A7A-9B45C1EFBB33}" destId="{83453958-66E2-4E0E-AF8A-432A27582C34}" srcOrd="0" destOrd="0" presId="urn:microsoft.com/office/officeart/2005/8/layout/hierarchy1"/>
    <dgm:cxn modelId="{D4624EEF-D56E-43B6-8C79-25FE0A9C36B9}" srcId="{5D3C60E2-1009-42FD-BD37-2550AF1CC3C4}" destId="{75E31ED1-97C6-4E8C-8A7A-9B45C1EFBB33}" srcOrd="0" destOrd="0" parTransId="{F6696038-BCC5-4347-8379-7C44B4B25EAA}" sibTransId="{A8D36F04-B12B-4188-9CD7-D2DCA389A7ED}"/>
    <dgm:cxn modelId="{318B02F7-843A-4B16-875A-BE62605A09B2}" type="presOf" srcId="{6C8F8B73-E834-4825-BB75-7F0276FF781E}" destId="{F9147D17-E1BE-4D76-BC40-4C2F09F26B86}" srcOrd="0" destOrd="0" presId="urn:microsoft.com/office/officeart/2005/8/layout/hierarchy1"/>
    <dgm:cxn modelId="{106CE2A2-4545-4B5B-999B-E48B1E33F651}" type="presParOf" srcId="{490BC5F9-DFC7-4AF6-A7E0-10F1C3773458}" destId="{82905831-9FDF-4CE5-84BE-86490678EEB6}" srcOrd="0" destOrd="0" presId="urn:microsoft.com/office/officeart/2005/8/layout/hierarchy1"/>
    <dgm:cxn modelId="{1CA9A89E-A336-4A8B-8AE8-1E44471238F1}" type="presParOf" srcId="{82905831-9FDF-4CE5-84BE-86490678EEB6}" destId="{3E449FB7-D0B9-4153-9874-FB237EA4A404}" srcOrd="0" destOrd="0" presId="urn:microsoft.com/office/officeart/2005/8/layout/hierarchy1"/>
    <dgm:cxn modelId="{B92736D5-536A-4485-B99F-EE02EE1B4845}" type="presParOf" srcId="{3E449FB7-D0B9-4153-9874-FB237EA4A404}" destId="{EA3BEC1A-D499-4F1A-83A0-45207DAAB08B}" srcOrd="0" destOrd="0" presId="urn:microsoft.com/office/officeart/2005/8/layout/hierarchy1"/>
    <dgm:cxn modelId="{F2696FAD-FE82-40DE-B8D3-0B077A1F9E18}" type="presParOf" srcId="{3E449FB7-D0B9-4153-9874-FB237EA4A404}" destId="{83453958-66E2-4E0E-AF8A-432A27582C34}" srcOrd="1" destOrd="0" presId="urn:microsoft.com/office/officeart/2005/8/layout/hierarchy1"/>
    <dgm:cxn modelId="{F442E119-8719-48D8-9938-D2FBC9FCA83C}" type="presParOf" srcId="{82905831-9FDF-4CE5-84BE-86490678EEB6}" destId="{19B03CF0-CB28-4A23-9377-2DF6B7DBACDE}" srcOrd="1" destOrd="0" presId="urn:microsoft.com/office/officeart/2005/8/layout/hierarchy1"/>
    <dgm:cxn modelId="{AE4A34DA-10B0-47DC-A43A-B392B481BBAF}" type="presParOf" srcId="{19B03CF0-CB28-4A23-9377-2DF6B7DBACDE}" destId="{7C393607-ED81-4B21-89C5-7E2CF31AA01B}" srcOrd="0" destOrd="0" presId="urn:microsoft.com/office/officeart/2005/8/layout/hierarchy1"/>
    <dgm:cxn modelId="{5A65CC20-16B6-42BC-986D-851F29C2F175}" type="presParOf" srcId="{19B03CF0-CB28-4A23-9377-2DF6B7DBACDE}" destId="{CEEB9770-8C45-4896-B33E-2F9048D75FFA}" srcOrd="1" destOrd="0" presId="urn:microsoft.com/office/officeart/2005/8/layout/hierarchy1"/>
    <dgm:cxn modelId="{74E8A115-5C03-431A-B093-DB47A5C02753}" type="presParOf" srcId="{CEEB9770-8C45-4896-B33E-2F9048D75FFA}" destId="{A85F5E7E-6A53-4492-99BE-EBD71C1F761A}" srcOrd="0" destOrd="0" presId="urn:microsoft.com/office/officeart/2005/8/layout/hierarchy1"/>
    <dgm:cxn modelId="{913E3D5A-E097-4014-B982-18624F20BC33}" type="presParOf" srcId="{A85F5E7E-6A53-4492-99BE-EBD71C1F761A}" destId="{B8A0BD1D-6FCB-4CED-B50E-BAE09BD6C82D}" srcOrd="0" destOrd="0" presId="urn:microsoft.com/office/officeart/2005/8/layout/hierarchy1"/>
    <dgm:cxn modelId="{0071D8AD-FB61-4D29-8CEF-E13360B9D63C}" type="presParOf" srcId="{A85F5E7E-6A53-4492-99BE-EBD71C1F761A}" destId="{3BE9AA44-FF99-4D27-B91B-BF0DB96139E8}" srcOrd="1" destOrd="0" presId="urn:microsoft.com/office/officeart/2005/8/layout/hierarchy1"/>
    <dgm:cxn modelId="{0B8B8178-6A88-418C-8924-E9F2AA0C7393}" type="presParOf" srcId="{CEEB9770-8C45-4896-B33E-2F9048D75FFA}" destId="{0ADBBA6B-7C1E-427D-8CAD-3A3B1B86F678}" srcOrd="1" destOrd="0" presId="urn:microsoft.com/office/officeart/2005/8/layout/hierarchy1"/>
    <dgm:cxn modelId="{0464E58E-1E43-44C3-A9B2-A7B4D777CBB7}" type="presParOf" srcId="{0ADBBA6B-7C1E-427D-8CAD-3A3B1B86F678}" destId="{F743CAB5-6F84-492F-9177-E5DBD7E91167}" srcOrd="0" destOrd="0" presId="urn:microsoft.com/office/officeart/2005/8/layout/hierarchy1"/>
    <dgm:cxn modelId="{4961BA5E-0636-4825-A93B-964E101F9BC3}" type="presParOf" srcId="{0ADBBA6B-7C1E-427D-8CAD-3A3B1B86F678}" destId="{4545BCF8-6574-4042-B31B-8D5625063D0A}" srcOrd="1" destOrd="0" presId="urn:microsoft.com/office/officeart/2005/8/layout/hierarchy1"/>
    <dgm:cxn modelId="{5D571E17-FB46-4C95-9286-0B9508BDB4B2}" type="presParOf" srcId="{4545BCF8-6574-4042-B31B-8D5625063D0A}" destId="{F40EA9A0-555C-4C47-86A3-F3C77C203489}" srcOrd="0" destOrd="0" presId="urn:microsoft.com/office/officeart/2005/8/layout/hierarchy1"/>
    <dgm:cxn modelId="{0BFAC06F-6CCD-4E16-A7FD-FED5EA20C221}" type="presParOf" srcId="{F40EA9A0-555C-4C47-86A3-F3C77C203489}" destId="{C8AFE247-9A0C-40DA-BE14-509189E05287}" srcOrd="0" destOrd="0" presId="urn:microsoft.com/office/officeart/2005/8/layout/hierarchy1"/>
    <dgm:cxn modelId="{F60CFEF8-E0AE-4F89-A5CF-CDC6E5D42133}" type="presParOf" srcId="{F40EA9A0-555C-4C47-86A3-F3C77C203489}" destId="{791C5DBC-24C9-4744-85D3-9D5A7C779CEC}" srcOrd="1" destOrd="0" presId="urn:microsoft.com/office/officeart/2005/8/layout/hierarchy1"/>
    <dgm:cxn modelId="{F3B996DC-E402-4C57-BB23-7CC3E338CB85}" type="presParOf" srcId="{4545BCF8-6574-4042-B31B-8D5625063D0A}" destId="{275B7E65-6C0D-40E6-98CE-6382F3EF9DAC}" srcOrd="1" destOrd="0" presId="urn:microsoft.com/office/officeart/2005/8/layout/hierarchy1"/>
    <dgm:cxn modelId="{79DF6C37-00B0-4432-B986-5E6B667F523E}" type="presParOf" srcId="{0ADBBA6B-7C1E-427D-8CAD-3A3B1B86F678}" destId="{BE33B864-7C16-4B11-BE82-E05ECC2E4E41}" srcOrd="2" destOrd="0" presId="urn:microsoft.com/office/officeart/2005/8/layout/hierarchy1"/>
    <dgm:cxn modelId="{4E8FE5E0-F006-4557-97D7-A96F3CEBD7E9}" type="presParOf" srcId="{0ADBBA6B-7C1E-427D-8CAD-3A3B1B86F678}" destId="{BE91874C-3D0A-4FA2-81F1-3D673A627A16}" srcOrd="3" destOrd="0" presId="urn:microsoft.com/office/officeart/2005/8/layout/hierarchy1"/>
    <dgm:cxn modelId="{AE038722-9C8A-40F5-8420-05805CEB677E}" type="presParOf" srcId="{BE91874C-3D0A-4FA2-81F1-3D673A627A16}" destId="{CEA79D58-D068-4A72-BE05-C9B8F6CA5378}" srcOrd="0" destOrd="0" presId="urn:microsoft.com/office/officeart/2005/8/layout/hierarchy1"/>
    <dgm:cxn modelId="{B903F137-1595-4A7F-BE3C-46AB3CB8AB98}" type="presParOf" srcId="{CEA79D58-D068-4A72-BE05-C9B8F6CA5378}" destId="{3398172A-B086-426A-9064-9DB7D3E385D4}" srcOrd="0" destOrd="0" presId="urn:microsoft.com/office/officeart/2005/8/layout/hierarchy1"/>
    <dgm:cxn modelId="{0999830F-98E6-46C6-9572-0F4FAB8B3176}" type="presParOf" srcId="{CEA79D58-D068-4A72-BE05-C9B8F6CA5378}" destId="{F9147D17-E1BE-4D76-BC40-4C2F09F26B86}" srcOrd="1" destOrd="0" presId="urn:microsoft.com/office/officeart/2005/8/layout/hierarchy1"/>
    <dgm:cxn modelId="{27618361-109F-4F64-949A-B559A8E9C869}" type="presParOf" srcId="{BE91874C-3D0A-4FA2-81F1-3D673A627A16}" destId="{143051F7-48D9-4DE4-8971-35FB0047AB59}" srcOrd="1" destOrd="0" presId="urn:microsoft.com/office/officeart/2005/8/layout/hierarchy1"/>
    <dgm:cxn modelId="{239CC9E9-E41E-48AC-A074-D387CEDA01A2}" type="presParOf" srcId="{19B03CF0-CB28-4A23-9377-2DF6B7DBACDE}" destId="{A2C2DF20-7AEB-46CA-90F0-FDC786767737}" srcOrd="2" destOrd="0" presId="urn:microsoft.com/office/officeart/2005/8/layout/hierarchy1"/>
    <dgm:cxn modelId="{D77E281E-879B-4273-8AA9-FA961FE90B7C}" type="presParOf" srcId="{19B03CF0-CB28-4A23-9377-2DF6B7DBACDE}" destId="{536ACE04-7C22-4F27-8D17-4E581ACB8E52}" srcOrd="3" destOrd="0" presId="urn:microsoft.com/office/officeart/2005/8/layout/hierarchy1"/>
    <dgm:cxn modelId="{FB5069E1-E869-43C7-BD13-51348078FAF6}" type="presParOf" srcId="{536ACE04-7C22-4F27-8D17-4E581ACB8E52}" destId="{3047E113-614C-43D8-8129-46CB8F2012B7}" srcOrd="0" destOrd="0" presId="urn:microsoft.com/office/officeart/2005/8/layout/hierarchy1"/>
    <dgm:cxn modelId="{FD9E7805-1A5D-4EA0-840B-D1D11207BDCA}" type="presParOf" srcId="{3047E113-614C-43D8-8129-46CB8F2012B7}" destId="{D5B2F3E9-D669-49E8-8FD3-6748D0EA8A2D}" srcOrd="0" destOrd="0" presId="urn:microsoft.com/office/officeart/2005/8/layout/hierarchy1"/>
    <dgm:cxn modelId="{47EE0ACA-62CA-4B09-BB6A-7318F3103213}" type="presParOf" srcId="{3047E113-614C-43D8-8129-46CB8F2012B7}" destId="{2B127F13-A6E7-4F6F-B245-E9F117A83115}" srcOrd="1" destOrd="0" presId="urn:microsoft.com/office/officeart/2005/8/layout/hierarchy1"/>
    <dgm:cxn modelId="{241BE71A-B052-42B2-9D9E-F84A11B95651}" type="presParOf" srcId="{536ACE04-7C22-4F27-8D17-4E581ACB8E52}" destId="{EA4D10D3-FCE6-4F19-A757-912E311ECAB9}" srcOrd="1" destOrd="0" presId="urn:microsoft.com/office/officeart/2005/8/layout/hierarchy1"/>
    <dgm:cxn modelId="{75997C60-433B-424F-B2B7-3A0C0DEE2F20}" type="presParOf" srcId="{EA4D10D3-FCE6-4F19-A757-912E311ECAB9}" destId="{F1EACFF5-4AAE-4B61-A10B-7BFADCC0629B}" srcOrd="0" destOrd="0" presId="urn:microsoft.com/office/officeart/2005/8/layout/hierarchy1"/>
    <dgm:cxn modelId="{340C82DD-CED3-492D-861E-F4186BF297DA}" type="presParOf" srcId="{EA4D10D3-FCE6-4F19-A757-912E311ECAB9}" destId="{F69F3706-6E1A-4696-8D17-567FA5A2AC63}" srcOrd="1" destOrd="0" presId="urn:microsoft.com/office/officeart/2005/8/layout/hierarchy1"/>
    <dgm:cxn modelId="{D4F250E9-D93A-4C0E-9B80-AF4C0ADBEBA8}" type="presParOf" srcId="{F69F3706-6E1A-4696-8D17-567FA5A2AC63}" destId="{F9ACF91B-C462-495F-B97D-FED3BFA7C4D6}" srcOrd="0" destOrd="0" presId="urn:microsoft.com/office/officeart/2005/8/layout/hierarchy1"/>
    <dgm:cxn modelId="{615D9750-6DBF-4EE5-991D-326FEBCD5162}" type="presParOf" srcId="{F9ACF91B-C462-495F-B97D-FED3BFA7C4D6}" destId="{B4C48991-E32A-4834-B2EE-5BD43E3D764F}" srcOrd="0" destOrd="0" presId="urn:microsoft.com/office/officeart/2005/8/layout/hierarchy1"/>
    <dgm:cxn modelId="{1B3AE3E3-342D-40CA-86FE-0045DD474A40}" type="presParOf" srcId="{F9ACF91B-C462-495F-B97D-FED3BFA7C4D6}" destId="{B776E36A-D477-4451-9CF4-6417BD014CE2}" srcOrd="1" destOrd="0" presId="urn:microsoft.com/office/officeart/2005/8/layout/hierarchy1"/>
    <dgm:cxn modelId="{73CFD5D2-6CE3-4AD7-83E1-566FFD135CB4}" type="presParOf" srcId="{F69F3706-6E1A-4696-8D17-567FA5A2AC63}" destId="{C85CE47D-8499-4AF0-9C89-0019BE0AB10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A153A5-6C54-44D0-B08F-089FE7A19C14}">
      <dsp:nvSpPr>
        <dsp:cNvPr id="0" name=""/>
        <dsp:cNvSpPr/>
      </dsp:nvSpPr>
      <dsp:spPr>
        <a:xfrm>
          <a:off x="4297680" y="2060700"/>
          <a:ext cx="2351893" cy="81635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8179"/>
              </a:lnTo>
              <a:lnTo>
                <a:pt x="2351893" y="408179"/>
              </a:lnTo>
              <a:lnTo>
                <a:pt x="2351893" y="816359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0EC5F78-80FC-447A-8EE4-0D056CEC08AE}">
      <dsp:nvSpPr>
        <dsp:cNvPr id="0" name=""/>
        <dsp:cNvSpPr/>
      </dsp:nvSpPr>
      <dsp:spPr>
        <a:xfrm>
          <a:off x="1945786" y="2060700"/>
          <a:ext cx="2351893" cy="816359"/>
        </a:xfrm>
        <a:custGeom>
          <a:avLst/>
          <a:gdLst/>
          <a:ahLst/>
          <a:cxnLst/>
          <a:rect l="0" t="0" r="0" b="0"/>
          <a:pathLst>
            <a:path>
              <a:moveTo>
                <a:pt x="2351893" y="0"/>
              </a:moveTo>
              <a:lnTo>
                <a:pt x="2351893" y="408179"/>
              </a:lnTo>
              <a:lnTo>
                <a:pt x="0" y="408179"/>
              </a:lnTo>
              <a:lnTo>
                <a:pt x="0" y="816359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BE25CFA-E879-4092-9B2E-2BCA694BEAAA}">
      <dsp:nvSpPr>
        <dsp:cNvPr id="0" name=""/>
        <dsp:cNvSpPr/>
      </dsp:nvSpPr>
      <dsp:spPr>
        <a:xfrm>
          <a:off x="2353966" y="116986"/>
          <a:ext cx="3887427" cy="19437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b="0" i="0" kern="1200" baseline="0" dirty="0"/>
            <a:t>Dva způsoby nastavení:</a:t>
          </a:r>
          <a:endParaRPr lang="cs-CZ" sz="2800" kern="1200" dirty="0"/>
        </a:p>
      </dsp:txBody>
      <dsp:txXfrm>
        <a:off x="2353966" y="116986"/>
        <a:ext cx="3887427" cy="1943713"/>
      </dsp:txXfrm>
    </dsp:sp>
    <dsp:sp modelId="{EBDDFEC9-04B7-4BE8-AED3-F34311AA1FC5}">
      <dsp:nvSpPr>
        <dsp:cNvPr id="0" name=""/>
        <dsp:cNvSpPr/>
      </dsp:nvSpPr>
      <dsp:spPr>
        <a:xfrm>
          <a:off x="2072" y="2877059"/>
          <a:ext cx="3887427" cy="19437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b="1" kern="1200"/>
            <a:t>Animační schéma: </a:t>
          </a:r>
          <a:r>
            <a:rPr lang="cs-CZ" sz="2800" kern="1200"/>
            <a:t>základní efekty pro animaci, snímky,…</a:t>
          </a:r>
        </a:p>
      </dsp:txBody>
      <dsp:txXfrm>
        <a:off x="2072" y="2877059"/>
        <a:ext cx="3887427" cy="1943713"/>
      </dsp:txXfrm>
    </dsp:sp>
    <dsp:sp modelId="{DEBA46FD-3C07-4DC2-8FF8-F82CDE4FED8D}">
      <dsp:nvSpPr>
        <dsp:cNvPr id="0" name=""/>
        <dsp:cNvSpPr/>
      </dsp:nvSpPr>
      <dsp:spPr>
        <a:xfrm>
          <a:off x="4705859" y="2877059"/>
          <a:ext cx="3887427" cy="19437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b="1" kern="1200"/>
            <a:t>Vlastní animace: </a:t>
          </a:r>
          <a:r>
            <a:rPr lang="cs-CZ" sz="2800" kern="1200"/>
            <a:t>animační efekt pro každý objekt. Umožní nastavit začátek a konec.</a:t>
          </a:r>
        </a:p>
      </dsp:txBody>
      <dsp:txXfrm>
        <a:off x="4705859" y="2877059"/>
        <a:ext cx="3887427" cy="194371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EACFF5-4AAE-4B61-A10B-7BFADCC0629B}">
      <dsp:nvSpPr>
        <dsp:cNvPr id="0" name=""/>
        <dsp:cNvSpPr/>
      </dsp:nvSpPr>
      <dsp:spPr>
        <a:xfrm>
          <a:off x="6472506" y="2972487"/>
          <a:ext cx="91440" cy="55362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5362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2C2DF20-7AEB-46CA-90F0-FDC786767737}">
      <dsp:nvSpPr>
        <dsp:cNvPr id="0" name=""/>
        <dsp:cNvSpPr/>
      </dsp:nvSpPr>
      <dsp:spPr>
        <a:xfrm>
          <a:off x="4773261" y="1210073"/>
          <a:ext cx="1744964" cy="5536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77282"/>
              </a:lnTo>
              <a:lnTo>
                <a:pt x="1744964" y="377282"/>
              </a:lnTo>
              <a:lnTo>
                <a:pt x="1744964" y="553629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E33B864-7C16-4B11-BE82-E05ECC2E4E41}">
      <dsp:nvSpPr>
        <dsp:cNvPr id="0" name=""/>
        <dsp:cNvSpPr/>
      </dsp:nvSpPr>
      <dsp:spPr>
        <a:xfrm>
          <a:off x="3028297" y="2972487"/>
          <a:ext cx="1163309" cy="5536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77282"/>
              </a:lnTo>
              <a:lnTo>
                <a:pt x="1163309" y="377282"/>
              </a:lnTo>
              <a:lnTo>
                <a:pt x="1163309" y="55362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743CAB5-6F84-492F-9177-E5DBD7E91167}">
      <dsp:nvSpPr>
        <dsp:cNvPr id="0" name=""/>
        <dsp:cNvSpPr/>
      </dsp:nvSpPr>
      <dsp:spPr>
        <a:xfrm>
          <a:off x="1864988" y="2972487"/>
          <a:ext cx="1163309" cy="553629"/>
        </a:xfrm>
        <a:custGeom>
          <a:avLst/>
          <a:gdLst/>
          <a:ahLst/>
          <a:cxnLst/>
          <a:rect l="0" t="0" r="0" b="0"/>
          <a:pathLst>
            <a:path>
              <a:moveTo>
                <a:pt x="1163309" y="0"/>
              </a:moveTo>
              <a:lnTo>
                <a:pt x="1163309" y="377282"/>
              </a:lnTo>
              <a:lnTo>
                <a:pt x="0" y="377282"/>
              </a:lnTo>
              <a:lnTo>
                <a:pt x="0" y="55362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C393607-ED81-4B21-89C5-7E2CF31AA01B}">
      <dsp:nvSpPr>
        <dsp:cNvPr id="0" name=""/>
        <dsp:cNvSpPr/>
      </dsp:nvSpPr>
      <dsp:spPr>
        <a:xfrm>
          <a:off x="3028297" y="1210073"/>
          <a:ext cx="1744964" cy="553629"/>
        </a:xfrm>
        <a:custGeom>
          <a:avLst/>
          <a:gdLst/>
          <a:ahLst/>
          <a:cxnLst/>
          <a:rect l="0" t="0" r="0" b="0"/>
          <a:pathLst>
            <a:path>
              <a:moveTo>
                <a:pt x="1744964" y="0"/>
              </a:moveTo>
              <a:lnTo>
                <a:pt x="1744964" y="377282"/>
              </a:lnTo>
              <a:lnTo>
                <a:pt x="0" y="377282"/>
              </a:lnTo>
              <a:lnTo>
                <a:pt x="0" y="553629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A3BEC1A-D499-4F1A-83A0-45207DAAB08B}">
      <dsp:nvSpPr>
        <dsp:cNvPr id="0" name=""/>
        <dsp:cNvSpPr/>
      </dsp:nvSpPr>
      <dsp:spPr>
        <a:xfrm>
          <a:off x="3821463" y="1288"/>
          <a:ext cx="1903597" cy="12087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453958-66E2-4E0E-AF8A-432A27582C34}">
      <dsp:nvSpPr>
        <dsp:cNvPr id="0" name=""/>
        <dsp:cNvSpPr/>
      </dsp:nvSpPr>
      <dsp:spPr>
        <a:xfrm>
          <a:off x="4032973" y="202224"/>
          <a:ext cx="1903597" cy="12087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700" kern="1200" dirty="0"/>
            <a:t>Rodokmen</a:t>
          </a:r>
        </a:p>
      </dsp:txBody>
      <dsp:txXfrm>
        <a:off x="4068377" y="237628"/>
        <a:ext cx="1832789" cy="1137976"/>
      </dsp:txXfrm>
    </dsp:sp>
    <dsp:sp modelId="{B8A0BD1D-6FCB-4CED-B50E-BAE09BD6C82D}">
      <dsp:nvSpPr>
        <dsp:cNvPr id="0" name=""/>
        <dsp:cNvSpPr/>
      </dsp:nvSpPr>
      <dsp:spPr>
        <a:xfrm>
          <a:off x="2076498" y="1763702"/>
          <a:ext cx="1903597" cy="12087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E9AA44-FF99-4D27-B91B-BF0DB96139E8}">
      <dsp:nvSpPr>
        <dsp:cNvPr id="0" name=""/>
        <dsp:cNvSpPr/>
      </dsp:nvSpPr>
      <dsp:spPr>
        <a:xfrm>
          <a:off x="2288009" y="1964637"/>
          <a:ext cx="1903597" cy="12087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700" kern="1200" dirty="0"/>
            <a:t>Adam a Hana</a:t>
          </a:r>
        </a:p>
      </dsp:txBody>
      <dsp:txXfrm>
        <a:off x="2323413" y="2000041"/>
        <a:ext cx="1832789" cy="1137976"/>
      </dsp:txXfrm>
    </dsp:sp>
    <dsp:sp modelId="{C8AFE247-9A0C-40DA-BE14-509189E05287}">
      <dsp:nvSpPr>
        <dsp:cNvPr id="0" name=""/>
        <dsp:cNvSpPr/>
      </dsp:nvSpPr>
      <dsp:spPr>
        <a:xfrm>
          <a:off x="913189" y="3526116"/>
          <a:ext cx="1903597" cy="12087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1C5DBC-24C9-4744-85D3-9D5A7C779CEC}">
      <dsp:nvSpPr>
        <dsp:cNvPr id="0" name=""/>
        <dsp:cNvSpPr/>
      </dsp:nvSpPr>
      <dsp:spPr>
        <a:xfrm>
          <a:off x="1124700" y="3727051"/>
          <a:ext cx="1903597" cy="12087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700" kern="1200" dirty="0"/>
            <a:t>Eva</a:t>
          </a:r>
        </a:p>
      </dsp:txBody>
      <dsp:txXfrm>
        <a:off x="1160104" y="3762455"/>
        <a:ext cx="1832789" cy="1137976"/>
      </dsp:txXfrm>
    </dsp:sp>
    <dsp:sp modelId="{3398172A-B086-426A-9064-9DB7D3E385D4}">
      <dsp:nvSpPr>
        <dsp:cNvPr id="0" name=""/>
        <dsp:cNvSpPr/>
      </dsp:nvSpPr>
      <dsp:spPr>
        <a:xfrm>
          <a:off x="3239808" y="3526116"/>
          <a:ext cx="1903597" cy="12087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147D17-E1BE-4D76-BC40-4C2F09F26B86}">
      <dsp:nvSpPr>
        <dsp:cNvPr id="0" name=""/>
        <dsp:cNvSpPr/>
      </dsp:nvSpPr>
      <dsp:spPr>
        <a:xfrm>
          <a:off x="3451319" y="3727051"/>
          <a:ext cx="1903597" cy="12087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700" kern="1200" dirty="0"/>
            <a:t>Věra</a:t>
          </a:r>
        </a:p>
      </dsp:txBody>
      <dsp:txXfrm>
        <a:off x="3486723" y="3762455"/>
        <a:ext cx="1832789" cy="1137976"/>
      </dsp:txXfrm>
    </dsp:sp>
    <dsp:sp modelId="{D5B2F3E9-D669-49E8-8FD3-6748D0EA8A2D}">
      <dsp:nvSpPr>
        <dsp:cNvPr id="0" name=""/>
        <dsp:cNvSpPr/>
      </dsp:nvSpPr>
      <dsp:spPr>
        <a:xfrm>
          <a:off x="5566427" y="1763702"/>
          <a:ext cx="1903597" cy="12087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127F13-A6E7-4F6F-B245-E9F117A83115}">
      <dsp:nvSpPr>
        <dsp:cNvPr id="0" name=""/>
        <dsp:cNvSpPr/>
      </dsp:nvSpPr>
      <dsp:spPr>
        <a:xfrm>
          <a:off x="5777938" y="1964637"/>
          <a:ext cx="1903597" cy="12087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700" kern="1200" dirty="0"/>
            <a:t>Hana a  Tomáš</a:t>
          </a:r>
        </a:p>
      </dsp:txBody>
      <dsp:txXfrm>
        <a:off x="5813342" y="2000041"/>
        <a:ext cx="1832789" cy="1137976"/>
      </dsp:txXfrm>
    </dsp:sp>
    <dsp:sp modelId="{B4C48991-E32A-4834-B2EE-5BD43E3D764F}">
      <dsp:nvSpPr>
        <dsp:cNvPr id="0" name=""/>
        <dsp:cNvSpPr/>
      </dsp:nvSpPr>
      <dsp:spPr>
        <a:xfrm>
          <a:off x="5566427" y="3526116"/>
          <a:ext cx="1903597" cy="12087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76E36A-D477-4451-9CF4-6417BD014CE2}">
      <dsp:nvSpPr>
        <dsp:cNvPr id="0" name=""/>
        <dsp:cNvSpPr/>
      </dsp:nvSpPr>
      <dsp:spPr>
        <a:xfrm>
          <a:off x="5777938" y="3727051"/>
          <a:ext cx="1903597" cy="12087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700" kern="1200" dirty="0"/>
            <a:t>Dita</a:t>
          </a:r>
        </a:p>
      </dsp:txBody>
      <dsp:txXfrm>
        <a:off x="5813342" y="3762455"/>
        <a:ext cx="1832789" cy="113797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EACFF5-4AAE-4B61-A10B-7BFADCC0629B}">
      <dsp:nvSpPr>
        <dsp:cNvPr id="0" name=""/>
        <dsp:cNvSpPr/>
      </dsp:nvSpPr>
      <dsp:spPr>
        <a:xfrm>
          <a:off x="6472506" y="2972487"/>
          <a:ext cx="91440" cy="55362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5362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2C2DF20-7AEB-46CA-90F0-FDC786767737}">
      <dsp:nvSpPr>
        <dsp:cNvPr id="0" name=""/>
        <dsp:cNvSpPr/>
      </dsp:nvSpPr>
      <dsp:spPr>
        <a:xfrm>
          <a:off x="4773261" y="1210073"/>
          <a:ext cx="1744964" cy="5536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77282"/>
              </a:lnTo>
              <a:lnTo>
                <a:pt x="1744964" y="377282"/>
              </a:lnTo>
              <a:lnTo>
                <a:pt x="1744964" y="553629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E33B864-7C16-4B11-BE82-E05ECC2E4E41}">
      <dsp:nvSpPr>
        <dsp:cNvPr id="0" name=""/>
        <dsp:cNvSpPr/>
      </dsp:nvSpPr>
      <dsp:spPr>
        <a:xfrm>
          <a:off x="3028297" y="2972487"/>
          <a:ext cx="1163309" cy="5536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77282"/>
              </a:lnTo>
              <a:lnTo>
                <a:pt x="1163309" y="377282"/>
              </a:lnTo>
              <a:lnTo>
                <a:pt x="1163309" y="55362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743CAB5-6F84-492F-9177-E5DBD7E91167}">
      <dsp:nvSpPr>
        <dsp:cNvPr id="0" name=""/>
        <dsp:cNvSpPr/>
      </dsp:nvSpPr>
      <dsp:spPr>
        <a:xfrm>
          <a:off x="1864988" y="2972487"/>
          <a:ext cx="1163309" cy="553629"/>
        </a:xfrm>
        <a:custGeom>
          <a:avLst/>
          <a:gdLst/>
          <a:ahLst/>
          <a:cxnLst/>
          <a:rect l="0" t="0" r="0" b="0"/>
          <a:pathLst>
            <a:path>
              <a:moveTo>
                <a:pt x="1163309" y="0"/>
              </a:moveTo>
              <a:lnTo>
                <a:pt x="1163309" y="377282"/>
              </a:lnTo>
              <a:lnTo>
                <a:pt x="0" y="377282"/>
              </a:lnTo>
              <a:lnTo>
                <a:pt x="0" y="55362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C393607-ED81-4B21-89C5-7E2CF31AA01B}">
      <dsp:nvSpPr>
        <dsp:cNvPr id="0" name=""/>
        <dsp:cNvSpPr/>
      </dsp:nvSpPr>
      <dsp:spPr>
        <a:xfrm>
          <a:off x="3028297" y="1210073"/>
          <a:ext cx="1744964" cy="553629"/>
        </a:xfrm>
        <a:custGeom>
          <a:avLst/>
          <a:gdLst/>
          <a:ahLst/>
          <a:cxnLst/>
          <a:rect l="0" t="0" r="0" b="0"/>
          <a:pathLst>
            <a:path>
              <a:moveTo>
                <a:pt x="1744964" y="0"/>
              </a:moveTo>
              <a:lnTo>
                <a:pt x="1744964" y="377282"/>
              </a:lnTo>
              <a:lnTo>
                <a:pt x="0" y="377282"/>
              </a:lnTo>
              <a:lnTo>
                <a:pt x="0" y="553629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A3BEC1A-D499-4F1A-83A0-45207DAAB08B}">
      <dsp:nvSpPr>
        <dsp:cNvPr id="0" name=""/>
        <dsp:cNvSpPr/>
      </dsp:nvSpPr>
      <dsp:spPr>
        <a:xfrm>
          <a:off x="3821463" y="1288"/>
          <a:ext cx="1903597" cy="12087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453958-66E2-4E0E-AF8A-432A27582C34}">
      <dsp:nvSpPr>
        <dsp:cNvPr id="0" name=""/>
        <dsp:cNvSpPr/>
      </dsp:nvSpPr>
      <dsp:spPr>
        <a:xfrm>
          <a:off x="4032973" y="202224"/>
          <a:ext cx="1903597" cy="12087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700" kern="1200" dirty="0"/>
            <a:t>Rodokmen</a:t>
          </a:r>
        </a:p>
      </dsp:txBody>
      <dsp:txXfrm>
        <a:off x="4068377" y="237628"/>
        <a:ext cx="1832789" cy="1137976"/>
      </dsp:txXfrm>
    </dsp:sp>
    <dsp:sp modelId="{B8A0BD1D-6FCB-4CED-B50E-BAE09BD6C82D}">
      <dsp:nvSpPr>
        <dsp:cNvPr id="0" name=""/>
        <dsp:cNvSpPr/>
      </dsp:nvSpPr>
      <dsp:spPr>
        <a:xfrm>
          <a:off x="2076498" y="1763702"/>
          <a:ext cx="1903597" cy="12087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E9AA44-FF99-4D27-B91B-BF0DB96139E8}">
      <dsp:nvSpPr>
        <dsp:cNvPr id="0" name=""/>
        <dsp:cNvSpPr/>
      </dsp:nvSpPr>
      <dsp:spPr>
        <a:xfrm>
          <a:off x="2288009" y="1964637"/>
          <a:ext cx="1903597" cy="12087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700" kern="1200" dirty="0"/>
            <a:t>Adam a Hana</a:t>
          </a:r>
        </a:p>
      </dsp:txBody>
      <dsp:txXfrm>
        <a:off x="2323413" y="2000041"/>
        <a:ext cx="1832789" cy="1137976"/>
      </dsp:txXfrm>
    </dsp:sp>
    <dsp:sp modelId="{C8AFE247-9A0C-40DA-BE14-509189E05287}">
      <dsp:nvSpPr>
        <dsp:cNvPr id="0" name=""/>
        <dsp:cNvSpPr/>
      </dsp:nvSpPr>
      <dsp:spPr>
        <a:xfrm>
          <a:off x="913189" y="3526116"/>
          <a:ext cx="1903597" cy="12087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1C5DBC-24C9-4744-85D3-9D5A7C779CEC}">
      <dsp:nvSpPr>
        <dsp:cNvPr id="0" name=""/>
        <dsp:cNvSpPr/>
      </dsp:nvSpPr>
      <dsp:spPr>
        <a:xfrm>
          <a:off x="1124700" y="3727051"/>
          <a:ext cx="1903597" cy="12087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700" kern="1200" dirty="0"/>
            <a:t>Eva</a:t>
          </a:r>
        </a:p>
      </dsp:txBody>
      <dsp:txXfrm>
        <a:off x="1160104" y="3762455"/>
        <a:ext cx="1832789" cy="1137976"/>
      </dsp:txXfrm>
    </dsp:sp>
    <dsp:sp modelId="{3398172A-B086-426A-9064-9DB7D3E385D4}">
      <dsp:nvSpPr>
        <dsp:cNvPr id="0" name=""/>
        <dsp:cNvSpPr/>
      </dsp:nvSpPr>
      <dsp:spPr>
        <a:xfrm>
          <a:off x="3239808" y="3526116"/>
          <a:ext cx="1903597" cy="12087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147D17-E1BE-4D76-BC40-4C2F09F26B86}">
      <dsp:nvSpPr>
        <dsp:cNvPr id="0" name=""/>
        <dsp:cNvSpPr/>
      </dsp:nvSpPr>
      <dsp:spPr>
        <a:xfrm>
          <a:off x="3451319" y="3727051"/>
          <a:ext cx="1903597" cy="12087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700" kern="1200" dirty="0"/>
            <a:t>Věra</a:t>
          </a:r>
        </a:p>
      </dsp:txBody>
      <dsp:txXfrm>
        <a:off x="3486723" y="3762455"/>
        <a:ext cx="1832789" cy="1137976"/>
      </dsp:txXfrm>
    </dsp:sp>
    <dsp:sp modelId="{D5B2F3E9-D669-49E8-8FD3-6748D0EA8A2D}">
      <dsp:nvSpPr>
        <dsp:cNvPr id="0" name=""/>
        <dsp:cNvSpPr/>
      </dsp:nvSpPr>
      <dsp:spPr>
        <a:xfrm>
          <a:off x="5566427" y="1763702"/>
          <a:ext cx="1903597" cy="12087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127F13-A6E7-4F6F-B245-E9F117A83115}">
      <dsp:nvSpPr>
        <dsp:cNvPr id="0" name=""/>
        <dsp:cNvSpPr/>
      </dsp:nvSpPr>
      <dsp:spPr>
        <a:xfrm>
          <a:off x="5777938" y="1964637"/>
          <a:ext cx="1903597" cy="12087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700" kern="1200" dirty="0"/>
            <a:t>Hana a  Tomáš</a:t>
          </a:r>
        </a:p>
      </dsp:txBody>
      <dsp:txXfrm>
        <a:off x="5813342" y="2000041"/>
        <a:ext cx="1832789" cy="1137976"/>
      </dsp:txXfrm>
    </dsp:sp>
    <dsp:sp modelId="{B4C48991-E32A-4834-B2EE-5BD43E3D764F}">
      <dsp:nvSpPr>
        <dsp:cNvPr id="0" name=""/>
        <dsp:cNvSpPr/>
      </dsp:nvSpPr>
      <dsp:spPr>
        <a:xfrm>
          <a:off x="5566427" y="3526116"/>
          <a:ext cx="1903597" cy="12087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76E36A-D477-4451-9CF4-6417BD014CE2}">
      <dsp:nvSpPr>
        <dsp:cNvPr id="0" name=""/>
        <dsp:cNvSpPr/>
      </dsp:nvSpPr>
      <dsp:spPr>
        <a:xfrm>
          <a:off x="5777938" y="3727051"/>
          <a:ext cx="1903597" cy="12087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700" kern="1200" dirty="0"/>
            <a:t>Dita</a:t>
          </a:r>
        </a:p>
      </dsp:txBody>
      <dsp:txXfrm>
        <a:off x="5813342" y="3762455"/>
        <a:ext cx="1832789" cy="11379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quarter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407630-FCF3-4690-B8DC-AFED397BE9AE}" type="datetimeFigureOut">
              <a:rPr lang="cs-CZ" smtClean="0"/>
              <a:pPr/>
              <a:t>8.5.2018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2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3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6F0C10-84C3-41E4-AF76-DB93037DAD3C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908771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AD2C9C-91F5-4F25-BDD6-0FEE903BAD9E}" type="datetimeFigureOut">
              <a:rPr lang="cs-CZ" smtClean="0"/>
              <a:pPr/>
              <a:t>8.5.2018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901700" y="739775"/>
            <a:ext cx="4932363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FC7146-6E8B-40F6-8838-D8847D0A4AA1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837289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FC7146-6E8B-40F6-8838-D8847D0A4AA1}" type="slidenum">
              <a:rPr lang="cs-CZ" smtClean="0"/>
              <a:pPr/>
              <a:t>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322756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3409950" cy="6858000"/>
          </a:xfrm>
          <a:prstGeom prst="rect">
            <a:avLst/>
          </a:prstGeom>
          <a:solidFill>
            <a:schemeClr val="tx2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7"/>
          <p:cNvSpPr>
            <a:spLocks noChangeAspect="1" noEditPoints="1"/>
          </p:cNvSpPr>
          <p:nvPr/>
        </p:nvSpPr>
        <p:spPr bwMode="auto">
          <a:xfrm>
            <a:off x="838200" y="1762090"/>
            <a:ext cx="2521776" cy="5095912"/>
          </a:xfrm>
          <a:custGeom>
            <a:avLst/>
            <a:gdLst/>
            <a:ahLst/>
            <a:cxnLst>
              <a:cxn ang="0">
                <a:pos x="687" y="2238"/>
              </a:cxn>
              <a:cxn ang="0">
                <a:pos x="877" y="2192"/>
              </a:cxn>
              <a:cxn ang="0">
                <a:pos x="797" y="2963"/>
              </a:cxn>
              <a:cxn ang="0">
                <a:pos x="1078" y="3026"/>
              </a:cxn>
              <a:cxn ang="0">
                <a:pos x="626" y="2117"/>
              </a:cxn>
              <a:cxn ang="0">
                <a:pos x="749" y="2142"/>
              </a:cxn>
              <a:cxn ang="0">
                <a:pos x="578" y="2052"/>
              </a:cxn>
              <a:cxn ang="0">
                <a:pos x="1866" y="247"/>
              </a:cxn>
              <a:cxn ang="0">
                <a:pos x="1392" y="1037"/>
              </a:cxn>
              <a:cxn ang="0">
                <a:pos x="2006" y="656"/>
              </a:cxn>
              <a:cxn ang="0">
                <a:pos x="1599" y="908"/>
              </a:cxn>
              <a:cxn ang="0">
                <a:pos x="1533" y="1058"/>
              </a:cxn>
              <a:cxn ang="0">
                <a:pos x="2239" y="583"/>
              </a:cxn>
              <a:cxn ang="0">
                <a:pos x="1863" y="1105"/>
              </a:cxn>
              <a:cxn ang="0">
                <a:pos x="2174" y="1621"/>
              </a:cxn>
              <a:cxn ang="0">
                <a:pos x="1801" y="1537"/>
              </a:cxn>
              <a:cxn ang="0">
                <a:pos x="1325" y="1301"/>
              </a:cxn>
              <a:cxn ang="0">
                <a:pos x="1412" y="1835"/>
              </a:cxn>
              <a:cxn ang="0">
                <a:pos x="1213" y="1975"/>
              </a:cxn>
              <a:cxn ang="0">
                <a:pos x="1094" y="4011"/>
              </a:cxn>
              <a:cxn ang="0">
                <a:pos x="1689" y="3264"/>
              </a:cxn>
              <a:cxn ang="0">
                <a:pos x="2404" y="3321"/>
              </a:cxn>
              <a:cxn ang="0">
                <a:pos x="1275" y="3861"/>
              </a:cxn>
              <a:cxn ang="0">
                <a:pos x="1147" y="4865"/>
              </a:cxn>
              <a:cxn ang="0">
                <a:pos x="1045" y="3610"/>
              </a:cxn>
              <a:cxn ang="0">
                <a:pos x="739" y="3818"/>
              </a:cxn>
              <a:cxn ang="0">
                <a:pos x="856" y="4830"/>
              </a:cxn>
              <a:cxn ang="0">
                <a:pos x="638" y="3989"/>
              </a:cxn>
              <a:cxn ang="0">
                <a:pos x="96" y="3777"/>
              </a:cxn>
              <a:cxn ang="0">
                <a:pos x="189" y="3688"/>
              </a:cxn>
              <a:cxn ang="0">
                <a:pos x="523" y="3573"/>
              </a:cxn>
              <a:cxn ang="0">
                <a:pos x="519" y="3333"/>
              </a:cxn>
              <a:cxn ang="0">
                <a:pos x="545" y="3560"/>
              </a:cxn>
              <a:cxn ang="0">
                <a:pos x="712" y="3397"/>
              </a:cxn>
              <a:cxn ang="0">
                <a:pos x="625" y="2944"/>
              </a:cxn>
              <a:cxn ang="0">
                <a:pos x="593" y="2341"/>
              </a:cxn>
              <a:cxn ang="0">
                <a:pos x="156" y="2437"/>
              </a:cxn>
              <a:cxn ang="0">
                <a:pos x="108" y="2289"/>
              </a:cxn>
              <a:cxn ang="0">
                <a:pos x="451" y="2291"/>
              </a:cxn>
              <a:cxn ang="0">
                <a:pos x="109" y="2016"/>
              </a:cxn>
              <a:cxn ang="0">
                <a:pos x="211" y="1975"/>
              </a:cxn>
              <a:cxn ang="0">
                <a:pos x="284" y="1847"/>
              </a:cxn>
              <a:cxn ang="0">
                <a:pos x="542" y="2073"/>
              </a:cxn>
              <a:cxn ang="0">
                <a:pos x="255" y="1764"/>
              </a:cxn>
              <a:cxn ang="0">
                <a:pos x="407" y="1769"/>
              </a:cxn>
              <a:cxn ang="0">
                <a:pos x="540" y="1810"/>
              </a:cxn>
              <a:cxn ang="0">
                <a:pos x="566" y="1580"/>
              </a:cxn>
              <a:cxn ang="0">
                <a:pos x="650" y="1747"/>
              </a:cxn>
              <a:cxn ang="0">
                <a:pos x="827" y="2199"/>
              </a:cxn>
              <a:cxn ang="0">
                <a:pos x="830" y="1779"/>
              </a:cxn>
              <a:cxn ang="0">
                <a:pos x="924" y="1648"/>
              </a:cxn>
              <a:cxn ang="0">
                <a:pos x="915" y="2016"/>
              </a:cxn>
              <a:cxn ang="0">
                <a:pos x="1299" y="1263"/>
              </a:cxn>
              <a:cxn ang="0">
                <a:pos x="970" y="965"/>
              </a:cxn>
              <a:cxn ang="0">
                <a:pos x="311" y="656"/>
              </a:cxn>
              <a:cxn ang="0">
                <a:pos x="772" y="659"/>
              </a:cxn>
              <a:cxn ang="0">
                <a:pos x="1153" y="871"/>
              </a:cxn>
              <a:cxn ang="0">
                <a:pos x="628" y="314"/>
              </a:cxn>
              <a:cxn ang="0">
                <a:pos x="1203" y="552"/>
              </a:cxn>
              <a:cxn ang="0">
                <a:pos x="1369" y="703"/>
              </a:cxn>
              <a:cxn ang="0">
                <a:pos x="1747" y="38"/>
              </a:cxn>
            </a:cxnLst>
            <a:rect l="0" t="0" r="r" b="b"/>
            <a:pathLst>
              <a:path w="2409" h="4865">
                <a:moveTo>
                  <a:pt x="414" y="2058"/>
                </a:moveTo>
                <a:lnTo>
                  <a:pt x="482" y="2173"/>
                </a:lnTo>
                <a:lnTo>
                  <a:pt x="503" y="2207"/>
                </a:lnTo>
                <a:lnTo>
                  <a:pt x="523" y="2242"/>
                </a:lnTo>
                <a:lnTo>
                  <a:pt x="538" y="2269"/>
                </a:lnTo>
                <a:lnTo>
                  <a:pt x="547" y="2282"/>
                </a:lnTo>
                <a:lnTo>
                  <a:pt x="559" y="2292"/>
                </a:lnTo>
                <a:lnTo>
                  <a:pt x="606" y="2323"/>
                </a:lnTo>
                <a:lnTo>
                  <a:pt x="618" y="2332"/>
                </a:lnTo>
                <a:lnTo>
                  <a:pt x="637" y="2344"/>
                </a:lnTo>
                <a:lnTo>
                  <a:pt x="657" y="2360"/>
                </a:lnTo>
                <a:lnTo>
                  <a:pt x="705" y="2392"/>
                </a:lnTo>
                <a:lnTo>
                  <a:pt x="728" y="2407"/>
                </a:lnTo>
                <a:lnTo>
                  <a:pt x="749" y="2420"/>
                </a:lnTo>
                <a:lnTo>
                  <a:pt x="765" y="2429"/>
                </a:lnTo>
                <a:lnTo>
                  <a:pt x="762" y="2392"/>
                </a:lnTo>
                <a:lnTo>
                  <a:pt x="755" y="2354"/>
                </a:lnTo>
                <a:lnTo>
                  <a:pt x="744" y="2326"/>
                </a:lnTo>
                <a:lnTo>
                  <a:pt x="730" y="2298"/>
                </a:lnTo>
                <a:lnTo>
                  <a:pt x="687" y="2238"/>
                </a:lnTo>
                <a:lnTo>
                  <a:pt x="643" y="2180"/>
                </a:lnTo>
                <a:lnTo>
                  <a:pt x="597" y="2123"/>
                </a:lnTo>
                <a:lnTo>
                  <a:pt x="590" y="2112"/>
                </a:lnTo>
                <a:lnTo>
                  <a:pt x="582" y="2105"/>
                </a:lnTo>
                <a:lnTo>
                  <a:pt x="573" y="2101"/>
                </a:lnTo>
                <a:lnTo>
                  <a:pt x="560" y="2099"/>
                </a:lnTo>
                <a:lnTo>
                  <a:pt x="537" y="2095"/>
                </a:lnTo>
                <a:lnTo>
                  <a:pt x="512" y="2086"/>
                </a:lnTo>
                <a:lnTo>
                  <a:pt x="488" y="2078"/>
                </a:lnTo>
                <a:lnTo>
                  <a:pt x="414" y="2058"/>
                </a:lnTo>
                <a:close/>
                <a:moveTo>
                  <a:pt x="1172" y="1997"/>
                </a:moveTo>
                <a:lnTo>
                  <a:pt x="1051" y="2064"/>
                </a:lnTo>
                <a:lnTo>
                  <a:pt x="1011" y="2086"/>
                </a:lnTo>
                <a:lnTo>
                  <a:pt x="973" y="2108"/>
                </a:lnTo>
                <a:lnTo>
                  <a:pt x="957" y="2115"/>
                </a:lnTo>
                <a:lnTo>
                  <a:pt x="940" y="2124"/>
                </a:lnTo>
                <a:lnTo>
                  <a:pt x="926" y="2133"/>
                </a:lnTo>
                <a:lnTo>
                  <a:pt x="914" y="2145"/>
                </a:lnTo>
                <a:lnTo>
                  <a:pt x="896" y="2168"/>
                </a:lnTo>
                <a:lnTo>
                  <a:pt x="877" y="2192"/>
                </a:lnTo>
                <a:lnTo>
                  <a:pt x="856" y="2221"/>
                </a:lnTo>
                <a:lnTo>
                  <a:pt x="836" y="2252"/>
                </a:lnTo>
                <a:lnTo>
                  <a:pt x="820" y="2283"/>
                </a:lnTo>
                <a:lnTo>
                  <a:pt x="809" y="2307"/>
                </a:lnTo>
                <a:lnTo>
                  <a:pt x="802" y="2331"/>
                </a:lnTo>
                <a:lnTo>
                  <a:pt x="800" y="2336"/>
                </a:lnTo>
                <a:lnTo>
                  <a:pt x="800" y="2351"/>
                </a:lnTo>
                <a:lnTo>
                  <a:pt x="799" y="2372"/>
                </a:lnTo>
                <a:lnTo>
                  <a:pt x="796" y="2394"/>
                </a:lnTo>
                <a:lnTo>
                  <a:pt x="793" y="2444"/>
                </a:lnTo>
                <a:lnTo>
                  <a:pt x="792" y="2465"/>
                </a:lnTo>
                <a:lnTo>
                  <a:pt x="790" y="2481"/>
                </a:lnTo>
                <a:lnTo>
                  <a:pt x="780" y="2593"/>
                </a:lnTo>
                <a:lnTo>
                  <a:pt x="769" y="2704"/>
                </a:lnTo>
                <a:lnTo>
                  <a:pt x="768" y="2735"/>
                </a:lnTo>
                <a:lnTo>
                  <a:pt x="765" y="2788"/>
                </a:lnTo>
                <a:lnTo>
                  <a:pt x="761" y="2844"/>
                </a:lnTo>
                <a:lnTo>
                  <a:pt x="761" y="2898"/>
                </a:lnTo>
                <a:lnTo>
                  <a:pt x="764" y="2951"/>
                </a:lnTo>
                <a:lnTo>
                  <a:pt x="797" y="2963"/>
                </a:lnTo>
                <a:lnTo>
                  <a:pt x="831" y="2981"/>
                </a:lnTo>
                <a:lnTo>
                  <a:pt x="862" y="3004"/>
                </a:lnTo>
                <a:lnTo>
                  <a:pt x="893" y="3032"/>
                </a:lnTo>
                <a:lnTo>
                  <a:pt x="920" y="3069"/>
                </a:lnTo>
                <a:lnTo>
                  <a:pt x="943" y="3105"/>
                </a:lnTo>
                <a:lnTo>
                  <a:pt x="968" y="3143"/>
                </a:lnTo>
                <a:lnTo>
                  <a:pt x="991" y="3181"/>
                </a:lnTo>
                <a:lnTo>
                  <a:pt x="1010" y="3224"/>
                </a:lnTo>
                <a:lnTo>
                  <a:pt x="1029" y="3284"/>
                </a:lnTo>
                <a:lnTo>
                  <a:pt x="1042" y="3349"/>
                </a:lnTo>
                <a:lnTo>
                  <a:pt x="1050" y="3417"/>
                </a:lnTo>
                <a:lnTo>
                  <a:pt x="1050" y="3422"/>
                </a:lnTo>
                <a:lnTo>
                  <a:pt x="1051" y="3426"/>
                </a:lnTo>
                <a:lnTo>
                  <a:pt x="1054" y="3349"/>
                </a:lnTo>
                <a:lnTo>
                  <a:pt x="1058" y="3277"/>
                </a:lnTo>
                <a:lnTo>
                  <a:pt x="1063" y="3212"/>
                </a:lnTo>
                <a:lnTo>
                  <a:pt x="1067" y="3155"/>
                </a:lnTo>
                <a:lnTo>
                  <a:pt x="1070" y="3115"/>
                </a:lnTo>
                <a:lnTo>
                  <a:pt x="1075" y="3072"/>
                </a:lnTo>
                <a:lnTo>
                  <a:pt x="1078" y="3026"/>
                </a:lnTo>
                <a:lnTo>
                  <a:pt x="1082" y="2975"/>
                </a:lnTo>
                <a:lnTo>
                  <a:pt x="1086" y="2919"/>
                </a:lnTo>
                <a:lnTo>
                  <a:pt x="1091" y="2855"/>
                </a:lnTo>
                <a:lnTo>
                  <a:pt x="1097" y="2786"/>
                </a:lnTo>
                <a:lnTo>
                  <a:pt x="1103" y="2708"/>
                </a:lnTo>
                <a:lnTo>
                  <a:pt x="1111" y="2593"/>
                </a:lnTo>
                <a:lnTo>
                  <a:pt x="1119" y="2479"/>
                </a:lnTo>
                <a:lnTo>
                  <a:pt x="1126" y="2364"/>
                </a:lnTo>
                <a:lnTo>
                  <a:pt x="1138" y="2249"/>
                </a:lnTo>
                <a:lnTo>
                  <a:pt x="1172" y="1997"/>
                </a:lnTo>
                <a:close/>
                <a:moveTo>
                  <a:pt x="621" y="1990"/>
                </a:moveTo>
                <a:lnTo>
                  <a:pt x="619" y="1991"/>
                </a:lnTo>
                <a:lnTo>
                  <a:pt x="616" y="2012"/>
                </a:lnTo>
                <a:lnTo>
                  <a:pt x="613" y="2034"/>
                </a:lnTo>
                <a:lnTo>
                  <a:pt x="610" y="2049"/>
                </a:lnTo>
                <a:lnTo>
                  <a:pt x="606" y="2064"/>
                </a:lnTo>
                <a:lnTo>
                  <a:pt x="604" y="2078"/>
                </a:lnTo>
                <a:lnTo>
                  <a:pt x="609" y="2092"/>
                </a:lnTo>
                <a:lnTo>
                  <a:pt x="618" y="2105"/>
                </a:lnTo>
                <a:lnTo>
                  <a:pt x="626" y="2117"/>
                </a:lnTo>
                <a:lnTo>
                  <a:pt x="659" y="2167"/>
                </a:lnTo>
                <a:lnTo>
                  <a:pt x="691" y="2211"/>
                </a:lnTo>
                <a:lnTo>
                  <a:pt x="727" y="2255"/>
                </a:lnTo>
                <a:lnTo>
                  <a:pt x="731" y="2261"/>
                </a:lnTo>
                <a:lnTo>
                  <a:pt x="737" y="2270"/>
                </a:lnTo>
                <a:lnTo>
                  <a:pt x="752" y="2291"/>
                </a:lnTo>
                <a:lnTo>
                  <a:pt x="761" y="2300"/>
                </a:lnTo>
                <a:lnTo>
                  <a:pt x="768" y="2304"/>
                </a:lnTo>
                <a:lnTo>
                  <a:pt x="775" y="2304"/>
                </a:lnTo>
                <a:lnTo>
                  <a:pt x="781" y="2298"/>
                </a:lnTo>
                <a:lnTo>
                  <a:pt x="787" y="2285"/>
                </a:lnTo>
                <a:lnTo>
                  <a:pt x="796" y="2270"/>
                </a:lnTo>
                <a:lnTo>
                  <a:pt x="805" y="2257"/>
                </a:lnTo>
                <a:lnTo>
                  <a:pt x="811" y="2242"/>
                </a:lnTo>
                <a:lnTo>
                  <a:pt x="812" y="2229"/>
                </a:lnTo>
                <a:lnTo>
                  <a:pt x="806" y="2214"/>
                </a:lnTo>
                <a:lnTo>
                  <a:pt x="796" y="2201"/>
                </a:lnTo>
                <a:lnTo>
                  <a:pt x="786" y="2189"/>
                </a:lnTo>
                <a:lnTo>
                  <a:pt x="767" y="2165"/>
                </a:lnTo>
                <a:lnTo>
                  <a:pt x="749" y="2142"/>
                </a:lnTo>
                <a:lnTo>
                  <a:pt x="713" y="2101"/>
                </a:lnTo>
                <a:lnTo>
                  <a:pt x="680" y="2059"/>
                </a:lnTo>
                <a:lnTo>
                  <a:pt x="641" y="2012"/>
                </a:lnTo>
                <a:lnTo>
                  <a:pt x="640" y="2009"/>
                </a:lnTo>
                <a:lnTo>
                  <a:pt x="632" y="2002"/>
                </a:lnTo>
                <a:lnTo>
                  <a:pt x="629" y="1997"/>
                </a:lnTo>
                <a:lnTo>
                  <a:pt x="626" y="1994"/>
                </a:lnTo>
                <a:lnTo>
                  <a:pt x="624" y="1993"/>
                </a:lnTo>
                <a:lnTo>
                  <a:pt x="621" y="1990"/>
                </a:lnTo>
                <a:close/>
                <a:moveTo>
                  <a:pt x="588" y="1972"/>
                </a:moveTo>
                <a:lnTo>
                  <a:pt x="575" y="1974"/>
                </a:lnTo>
                <a:lnTo>
                  <a:pt x="569" y="1974"/>
                </a:lnTo>
                <a:lnTo>
                  <a:pt x="559" y="1975"/>
                </a:lnTo>
                <a:lnTo>
                  <a:pt x="545" y="1975"/>
                </a:lnTo>
                <a:lnTo>
                  <a:pt x="535" y="1977"/>
                </a:lnTo>
                <a:lnTo>
                  <a:pt x="526" y="1977"/>
                </a:lnTo>
                <a:lnTo>
                  <a:pt x="522" y="1975"/>
                </a:lnTo>
                <a:lnTo>
                  <a:pt x="537" y="1999"/>
                </a:lnTo>
                <a:lnTo>
                  <a:pt x="572" y="2046"/>
                </a:lnTo>
                <a:lnTo>
                  <a:pt x="578" y="2052"/>
                </a:lnTo>
                <a:lnTo>
                  <a:pt x="582" y="2050"/>
                </a:lnTo>
                <a:lnTo>
                  <a:pt x="587" y="2043"/>
                </a:lnTo>
                <a:lnTo>
                  <a:pt x="590" y="2034"/>
                </a:lnTo>
                <a:lnTo>
                  <a:pt x="591" y="2024"/>
                </a:lnTo>
                <a:lnTo>
                  <a:pt x="593" y="2015"/>
                </a:lnTo>
                <a:lnTo>
                  <a:pt x="597" y="1997"/>
                </a:lnTo>
                <a:lnTo>
                  <a:pt x="598" y="1988"/>
                </a:lnTo>
                <a:lnTo>
                  <a:pt x="598" y="1980"/>
                </a:lnTo>
                <a:lnTo>
                  <a:pt x="596" y="1975"/>
                </a:lnTo>
                <a:lnTo>
                  <a:pt x="588" y="1972"/>
                </a:lnTo>
                <a:close/>
                <a:moveTo>
                  <a:pt x="1862" y="0"/>
                </a:moveTo>
                <a:lnTo>
                  <a:pt x="1866" y="5"/>
                </a:lnTo>
                <a:lnTo>
                  <a:pt x="1869" y="19"/>
                </a:lnTo>
                <a:lnTo>
                  <a:pt x="1871" y="39"/>
                </a:lnTo>
                <a:lnTo>
                  <a:pt x="1872" y="66"/>
                </a:lnTo>
                <a:lnTo>
                  <a:pt x="1874" y="97"/>
                </a:lnTo>
                <a:lnTo>
                  <a:pt x="1874" y="129"/>
                </a:lnTo>
                <a:lnTo>
                  <a:pt x="1871" y="194"/>
                </a:lnTo>
                <a:lnTo>
                  <a:pt x="1869" y="222"/>
                </a:lnTo>
                <a:lnTo>
                  <a:pt x="1866" y="247"/>
                </a:lnTo>
                <a:lnTo>
                  <a:pt x="1863" y="265"/>
                </a:lnTo>
                <a:lnTo>
                  <a:pt x="1850" y="311"/>
                </a:lnTo>
                <a:lnTo>
                  <a:pt x="1831" y="353"/>
                </a:lnTo>
                <a:lnTo>
                  <a:pt x="1806" y="393"/>
                </a:lnTo>
                <a:lnTo>
                  <a:pt x="1779" y="432"/>
                </a:lnTo>
                <a:lnTo>
                  <a:pt x="1720" y="505"/>
                </a:lnTo>
                <a:lnTo>
                  <a:pt x="1667" y="570"/>
                </a:lnTo>
                <a:lnTo>
                  <a:pt x="1555" y="697"/>
                </a:lnTo>
                <a:lnTo>
                  <a:pt x="1504" y="763"/>
                </a:lnTo>
                <a:lnTo>
                  <a:pt x="1492" y="779"/>
                </a:lnTo>
                <a:lnTo>
                  <a:pt x="1478" y="802"/>
                </a:lnTo>
                <a:lnTo>
                  <a:pt x="1461" y="825"/>
                </a:lnTo>
                <a:lnTo>
                  <a:pt x="1445" y="852"/>
                </a:lnTo>
                <a:lnTo>
                  <a:pt x="1409" y="905"/>
                </a:lnTo>
                <a:lnTo>
                  <a:pt x="1393" y="927"/>
                </a:lnTo>
                <a:lnTo>
                  <a:pt x="1380" y="945"/>
                </a:lnTo>
                <a:lnTo>
                  <a:pt x="1368" y="958"/>
                </a:lnTo>
                <a:lnTo>
                  <a:pt x="1364" y="1080"/>
                </a:lnTo>
                <a:lnTo>
                  <a:pt x="1378" y="1058"/>
                </a:lnTo>
                <a:lnTo>
                  <a:pt x="1392" y="1037"/>
                </a:lnTo>
                <a:lnTo>
                  <a:pt x="1403" y="1020"/>
                </a:lnTo>
                <a:lnTo>
                  <a:pt x="1436" y="955"/>
                </a:lnTo>
                <a:lnTo>
                  <a:pt x="1461" y="912"/>
                </a:lnTo>
                <a:lnTo>
                  <a:pt x="1486" y="871"/>
                </a:lnTo>
                <a:lnTo>
                  <a:pt x="1512" y="827"/>
                </a:lnTo>
                <a:lnTo>
                  <a:pt x="1540" y="784"/>
                </a:lnTo>
                <a:lnTo>
                  <a:pt x="1570" y="743"/>
                </a:lnTo>
                <a:lnTo>
                  <a:pt x="1602" y="706"/>
                </a:lnTo>
                <a:lnTo>
                  <a:pt x="1638" y="673"/>
                </a:lnTo>
                <a:lnTo>
                  <a:pt x="1676" y="647"/>
                </a:lnTo>
                <a:lnTo>
                  <a:pt x="1716" y="628"/>
                </a:lnTo>
                <a:lnTo>
                  <a:pt x="1757" y="614"/>
                </a:lnTo>
                <a:lnTo>
                  <a:pt x="1797" y="607"/>
                </a:lnTo>
                <a:lnTo>
                  <a:pt x="1838" y="605"/>
                </a:lnTo>
                <a:lnTo>
                  <a:pt x="1890" y="614"/>
                </a:lnTo>
                <a:lnTo>
                  <a:pt x="1940" y="632"/>
                </a:lnTo>
                <a:lnTo>
                  <a:pt x="1953" y="636"/>
                </a:lnTo>
                <a:lnTo>
                  <a:pt x="1969" y="642"/>
                </a:lnTo>
                <a:lnTo>
                  <a:pt x="1989" y="650"/>
                </a:lnTo>
                <a:lnTo>
                  <a:pt x="2006" y="656"/>
                </a:lnTo>
                <a:lnTo>
                  <a:pt x="2021" y="662"/>
                </a:lnTo>
                <a:lnTo>
                  <a:pt x="2033" y="664"/>
                </a:lnTo>
                <a:lnTo>
                  <a:pt x="2037" y="667"/>
                </a:lnTo>
                <a:lnTo>
                  <a:pt x="2034" y="669"/>
                </a:lnTo>
                <a:lnTo>
                  <a:pt x="2027" y="672"/>
                </a:lnTo>
                <a:lnTo>
                  <a:pt x="2017" y="676"/>
                </a:lnTo>
                <a:lnTo>
                  <a:pt x="1990" y="688"/>
                </a:lnTo>
                <a:lnTo>
                  <a:pt x="1978" y="694"/>
                </a:lnTo>
                <a:lnTo>
                  <a:pt x="1968" y="698"/>
                </a:lnTo>
                <a:lnTo>
                  <a:pt x="1950" y="710"/>
                </a:lnTo>
                <a:lnTo>
                  <a:pt x="1931" y="722"/>
                </a:lnTo>
                <a:lnTo>
                  <a:pt x="1906" y="735"/>
                </a:lnTo>
                <a:lnTo>
                  <a:pt x="1876" y="753"/>
                </a:lnTo>
                <a:lnTo>
                  <a:pt x="1843" y="771"/>
                </a:lnTo>
                <a:lnTo>
                  <a:pt x="1806" y="791"/>
                </a:lnTo>
                <a:lnTo>
                  <a:pt x="1766" y="813"/>
                </a:lnTo>
                <a:lnTo>
                  <a:pt x="1725" y="836"/>
                </a:lnTo>
                <a:lnTo>
                  <a:pt x="1683" y="859"/>
                </a:lnTo>
                <a:lnTo>
                  <a:pt x="1641" y="884"/>
                </a:lnTo>
                <a:lnTo>
                  <a:pt x="1599" y="908"/>
                </a:lnTo>
                <a:lnTo>
                  <a:pt x="1560" y="933"/>
                </a:lnTo>
                <a:lnTo>
                  <a:pt x="1521" y="956"/>
                </a:lnTo>
                <a:lnTo>
                  <a:pt x="1487" y="979"/>
                </a:lnTo>
                <a:lnTo>
                  <a:pt x="1456" y="999"/>
                </a:lnTo>
                <a:lnTo>
                  <a:pt x="1431" y="1020"/>
                </a:lnTo>
                <a:lnTo>
                  <a:pt x="1411" y="1037"/>
                </a:lnTo>
                <a:lnTo>
                  <a:pt x="1397" y="1054"/>
                </a:lnTo>
                <a:lnTo>
                  <a:pt x="1387" y="1067"/>
                </a:lnTo>
                <a:lnTo>
                  <a:pt x="1378" y="1083"/>
                </a:lnTo>
                <a:lnTo>
                  <a:pt x="1368" y="1102"/>
                </a:lnTo>
                <a:lnTo>
                  <a:pt x="1359" y="1120"/>
                </a:lnTo>
                <a:lnTo>
                  <a:pt x="1359" y="1124"/>
                </a:lnTo>
                <a:lnTo>
                  <a:pt x="1361" y="1127"/>
                </a:lnTo>
                <a:lnTo>
                  <a:pt x="1362" y="1129"/>
                </a:lnTo>
                <a:lnTo>
                  <a:pt x="1364" y="1132"/>
                </a:lnTo>
                <a:lnTo>
                  <a:pt x="1368" y="1124"/>
                </a:lnTo>
                <a:lnTo>
                  <a:pt x="1414" y="1114"/>
                </a:lnTo>
                <a:lnTo>
                  <a:pt x="1456" y="1099"/>
                </a:lnTo>
                <a:lnTo>
                  <a:pt x="1496" y="1080"/>
                </a:lnTo>
                <a:lnTo>
                  <a:pt x="1533" y="1058"/>
                </a:lnTo>
                <a:lnTo>
                  <a:pt x="1567" y="1035"/>
                </a:lnTo>
                <a:lnTo>
                  <a:pt x="1635" y="984"/>
                </a:lnTo>
                <a:lnTo>
                  <a:pt x="1670" y="959"/>
                </a:lnTo>
                <a:lnTo>
                  <a:pt x="1705" y="937"/>
                </a:lnTo>
                <a:lnTo>
                  <a:pt x="1747" y="909"/>
                </a:lnTo>
                <a:lnTo>
                  <a:pt x="1787" y="878"/>
                </a:lnTo>
                <a:lnTo>
                  <a:pt x="1823" y="844"/>
                </a:lnTo>
                <a:lnTo>
                  <a:pt x="1860" y="812"/>
                </a:lnTo>
                <a:lnTo>
                  <a:pt x="1900" y="782"/>
                </a:lnTo>
                <a:lnTo>
                  <a:pt x="1959" y="747"/>
                </a:lnTo>
                <a:lnTo>
                  <a:pt x="2021" y="715"/>
                </a:lnTo>
                <a:lnTo>
                  <a:pt x="2151" y="653"/>
                </a:lnTo>
                <a:lnTo>
                  <a:pt x="2157" y="650"/>
                </a:lnTo>
                <a:lnTo>
                  <a:pt x="2165" y="642"/>
                </a:lnTo>
                <a:lnTo>
                  <a:pt x="2192" y="622"/>
                </a:lnTo>
                <a:lnTo>
                  <a:pt x="2205" y="610"/>
                </a:lnTo>
                <a:lnTo>
                  <a:pt x="2218" y="600"/>
                </a:lnTo>
                <a:lnTo>
                  <a:pt x="2229" y="591"/>
                </a:lnTo>
                <a:lnTo>
                  <a:pt x="2236" y="585"/>
                </a:lnTo>
                <a:lnTo>
                  <a:pt x="2239" y="583"/>
                </a:lnTo>
                <a:lnTo>
                  <a:pt x="2239" y="588"/>
                </a:lnTo>
                <a:lnTo>
                  <a:pt x="2236" y="595"/>
                </a:lnTo>
                <a:lnTo>
                  <a:pt x="2232" y="603"/>
                </a:lnTo>
                <a:lnTo>
                  <a:pt x="2229" y="607"/>
                </a:lnTo>
                <a:lnTo>
                  <a:pt x="2221" y="629"/>
                </a:lnTo>
                <a:lnTo>
                  <a:pt x="2218" y="653"/>
                </a:lnTo>
                <a:lnTo>
                  <a:pt x="2220" y="676"/>
                </a:lnTo>
                <a:lnTo>
                  <a:pt x="2221" y="701"/>
                </a:lnTo>
                <a:lnTo>
                  <a:pt x="2221" y="725"/>
                </a:lnTo>
                <a:lnTo>
                  <a:pt x="2216" y="774"/>
                </a:lnTo>
                <a:lnTo>
                  <a:pt x="2205" y="819"/>
                </a:lnTo>
                <a:lnTo>
                  <a:pt x="2189" y="865"/>
                </a:lnTo>
                <a:lnTo>
                  <a:pt x="2167" y="908"/>
                </a:lnTo>
                <a:lnTo>
                  <a:pt x="2139" y="948"/>
                </a:lnTo>
                <a:lnTo>
                  <a:pt x="2105" y="983"/>
                </a:lnTo>
                <a:lnTo>
                  <a:pt x="2067" y="1017"/>
                </a:lnTo>
                <a:lnTo>
                  <a:pt x="2022" y="1045"/>
                </a:lnTo>
                <a:lnTo>
                  <a:pt x="1974" y="1070"/>
                </a:lnTo>
                <a:lnTo>
                  <a:pt x="1921" y="1091"/>
                </a:lnTo>
                <a:lnTo>
                  <a:pt x="1863" y="1105"/>
                </a:lnTo>
                <a:lnTo>
                  <a:pt x="1803" y="1116"/>
                </a:lnTo>
                <a:lnTo>
                  <a:pt x="1739" y="1123"/>
                </a:lnTo>
                <a:lnTo>
                  <a:pt x="1677" y="1127"/>
                </a:lnTo>
                <a:lnTo>
                  <a:pt x="1617" y="1132"/>
                </a:lnTo>
                <a:lnTo>
                  <a:pt x="1679" y="1136"/>
                </a:lnTo>
                <a:lnTo>
                  <a:pt x="1732" y="1144"/>
                </a:lnTo>
                <a:lnTo>
                  <a:pt x="1784" y="1154"/>
                </a:lnTo>
                <a:lnTo>
                  <a:pt x="1834" y="1167"/>
                </a:lnTo>
                <a:lnTo>
                  <a:pt x="1881" y="1185"/>
                </a:lnTo>
                <a:lnTo>
                  <a:pt x="1924" y="1207"/>
                </a:lnTo>
                <a:lnTo>
                  <a:pt x="1971" y="1239"/>
                </a:lnTo>
                <a:lnTo>
                  <a:pt x="2014" y="1276"/>
                </a:lnTo>
                <a:lnTo>
                  <a:pt x="2049" y="1316"/>
                </a:lnTo>
                <a:lnTo>
                  <a:pt x="2080" y="1359"/>
                </a:lnTo>
                <a:lnTo>
                  <a:pt x="2105" y="1402"/>
                </a:lnTo>
                <a:lnTo>
                  <a:pt x="2127" y="1447"/>
                </a:lnTo>
                <a:lnTo>
                  <a:pt x="2143" y="1492"/>
                </a:lnTo>
                <a:lnTo>
                  <a:pt x="2158" y="1537"/>
                </a:lnTo>
                <a:lnTo>
                  <a:pt x="2167" y="1580"/>
                </a:lnTo>
                <a:lnTo>
                  <a:pt x="2174" y="1621"/>
                </a:lnTo>
                <a:lnTo>
                  <a:pt x="2179" y="1660"/>
                </a:lnTo>
                <a:lnTo>
                  <a:pt x="2182" y="1695"/>
                </a:lnTo>
                <a:lnTo>
                  <a:pt x="2182" y="1753"/>
                </a:lnTo>
                <a:lnTo>
                  <a:pt x="2179" y="1775"/>
                </a:lnTo>
                <a:lnTo>
                  <a:pt x="2177" y="1789"/>
                </a:lnTo>
                <a:lnTo>
                  <a:pt x="2174" y="1797"/>
                </a:lnTo>
                <a:lnTo>
                  <a:pt x="2171" y="1797"/>
                </a:lnTo>
                <a:lnTo>
                  <a:pt x="2152" y="1767"/>
                </a:lnTo>
                <a:lnTo>
                  <a:pt x="2132" y="1739"/>
                </a:lnTo>
                <a:lnTo>
                  <a:pt x="2108" y="1713"/>
                </a:lnTo>
                <a:lnTo>
                  <a:pt x="2081" y="1686"/>
                </a:lnTo>
                <a:lnTo>
                  <a:pt x="2049" y="1664"/>
                </a:lnTo>
                <a:lnTo>
                  <a:pt x="2019" y="1648"/>
                </a:lnTo>
                <a:lnTo>
                  <a:pt x="1994" y="1633"/>
                </a:lnTo>
                <a:lnTo>
                  <a:pt x="1969" y="1621"/>
                </a:lnTo>
                <a:lnTo>
                  <a:pt x="1946" y="1611"/>
                </a:lnTo>
                <a:lnTo>
                  <a:pt x="1879" y="1580"/>
                </a:lnTo>
                <a:lnTo>
                  <a:pt x="1854" y="1568"/>
                </a:lnTo>
                <a:lnTo>
                  <a:pt x="1829" y="1555"/>
                </a:lnTo>
                <a:lnTo>
                  <a:pt x="1801" y="1537"/>
                </a:lnTo>
                <a:lnTo>
                  <a:pt x="1735" y="1493"/>
                </a:lnTo>
                <a:lnTo>
                  <a:pt x="1697" y="1464"/>
                </a:lnTo>
                <a:lnTo>
                  <a:pt x="1652" y="1428"/>
                </a:lnTo>
                <a:lnTo>
                  <a:pt x="1627" y="1405"/>
                </a:lnTo>
                <a:lnTo>
                  <a:pt x="1601" y="1374"/>
                </a:lnTo>
                <a:lnTo>
                  <a:pt x="1517" y="1267"/>
                </a:lnTo>
                <a:lnTo>
                  <a:pt x="1489" y="1237"/>
                </a:lnTo>
                <a:lnTo>
                  <a:pt x="1459" y="1211"/>
                </a:lnTo>
                <a:lnTo>
                  <a:pt x="1431" y="1195"/>
                </a:lnTo>
                <a:lnTo>
                  <a:pt x="1396" y="1181"/>
                </a:lnTo>
                <a:lnTo>
                  <a:pt x="1361" y="1170"/>
                </a:lnTo>
                <a:lnTo>
                  <a:pt x="1356" y="1170"/>
                </a:lnTo>
                <a:lnTo>
                  <a:pt x="1350" y="1182"/>
                </a:lnTo>
                <a:lnTo>
                  <a:pt x="1349" y="1192"/>
                </a:lnTo>
                <a:lnTo>
                  <a:pt x="1346" y="1203"/>
                </a:lnTo>
                <a:lnTo>
                  <a:pt x="1344" y="1207"/>
                </a:lnTo>
                <a:lnTo>
                  <a:pt x="1343" y="1219"/>
                </a:lnTo>
                <a:lnTo>
                  <a:pt x="1338" y="1237"/>
                </a:lnTo>
                <a:lnTo>
                  <a:pt x="1334" y="1257"/>
                </a:lnTo>
                <a:lnTo>
                  <a:pt x="1325" y="1301"/>
                </a:lnTo>
                <a:lnTo>
                  <a:pt x="1322" y="1321"/>
                </a:lnTo>
                <a:lnTo>
                  <a:pt x="1305" y="1421"/>
                </a:lnTo>
                <a:lnTo>
                  <a:pt x="1285" y="1523"/>
                </a:lnTo>
                <a:lnTo>
                  <a:pt x="1266" y="1623"/>
                </a:lnTo>
                <a:lnTo>
                  <a:pt x="1241" y="1781"/>
                </a:lnTo>
                <a:lnTo>
                  <a:pt x="1218" y="1941"/>
                </a:lnTo>
                <a:lnTo>
                  <a:pt x="1237" y="1927"/>
                </a:lnTo>
                <a:lnTo>
                  <a:pt x="1254" y="1912"/>
                </a:lnTo>
                <a:lnTo>
                  <a:pt x="1265" y="1900"/>
                </a:lnTo>
                <a:lnTo>
                  <a:pt x="1271" y="1885"/>
                </a:lnTo>
                <a:lnTo>
                  <a:pt x="1275" y="1871"/>
                </a:lnTo>
                <a:lnTo>
                  <a:pt x="1281" y="1856"/>
                </a:lnTo>
                <a:lnTo>
                  <a:pt x="1293" y="1838"/>
                </a:lnTo>
                <a:lnTo>
                  <a:pt x="1309" y="1825"/>
                </a:lnTo>
                <a:lnTo>
                  <a:pt x="1328" y="1816"/>
                </a:lnTo>
                <a:lnTo>
                  <a:pt x="1349" y="1813"/>
                </a:lnTo>
                <a:lnTo>
                  <a:pt x="1369" y="1816"/>
                </a:lnTo>
                <a:lnTo>
                  <a:pt x="1390" y="1823"/>
                </a:lnTo>
                <a:lnTo>
                  <a:pt x="1394" y="1826"/>
                </a:lnTo>
                <a:lnTo>
                  <a:pt x="1412" y="1835"/>
                </a:lnTo>
                <a:lnTo>
                  <a:pt x="1417" y="1838"/>
                </a:lnTo>
                <a:lnTo>
                  <a:pt x="1421" y="1845"/>
                </a:lnTo>
                <a:lnTo>
                  <a:pt x="1424" y="1853"/>
                </a:lnTo>
                <a:lnTo>
                  <a:pt x="1425" y="1859"/>
                </a:lnTo>
                <a:lnTo>
                  <a:pt x="1425" y="1869"/>
                </a:lnTo>
                <a:lnTo>
                  <a:pt x="1427" y="1879"/>
                </a:lnTo>
                <a:lnTo>
                  <a:pt x="1427" y="1890"/>
                </a:lnTo>
                <a:lnTo>
                  <a:pt x="1420" y="1910"/>
                </a:lnTo>
                <a:lnTo>
                  <a:pt x="1408" y="1927"/>
                </a:lnTo>
                <a:lnTo>
                  <a:pt x="1392" y="1940"/>
                </a:lnTo>
                <a:lnTo>
                  <a:pt x="1372" y="1949"/>
                </a:lnTo>
                <a:lnTo>
                  <a:pt x="1350" y="1953"/>
                </a:lnTo>
                <a:lnTo>
                  <a:pt x="1328" y="1955"/>
                </a:lnTo>
                <a:lnTo>
                  <a:pt x="1313" y="1953"/>
                </a:lnTo>
                <a:lnTo>
                  <a:pt x="1299" y="1950"/>
                </a:lnTo>
                <a:lnTo>
                  <a:pt x="1282" y="1947"/>
                </a:lnTo>
                <a:lnTo>
                  <a:pt x="1268" y="1949"/>
                </a:lnTo>
                <a:lnTo>
                  <a:pt x="1250" y="1955"/>
                </a:lnTo>
                <a:lnTo>
                  <a:pt x="1231" y="1965"/>
                </a:lnTo>
                <a:lnTo>
                  <a:pt x="1213" y="1975"/>
                </a:lnTo>
                <a:lnTo>
                  <a:pt x="1210" y="1993"/>
                </a:lnTo>
                <a:lnTo>
                  <a:pt x="1206" y="2012"/>
                </a:lnTo>
                <a:lnTo>
                  <a:pt x="1179" y="2224"/>
                </a:lnTo>
                <a:lnTo>
                  <a:pt x="1157" y="2437"/>
                </a:lnTo>
                <a:lnTo>
                  <a:pt x="1148" y="2549"/>
                </a:lnTo>
                <a:lnTo>
                  <a:pt x="1141" y="2658"/>
                </a:lnTo>
                <a:lnTo>
                  <a:pt x="1137" y="2767"/>
                </a:lnTo>
                <a:lnTo>
                  <a:pt x="1131" y="2879"/>
                </a:lnTo>
                <a:lnTo>
                  <a:pt x="1122" y="2997"/>
                </a:lnTo>
                <a:lnTo>
                  <a:pt x="1104" y="3239"/>
                </a:lnTo>
                <a:lnTo>
                  <a:pt x="1098" y="3357"/>
                </a:lnTo>
                <a:lnTo>
                  <a:pt x="1097" y="3435"/>
                </a:lnTo>
                <a:lnTo>
                  <a:pt x="1094" y="3517"/>
                </a:lnTo>
                <a:lnTo>
                  <a:pt x="1089" y="3603"/>
                </a:lnTo>
                <a:lnTo>
                  <a:pt x="1088" y="3687"/>
                </a:lnTo>
                <a:lnTo>
                  <a:pt x="1086" y="3770"/>
                </a:lnTo>
                <a:lnTo>
                  <a:pt x="1086" y="3848"/>
                </a:lnTo>
                <a:lnTo>
                  <a:pt x="1088" y="3895"/>
                </a:lnTo>
                <a:lnTo>
                  <a:pt x="1091" y="3951"/>
                </a:lnTo>
                <a:lnTo>
                  <a:pt x="1094" y="4011"/>
                </a:lnTo>
                <a:lnTo>
                  <a:pt x="1098" y="4072"/>
                </a:lnTo>
                <a:lnTo>
                  <a:pt x="1116" y="4038"/>
                </a:lnTo>
                <a:lnTo>
                  <a:pt x="1132" y="4008"/>
                </a:lnTo>
                <a:lnTo>
                  <a:pt x="1148" y="3982"/>
                </a:lnTo>
                <a:lnTo>
                  <a:pt x="1170" y="3948"/>
                </a:lnTo>
                <a:lnTo>
                  <a:pt x="1193" y="3920"/>
                </a:lnTo>
                <a:lnTo>
                  <a:pt x="1215" y="3893"/>
                </a:lnTo>
                <a:lnTo>
                  <a:pt x="1234" y="3867"/>
                </a:lnTo>
                <a:lnTo>
                  <a:pt x="1250" y="3837"/>
                </a:lnTo>
                <a:lnTo>
                  <a:pt x="1278" y="3783"/>
                </a:lnTo>
                <a:lnTo>
                  <a:pt x="1310" y="3731"/>
                </a:lnTo>
                <a:lnTo>
                  <a:pt x="1344" y="3680"/>
                </a:lnTo>
                <a:lnTo>
                  <a:pt x="1381" y="3627"/>
                </a:lnTo>
                <a:lnTo>
                  <a:pt x="1418" y="3572"/>
                </a:lnTo>
                <a:lnTo>
                  <a:pt x="1456" y="3516"/>
                </a:lnTo>
                <a:lnTo>
                  <a:pt x="1496" y="3460"/>
                </a:lnTo>
                <a:lnTo>
                  <a:pt x="1539" y="3407"/>
                </a:lnTo>
                <a:lnTo>
                  <a:pt x="1583" y="3357"/>
                </a:lnTo>
                <a:lnTo>
                  <a:pt x="1629" y="3311"/>
                </a:lnTo>
                <a:lnTo>
                  <a:pt x="1689" y="3264"/>
                </a:lnTo>
                <a:lnTo>
                  <a:pt x="1751" y="3224"/>
                </a:lnTo>
                <a:lnTo>
                  <a:pt x="1815" y="3192"/>
                </a:lnTo>
                <a:lnTo>
                  <a:pt x="1881" y="3169"/>
                </a:lnTo>
                <a:lnTo>
                  <a:pt x="1946" y="3155"/>
                </a:lnTo>
                <a:lnTo>
                  <a:pt x="2011" y="3149"/>
                </a:lnTo>
                <a:lnTo>
                  <a:pt x="2075" y="3152"/>
                </a:lnTo>
                <a:lnTo>
                  <a:pt x="2140" y="3164"/>
                </a:lnTo>
                <a:lnTo>
                  <a:pt x="2202" y="3183"/>
                </a:lnTo>
                <a:lnTo>
                  <a:pt x="2263" y="3211"/>
                </a:lnTo>
                <a:lnTo>
                  <a:pt x="2277" y="3220"/>
                </a:lnTo>
                <a:lnTo>
                  <a:pt x="2295" y="3231"/>
                </a:lnTo>
                <a:lnTo>
                  <a:pt x="2314" y="3245"/>
                </a:lnTo>
                <a:lnTo>
                  <a:pt x="2333" y="3259"/>
                </a:lnTo>
                <a:lnTo>
                  <a:pt x="2353" y="3276"/>
                </a:lnTo>
                <a:lnTo>
                  <a:pt x="2370" y="3289"/>
                </a:lnTo>
                <a:lnTo>
                  <a:pt x="2385" y="3302"/>
                </a:lnTo>
                <a:lnTo>
                  <a:pt x="2398" y="3312"/>
                </a:lnTo>
                <a:lnTo>
                  <a:pt x="2406" y="3318"/>
                </a:lnTo>
                <a:lnTo>
                  <a:pt x="2409" y="3321"/>
                </a:lnTo>
                <a:lnTo>
                  <a:pt x="2404" y="3321"/>
                </a:lnTo>
                <a:lnTo>
                  <a:pt x="2394" y="3323"/>
                </a:lnTo>
                <a:lnTo>
                  <a:pt x="2378" y="3326"/>
                </a:lnTo>
                <a:lnTo>
                  <a:pt x="2359" y="3327"/>
                </a:lnTo>
                <a:lnTo>
                  <a:pt x="2338" y="3330"/>
                </a:lnTo>
                <a:lnTo>
                  <a:pt x="2300" y="3336"/>
                </a:lnTo>
                <a:lnTo>
                  <a:pt x="2286" y="3338"/>
                </a:lnTo>
                <a:lnTo>
                  <a:pt x="2277" y="3339"/>
                </a:lnTo>
                <a:lnTo>
                  <a:pt x="2186" y="3360"/>
                </a:lnTo>
                <a:lnTo>
                  <a:pt x="2098" y="3380"/>
                </a:lnTo>
                <a:lnTo>
                  <a:pt x="2009" y="3404"/>
                </a:lnTo>
                <a:lnTo>
                  <a:pt x="1922" y="3433"/>
                </a:lnTo>
                <a:lnTo>
                  <a:pt x="1835" y="3469"/>
                </a:lnTo>
                <a:lnTo>
                  <a:pt x="1754" y="3504"/>
                </a:lnTo>
                <a:lnTo>
                  <a:pt x="1679" y="3542"/>
                </a:lnTo>
                <a:lnTo>
                  <a:pt x="1604" y="3582"/>
                </a:lnTo>
                <a:lnTo>
                  <a:pt x="1532" y="3627"/>
                </a:lnTo>
                <a:lnTo>
                  <a:pt x="1462" y="3677"/>
                </a:lnTo>
                <a:lnTo>
                  <a:pt x="1399" y="3733"/>
                </a:lnTo>
                <a:lnTo>
                  <a:pt x="1337" y="3793"/>
                </a:lnTo>
                <a:lnTo>
                  <a:pt x="1275" y="3861"/>
                </a:lnTo>
                <a:lnTo>
                  <a:pt x="1213" y="3935"/>
                </a:lnTo>
                <a:lnTo>
                  <a:pt x="1200" y="3951"/>
                </a:lnTo>
                <a:lnTo>
                  <a:pt x="1184" y="3972"/>
                </a:lnTo>
                <a:lnTo>
                  <a:pt x="1167" y="3995"/>
                </a:lnTo>
                <a:lnTo>
                  <a:pt x="1153" y="4022"/>
                </a:lnTo>
                <a:lnTo>
                  <a:pt x="1134" y="4061"/>
                </a:lnTo>
                <a:lnTo>
                  <a:pt x="1117" y="4103"/>
                </a:lnTo>
                <a:lnTo>
                  <a:pt x="1109" y="4240"/>
                </a:lnTo>
                <a:lnTo>
                  <a:pt x="1109" y="4246"/>
                </a:lnTo>
                <a:lnTo>
                  <a:pt x="1110" y="4250"/>
                </a:lnTo>
                <a:lnTo>
                  <a:pt x="1110" y="4255"/>
                </a:lnTo>
                <a:lnTo>
                  <a:pt x="1111" y="4293"/>
                </a:lnTo>
                <a:lnTo>
                  <a:pt x="1114" y="4342"/>
                </a:lnTo>
                <a:lnTo>
                  <a:pt x="1117" y="4395"/>
                </a:lnTo>
                <a:lnTo>
                  <a:pt x="1122" y="4452"/>
                </a:lnTo>
                <a:lnTo>
                  <a:pt x="1125" y="4511"/>
                </a:lnTo>
                <a:lnTo>
                  <a:pt x="1128" y="4569"/>
                </a:lnTo>
                <a:lnTo>
                  <a:pt x="1132" y="4625"/>
                </a:lnTo>
                <a:lnTo>
                  <a:pt x="1139" y="4746"/>
                </a:lnTo>
                <a:lnTo>
                  <a:pt x="1147" y="4865"/>
                </a:lnTo>
                <a:lnTo>
                  <a:pt x="1106" y="4865"/>
                </a:lnTo>
                <a:lnTo>
                  <a:pt x="1106" y="4855"/>
                </a:lnTo>
                <a:lnTo>
                  <a:pt x="1100" y="4777"/>
                </a:lnTo>
                <a:lnTo>
                  <a:pt x="1091" y="4626"/>
                </a:lnTo>
                <a:lnTo>
                  <a:pt x="1086" y="4548"/>
                </a:lnTo>
                <a:lnTo>
                  <a:pt x="1079" y="4465"/>
                </a:lnTo>
                <a:lnTo>
                  <a:pt x="1072" y="4377"/>
                </a:lnTo>
                <a:lnTo>
                  <a:pt x="1066" y="4287"/>
                </a:lnTo>
                <a:lnTo>
                  <a:pt x="1060" y="4199"/>
                </a:lnTo>
                <a:lnTo>
                  <a:pt x="1055" y="4116"/>
                </a:lnTo>
                <a:lnTo>
                  <a:pt x="1054" y="4070"/>
                </a:lnTo>
                <a:lnTo>
                  <a:pt x="1052" y="4032"/>
                </a:lnTo>
                <a:lnTo>
                  <a:pt x="1051" y="3998"/>
                </a:lnTo>
                <a:lnTo>
                  <a:pt x="1048" y="3939"/>
                </a:lnTo>
                <a:lnTo>
                  <a:pt x="1047" y="3908"/>
                </a:lnTo>
                <a:lnTo>
                  <a:pt x="1045" y="3876"/>
                </a:lnTo>
                <a:lnTo>
                  <a:pt x="1044" y="3836"/>
                </a:lnTo>
                <a:lnTo>
                  <a:pt x="1044" y="3737"/>
                </a:lnTo>
                <a:lnTo>
                  <a:pt x="1045" y="3677"/>
                </a:lnTo>
                <a:lnTo>
                  <a:pt x="1045" y="3610"/>
                </a:lnTo>
                <a:lnTo>
                  <a:pt x="1047" y="3540"/>
                </a:lnTo>
                <a:lnTo>
                  <a:pt x="1050" y="3467"/>
                </a:lnTo>
                <a:lnTo>
                  <a:pt x="1039" y="3444"/>
                </a:lnTo>
                <a:lnTo>
                  <a:pt x="1026" y="3425"/>
                </a:lnTo>
                <a:lnTo>
                  <a:pt x="1011" y="3404"/>
                </a:lnTo>
                <a:lnTo>
                  <a:pt x="995" y="3388"/>
                </a:lnTo>
                <a:lnTo>
                  <a:pt x="973" y="3371"/>
                </a:lnTo>
                <a:lnTo>
                  <a:pt x="946" y="3357"/>
                </a:lnTo>
                <a:lnTo>
                  <a:pt x="918" y="3343"/>
                </a:lnTo>
                <a:lnTo>
                  <a:pt x="889" y="3330"/>
                </a:lnTo>
                <a:lnTo>
                  <a:pt x="861" y="3318"/>
                </a:lnTo>
                <a:lnTo>
                  <a:pt x="834" y="3305"/>
                </a:lnTo>
                <a:lnTo>
                  <a:pt x="814" y="3292"/>
                </a:lnTo>
                <a:lnTo>
                  <a:pt x="789" y="3271"/>
                </a:lnTo>
                <a:lnTo>
                  <a:pt x="767" y="3252"/>
                </a:lnTo>
                <a:lnTo>
                  <a:pt x="746" y="3236"/>
                </a:lnTo>
                <a:lnTo>
                  <a:pt x="744" y="3364"/>
                </a:lnTo>
                <a:lnTo>
                  <a:pt x="743" y="3491"/>
                </a:lnTo>
                <a:lnTo>
                  <a:pt x="739" y="3768"/>
                </a:lnTo>
                <a:lnTo>
                  <a:pt x="739" y="3818"/>
                </a:lnTo>
                <a:lnTo>
                  <a:pt x="740" y="3851"/>
                </a:lnTo>
                <a:lnTo>
                  <a:pt x="740" y="3918"/>
                </a:lnTo>
                <a:lnTo>
                  <a:pt x="741" y="3951"/>
                </a:lnTo>
                <a:lnTo>
                  <a:pt x="741" y="4007"/>
                </a:lnTo>
                <a:lnTo>
                  <a:pt x="743" y="4029"/>
                </a:lnTo>
                <a:lnTo>
                  <a:pt x="743" y="4051"/>
                </a:lnTo>
                <a:lnTo>
                  <a:pt x="746" y="4061"/>
                </a:lnTo>
                <a:lnTo>
                  <a:pt x="747" y="4079"/>
                </a:lnTo>
                <a:lnTo>
                  <a:pt x="752" y="4100"/>
                </a:lnTo>
                <a:lnTo>
                  <a:pt x="756" y="4123"/>
                </a:lnTo>
                <a:lnTo>
                  <a:pt x="765" y="4174"/>
                </a:lnTo>
                <a:lnTo>
                  <a:pt x="781" y="4249"/>
                </a:lnTo>
                <a:lnTo>
                  <a:pt x="814" y="4402"/>
                </a:lnTo>
                <a:lnTo>
                  <a:pt x="828" y="4476"/>
                </a:lnTo>
                <a:lnTo>
                  <a:pt x="842" y="4544"/>
                </a:lnTo>
                <a:lnTo>
                  <a:pt x="862" y="4645"/>
                </a:lnTo>
                <a:lnTo>
                  <a:pt x="881" y="4751"/>
                </a:lnTo>
                <a:lnTo>
                  <a:pt x="902" y="4862"/>
                </a:lnTo>
                <a:lnTo>
                  <a:pt x="862" y="4862"/>
                </a:lnTo>
                <a:lnTo>
                  <a:pt x="856" y="4830"/>
                </a:lnTo>
                <a:lnTo>
                  <a:pt x="849" y="4791"/>
                </a:lnTo>
                <a:lnTo>
                  <a:pt x="840" y="4747"/>
                </a:lnTo>
                <a:lnTo>
                  <a:pt x="830" y="4698"/>
                </a:lnTo>
                <a:lnTo>
                  <a:pt x="820" y="4645"/>
                </a:lnTo>
                <a:lnTo>
                  <a:pt x="809" y="4591"/>
                </a:lnTo>
                <a:lnTo>
                  <a:pt x="797" y="4533"/>
                </a:lnTo>
                <a:lnTo>
                  <a:pt x="787" y="4476"/>
                </a:lnTo>
                <a:lnTo>
                  <a:pt x="775" y="4418"/>
                </a:lnTo>
                <a:lnTo>
                  <a:pt x="765" y="4361"/>
                </a:lnTo>
                <a:lnTo>
                  <a:pt x="753" y="4306"/>
                </a:lnTo>
                <a:lnTo>
                  <a:pt x="743" y="4255"/>
                </a:lnTo>
                <a:lnTo>
                  <a:pt x="734" y="4207"/>
                </a:lnTo>
                <a:lnTo>
                  <a:pt x="727" y="4165"/>
                </a:lnTo>
                <a:lnTo>
                  <a:pt x="719" y="4128"/>
                </a:lnTo>
                <a:lnTo>
                  <a:pt x="713" y="4097"/>
                </a:lnTo>
                <a:lnTo>
                  <a:pt x="706" y="4060"/>
                </a:lnTo>
                <a:lnTo>
                  <a:pt x="693" y="4045"/>
                </a:lnTo>
                <a:lnTo>
                  <a:pt x="675" y="4028"/>
                </a:lnTo>
                <a:lnTo>
                  <a:pt x="657" y="4008"/>
                </a:lnTo>
                <a:lnTo>
                  <a:pt x="638" y="3989"/>
                </a:lnTo>
                <a:lnTo>
                  <a:pt x="621" y="3970"/>
                </a:lnTo>
                <a:lnTo>
                  <a:pt x="604" y="3954"/>
                </a:lnTo>
                <a:lnTo>
                  <a:pt x="590" y="3941"/>
                </a:lnTo>
                <a:lnTo>
                  <a:pt x="581" y="3930"/>
                </a:lnTo>
                <a:lnTo>
                  <a:pt x="541" y="3890"/>
                </a:lnTo>
                <a:lnTo>
                  <a:pt x="529" y="3882"/>
                </a:lnTo>
                <a:lnTo>
                  <a:pt x="485" y="3864"/>
                </a:lnTo>
                <a:lnTo>
                  <a:pt x="448" y="3851"/>
                </a:lnTo>
                <a:lnTo>
                  <a:pt x="411" y="3836"/>
                </a:lnTo>
                <a:lnTo>
                  <a:pt x="339" y="3809"/>
                </a:lnTo>
                <a:lnTo>
                  <a:pt x="268" y="3783"/>
                </a:lnTo>
                <a:lnTo>
                  <a:pt x="254" y="3777"/>
                </a:lnTo>
                <a:lnTo>
                  <a:pt x="221" y="3765"/>
                </a:lnTo>
                <a:lnTo>
                  <a:pt x="205" y="3764"/>
                </a:lnTo>
                <a:lnTo>
                  <a:pt x="193" y="3765"/>
                </a:lnTo>
                <a:lnTo>
                  <a:pt x="167" y="3777"/>
                </a:lnTo>
                <a:lnTo>
                  <a:pt x="155" y="3781"/>
                </a:lnTo>
                <a:lnTo>
                  <a:pt x="134" y="3784"/>
                </a:lnTo>
                <a:lnTo>
                  <a:pt x="115" y="3783"/>
                </a:lnTo>
                <a:lnTo>
                  <a:pt x="96" y="3777"/>
                </a:lnTo>
                <a:lnTo>
                  <a:pt x="80" y="3768"/>
                </a:lnTo>
                <a:lnTo>
                  <a:pt x="66" y="3753"/>
                </a:lnTo>
                <a:lnTo>
                  <a:pt x="57" y="3736"/>
                </a:lnTo>
                <a:lnTo>
                  <a:pt x="56" y="3721"/>
                </a:lnTo>
                <a:lnTo>
                  <a:pt x="55" y="3705"/>
                </a:lnTo>
                <a:lnTo>
                  <a:pt x="55" y="3699"/>
                </a:lnTo>
                <a:lnTo>
                  <a:pt x="56" y="3690"/>
                </a:lnTo>
                <a:lnTo>
                  <a:pt x="60" y="3683"/>
                </a:lnTo>
                <a:lnTo>
                  <a:pt x="63" y="3678"/>
                </a:lnTo>
                <a:lnTo>
                  <a:pt x="68" y="3675"/>
                </a:lnTo>
                <a:lnTo>
                  <a:pt x="72" y="3671"/>
                </a:lnTo>
                <a:lnTo>
                  <a:pt x="77" y="3668"/>
                </a:lnTo>
                <a:lnTo>
                  <a:pt x="81" y="3663"/>
                </a:lnTo>
                <a:lnTo>
                  <a:pt x="97" y="3652"/>
                </a:lnTo>
                <a:lnTo>
                  <a:pt x="115" y="3646"/>
                </a:lnTo>
                <a:lnTo>
                  <a:pt x="134" y="3646"/>
                </a:lnTo>
                <a:lnTo>
                  <a:pt x="152" y="3650"/>
                </a:lnTo>
                <a:lnTo>
                  <a:pt x="168" y="3660"/>
                </a:lnTo>
                <a:lnTo>
                  <a:pt x="181" y="3675"/>
                </a:lnTo>
                <a:lnTo>
                  <a:pt x="189" y="3688"/>
                </a:lnTo>
                <a:lnTo>
                  <a:pt x="195" y="3702"/>
                </a:lnTo>
                <a:lnTo>
                  <a:pt x="202" y="3715"/>
                </a:lnTo>
                <a:lnTo>
                  <a:pt x="211" y="3725"/>
                </a:lnTo>
                <a:lnTo>
                  <a:pt x="237" y="3742"/>
                </a:lnTo>
                <a:lnTo>
                  <a:pt x="264" y="3755"/>
                </a:lnTo>
                <a:lnTo>
                  <a:pt x="326" y="3783"/>
                </a:lnTo>
                <a:lnTo>
                  <a:pt x="389" y="3809"/>
                </a:lnTo>
                <a:lnTo>
                  <a:pt x="460" y="3834"/>
                </a:lnTo>
                <a:lnTo>
                  <a:pt x="483" y="3843"/>
                </a:lnTo>
                <a:lnTo>
                  <a:pt x="507" y="3846"/>
                </a:lnTo>
                <a:lnTo>
                  <a:pt x="513" y="3842"/>
                </a:lnTo>
                <a:lnTo>
                  <a:pt x="517" y="3833"/>
                </a:lnTo>
                <a:lnTo>
                  <a:pt x="520" y="3820"/>
                </a:lnTo>
                <a:lnTo>
                  <a:pt x="522" y="3802"/>
                </a:lnTo>
                <a:lnTo>
                  <a:pt x="522" y="3784"/>
                </a:lnTo>
                <a:lnTo>
                  <a:pt x="523" y="3765"/>
                </a:lnTo>
                <a:lnTo>
                  <a:pt x="525" y="3712"/>
                </a:lnTo>
                <a:lnTo>
                  <a:pt x="525" y="3657"/>
                </a:lnTo>
                <a:lnTo>
                  <a:pt x="523" y="3604"/>
                </a:lnTo>
                <a:lnTo>
                  <a:pt x="523" y="3573"/>
                </a:lnTo>
                <a:lnTo>
                  <a:pt x="520" y="3541"/>
                </a:lnTo>
                <a:lnTo>
                  <a:pt x="519" y="3537"/>
                </a:lnTo>
                <a:lnTo>
                  <a:pt x="507" y="3525"/>
                </a:lnTo>
                <a:lnTo>
                  <a:pt x="504" y="3520"/>
                </a:lnTo>
                <a:lnTo>
                  <a:pt x="503" y="3516"/>
                </a:lnTo>
                <a:lnTo>
                  <a:pt x="503" y="3509"/>
                </a:lnTo>
                <a:lnTo>
                  <a:pt x="501" y="3504"/>
                </a:lnTo>
                <a:lnTo>
                  <a:pt x="483" y="3486"/>
                </a:lnTo>
                <a:lnTo>
                  <a:pt x="473" y="3478"/>
                </a:lnTo>
                <a:lnTo>
                  <a:pt x="466" y="3467"/>
                </a:lnTo>
                <a:lnTo>
                  <a:pt x="461" y="3453"/>
                </a:lnTo>
                <a:lnTo>
                  <a:pt x="458" y="3436"/>
                </a:lnTo>
                <a:lnTo>
                  <a:pt x="458" y="3420"/>
                </a:lnTo>
                <a:lnTo>
                  <a:pt x="461" y="3404"/>
                </a:lnTo>
                <a:lnTo>
                  <a:pt x="467" y="3388"/>
                </a:lnTo>
                <a:lnTo>
                  <a:pt x="475" y="3371"/>
                </a:lnTo>
                <a:lnTo>
                  <a:pt x="485" y="3358"/>
                </a:lnTo>
                <a:lnTo>
                  <a:pt x="491" y="3354"/>
                </a:lnTo>
                <a:lnTo>
                  <a:pt x="498" y="3348"/>
                </a:lnTo>
                <a:lnTo>
                  <a:pt x="519" y="3333"/>
                </a:lnTo>
                <a:lnTo>
                  <a:pt x="540" y="3323"/>
                </a:lnTo>
                <a:lnTo>
                  <a:pt x="547" y="3321"/>
                </a:lnTo>
                <a:lnTo>
                  <a:pt x="550" y="3323"/>
                </a:lnTo>
                <a:lnTo>
                  <a:pt x="556" y="3332"/>
                </a:lnTo>
                <a:lnTo>
                  <a:pt x="565" y="3339"/>
                </a:lnTo>
                <a:lnTo>
                  <a:pt x="576" y="3343"/>
                </a:lnTo>
                <a:lnTo>
                  <a:pt x="585" y="3349"/>
                </a:lnTo>
                <a:lnTo>
                  <a:pt x="603" y="3366"/>
                </a:lnTo>
                <a:lnTo>
                  <a:pt x="616" y="3383"/>
                </a:lnTo>
                <a:lnTo>
                  <a:pt x="624" y="3402"/>
                </a:lnTo>
                <a:lnTo>
                  <a:pt x="626" y="3425"/>
                </a:lnTo>
                <a:lnTo>
                  <a:pt x="622" y="3448"/>
                </a:lnTo>
                <a:lnTo>
                  <a:pt x="615" y="3467"/>
                </a:lnTo>
                <a:lnTo>
                  <a:pt x="604" y="3485"/>
                </a:lnTo>
                <a:lnTo>
                  <a:pt x="588" y="3498"/>
                </a:lnTo>
                <a:lnTo>
                  <a:pt x="575" y="3506"/>
                </a:lnTo>
                <a:lnTo>
                  <a:pt x="565" y="3513"/>
                </a:lnTo>
                <a:lnTo>
                  <a:pt x="556" y="3525"/>
                </a:lnTo>
                <a:lnTo>
                  <a:pt x="548" y="3541"/>
                </a:lnTo>
                <a:lnTo>
                  <a:pt x="545" y="3560"/>
                </a:lnTo>
                <a:lnTo>
                  <a:pt x="545" y="3599"/>
                </a:lnTo>
                <a:lnTo>
                  <a:pt x="544" y="3634"/>
                </a:lnTo>
                <a:lnTo>
                  <a:pt x="544" y="3671"/>
                </a:lnTo>
                <a:lnTo>
                  <a:pt x="541" y="3739"/>
                </a:lnTo>
                <a:lnTo>
                  <a:pt x="541" y="3806"/>
                </a:lnTo>
                <a:lnTo>
                  <a:pt x="544" y="3834"/>
                </a:lnTo>
                <a:lnTo>
                  <a:pt x="550" y="3859"/>
                </a:lnTo>
                <a:lnTo>
                  <a:pt x="563" y="3882"/>
                </a:lnTo>
                <a:lnTo>
                  <a:pt x="582" y="3902"/>
                </a:lnTo>
                <a:lnTo>
                  <a:pt x="637" y="3957"/>
                </a:lnTo>
                <a:lnTo>
                  <a:pt x="654" y="3973"/>
                </a:lnTo>
                <a:lnTo>
                  <a:pt x="672" y="3991"/>
                </a:lnTo>
                <a:lnTo>
                  <a:pt x="690" y="4007"/>
                </a:lnTo>
                <a:lnTo>
                  <a:pt x="705" y="4020"/>
                </a:lnTo>
                <a:lnTo>
                  <a:pt x="703" y="3983"/>
                </a:lnTo>
                <a:lnTo>
                  <a:pt x="703" y="3890"/>
                </a:lnTo>
                <a:lnTo>
                  <a:pt x="705" y="3843"/>
                </a:lnTo>
                <a:lnTo>
                  <a:pt x="706" y="3799"/>
                </a:lnTo>
                <a:lnTo>
                  <a:pt x="706" y="3647"/>
                </a:lnTo>
                <a:lnTo>
                  <a:pt x="712" y="3397"/>
                </a:lnTo>
                <a:lnTo>
                  <a:pt x="716" y="3209"/>
                </a:lnTo>
                <a:lnTo>
                  <a:pt x="694" y="3186"/>
                </a:lnTo>
                <a:lnTo>
                  <a:pt x="675" y="3165"/>
                </a:lnTo>
                <a:lnTo>
                  <a:pt x="660" y="3144"/>
                </a:lnTo>
                <a:lnTo>
                  <a:pt x="644" y="3125"/>
                </a:lnTo>
                <a:lnTo>
                  <a:pt x="629" y="3106"/>
                </a:lnTo>
                <a:lnTo>
                  <a:pt x="610" y="3084"/>
                </a:lnTo>
                <a:lnTo>
                  <a:pt x="588" y="3060"/>
                </a:lnTo>
                <a:lnTo>
                  <a:pt x="562" y="3038"/>
                </a:lnTo>
                <a:lnTo>
                  <a:pt x="534" y="3021"/>
                </a:lnTo>
                <a:lnTo>
                  <a:pt x="506" y="3009"/>
                </a:lnTo>
                <a:lnTo>
                  <a:pt x="476" y="2998"/>
                </a:lnTo>
                <a:lnTo>
                  <a:pt x="476" y="2995"/>
                </a:lnTo>
                <a:lnTo>
                  <a:pt x="483" y="2990"/>
                </a:lnTo>
                <a:lnTo>
                  <a:pt x="495" y="2984"/>
                </a:lnTo>
                <a:lnTo>
                  <a:pt x="514" y="2975"/>
                </a:lnTo>
                <a:lnTo>
                  <a:pt x="537" y="2966"/>
                </a:lnTo>
                <a:lnTo>
                  <a:pt x="563" y="2957"/>
                </a:lnTo>
                <a:lnTo>
                  <a:pt x="593" y="2950"/>
                </a:lnTo>
                <a:lnTo>
                  <a:pt x="625" y="2944"/>
                </a:lnTo>
                <a:lnTo>
                  <a:pt x="660" y="2941"/>
                </a:lnTo>
                <a:lnTo>
                  <a:pt x="696" y="2939"/>
                </a:lnTo>
                <a:lnTo>
                  <a:pt x="733" y="2944"/>
                </a:lnTo>
                <a:lnTo>
                  <a:pt x="734" y="2931"/>
                </a:lnTo>
                <a:lnTo>
                  <a:pt x="736" y="2914"/>
                </a:lnTo>
                <a:lnTo>
                  <a:pt x="736" y="2858"/>
                </a:lnTo>
                <a:lnTo>
                  <a:pt x="744" y="2721"/>
                </a:lnTo>
                <a:lnTo>
                  <a:pt x="750" y="2600"/>
                </a:lnTo>
                <a:lnTo>
                  <a:pt x="755" y="2540"/>
                </a:lnTo>
                <a:lnTo>
                  <a:pt x="761" y="2479"/>
                </a:lnTo>
                <a:lnTo>
                  <a:pt x="753" y="2472"/>
                </a:lnTo>
                <a:lnTo>
                  <a:pt x="741" y="2462"/>
                </a:lnTo>
                <a:lnTo>
                  <a:pt x="725" y="2447"/>
                </a:lnTo>
                <a:lnTo>
                  <a:pt x="706" y="2431"/>
                </a:lnTo>
                <a:lnTo>
                  <a:pt x="685" y="2416"/>
                </a:lnTo>
                <a:lnTo>
                  <a:pt x="665" y="2398"/>
                </a:lnTo>
                <a:lnTo>
                  <a:pt x="643" y="2382"/>
                </a:lnTo>
                <a:lnTo>
                  <a:pt x="624" y="2366"/>
                </a:lnTo>
                <a:lnTo>
                  <a:pt x="606" y="2353"/>
                </a:lnTo>
                <a:lnTo>
                  <a:pt x="593" y="2341"/>
                </a:lnTo>
                <a:lnTo>
                  <a:pt x="582" y="2333"/>
                </a:lnTo>
                <a:lnTo>
                  <a:pt x="578" y="2331"/>
                </a:lnTo>
                <a:lnTo>
                  <a:pt x="554" y="2316"/>
                </a:lnTo>
                <a:lnTo>
                  <a:pt x="531" y="2307"/>
                </a:lnTo>
                <a:lnTo>
                  <a:pt x="504" y="2304"/>
                </a:lnTo>
                <a:lnTo>
                  <a:pt x="476" y="2305"/>
                </a:lnTo>
                <a:lnTo>
                  <a:pt x="408" y="2317"/>
                </a:lnTo>
                <a:lnTo>
                  <a:pt x="342" y="2332"/>
                </a:lnTo>
                <a:lnTo>
                  <a:pt x="307" y="2339"/>
                </a:lnTo>
                <a:lnTo>
                  <a:pt x="273" y="2347"/>
                </a:lnTo>
                <a:lnTo>
                  <a:pt x="255" y="2351"/>
                </a:lnTo>
                <a:lnTo>
                  <a:pt x="234" y="2354"/>
                </a:lnTo>
                <a:lnTo>
                  <a:pt x="217" y="2360"/>
                </a:lnTo>
                <a:lnTo>
                  <a:pt x="200" y="2369"/>
                </a:lnTo>
                <a:lnTo>
                  <a:pt x="193" y="2378"/>
                </a:lnTo>
                <a:lnTo>
                  <a:pt x="189" y="2387"/>
                </a:lnTo>
                <a:lnTo>
                  <a:pt x="186" y="2395"/>
                </a:lnTo>
                <a:lnTo>
                  <a:pt x="181" y="2406"/>
                </a:lnTo>
                <a:lnTo>
                  <a:pt x="171" y="2423"/>
                </a:lnTo>
                <a:lnTo>
                  <a:pt x="156" y="2437"/>
                </a:lnTo>
                <a:lnTo>
                  <a:pt x="139" y="2448"/>
                </a:lnTo>
                <a:lnTo>
                  <a:pt x="116" y="2457"/>
                </a:lnTo>
                <a:lnTo>
                  <a:pt x="94" y="2459"/>
                </a:lnTo>
                <a:lnTo>
                  <a:pt x="72" y="2454"/>
                </a:lnTo>
                <a:lnTo>
                  <a:pt x="53" y="2444"/>
                </a:lnTo>
                <a:lnTo>
                  <a:pt x="34" y="2429"/>
                </a:lnTo>
                <a:lnTo>
                  <a:pt x="28" y="2420"/>
                </a:lnTo>
                <a:lnTo>
                  <a:pt x="21" y="2412"/>
                </a:lnTo>
                <a:lnTo>
                  <a:pt x="13" y="2404"/>
                </a:lnTo>
                <a:lnTo>
                  <a:pt x="3" y="2400"/>
                </a:lnTo>
                <a:lnTo>
                  <a:pt x="0" y="2397"/>
                </a:lnTo>
                <a:lnTo>
                  <a:pt x="0" y="2390"/>
                </a:lnTo>
                <a:lnTo>
                  <a:pt x="3" y="2379"/>
                </a:lnTo>
                <a:lnTo>
                  <a:pt x="12" y="2356"/>
                </a:lnTo>
                <a:lnTo>
                  <a:pt x="25" y="2329"/>
                </a:lnTo>
                <a:lnTo>
                  <a:pt x="35" y="2317"/>
                </a:lnTo>
                <a:lnTo>
                  <a:pt x="50" y="2307"/>
                </a:lnTo>
                <a:lnTo>
                  <a:pt x="66" y="2298"/>
                </a:lnTo>
                <a:lnTo>
                  <a:pt x="85" y="2292"/>
                </a:lnTo>
                <a:lnTo>
                  <a:pt x="108" y="2289"/>
                </a:lnTo>
                <a:lnTo>
                  <a:pt x="130" y="2291"/>
                </a:lnTo>
                <a:lnTo>
                  <a:pt x="142" y="2297"/>
                </a:lnTo>
                <a:lnTo>
                  <a:pt x="152" y="2304"/>
                </a:lnTo>
                <a:lnTo>
                  <a:pt x="162" y="2313"/>
                </a:lnTo>
                <a:lnTo>
                  <a:pt x="172" y="2319"/>
                </a:lnTo>
                <a:lnTo>
                  <a:pt x="177" y="2320"/>
                </a:lnTo>
                <a:lnTo>
                  <a:pt x="189" y="2320"/>
                </a:lnTo>
                <a:lnTo>
                  <a:pt x="193" y="2322"/>
                </a:lnTo>
                <a:lnTo>
                  <a:pt x="196" y="2323"/>
                </a:lnTo>
                <a:lnTo>
                  <a:pt x="199" y="2326"/>
                </a:lnTo>
                <a:lnTo>
                  <a:pt x="202" y="2328"/>
                </a:lnTo>
                <a:lnTo>
                  <a:pt x="203" y="2331"/>
                </a:lnTo>
                <a:lnTo>
                  <a:pt x="206" y="2332"/>
                </a:lnTo>
                <a:lnTo>
                  <a:pt x="211" y="2332"/>
                </a:lnTo>
                <a:lnTo>
                  <a:pt x="242" y="2329"/>
                </a:lnTo>
                <a:lnTo>
                  <a:pt x="274" y="2325"/>
                </a:lnTo>
                <a:lnTo>
                  <a:pt x="327" y="2316"/>
                </a:lnTo>
                <a:lnTo>
                  <a:pt x="382" y="2307"/>
                </a:lnTo>
                <a:lnTo>
                  <a:pt x="432" y="2295"/>
                </a:lnTo>
                <a:lnTo>
                  <a:pt x="451" y="2291"/>
                </a:lnTo>
                <a:lnTo>
                  <a:pt x="469" y="2288"/>
                </a:lnTo>
                <a:lnTo>
                  <a:pt x="485" y="2283"/>
                </a:lnTo>
                <a:lnTo>
                  <a:pt x="498" y="2279"/>
                </a:lnTo>
                <a:lnTo>
                  <a:pt x="507" y="2273"/>
                </a:lnTo>
                <a:lnTo>
                  <a:pt x="509" y="2266"/>
                </a:lnTo>
                <a:lnTo>
                  <a:pt x="504" y="2251"/>
                </a:lnTo>
                <a:lnTo>
                  <a:pt x="489" y="2221"/>
                </a:lnTo>
                <a:lnTo>
                  <a:pt x="472" y="2189"/>
                </a:lnTo>
                <a:lnTo>
                  <a:pt x="453" y="2157"/>
                </a:lnTo>
                <a:lnTo>
                  <a:pt x="417" y="2102"/>
                </a:lnTo>
                <a:lnTo>
                  <a:pt x="380" y="2047"/>
                </a:lnTo>
                <a:lnTo>
                  <a:pt x="317" y="2030"/>
                </a:lnTo>
                <a:lnTo>
                  <a:pt x="254" y="2014"/>
                </a:lnTo>
                <a:lnTo>
                  <a:pt x="236" y="2009"/>
                </a:lnTo>
                <a:lnTo>
                  <a:pt x="215" y="2003"/>
                </a:lnTo>
                <a:lnTo>
                  <a:pt x="193" y="1999"/>
                </a:lnTo>
                <a:lnTo>
                  <a:pt x="171" y="1996"/>
                </a:lnTo>
                <a:lnTo>
                  <a:pt x="150" y="1999"/>
                </a:lnTo>
                <a:lnTo>
                  <a:pt x="131" y="2006"/>
                </a:lnTo>
                <a:lnTo>
                  <a:pt x="109" y="2016"/>
                </a:lnTo>
                <a:lnTo>
                  <a:pt x="85" y="2021"/>
                </a:lnTo>
                <a:lnTo>
                  <a:pt x="62" y="2019"/>
                </a:lnTo>
                <a:lnTo>
                  <a:pt x="40" y="2014"/>
                </a:lnTo>
                <a:lnTo>
                  <a:pt x="22" y="2002"/>
                </a:lnTo>
                <a:lnTo>
                  <a:pt x="12" y="1987"/>
                </a:lnTo>
                <a:lnTo>
                  <a:pt x="7" y="1966"/>
                </a:lnTo>
                <a:lnTo>
                  <a:pt x="6" y="1946"/>
                </a:lnTo>
                <a:lnTo>
                  <a:pt x="12" y="1924"/>
                </a:lnTo>
                <a:lnTo>
                  <a:pt x="21" y="1904"/>
                </a:lnTo>
                <a:lnTo>
                  <a:pt x="35" y="1888"/>
                </a:lnTo>
                <a:lnTo>
                  <a:pt x="56" y="1878"/>
                </a:lnTo>
                <a:lnTo>
                  <a:pt x="80" y="1873"/>
                </a:lnTo>
                <a:lnTo>
                  <a:pt x="105" y="1876"/>
                </a:lnTo>
                <a:lnTo>
                  <a:pt x="127" y="1884"/>
                </a:lnTo>
                <a:lnTo>
                  <a:pt x="144" y="1896"/>
                </a:lnTo>
                <a:lnTo>
                  <a:pt x="155" y="1907"/>
                </a:lnTo>
                <a:lnTo>
                  <a:pt x="172" y="1947"/>
                </a:lnTo>
                <a:lnTo>
                  <a:pt x="183" y="1960"/>
                </a:lnTo>
                <a:lnTo>
                  <a:pt x="196" y="1969"/>
                </a:lnTo>
                <a:lnTo>
                  <a:pt x="211" y="1975"/>
                </a:lnTo>
                <a:lnTo>
                  <a:pt x="227" y="1981"/>
                </a:lnTo>
                <a:lnTo>
                  <a:pt x="295" y="2003"/>
                </a:lnTo>
                <a:lnTo>
                  <a:pt x="363" y="2024"/>
                </a:lnTo>
                <a:lnTo>
                  <a:pt x="351" y="2009"/>
                </a:lnTo>
                <a:lnTo>
                  <a:pt x="338" y="1996"/>
                </a:lnTo>
                <a:lnTo>
                  <a:pt x="326" y="1988"/>
                </a:lnTo>
                <a:lnTo>
                  <a:pt x="313" y="1983"/>
                </a:lnTo>
                <a:lnTo>
                  <a:pt x="298" y="1980"/>
                </a:lnTo>
                <a:lnTo>
                  <a:pt x="284" y="1974"/>
                </a:lnTo>
                <a:lnTo>
                  <a:pt x="267" y="1963"/>
                </a:lnTo>
                <a:lnTo>
                  <a:pt x="254" y="1950"/>
                </a:lnTo>
                <a:lnTo>
                  <a:pt x="246" y="1934"/>
                </a:lnTo>
                <a:lnTo>
                  <a:pt x="243" y="1916"/>
                </a:lnTo>
                <a:lnTo>
                  <a:pt x="245" y="1897"/>
                </a:lnTo>
                <a:lnTo>
                  <a:pt x="254" y="1878"/>
                </a:lnTo>
                <a:lnTo>
                  <a:pt x="258" y="1872"/>
                </a:lnTo>
                <a:lnTo>
                  <a:pt x="267" y="1857"/>
                </a:lnTo>
                <a:lnTo>
                  <a:pt x="270" y="1854"/>
                </a:lnTo>
                <a:lnTo>
                  <a:pt x="277" y="1850"/>
                </a:lnTo>
                <a:lnTo>
                  <a:pt x="284" y="1847"/>
                </a:lnTo>
                <a:lnTo>
                  <a:pt x="290" y="1845"/>
                </a:lnTo>
                <a:lnTo>
                  <a:pt x="305" y="1844"/>
                </a:lnTo>
                <a:lnTo>
                  <a:pt x="321" y="1843"/>
                </a:lnTo>
                <a:lnTo>
                  <a:pt x="342" y="1848"/>
                </a:lnTo>
                <a:lnTo>
                  <a:pt x="357" y="1859"/>
                </a:lnTo>
                <a:lnTo>
                  <a:pt x="370" y="1872"/>
                </a:lnTo>
                <a:lnTo>
                  <a:pt x="377" y="1890"/>
                </a:lnTo>
                <a:lnTo>
                  <a:pt x="382" y="1909"/>
                </a:lnTo>
                <a:lnTo>
                  <a:pt x="383" y="1929"/>
                </a:lnTo>
                <a:lnTo>
                  <a:pt x="380" y="1947"/>
                </a:lnTo>
                <a:lnTo>
                  <a:pt x="376" y="1966"/>
                </a:lnTo>
                <a:lnTo>
                  <a:pt x="374" y="1984"/>
                </a:lnTo>
                <a:lnTo>
                  <a:pt x="382" y="2002"/>
                </a:lnTo>
                <a:lnTo>
                  <a:pt x="391" y="2018"/>
                </a:lnTo>
                <a:lnTo>
                  <a:pt x="401" y="2036"/>
                </a:lnTo>
                <a:lnTo>
                  <a:pt x="461" y="2050"/>
                </a:lnTo>
                <a:lnTo>
                  <a:pt x="519" y="2068"/>
                </a:lnTo>
                <a:lnTo>
                  <a:pt x="523" y="2070"/>
                </a:lnTo>
                <a:lnTo>
                  <a:pt x="532" y="2071"/>
                </a:lnTo>
                <a:lnTo>
                  <a:pt x="542" y="2073"/>
                </a:lnTo>
                <a:lnTo>
                  <a:pt x="551" y="2073"/>
                </a:lnTo>
                <a:lnTo>
                  <a:pt x="559" y="2071"/>
                </a:lnTo>
                <a:lnTo>
                  <a:pt x="559" y="2068"/>
                </a:lnTo>
                <a:lnTo>
                  <a:pt x="520" y="2012"/>
                </a:lnTo>
                <a:lnTo>
                  <a:pt x="481" y="1950"/>
                </a:lnTo>
                <a:lnTo>
                  <a:pt x="436" y="1888"/>
                </a:lnTo>
                <a:lnTo>
                  <a:pt x="430" y="1878"/>
                </a:lnTo>
                <a:lnTo>
                  <a:pt x="422" y="1865"/>
                </a:lnTo>
                <a:lnTo>
                  <a:pt x="411" y="1848"/>
                </a:lnTo>
                <a:lnTo>
                  <a:pt x="401" y="1834"/>
                </a:lnTo>
                <a:lnTo>
                  <a:pt x="389" y="1819"/>
                </a:lnTo>
                <a:lnTo>
                  <a:pt x="380" y="1809"/>
                </a:lnTo>
                <a:lnTo>
                  <a:pt x="373" y="1803"/>
                </a:lnTo>
                <a:lnTo>
                  <a:pt x="355" y="1800"/>
                </a:lnTo>
                <a:lnTo>
                  <a:pt x="338" y="1798"/>
                </a:lnTo>
                <a:lnTo>
                  <a:pt x="320" y="1800"/>
                </a:lnTo>
                <a:lnTo>
                  <a:pt x="302" y="1797"/>
                </a:lnTo>
                <a:lnTo>
                  <a:pt x="284" y="1791"/>
                </a:lnTo>
                <a:lnTo>
                  <a:pt x="268" y="1779"/>
                </a:lnTo>
                <a:lnTo>
                  <a:pt x="255" y="1764"/>
                </a:lnTo>
                <a:lnTo>
                  <a:pt x="248" y="1747"/>
                </a:lnTo>
                <a:lnTo>
                  <a:pt x="243" y="1729"/>
                </a:lnTo>
                <a:lnTo>
                  <a:pt x="243" y="1708"/>
                </a:lnTo>
                <a:lnTo>
                  <a:pt x="249" y="1688"/>
                </a:lnTo>
                <a:lnTo>
                  <a:pt x="259" y="1671"/>
                </a:lnTo>
                <a:lnTo>
                  <a:pt x="276" y="1657"/>
                </a:lnTo>
                <a:lnTo>
                  <a:pt x="293" y="1645"/>
                </a:lnTo>
                <a:lnTo>
                  <a:pt x="313" y="1636"/>
                </a:lnTo>
                <a:lnTo>
                  <a:pt x="333" y="1632"/>
                </a:lnTo>
                <a:lnTo>
                  <a:pt x="352" y="1629"/>
                </a:lnTo>
                <a:lnTo>
                  <a:pt x="370" y="1630"/>
                </a:lnTo>
                <a:lnTo>
                  <a:pt x="383" y="1635"/>
                </a:lnTo>
                <a:lnTo>
                  <a:pt x="404" y="1649"/>
                </a:lnTo>
                <a:lnTo>
                  <a:pt x="419" y="1669"/>
                </a:lnTo>
                <a:lnTo>
                  <a:pt x="426" y="1692"/>
                </a:lnTo>
                <a:lnTo>
                  <a:pt x="427" y="1716"/>
                </a:lnTo>
                <a:lnTo>
                  <a:pt x="425" y="1728"/>
                </a:lnTo>
                <a:lnTo>
                  <a:pt x="419" y="1741"/>
                </a:lnTo>
                <a:lnTo>
                  <a:pt x="411" y="1756"/>
                </a:lnTo>
                <a:lnTo>
                  <a:pt x="407" y="1769"/>
                </a:lnTo>
                <a:lnTo>
                  <a:pt x="404" y="1782"/>
                </a:lnTo>
                <a:lnTo>
                  <a:pt x="405" y="1794"/>
                </a:lnTo>
                <a:lnTo>
                  <a:pt x="408" y="1800"/>
                </a:lnTo>
                <a:lnTo>
                  <a:pt x="414" y="1810"/>
                </a:lnTo>
                <a:lnTo>
                  <a:pt x="422" y="1822"/>
                </a:lnTo>
                <a:lnTo>
                  <a:pt x="430" y="1837"/>
                </a:lnTo>
                <a:lnTo>
                  <a:pt x="439" y="1850"/>
                </a:lnTo>
                <a:lnTo>
                  <a:pt x="448" y="1860"/>
                </a:lnTo>
                <a:lnTo>
                  <a:pt x="454" y="1869"/>
                </a:lnTo>
                <a:lnTo>
                  <a:pt x="458" y="1871"/>
                </a:lnTo>
                <a:lnTo>
                  <a:pt x="463" y="1866"/>
                </a:lnTo>
                <a:lnTo>
                  <a:pt x="467" y="1857"/>
                </a:lnTo>
                <a:lnTo>
                  <a:pt x="473" y="1848"/>
                </a:lnTo>
                <a:lnTo>
                  <a:pt x="478" y="1843"/>
                </a:lnTo>
                <a:lnTo>
                  <a:pt x="485" y="1837"/>
                </a:lnTo>
                <a:lnTo>
                  <a:pt x="494" y="1829"/>
                </a:lnTo>
                <a:lnTo>
                  <a:pt x="506" y="1820"/>
                </a:lnTo>
                <a:lnTo>
                  <a:pt x="514" y="1814"/>
                </a:lnTo>
                <a:lnTo>
                  <a:pt x="522" y="1812"/>
                </a:lnTo>
                <a:lnTo>
                  <a:pt x="540" y="1810"/>
                </a:lnTo>
                <a:lnTo>
                  <a:pt x="557" y="1807"/>
                </a:lnTo>
                <a:lnTo>
                  <a:pt x="575" y="1806"/>
                </a:lnTo>
                <a:lnTo>
                  <a:pt x="593" y="1807"/>
                </a:lnTo>
                <a:lnTo>
                  <a:pt x="597" y="1809"/>
                </a:lnTo>
                <a:lnTo>
                  <a:pt x="612" y="1814"/>
                </a:lnTo>
                <a:lnTo>
                  <a:pt x="616" y="1814"/>
                </a:lnTo>
                <a:lnTo>
                  <a:pt x="621" y="1807"/>
                </a:lnTo>
                <a:lnTo>
                  <a:pt x="622" y="1794"/>
                </a:lnTo>
                <a:lnTo>
                  <a:pt x="624" y="1779"/>
                </a:lnTo>
                <a:lnTo>
                  <a:pt x="624" y="1756"/>
                </a:lnTo>
                <a:lnTo>
                  <a:pt x="625" y="1735"/>
                </a:lnTo>
                <a:lnTo>
                  <a:pt x="625" y="1714"/>
                </a:lnTo>
                <a:lnTo>
                  <a:pt x="622" y="1694"/>
                </a:lnTo>
                <a:lnTo>
                  <a:pt x="616" y="1680"/>
                </a:lnTo>
                <a:lnTo>
                  <a:pt x="607" y="1671"/>
                </a:lnTo>
                <a:lnTo>
                  <a:pt x="587" y="1654"/>
                </a:lnTo>
                <a:lnTo>
                  <a:pt x="573" y="1638"/>
                </a:lnTo>
                <a:lnTo>
                  <a:pt x="565" y="1618"/>
                </a:lnTo>
                <a:lnTo>
                  <a:pt x="563" y="1596"/>
                </a:lnTo>
                <a:lnTo>
                  <a:pt x="566" y="1580"/>
                </a:lnTo>
                <a:lnTo>
                  <a:pt x="575" y="1562"/>
                </a:lnTo>
                <a:lnTo>
                  <a:pt x="588" y="1546"/>
                </a:lnTo>
                <a:lnTo>
                  <a:pt x="604" y="1530"/>
                </a:lnTo>
                <a:lnTo>
                  <a:pt x="624" y="1518"/>
                </a:lnTo>
                <a:lnTo>
                  <a:pt x="644" y="1512"/>
                </a:lnTo>
                <a:lnTo>
                  <a:pt x="668" y="1512"/>
                </a:lnTo>
                <a:lnTo>
                  <a:pt x="691" y="1521"/>
                </a:lnTo>
                <a:lnTo>
                  <a:pt x="708" y="1533"/>
                </a:lnTo>
                <a:lnTo>
                  <a:pt x="721" y="1545"/>
                </a:lnTo>
                <a:lnTo>
                  <a:pt x="731" y="1559"/>
                </a:lnTo>
                <a:lnTo>
                  <a:pt x="737" y="1576"/>
                </a:lnTo>
                <a:lnTo>
                  <a:pt x="737" y="1595"/>
                </a:lnTo>
                <a:lnTo>
                  <a:pt x="731" y="1615"/>
                </a:lnTo>
                <a:lnTo>
                  <a:pt x="722" y="1632"/>
                </a:lnTo>
                <a:lnTo>
                  <a:pt x="709" y="1646"/>
                </a:lnTo>
                <a:lnTo>
                  <a:pt x="696" y="1660"/>
                </a:lnTo>
                <a:lnTo>
                  <a:pt x="681" y="1671"/>
                </a:lnTo>
                <a:lnTo>
                  <a:pt x="669" y="1686"/>
                </a:lnTo>
                <a:lnTo>
                  <a:pt x="660" y="1704"/>
                </a:lnTo>
                <a:lnTo>
                  <a:pt x="650" y="1747"/>
                </a:lnTo>
                <a:lnTo>
                  <a:pt x="644" y="1791"/>
                </a:lnTo>
                <a:lnTo>
                  <a:pt x="640" y="1834"/>
                </a:lnTo>
                <a:lnTo>
                  <a:pt x="640" y="1851"/>
                </a:lnTo>
                <a:lnTo>
                  <a:pt x="644" y="1868"/>
                </a:lnTo>
                <a:lnTo>
                  <a:pt x="647" y="1885"/>
                </a:lnTo>
                <a:lnTo>
                  <a:pt x="644" y="1900"/>
                </a:lnTo>
                <a:lnTo>
                  <a:pt x="635" y="1929"/>
                </a:lnTo>
                <a:lnTo>
                  <a:pt x="632" y="1944"/>
                </a:lnTo>
                <a:lnTo>
                  <a:pt x="635" y="1958"/>
                </a:lnTo>
                <a:lnTo>
                  <a:pt x="643" y="1971"/>
                </a:lnTo>
                <a:lnTo>
                  <a:pt x="652" y="1981"/>
                </a:lnTo>
                <a:lnTo>
                  <a:pt x="660" y="1993"/>
                </a:lnTo>
                <a:lnTo>
                  <a:pt x="680" y="2019"/>
                </a:lnTo>
                <a:lnTo>
                  <a:pt x="699" y="2047"/>
                </a:lnTo>
                <a:lnTo>
                  <a:pt x="746" y="2106"/>
                </a:lnTo>
                <a:lnTo>
                  <a:pt x="796" y="2164"/>
                </a:lnTo>
                <a:lnTo>
                  <a:pt x="800" y="2171"/>
                </a:lnTo>
                <a:lnTo>
                  <a:pt x="809" y="2180"/>
                </a:lnTo>
                <a:lnTo>
                  <a:pt x="818" y="2190"/>
                </a:lnTo>
                <a:lnTo>
                  <a:pt x="827" y="2199"/>
                </a:lnTo>
                <a:lnTo>
                  <a:pt x="836" y="2202"/>
                </a:lnTo>
                <a:lnTo>
                  <a:pt x="843" y="2198"/>
                </a:lnTo>
                <a:lnTo>
                  <a:pt x="852" y="2190"/>
                </a:lnTo>
                <a:lnTo>
                  <a:pt x="859" y="2180"/>
                </a:lnTo>
                <a:lnTo>
                  <a:pt x="867" y="2171"/>
                </a:lnTo>
                <a:lnTo>
                  <a:pt x="871" y="2165"/>
                </a:lnTo>
                <a:lnTo>
                  <a:pt x="889" y="2140"/>
                </a:lnTo>
                <a:lnTo>
                  <a:pt x="899" y="2117"/>
                </a:lnTo>
                <a:lnTo>
                  <a:pt x="904" y="2090"/>
                </a:lnTo>
                <a:lnTo>
                  <a:pt x="902" y="2061"/>
                </a:lnTo>
                <a:lnTo>
                  <a:pt x="895" y="2016"/>
                </a:lnTo>
                <a:lnTo>
                  <a:pt x="886" y="1972"/>
                </a:lnTo>
                <a:lnTo>
                  <a:pt x="876" y="1928"/>
                </a:lnTo>
                <a:lnTo>
                  <a:pt x="861" y="1857"/>
                </a:lnTo>
                <a:lnTo>
                  <a:pt x="858" y="1843"/>
                </a:lnTo>
                <a:lnTo>
                  <a:pt x="856" y="1828"/>
                </a:lnTo>
                <a:lnTo>
                  <a:pt x="853" y="1812"/>
                </a:lnTo>
                <a:lnTo>
                  <a:pt x="848" y="1798"/>
                </a:lnTo>
                <a:lnTo>
                  <a:pt x="839" y="1786"/>
                </a:lnTo>
                <a:lnTo>
                  <a:pt x="830" y="1779"/>
                </a:lnTo>
                <a:lnTo>
                  <a:pt x="821" y="1775"/>
                </a:lnTo>
                <a:lnTo>
                  <a:pt x="811" y="1772"/>
                </a:lnTo>
                <a:lnTo>
                  <a:pt x="799" y="1767"/>
                </a:lnTo>
                <a:lnTo>
                  <a:pt x="778" y="1757"/>
                </a:lnTo>
                <a:lnTo>
                  <a:pt x="764" y="1742"/>
                </a:lnTo>
                <a:lnTo>
                  <a:pt x="752" y="1725"/>
                </a:lnTo>
                <a:lnTo>
                  <a:pt x="743" y="1702"/>
                </a:lnTo>
                <a:lnTo>
                  <a:pt x="743" y="1680"/>
                </a:lnTo>
                <a:lnTo>
                  <a:pt x="747" y="1660"/>
                </a:lnTo>
                <a:lnTo>
                  <a:pt x="759" y="1639"/>
                </a:lnTo>
                <a:lnTo>
                  <a:pt x="777" y="1620"/>
                </a:lnTo>
                <a:lnTo>
                  <a:pt x="784" y="1614"/>
                </a:lnTo>
                <a:lnTo>
                  <a:pt x="796" y="1607"/>
                </a:lnTo>
                <a:lnTo>
                  <a:pt x="812" y="1599"/>
                </a:lnTo>
                <a:lnTo>
                  <a:pt x="830" y="1595"/>
                </a:lnTo>
                <a:lnTo>
                  <a:pt x="851" y="1593"/>
                </a:lnTo>
                <a:lnTo>
                  <a:pt x="870" y="1596"/>
                </a:lnTo>
                <a:lnTo>
                  <a:pt x="890" y="1607"/>
                </a:lnTo>
                <a:lnTo>
                  <a:pt x="910" y="1626"/>
                </a:lnTo>
                <a:lnTo>
                  <a:pt x="924" y="1648"/>
                </a:lnTo>
                <a:lnTo>
                  <a:pt x="930" y="1667"/>
                </a:lnTo>
                <a:lnTo>
                  <a:pt x="933" y="1689"/>
                </a:lnTo>
                <a:lnTo>
                  <a:pt x="930" y="1711"/>
                </a:lnTo>
                <a:lnTo>
                  <a:pt x="923" y="1723"/>
                </a:lnTo>
                <a:lnTo>
                  <a:pt x="914" y="1733"/>
                </a:lnTo>
                <a:lnTo>
                  <a:pt x="904" y="1744"/>
                </a:lnTo>
                <a:lnTo>
                  <a:pt x="896" y="1756"/>
                </a:lnTo>
                <a:lnTo>
                  <a:pt x="895" y="1760"/>
                </a:lnTo>
                <a:lnTo>
                  <a:pt x="895" y="1772"/>
                </a:lnTo>
                <a:lnTo>
                  <a:pt x="893" y="1776"/>
                </a:lnTo>
                <a:lnTo>
                  <a:pt x="890" y="1779"/>
                </a:lnTo>
                <a:lnTo>
                  <a:pt x="889" y="1782"/>
                </a:lnTo>
                <a:lnTo>
                  <a:pt x="883" y="1788"/>
                </a:lnTo>
                <a:lnTo>
                  <a:pt x="881" y="1791"/>
                </a:lnTo>
                <a:lnTo>
                  <a:pt x="881" y="1816"/>
                </a:lnTo>
                <a:lnTo>
                  <a:pt x="884" y="1838"/>
                </a:lnTo>
                <a:lnTo>
                  <a:pt x="887" y="1859"/>
                </a:lnTo>
                <a:lnTo>
                  <a:pt x="895" y="1912"/>
                </a:lnTo>
                <a:lnTo>
                  <a:pt x="904" y="1966"/>
                </a:lnTo>
                <a:lnTo>
                  <a:pt x="915" y="2016"/>
                </a:lnTo>
                <a:lnTo>
                  <a:pt x="918" y="2036"/>
                </a:lnTo>
                <a:lnTo>
                  <a:pt x="923" y="2053"/>
                </a:lnTo>
                <a:lnTo>
                  <a:pt x="926" y="2070"/>
                </a:lnTo>
                <a:lnTo>
                  <a:pt x="932" y="2083"/>
                </a:lnTo>
                <a:lnTo>
                  <a:pt x="938" y="2092"/>
                </a:lnTo>
                <a:lnTo>
                  <a:pt x="945" y="2093"/>
                </a:lnTo>
                <a:lnTo>
                  <a:pt x="963" y="2089"/>
                </a:lnTo>
                <a:lnTo>
                  <a:pt x="980" y="2080"/>
                </a:lnTo>
                <a:lnTo>
                  <a:pt x="996" y="2073"/>
                </a:lnTo>
                <a:lnTo>
                  <a:pt x="1033" y="2053"/>
                </a:lnTo>
                <a:lnTo>
                  <a:pt x="1070" y="2033"/>
                </a:lnTo>
                <a:lnTo>
                  <a:pt x="1125" y="2000"/>
                </a:lnTo>
                <a:lnTo>
                  <a:pt x="1176" y="1968"/>
                </a:lnTo>
                <a:lnTo>
                  <a:pt x="1191" y="1866"/>
                </a:lnTo>
                <a:lnTo>
                  <a:pt x="1232" y="1624"/>
                </a:lnTo>
                <a:lnTo>
                  <a:pt x="1277" y="1382"/>
                </a:lnTo>
                <a:lnTo>
                  <a:pt x="1281" y="1359"/>
                </a:lnTo>
                <a:lnTo>
                  <a:pt x="1287" y="1329"/>
                </a:lnTo>
                <a:lnTo>
                  <a:pt x="1293" y="1297"/>
                </a:lnTo>
                <a:lnTo>
                  <a:pt x="1299" y="1263"/>
                </a:lnTo>
                <a:lnTo>
                  <a:pt x="1303" y="1229"/>
                </a:lnTo>
                <a:lnTo>
                  <a:pt x="1306" y="1195"/>
                </a:lnTo>
                <a:lnTo>
                  <a:pt x="1306" y="1164"/>
                </a:lnTo>
                <a:lnTo>
                  <a:pt x="1305" y="1138"/>
                </a:lnTo>
                <a:lnTo>
                  <a:pt x="1299" y="1117"/>
                </a:lnTo>
                <a:lnTo>
                  <a:pt x="1290" y="1096"/>
                </a:lnTo>
                <a:lnTo>
                  <a:pt x="1279" y="1077"/>
                </a:lnTo>
                <a:lnTo>
                  <a:pt x="1268" y="1060"/>
                </a:lnTo>
                <a:lnTo>
                  <a:pt x="1254" y="1045"/>
                </a:lnTo>
                <a:lnTo>
                  <a:pt x="1237" y="1033"/>
                </a:lnTo>
                <a:lnTo>
                  <a:pt x="1216" y="1024"/>
                </a:lnTo>
                <a:lnTo>
                  <a:pt x="1185" y="1015"/>
                </a:lnTo>
                <a:lnTo>
                  <a:pt x="1154" y="1004"/>
                </a:lnTo>
                <a:lnTo>
                  <a:pt x="1145" y="1001"/>
                </a:lnTo>
                <a:lnTo>
                  <a:pt x="1129" y="998"/>
                </a:lnTo>
                <a:lnTo>
                  <a:pt x="1106" y="992"/>
                </a:lnTo>
                <a:lnTo>
                  <a:pt x="1078" y="986"/>
                </a:lnTo>
                <a:lnTo>
                  <a:pt x="1045" y="980"/>
                </a:lnTo>
                <a:lnTo>
                  <a:pt x="1008" y="973"/>
                </a:lnTo>
                <a:lnTo>
                  <a:pt x="970" y="965"/>
                </a:lnTo>
                <a:lnTo>
                  <a:pt x="930" y="958"/>
                </a:lnTo>
                <a:lnTo>
                  <a:pt x="853" y="943"/>
                </a:lnTo>
                <a:lnTo>
                  <a:pt x="817" y="936"/>
                </a:lnTo>
                <a:lnTo>
                  <a:pt x="784" y="930"/>
                </a:lnTo>
                <a:lnTo>
                  <a:pt x="756" y="924"/>
                </a:lnTo>
                <a:lnTo>
                  <a:pt x="733" y="920"/>
                </a:lnTo>
                <a:lnTo>
                  <a:pt x="716" y="917"/>
                </a:lnTo>
                <a:lnTo>
                  <a:pt x="708" y="915"/>
                </a:lnTo>
                <a:lnTo>
                  <a:pt x="678" y="908"/>
                </a:lnTo>
                <a:lnTo>
                  <a:pt x="650" y="896"/>
                </a:lnTo>
                <a:lnTo>
                  <a:pt x="621" y="886"/>
                </a:lnTo>
                <a:lnTo>
                  <a:pt x="584" y="869"/>
                </a:lnTo>
                <a:lnTo>
                  <a:pt x="547" y="846"/>
                </a:lnTo>
                <a:lnTo>
                  <a:pt x="513" y="819"/>
                </a:lnTo>
                <a:lnTo>
                  <a:pt x="483" y="791"/>
                </a:lnTo>
                <a:lnTo>
                  <a:pt x="453" y="760"/>
                </a:lnTo>
                <a:lnTo>
                  <a:pt x="420" y="731"/>
                </a:lnTo>
                <a:lnTo>
                  <a:pt x="386" y="703"/>
                </a:lnTo>
                <a:lnTo>
                  <a:pt x="349" y="679"/>
                </a:lnTo>
                <a:lnTo>
                  <a:pt x="311" y="656"/>
                </a:lnTo>
                <a:lnTo>
                  <a:pt x="274" y="629"/>
                </a:lnTo>
                <a:lnTo>
                  <a:pt x="276" y="626"/>
                </a:lnTo>
                <a:lnTo>
                  <a:pt x="283" y="620"/>
                </a:lnTo>
                <a:lnTo>
                  <a:pt x="296" y="613"/>
                </a:lnTo>
                <a:lnTo>
                  <a:pt x="313" y="604"/>
                </a:lnTo>
                <a:lnTo>
                  <a:pt x="332" y="595"/>
                </a:lnTo>
                <a:lnTo>
                  <a:pt x="376" y="580"/>
                </a:lnTo>
                <a:lnTo>
                  <a:pt x="399" y="576"/>
                </a:lnTo>
                <a:lnTo>
                  <a:pt x="422" y="575"/>
                </a:lnTo>
                <a:lnTo>
                  <a:pt x="450" y="576"/>
                </a:lnTo>
                <a:lnTo>
                  <a:pt x="482" y="579"/>
                </a:lnTo>
                <a:lnTo>
                  <a:pt x="516" y="583"/>
                </a:lnTo>
                <a:lnTo>
                  <a:pt x="551" y="588"/>
                </a:lnTo>
                <a:lnTo>
                  <a:pt x="587" y="594"/>
                </a:lnTo>
                <a:lnTo>
                  <a:pt x="618" y="600"/>
                </a:lnTo>
                <a:lnTo>
                  <a:pt x="646" y="605"/>
                </a:lnTo>
                <a:lnTo>
                  <a:pt x="668" y="611"/>
                </a:lnTo>
                <a:lnTo>
                  <a:pt x="699" y="623"/>
                </a:lnTo>
                <a:lnTo>
                  <a:pt x="734" y="639"/>
                </a:lnTo>
                <a:lnTo>
                  <a:pt x="772" y="659"/>
                </a:lnTo>
                <a:lnTo>
                  <a:pt x="812" y="682"/>
                </a:lnTo>
                <a:lnTo>
                  <a:pt x="853" y="709"/>
                </a:lnTo>
                <a:lnTo>
                  <a:pt x="898" y="738"/>
                </a:lnTo>
                <a:lnTo>
                  <a:pt x="986" y="800"/>
                </a:lnTo>
                <a:lnTo>
                  <a:pt x="1072" y="865"/>
                </a:lnTo>
                <a:lnTo>
                  <a:pt x="1113" y="897"/>
                </a:lnTo>
                <a:lnTo>
                  <a:pt x="1153" y="928"/>
                </a:lnTo>
                <a:lnTo>
                  <a:pt x="1190" y="958"/>
                </a:lnTo>
                <a:lnTo>
                  <a:pt x="1222" y="984"/>
                </a:lnTo>
                <a:lnTo>
                  <a:pt x="1253" y="1009"/>
                </a:lnTo>
                <a:lnTo>
                  <a:pt x="1278" y="1030"/>
                </a:lnTo>
                <a:lnTo>
                  <a:pt x="1299" y="1048"/>
                </a:lnTo>
                <a:lnTo>
                  <a:pt x="1313" y="1061"/>
                </a:lnTo>
                <a:lnTo>
                  <a:pt x="1300" y="1029"/>
                </a:lnTo>
                <a:lnTo>
                  <a:pt x="1284" y="1001"/>
                </a:lnTo>
                <a:lnTo>
                  <a:pt x="1268" y="971"/>
                </a:lnTo>
                <a:lnTo>
                  <a:pt x="1247" y="943"/>
                </a:lnTo>
                <a:lnTo>
                  <a:pt x="1221" y="918"/>
                </a:lnTo>
                <a:lnTo>
                  <a:pt x="1188" y="894"/>
                </a:lnTo>
                <a:lnTo>
                  <a:pt x="1153" y="871"/>
                </a:lnTo>
                <a:lnTo>
                  <a:pt x="1116" y="847"/>
                </a:lnTo>
                <a:lnTo>
                  <a:pt x="1082" y="825"/>
                </a:lnTo>
                <a:lnTo>
                  <a:pt x="1050" y="803"/>
                </a:lnTo>
                <a:lnTo>
                  <a:pt x="1024" y="781"/>
                </a:lnTo>
                <a:lnTo>
                  <a:pt x="986" y="741"/>
                </a:lnTo>
                <a:lnTo>
                  <a:pt x="952" y="706"/>
                </a:lnTo>
                <a:lnTo>
                  <a:pt x="924" y="673"/>
                </a:lnTo>
                <a:lnTo>
                  <a:pt x="901" y="645"/>
                </a:lnTo>
                <a:lnTo>
                  <a:pt x="880" y="619"/>
                </a:lnTo>
                <a:lnTo>
                  <a:pt x="862" y="594"/>
                </a:lnTo>
                <a:lnTo>
                  <a:pt x="848" y="570"/>
                </a:lnTo>
                <a:lnTo>
                  <a:pt x="833" y="548"/>
                </a:lnTo>
                <a:lnTo>
                  <a:pt x="806" y="504"/>
                </a:lnTo>
                <a:lnTo>
                  <a:pt x="777" y="457"/>
                </a:lnTo>
                <a:lnTo>
                  <a:pt x="759" y="432"/>
                </a:lnTo>
                <a:lnTo>
                  <a:pt x="739" y="404"/>
                </a:lnTo>
                <a:lnTo>
                  <a:pt x="712" y="374"/>
                </a:lnTo>
                <a:lnTo>
                  <a:pt x="684" y="349"/>
                </a:lnTo>
                <a:lnTo>
                  <a:pt x="656" y="330"/>
                </a:lnTo>
                <a:lnTo>
                  <a:pt x="628" y="314"/>
                </a:lnTo>
                <a:lnTo>
                  <a:pt x="600" y="299"/>
                </a:lnTo>
                <a:lnTo>
                  <a:pt x="598" y="296"/>
                </a:lnTo>
                <a:lnTo>
                  <a:pt x="603" y="290"/>
                </a:lnTo>
                <a:lnTo>
                  <a:pt x="616" y="286"/>
                </a:lnTo>
                <a:lnTo>
                  <a:pt x="632" y="280"/>
                </a:lnTo>
                <a:lnTo>
                  <a:pt x="653" y="274"/>
                </a:lnTo>
                <a:lnTo>
                  <a:pt x="675" y="268"/>
                </a:lnTo>
                <a:lnTo>
                  <a:pt x="716" y="256"/>
                </a:lnTo>
                <a:lnTo>
                  <a:pt x="734" y="252"/>
                </a:lnTo>
                <a:lnTo>
                  <a:pt x="747" y="249"/>
                </a:lnTo>
                <a:lnTo>
                  <a:pt x="802" y="241"/>
                </a:lnTo>
                <a:lnTo>
                  <a:pt x="855" y="243"/>
                </a:lnTo>
                <a:lnTo>
                  <a:pt x="907" y="255"/>
                </a:lnTo>
                <a:lnTo>
                  <a:pt x="958" y="277"/>
                </a:lnTo>
                <a:lnTo>
                  <a:pt x="1007" y="306"/>
                </a:lnTo>
                <a:lnTo>
                  <a:pt x="1054" y="343"/>
                </a:lnTo>
                <a:lnTo>
                  <a:pt x="1098" y="387"/>
                </a:lnTo>
                <a:lnTo>
                  <a:pt x="1138" y="439"/>
                </a:lnTo>
                <a:lnTo>
                  <a:pt x="1172" y="493"/>
                </a:lnTo>
                <a:lnTo>
                  <a:pt x="1203" y="552"/>
                </a:lnTo>
                <a:lnTo>
                  <a:pt x="1231" y="619"/>
                </a:lnTo>
                <a:lnTo>
                  <a:pt x="1254" y="688"/>
                </a:lnTo>
                <a:lnTo>
                  <a:pt x="1275" y="759"/>
                </a:lnTo>
                <a:lnTo>
                  <a:pt x="1291" y="834"/>
                </a:lnTo>
                <a:lnTo>
                  <a:pt x="1306" y="914"/>
                </a:lnTo>
                <a:lnTo>
                  <a:pt x="1315" y="995"/>
                </a:lnTo>
                <a:lnTo>
                  <a:pt x="1319" y="1017"/>
                </a:lnTo>
                <a:lnTo>
                  <a:pt x="1328" y="1045"/>
                </a:lnTo>
                <a:lnTo>
                  <a:pt x="1330" y="1023"/>
                </a:lnTo>
                <a:lnTo>
                  <a:pt x="1333" y="996"/>
                </a:lnTo>
                <a:lnTo>
                  <a:pt x="1336" y="968"/>
                </a:lnTo>
                <a:lnTo>
                  <a:pt x="1341" y="909"/>
                </a:lnTo>
                <a:lnTo>
                  <a:pt x="1343" y="883"/>
                </a:lnTo>
                <a:lnTo>
                  <a:pt x="1344" y="861"/>
                </a:lnTo>
                <a:lnTo>
                  <a:pt x="1346" y="843"/>
                </a:lnTo>
                <a:lnTo>
                  <a:pt x="1346" y="819"/>
                </a:lnTo>
                <a:lnTo>
                  <a:pt x="1349" y="799"/>
                </a:lnTo>
                <a:lnTo>
                  <a:pt x="1355" y="772"/>
                </a:lnTo>
                <a:lnTo>
                  <a:pt x="1361" y="740"/>
                </a:lnTo>
                <a:lnTo>
                  <a:pt x="1369" y="703"/>
                </a:lnTo>
                <a:lnTo>
                  <a:pt x="1378" y="662"/>
                </a:lnTo>
                <a:lnTo>
                  <a:pt x="1390" y="617"/>
                </a:lnTo>
                <a:lnTo>
                  <a:pt x="1400" y="573"/>
                </a:lnTo>
                <a:lnTo>
                  <a:pt x="1412" y="526"/>
                </a:lnTo>
                <a:lnTo>
                  <a:pt x="1425" y="480"/>
                </a:lnTo>
                <a:lnTo>
                  <a:pt x="1437" y="434"/>
                </a:lnTo>
                <a:lnTo>
                  <a:pt x="1450" y="392"/>
                </a:lnTo>
                <a:lnTo>
                  <a:pt x="1462" y="350"/>
                </a:lnTo>
                <a:lnTo>
                  <a:pt x="1474" y="314"/>
                </a:lnTo>
                <a:lnTo>
                  <a:pt x="1484" y="281"/>
                </a:lnTo>
                <a:lnTo>
                  <a:pt x="1495" y="255"/>
                </a:lnTo>
                <a:lnTo>
                  <a:pt x="1502" y="235"/>
                </a:lnTo>
                <a:lnTo>
                  <a:pt x="1509" y="222"/>
                </a:lnTo>
                <a:lnTo>
                  <a:pt x="1537" y="187"/>
                </a:lnTo>
                <a:lnTo>
                  <a:pt x="1565" y="159"/>
                </a:lnTo>
                <a:lnTo>
                  <a:pt x="1595" y="132"/>
                </a:lnTo>
                <a:lnTo>
                  <a:pt x="1624" y="109"/>
                </a:lnTo>
                <a:lnTo>
                  <a:pt x="1663" y="81"/>
                </a:lnTo>
                <a:lnTo>
                  <a:pt x="1704" y="57"/>
                </a:lnTo>
                <a:lnTo>
                  <a:pt x="1747" y="38"/>
                </a:lnTo>
                <a:lnTo>
                  <a:pt x="1759" y="33"/>
                </a:lnTo>
                <a:lnTo>
                  <a:pt x="1775" y="28"/>
                </a:lnTo>
                <a:lnTo>
                  <a:pt x="1816" y="13"/>
                </a:lnTo>
                <a:lnTo>
                  <a:pt x="1835" y="5"/>
                </a:lnTo>
                <a:lnTo>
                  <a:pt x="1851" y="1"/>
                </a:lnTo>
                <a:lnTo>
                  <a:pt x="1862" y="0"/>
                </a:lnTo>
                <a:close/>
              </a:path>
            </a:pathLst>
          </a:custGeom>
          <a:solidFill>
            <a:schemeClr val="bg1">
              <a:alpha val="8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43323" y="3721473"/>
            <a:ext cx="5120640" cy="1581150"/>
          </a:xfrm>
        </p:spPr>
        <p:txBody>
          <a:bodyPr>
            <a:normAutofit/>
          </a:bodyPr>
          <a:lstStyle>
            <a:lvl1pPr marL="0" indent="0" algn="l">
              <a:buNone/>
              <a:defRPr sz="2400" b="0" i="0" cap="none" spc="12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lze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9D28A323-CAC9-4C21-BEA4-C5D43294256B}" type="datetime1">
              <a:rPr lang="cs-CZ" smtClean="0"/>
              <a:t>8.5.2018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91475" y="6429375"/>
            <a:ext cx="876300" cy="292100"/>
          </a:xfrm>
        </p:spPr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9" name="Freeform 7"/>
          <p:cNvSpPr>
            <a:spLocks noChangeAspect="1" noEditPoints="1"/>
          </p:cNvSpPr>
          <p:nvPr/>
        </p:nvSpPr>
        <p:spPr bwMode="auto">
          <a:xfrm>
            <a:off x="838200" y="1762090"/>
            <a:ext cx="2521776" cy="5095912"/>
          </a:xfrm>
          <a:custGeom>
            <a:avLst/>
            <a:gdLst/>
            <a:ahLst/>
            <a:cxnLst>
              <a:cxn ang="0">
                <a:pos x="687" y="2238"/>
              </a:cxn>
              <a:cxn ang="0">
                <a:pos x="877" y="2192"/>
              </a:cxn>
              <a:cxn ang="0">
                <a:pos x="797" y="2963"/>
              </a:cxn>
              <a:cxn ang="0">
                <a:pos x="1078" y="3026"/>
              </a:cxn>
              <a:cxn ang="0">
                <a:pos x="626" y="2117"/>
              </a:cxn>
              <a:cxn ang="0">
                <a:pos x="749" y="2142"/>
              </a:cxn>
              <a:cxn ang="0">
                <a:pos x="578" y="2052"/>
              </a:cxn>
              <a:cxn ang="0">
                <a:pos x="1866" y="247"/>
              </a:cxn>
              <a:cxn ang="0">
                <a:pos x="1392" y="1037"/>
              </a:cxn>
              <a:cxn ang="0">
                <a:pos x="2006" y="656"/>
              </a:cxn>
              <a:cxn ang="0">
                <a:pos x="1599" y="908"/>
              </a:cxn>
              <a:cxn ang="0">
                <a:pos x="1533" y="1058"/>
              </a:cxn>
              <a:cxn ang="0">
                <a:pos x="2239" y="583"/>
              </a:cxn>
              <a:cxn ang="0">
                <a:pos x="1863" y="1105"/>
              </a:cxn>
              <a:cxn ang="0">
                <a:pos x="2174" y="1621"/>
              </a:cxn>
              <a:cxn ang="0">
                <a:pos x="1801" y="1537"/>
              </a:cxn>
              <a:cxn ang="0">
                <a:pos x="1325" y="1301"/>
              </a:cxn>
              <a:cxn ang="0">
                <a:pos x="1412" y="1835"/>
              </a:cxn>
              <a:cxn ang="0">
                <a:pos x="1213" y="1975"/>
              </a:cxn>
              <a:cxn ang="0">
                <a:pos x="1094" y="4011"/>
              </a:cxn>
              <a:cxn ang="0">
                <a:pos x="1689" y="3264"/>
              </a:cxn>
              <a:cxn ang="0">
                <a:pos x="2404" y="3321"/>
              </a:cxn>
              <a:cxn ang="0">
                <a:pos x="1275" y="3861"/>
              </a:cxn>
              <a:cxn ang="0">
                <a:pos x="1147" y="4865"/>
              </a:cxn>
              <a:cxn ang="0">
                <a:pos x="1045" y="3610"/>
              </a:cxn>
              <a:cxn ang="0">
                <a:pos x="739" y="3818"/>
              </a:cxn>
              <a:cxn ang="0">
                <a:pos x="856" y="4830"/>
              </a:cxn>
              <a:cxn ang="0">
                <a:pos x="638" y="3989"/>
              </a:cxn>
              <a:cxn ang="0">
                <a:pos x="96" y="3777"/>
              </a:cxn>
              <a:cxn ang="0">
                <a:pos x="189" y="3688"/>
              </a:cxn>
              <a:cxn ang="0">
                <a:pos x="523" y="3573"/>
              </a:cxn>
              <a:cxn ang="0">
                <a:pos x="519" y="3333"/>
              </a:cxn>
              <a:cxn ang="0">
                <a:pos x="545" y="3560"/>
              </a:cxn>
              <a:cxn ang="0">
                <a:pos x="712" y="3397"/>
              </a:cxn>
              <a:cxn ang="0">
                <a:pos x="625" y="2944"/>
              </a:cxn>
              <a:cxn ang="0">
                <a:pos x="593" y="2341"/>
              </a:cxn>
              <a:cxn ang="0">
                <a:pos x="156" y="2437"/>
              </a:cxn>
              <a:cxn ang="0">
                <a:pos x="108" y="2289"/>
              </a:cxn>
              <a:cxn ang="0">
                <a:pos x="451" y="2291"/>
              </a:cxn>
              <a:cxn ang="0">
                <a:pos x="109" y="2016"/>
              </a:cxn>
              <a:cxn ang="0">
                <a:pos x="211" y="1975"/>
              </a:cxn>
              <a:cxn ang="0">
                <a:pos x="284" y="1847"/>
              </a:cxn>
              <a:cxn ang="0">
                <a:pos x="542" y="2073"/>
              </a:cxn>
              <a:cxn ang="0">
                <a:pos x="255" y="1764"/>
              </a:cxn>
              <a:cxn ang="0">
                <a:pos x="407" y="1769"/>
              </a:cxn>
              <a:cxn ang="0">
                <a:pos x="540" y="1810"/>
              </a:cxn>
              <a:cxn ang="0">
                <a:pos x="566" y="1580"/>
              </a:cxn>
              <a:cxn ang="0">
                <a:pos x="650" y="1747"/>
              </a:cxn>
              <a:cxn ang="0">
                <a:pos x="827" y="2199"/>
              </a:cxn>
              <a:cxn ang="0">
                <a:pos x="830" y="1779"/>
              </a:cxn>
              <a:cxn ang="0">
                <a:pos x="924" y="1648"/>
              </a:cxn>
              <a:cxn ang="0">
                <a:pos x="915" y="2016"/>
              </a:cxn>
              <a:cxn ang="0">
                <a:pos x="1299" y="1263"/>
              </a:cxn>
              <a:cxn ang="0">
                <a:pos x="970" y="965"/>
              </a:cxn>
              <a:cxn ang="0">
                <a:pos x="311" y="656"/>
              </a:cxn>
              <a:cxn ang="0">
                <a:pos x="772" y="659"/>
              </a:cxn>
              <a:cxn ang="0">
                <a:pos x="1153" y="871"/>
              </a:cxn>
              <a:cxn ang="0">
                <a:pos x="628" y="314"/>
              </a:cxn>
              <a:cxn ang="0">
                <a:pos x="1203" y="552"/>
              </a:cxn>
              <a:cxn ang="0">
                <a:pos x="1369" y="703"/>
              </a:cxn>
              <a:cxn ang="0">
                <a:pos x="1747" y="38"/>
              </a:cxn>
            </a:cxnLst>
            <a:rect l="0" t="0" r="r" b="b"/>
            <a:pathLst>
              <a:path w="2409" h="4865">
                <a:moveTo>
                  <a:pt x="414" y="2058"/>
                </a:moveTo>
                <a:lnTo>
                  <a:pt x="482" y="2173"/>
                </a:lnTo>
                <a:lnTo>
                  <a:pt x="503" y="2207"/>
                </a:lnTo>
                <a:lnTo>
                  <a:pt x="523" y="2242"/>
                </a:lnTo>
                <a:lnTo>
                  <a:pt x="538" y="2269"/>
                </a:lnTo>
                <a:lnTo>
                  <a:pt x="547" y="2282"/>
                </a:lnTo>
                <a:lnTo>
                  <a:pt x="559" y="2292"/>
                </a:lnTo>
                <a:lnTo>
                  <a:pt x="606" y="2323"/>
                </a:lnTo>
                <a:lnTo>
                  <a:pt x="618" y="2332"/>
                </a:lnTo>
                <a:lnTo>
                  <a:pt x="637" y="2344"/>
                </a:lnTo>
                <a:lnTo>
                  <a:pt x="657" y="2360"/>
                </a:lnTo>
                <a:lnTo>
                  <a:pt x="705" y="2392"/>
                </a:lnTo>
                <a:lnTo>
                  <a:pt x="728" y="2407"/>
                </a:lnTo>
                <a:lnTo>
                  <a:pt x="749" y="2420"/>
                </a:lnTo>
                <a:lnTo>
                  <a:pt x="765" y="2429"/>
                </a:lnTo>
                <a:lnTo>
                  <a:pt x="762" y="2392"/>
                </a:lnTo>
                <a:lnTo>
                  <a:pt x="755" y="2354"/>
                </a:lnTo>
                <a:lnTo>
                  <a:pt x="744" y="2326"/>
                </a:lnTo>
                <a:lnTo>
                  <a:pt x="730" y="2298"/>
                </a:lnTo>
                <a:lnTo>
                  <a:pt x="687" y="2238"/>
                </a:lnTo>
                <a:lnTo>
                  <a:pt x="643" y="2180"/>
                </a:lnTo>
                <a:lnTo>
                  <a:pt x="597" y="2123"/>
                </a:lnTo>
                <a:lnTo>
                  <a:pt x="590" y="2112"/>
                </a:lnTo>
                <a:lnTo>
                  <a:pt x="582" y="2105"/>
                </a:lnTo>
                <a:lnTo>
                  <a:pt x="573" y="2101"/>
                </a:lnTo>
                <a:lnTo>
                  <a:pt x="560" y="2099"/>
                </a:lnTo>
                <a:lnTo>
                  <a:pt x="537" y="2095"/>
                </a:lnTo>
                <a:lnTo>
                  <a:pt x="512" y="2086"/>
                </a:lnTo>
                <a:lnTo>
                  <a:pt x="488" y="2078"/>
                </a:lnTo>
                <a:lnTo>
                  <a:pt x="414" y="2058"/>
                </a:lnTo>
                <a:close/>
                <a:moveTo>
                  <a:pt x="1172" y="1997"/>
                </a:moveTo>
                <a:lnTo>
                  <a:pt x="1051" y="2064"/>
                </a:lnTo>
                <a:lnTo>
                  <a:pt x="1011" y="2086"/>
                </a:lnTo>
                <a:lnTo>
                  <a:pt x="973" y="2108"/>
                </a:lnTo>
                <a:lnTo>
                  <a:pt x="957" y="2115"/>
                </a:lnTo>
                <a:lnTo>
                  <a:pt x="940" y="2124"/>
                </a:lnTo>
                <a:lnTo>
                  <a:pt x="926" y="2133"/>
                </a:lnTo>
                <a:lnTo>
                  <a:pt x="914" y="2145"/>
                </a:lnTo>
                <a:lnTo>
                  <a:pt x="896" y="2168"/>
                </a:lnTo>
                <a:lnTo>
                  <a:pt x="877" y="2192"/>
                </a:lnTo>
                <a:lnTo>
                  <a:pt x="856" y="2221"/>
                </a:lnTo>
                <a:lnTo>
                  <a:pt x="836" y="2252"/>
                </a:lnTo>
                <a:lnTo>
                  <a:pt x="820" y="2283"/>
                </a:lnTo>
                <a:lnTo>
                  <a:pt x="809" y="2307"/>
                </a:lnTo>
                <a:lnTo>
                  <a:pt x="802" y="2331"/>
                </a:lnTo>
                <a:lnTo>
                  <a:pt x="800" y="2336"/>
                </a:lnTo>
                <a:lnTo>
                  <a:pt x="800" y="2351"/>
                </a:lnTo>
                <a:lnTo>
                  <a:pt x="799" y="2372"/>
                </a:lnTo>
                <a:lnTo>
                  <a:pt x="796" y="2394"/>
                </a:lnTo>
                <a:lnTo>
                  <a:pt x="793" y="2444"/>
                </a:lnTo>
                <a:lnTo>
                  <a:pt x="792" y="2465"/>
                </a:lnTo>
                <a:lnTo>
                  <a:pt x="790" y="2481"/>
                </a:lnTo>
                <a:lnTo>
                  <a:pt x="780" y="2593"/>
                </a:lnTo>
                <a:lnTo>
                  <a:pt x="769" y="2704"/>
                </a:lnTo>
                <a:lnTo>
                  <a:pt x="768" y="2735"/>
                </a:lnTo>
                <a:lnTo>
                  <a:pt x="765" y="2788"/>
                </a:lnTo>
                <a:lnTo>
                  <a:pt x="761" y="2844"/>
                </a:lnTo>
                <a:lnTo>
                  <a:pt x="761" y="2898"/>
                </a:lnTo>
                <a:lnTo>
                  <a:pt x="764" y="2951"/>
                </a:lnTo>
                <a:lnTo>
                  <a:pt x="797" y="2963"/>
                </a:lnTo>
                <a:lnTo>
                  <a:pt x="831" y="2981"/>
                </a:lnTo>
                <a:lnTo>
                  <a:pt x="862" y="3004"/>
                </a:lnTo>
                <a:lnTo>
                  <a:pt x="893" y="3032"/>
                </a:lnTo>
                <a:lnTo>
                  <a:pt x="920" y="3069"/>
                </a:lnTo>
                <a:lnTo>
                  <a:pt x="943" y="3105"/>
                </a:lnTo>
                <a:lnTo>
                  <a:pt x="968" y="3143"/>
                </a:lnTo>
                <a:lnTo>
                  <a:pt x="991" y="3181"/>
                </a:lnTo>
                <a:lnTo>
                  <a:pt x="1010" y="3224"/>
                </a:lnTo>
                <a:lnTo>
                  <a:pt x="1029" y="3284"/>
                </a:lnTo>
                <a:lnTo>
                  <a:pt x="1042" y="3349"/>
                </a:lnTo>
                <a:lnTo>
                  <a:pt x="1050" y="3417"/>
                </a:lnTo>
                <a:lnTo>
                  <a:pt x="1050" y="3422"/>
                </a:lnTo>
                <a:lnTo>
                  <a:pt x="1051" y="3426"/>
                </a:lnTo>
                <a:lnTo>
                  <a:pt x="1054" y="3349"/>
                </a:lnTo>
                <a:lnTo>
                  <a:pt x="1058" y="3277"/>
                </a:lnTo>
                <a:lnTo>
                  <a:pt x="1063" y="3212"/>
                </a:lnTo>
                <a:lnTo>
                  <a:pt x="1067" y="3155"/>
                </a:lnTo>
                <a:lnTo>
                  <a:pt x="1070" y="3115"/>
                </a:lnTo>
                <a:lnTo>
                  <a:pt x="1075" y="3072"/>
                </a:lnTo>
                <a:lnTo>
                  <a:pt x="1078" y="3026"/>
                </a:lnTo>
                <a:lnTo>
                  <a:pt x="1082" y="2975"/>
                </a:lnTo>
                <a:lnTo>
                  <a:pt x="1086" y="2919"/>
                </a:lnTo>
                <a:lnTo>
                  <a:pt x="1091" y="2855"/>
                </a:lnTo>
                <a:lnTo>
                  <a:pt x="1097" y="2786"/>
                </a:lnTo>
                <a:lnTo>
                  <a:pt x="1103" y="2708"/>
                </a:lnTo>
                <a:lnTo>
                  <a:pt x="1111" y="2593"/>
                </a:lnTo>
                <a:lnTo>
                  <a:pt x="1119" y="2479"/>
                </a:lnTo>
                <a:lnTo>
                  <a:pt x="1126" y="2364"/>
                </a:lnTo>
                <a:lnTo>
                  <a:pt x="1138" y="2249"/>
                </a:lnTo>
                <a:lnTo>
                  <a:pt x="1172" y="1997"/>
                </a:lnTo>
                <a:close/>
                <a:moveTo>
                  <a:pt x="621" y="1990"/>
                </a:moveTo>
                <a:lnTo>
                  <a:pt x="619" y="1991"/>
                </a:lnTo>
                <a:lnTo>
                  <a:pt x="616" y="2012"/>
                </a:lnTo>
                <a:lnTo>
                  <a:pt x="613" y="2034"/>
                </a:lnTo>
                <a:lnTo>
                  <a:pt x="610" y="2049"/>
                </a:lnTo>
                <a:lnTo>
                  <a:pt x="606" y="2064"/>
                </a:lnTo>
                <a:lnTo>
                  <a:pt x="604" y="2078"/>
                </a:lnTo>
                <a:lnTo>
                  <a:pt x="609" y="2092"/>
                </a:lnTo>
                <a:lnTo>
                  <a:pt x="618" y="2105"/>
                </a:lnTo>
                <a:lnTo>
                  <a:pt x="626" y="2117"/>
                </a:lnTo>
                <a:lnTo>
                  <a:pt x="659" y="2167"/>
                </a:lnTo>
                <a:lnTo>
                  <a:pt x="691" y="2211"/>
                </a:lnTo>
                <a:lnTo>
                  <a:pt x="727" y="2255"/>
                </a:lnTo>
                <a:lnTo>
                  <a:pt x="731" y="2261"/>
                </a:lnTo>
                <a:lnTo>
                  <a:pt x="737" y="2270"/>
                </a:lnTo>
                <a:lnTo>
                  <a:pt x="752" y="2291"/>
                </a:lnTo>
                <a:lnTo>
                  <a:pt x="761" y="2300"/>
                </a:lnTo>
                <a:lnTo>
                  <a:pt x="768" y="2304"/>
                </a:lnTo>
                <a:lnTo>
                  <a:pt x="775" y="2304"/>
                </a:lnTo>
                <a:lnTo>
                  <a:pt x="781" y="2298"/>
                </a:lnTo>
                <a:lnTo>
                  <a:pt x="787" y="2285"/>
                </a:lnTo>
                <a:lnTo>
                  <a:pt x="796" y="2270"/>
                </a:lnTo>
                <a:lnTo>
                  <a:pt x="805" y="2257"/>
                </a:lnTo>
                <a:lnTo>
                  <a:pt x="811" y="2242"/>
                </a:lnTo>
                <a:lnTo>
                  <a:pt x="812" y="2229"/>
                </a:lnTo>
                <a:lnTo>
                  <a:pt x="806" y="2214"/>
                </a:lnTo>
                <a:lnTo>
                  <a:pt x="796" y="2201"/>
                </a:lnTo>
                <a:lnTo>
                  <a:pt x="786" y="2189"/>
                </a:lnTo>
                <a:lnTo>
                  <a:pt x="767" y="2165"/>
                </a:lnTo>
                <a:lnTo>
                  <a:pt x="749" y="2142"/>
                </a:lnTo>
                <a:lnTo>
                  <a:pt x="713" y="2101"/>
                </a:lnTo>
                <a:lnTo>
                  <a:pt x="680" y="2059"/>
                </a:lnTo>
                <a:lnTo>
                  <a:pt x="641" y="2012"/>
                </a:lnTo>
                <a:lnTo>
                  <a:pt x="640" y="2009"/>
                </a:lnTo>
                <a:lnTo>
                  <a:pt x="632" y="2002"/>
                </a:lnTo>
                <a:lnTo>
                  <a:pt x="629" y="1997"/>
                </a:lnTo>
                <a:lnTo>
                  <a:pt x="626" y="1994"/>
                </a:lnTo>
                <a:lnTo>
                  <a:pt x="624" y="1993"/>
                </a:lnTo>
                <a:lnTo>
                  <a:pt x="621" y="1990"/>
                </a:lnTo>
                <a:close/>
                <a:moveTo>
                  <a:pt x="588" y="1972"/>
                </a:moveTo>
                <a:lnTo>
                  <a:pt x="575" y="1974"/>
                </a:lnTo>
                <a:lnTo>
                  <a:pt x="569" y="1974"/>
                </a:lnTo>
                <a:lnTo>
                  <a:pt x="559" y="1975"/>
                </a:lnTo>
                <a:lnTo>
                  <a:pt x="545" y="1975"/>
                </a:lnTo>
                <a:lnTo>
                  <a:pt x="535" y="1977"/>
                </a:lnTo>
                <a:lnTo>
                  <a:pt x="526" y="1977"/>
                </a:lnTo>
                <a:lnTo>
                  <a:pt x="522" y="1975"/>
                </a:lnTo>
                <a:lnTo>
                  <a:pt x="537" y="1999"/>
                </a:lnTo>
                <a:lnTo>
                  <a:pt x="572" y="2046"/>
                </a:lnTo>
                <a:lnTo>
                  <a:pt x="578" y="2052"/>
                </a:lnTo>
                <a:lnTo>
                  <a:pt x="582" y="2050"/>
                </a:lnTo>
                <a:lnTo>
                  <a:pt x="587" y="2043"/>
                </a:lnTo>
                <a:lnTo>
                  <a:pt x="590" y="2034"/>
                </a:lnTo>
                <a:lnTo>
                  <a:pt x="591" y="2024"/>
                </a:lnTo>
                <a:lnTo>
                  <a:pt x="593" y="2015"/>
                </a:lnTo>
                <a:lnTo>
                  <a:pt x="597" y="1997"/>
                </a:lnTo>
                <a:lnTo>
                  <a:pt x="598" y="1988"/>
                </a:lnTo>
                <a:lnTo>
                  <a:pt x="598" y="1980"/>
                </a:lnTo>
                <a:lnTo>
                  <a:pt x="596" y="1975"/>
                </a:lnTo>
                <a:lnTo>
                  <a:pt x="588" y="1972"/>
                </a:lnTo>
                <a:close/>
                <a:moveTo>
                  <a:pt x="1862" y="0"/>
                </a:moveTo>
                <a:lnTo>
                  <a:pt x="1866" y="5"/>
                </a:lnTo>
                <a:lnTo>
                  <a:pt x="1869" y="19"/>
                </a:lnTo>
                <a:lnTo>
                  <a:pt x="1871" y="39"/>
                </a:lnTo>
                <a:lnTo>
                  <a:pt x="1872" y="66"/>
                </a:lnTo>
                <a:lnTo>
                  <a:pt x="1874" y="97"/>
                </a:lnTo>
                <a:lnTo>
                  <a:pt x="1874" y="129"/>
                </a:lnTo>
                <a:lnTo>
                  <a:pt x="1871" y="194"/>
                </a:lnTo>
                <a:lnTo>
                  <a:pt x="1869" y="222"/>
                </a:lnTo>
                <a:lnTo>
                  <a:pt x="1866" y="247"/>
                </a:lnTo>
                <a:lnTo>
                  <a:pt x="1863" y="265"/>
                </a:lnTo>
                <a:lnTo>
                  <a:pt x="1850" y="311"/>
                </a:lnTo>
                <a:lnTo>
                  <a:pt x="1831" y="353"/>
                </a:lnTo>
                <a:lnTo>
                  <a:pt x="1806" y="393"/>
                </a:lnTo>
                <a:lnTo>
                  <a:pt x="1779" y="432"/>
                </a:lnTo>
                <a:lnTo>
                  <a:pt x="1720" y="505"/>
                </a:lnTo>
                <a:lnTo>
                  <a:pt x="1667" y="570"/>
                </a:lnTo>
                <a:lnTo>
                  <a:pt x="1555" y="697"/>
                </a:lnTo>
                <a:lnTo>
                  <a:pt x="1504" y="763"/>
                </a:lnTo>
                <a:lnTo>
                  <a:pt x="1492" y="779"/>
                </a:lnTo>
                <a:lnTo>
                  <a:pt x="1478" y="802"/>
                </a:lnTo>
                <a:lnTo>
                  <a:pt x="1461" y="825"/>
                </a:lnTo>
                <a:lnTo>
                  <a:pt x="1445" y="852"/>
                </a:lnTo>
                <a:lnTo>
                  <a:pt x="1409" y="905"/>
                </a:lnTo>
                <a:lnTo>
                  <a:pt x="1393" y="927"/>
                </a:lnTo>
                <a:lnTo>
                  <a:pt x="1380" y="945"/>
                </a:lnTo>
                <a:lnTo>
                  <a:pt x="1368" y="958"/>
                </a:lnTo>
                <a:lnTo>
                  <a:pt x="1364" y="1080"/>
                </a:lnTo>
                <a:lnTo>
                  <a:pt x="1378" y="1058"/>
                </a:lnTo>
                <a:lnTo>
                  <a:pt x="1392" y="1037"/>
                </a:lnTo>
                <a:lnTo>
                  <a:pt x="1403" y="1020"/>
                </a:lnTo>
                <a:lnTo>
                  <a:pt x="1436" y="955"/>
                </a:lnTo>
                <a:lnTo>
                  <a:pt x="1461" y="912"/>
                </a:lnTo>
                <a:lnTo>
                  <a:pt x="1486" y="871"/>
                </a:lnTo>
                <a:lnTo>
                  <a:pt x="1512" y="827"/>
                </a:lnTo>
                <a:lnTo>
                  <a:pt x="1540" y="784"/>
                </a:lnTo>
                <a:lnTo>
                  <a:pt x="1570" y="743"/>
                </a:lnTo>
                <a:lnTo>
                  <a:pt x="1602" y="706"/>
                </a:lnTo>
                <a:lnTo>
                  <a:pt x="1638" y="673"/>
                </a:lnTo>
                <a:lnTo>
                  <a:pt x="1676" y="647"/>
                </a:lnTo>
                <a:lnTo>
                  <a:pt x="1716" y="628"/>
                </a:lnTo>
                <a:lnTo>
                  <a:pt x="1757" y="614"/>
                </a:lnTo>
                <a:lnTo>
                  <a:pt x="1797" y="607"/>
                </a:lnTo>
                <a:lnTo>
                  <a:pt x="1838" y="605"/>
                </a:lnTo>
                <a:lnTo>
                  <a:pt x="1890" y="614"/>
                </a:lnTo>
                <a:lnTo>
                  <a:pt x="1940" y="632"/>
                </a:lnTo>
                <a:lnTo>
                  <a:pt x="1953" y="636"/>
                </a:lnTo>
                <a:lnTo>
                  <a:pt x="1969" y="642"/>
                </a:lnTo>
                <a:lnTo>
                  <a:pt x="1989" y="650"/>
                </a:lnTo>
                <a:lnTo>
                  <a:pt x="2006" y="656"/>
                </a:lnTo>
                <a:lnTo>
                  <a:pt x="2021" y="662"/>
                </a:lnTo>
                <a:lnTo>
                  <a:pt x="2033" y="664"/>
                </a:lnTo>
                <a:lnTo>
                  <a:pt x="2037" y="667"/>
                </a:lnTo>
                <a:lnTo>
                  <a:pt x="2034" y="669"/>
                </a:lnTo>
                <a:lnTo>
                  <a:pt x="2027" y="672"/>
                </a:lnTo>
                <a:lnTo>
                  <a:pt x="2017" y="676"/>
                </a:lnTo>
                <a:lnTo>
                  <a:pt x="1990" y="688"/>
                </a:lnTo>
                <a:lnTo>
                  <a:pt x="1978" y="694"/>
                </a:lnTo>
                <a:lnTo>
                  <a:pt x="1968" y="698"/>
                </a:lnTo>
                <a:lnTo>
                  <a:pt x="1950" y="710"/>
                </a:lnTo>
                <a:lnTo>
                  <a:pt x="1931" y="722"/>
                </a:lnTo>
                <a:lnTo>
                  <a:pt x="1906" y="735"/>
                </a:lnTo>
                <a:lnTo>
                  <a:pt x="1876" y="753"/>
                </a:lnTo>
                <a:lnTo>
                  <a:pt x="1843" y="771"/>
                </a:lnTo>
                <a:lnTo>
                  <a:pt x="1806" y="791"/>
                </a:lnTo>
                <a:lnTo>
                  <a:pt x="1766" y="813"/>
                </a:lnTo>
                <a:lnTo>
                  <a:pt x="1725" y="836"/>
                </a:lnTo>
                <a:lnTo>
                  <a:pt x="1683" y="859"/>
                </a:lnTo>
                <a:lnTo>
                  <a:pt x="1641" y="884"/>
                </a:lnTo>
                <a:lnTo>
                  <a:pt x="1599" y="908"/>
                </a:lnTo>
                <a:lnTo>
                  <a:pt x="1560" y="933"/>
                </a:lnTo>
                <a:lnTo>
                  <a:pt x="1521" y="956"/>
                </a:lnTo>
                <a:lnTo>
                  <a:pt x="1487" y="979"/>
                </a:lnTo>
                <a:lnTo>
                  <a:pt x="1456" y="999"/>
                </a:lnTo>
                <a:lnTo>
                  <a:pt x="1431" y="1020"/>
                </a:lnTo>
                <a:lnTo>
                  <a:pt x="1411" y="1037"/>
                </a:lnTo>
                <a:lnTo>
                  <a:pt x="1397" y="1054"/>
                </a:lnTo>
                <a:lnTo>
                  <a:pt x="1387" y="1067"/>
                </a:lnTo>
                <a:lnTo>
                  <a:pt x="1378" y="1083"/>
                </a:lnTo>
                <a:lnTo>
                  <a:pt x="1368" y="1102"/>
                </a:lnTo>
                <a:lnTo>
                  <a:pt x="1359" y="1120"/>
                </a:lnTo>
                <a:lnTo>
                  <a:pt x="1359" y="1124"/>
                </a:lnTo>
                <a:lnTo>
                  <a:pt x="1361" y="1127"/>
                </a:lnTo>
                <a:lnTo>
                  <a:pt x="1362" y="1129"/>
                </a:lnTo>
                <a:lnTo>
                  <a:pt x="1364" y="1132"/>
                </a:lnTo>
                <a:lnTo>
                  <a:pt x="1368" y="1124"/>
                </a:lnTo>
                <a:lnTo>
                  <a:pt x="1414" y="1114"/>
                </a:lnTo>
                <a:lnTo>
                  <a:pt x="1456" y="1099"/>
                </a:lnTo>
                <a:lnTo>
                  <a:pt x="1496" y="1080"/>
                </a:lnTo>
                <a:lnTo>
                  <a:pt x="1533" y="1058"/>
                </a:lnTo>
                <a:lnTo>
                  <a:pt x="1567" y="1035"/>
                </a:lnTo>
                <a:lnTo>
                  <a:pt x="1635" y="984"/>
                </a:lnTo>
                <a:lnTo>
                  <a:pt x="1670" y="959"/>
                </a:lnTo>
                <a:lnTo>
                  <a:pt x="1705" y="937"/>
                </a:lnTo>
                <a:lnTo>
                  <a:pt x="1747" y="909"/>
                </a:lnTo>
                <a:lnTo>
                  <a:pt x="1787" y="878"/>
                </a:lnTo>
                <a:lnTo>
                  <a:pt x="1823" y="844"/>
                </a:lnTo>
                <a:lnTo>
                  <a:pt x="1860" y="812"/>
                </a:lnTo>
                <a:lnTo>
                  <a:pt x="1900" y="782"/>
                </a:lnTo>
                <a:lnTo>
                  <a:pt x="1959" y="747"/>
                </a:lnTo>
                <a:lnTo>
                  <a:pt x="2021" y="715"/>
                </a:lnTo>
                <a:lnTo>
                  <a:pt x="2151" y="653"/>
                </a:lnTo>
                <a:lnTo>
                  <a:pt x="2157" y="650"/>
                </a:lnTo>
                <a:lnTo>
                  <a:pt x="2165" y="642"/>
                </a:lnTo>
                <a:lnTo>
                  <a:pt x="2192" y="622"/>
                </a:lnTo>
                <a:lnTo>
                  <a:pt x="2205" y="610"/>
                </a:lnTo>
                <a:lnTo>
                  <a:pt x="2218" y="600"/>
                </a:lnTo>
                <a:lnTo>
                  <a:pt x="2229" y="591"/>
                </a:lnTo>
                <a:lnTo>
                  <a:pt x="2236" y="585"/>
                </a:lnTo>
                <a:lnTo>
                  <a:pt x="2239" y="583"/>
                </a:lnTo>
                <a:lnTo>
                  <a:pt x="2239" y="588"/>
                </a:lnTo>
                <a:lnTo>
                  <a:pt x="2236" y="595"/>
                </a:lnTo>
                <a:lnTo>
                  <a:pt x="2232" y="603"/>
                </a:lnTo>
                <a:lnTo>
                  <a:pt x="2229" y="607"/>
                </a:lnTo>
                <a:lnTo>
                  <a:pt x="2221" y="629"/>
                </a:lnTo>
                <a:lnTo>
                  <a:pt x="2218" y="653"/>
                </a:lnTo>
                <a:lnTo>
                  <a:pt x="2220" y="676"/>
                </a:lnTo>
                <a:lnTo>
                  <a:pt x="2221" y="701"/>
                </a:lnTo>
                <a:lnTo>
                  <a:pt x="2221" y="725"/>
                </a:lnTo>
                <a:lnTo>
                  <a:pt x="2216" y="774"/>
                </a:lnTo>
                <a:lnTo>
                  <a:pt x="2205" y="819"/>
                </a:lnTo>
                <a:lnTo>
                  <a:pt x="2189" y="865"/>
                </a:lnTo>
                <a:lnTo>
                  <a:pt x="2167" y="908"/>
                </a:lnTo>
                <a:lnTo>
                  <a:pt x="2139" y="948"/>
                </a:lnTo>
                <a:lnTo>
                  <a:pt x="2105" y="983"/>
                </a:lnTo>
                <a:lnTo>
                  <a:pt x="2067" y="1017"/>
                </a:lnTo>
                <a:lnTo>
                  <a:pt x="2022" y="1045"/>
                </a:lnTo>
                <a:lnTo>
                  <a:pt x="1974" y="1070"/>
                </a:lnTo>
                <a:lnTo>
                  <a:pt x="1921" y="1091"/>
                </a:lnTo>
                <a:lnTo>
                  <a:pt x="1863" y="1105"/>
                </a:lnTo>
                <a:lnTo>
                  <a:pt x="1803" y="1116"/>
                </a:lnTo>
                <a:lnTo>
                  <a:pt x="1739" y="1123"/>
                </a:lnTo>
                <a:lnTo>
                  <a:pt x="1677" y="1127"/>
                </a:lnTo>
                <a:lnTo>
                  <a:pt x="1617" y="1132"/>
                </a:lnTo>
                <a:lnTo>
                  <a:pt x="1679" y="1136"/>
                </a:lnTo>
                <a:lnTo>
                  <a:pt x="1732" y="1144"/>
                </a:lnTo>
                <a:lnTo>
                  <a:pt x="1784" y="1154"/>
                </a:lnTo>
                <a:lnTo>
                  <a:pt x="1834" y="1167"/>
                </a:lnTo>
                <a:lnTo>
                  <a:pt x="1881" y="1185"/>
                </a:lnTo>
                <a:lnTo>
                  <a:pt x="1924" y="1207"/>
                </a:lnTo>
                <a:lnTo>
                  <a:pt x="1971" y="1239"/>
                </a:lnTo>
                <a:lnTo>
                  <a:pt x="2014" y="1276"/>
                </a:lnTo>
                <a:lnTo>
                  <a:pt x="2049" y="1316"/>
                </a:lnTo>
                <a:lnTo>
                  <a:pt x="2080" y="1359"/>
                </a:lnTo>
                <a:lnTo>
                  <a:pt x="2105" y="1402"/>
                </a:lnTo>
                <a:lnTo>
                  <a:pt x="2127" y="1447"/>
                </a:lnTo>
                <a:lnTo>
                  <a:pt x="2143" y="1492"/>
                </a:lnTo>
                <a:lnTo>
                  <a:pt x="2158" y="1537"/>
                </a:lnTo>
                <a:lnTo>
                  <a:pt x="2167" y="1580"/>
                </a:lnTo>
                <a:lnTo>
                  <a:pt x="2174" y="1621"/>
                </a:lnTo>
                <a:lnTo>
                  <a:pt x="2179" y="1660"/>
                </a:lnTo>
                <a:lnTo>
                  <a:pt x="2182" y="1695"/>
                </a:lnTo>
                <a:lnTo>
                  <a:pt x="2182" y="1753"/>
                </a:lnTo>
                <a:lnTo>
                  <a:pt x="2179" y="1775"/>
                </a:lnTo>
                <a:lnTo>
                  <a:pt x="2177" y="1789"/>
                </a:lnTo>
                <a:lnTo>
                  <a:pt x="2174" y="1797"/>
                </a:lnTo>
                <a:lnTo>
                  <a:pt x="2171" y="1797"/>
                </a:lnTo>
                <a:lnTo>
                  <a:pt x="2152" y="1767"/>
                </a:lnTo>
                <a:lnTo>
                  <a:pt x="2132" y="1739"/>
                </a:lnTo>
                <a:lnTo>
                  <a:pt x="2108" y="1713"/>
                </a:lnTo>
                <a:lnTo>
                  <a:pt x="2081" y="1686"/>
                </a:lnTo>
                <a:lnTo>
                  <a:pt x="2049" y="1664"/>
                </a:lnTo>
                <a:lnTo>
                  <a:pt x="2019" y="1648"/>
                </a:lnTo>
                <a:lnTo>
                  <a:pt x="1994" y="1633"/>
                </a:lnTo>
                <a:lnTo>
                  <a:pt x="1969" y="1621"/>
                </a:lnTo>
                <a:lnTo>
                  <a:pt x="1946" y="1611"/>
                </a:lnTo>
                <a:lnTo>
                  <a:pt x="1879" y="1580"/>
                </a:lnTo>
                <a:lnTo>
                  <a:pt x="1854" y="1568"/>
                </a:lnTo>
                <a:lnTo>
                  <a:pt x="1829" y="1555"/>
                </a:lnTo>
                <a:lnTo>
                  <a:pt x="1801" y="1537"/>
                </a:lnTo>
                <a:lnTo>
                  <a:pt x="1735" y="1493"/>
                </a:lnTo>
                <a:lnTo>
                  <a:pt x="1697" y="1464"/>
                </a:lnTo>
                <a:lnTo>
                  <a:pt x="1652" y="1428"/>
                </a:lnTo>
                <a:lnTo>
                  <a:pt x="1627" y="1405"/>
                </a:lnTo>
                <a:lnTo>
                  <a:pt x="1601" y="1374"/>
                </a:lnTo>
                <a:lnTo>
                  <a:pt x="1517" y="1267"/>
                </a:lnTo>
                <a:lnTo>
                  <a:pt x="1489" y="1237"/>
                </a:lnTo>
                <a:lnTo>
                  <a:pt x="1459" y="1211"/>
                </a:lnTo>
                <a:lnTo>
                  <a:pt x="1431" y="1195"/>
                </a:lnTo>
                <a:lnTo>
                  <a:pt x="1396" y="1181"/>
                </a:lnTo>
                <a:lnTo>
                  <a:pt x="1361" y="1170"/>
                </a:lnTo>
                <a:lnTo>
                  <a:pt x="1356" y="1170"/>
                </a:lnTo>
                <a:lnTo>
                  <a:pt x="1350" y="1182"/>
                </a:lnTo>
                <a:lnTo>
                  <a:pt x="1349" y="1192"/>
                </a:lnTo>
                <a:lnTo>
                  <a:pt x="1346" y="1203"/>
                </a:lnTo>
                <a:lnTo>
                  <a:pt x="1344" y="1207"/>
                </a:lnTo>
                <a:lnTo>
                  <a:pt x="1343" y="1219"/>
                </a:lnTo>
                <a:lnTo>
                  <a:pt x="1338" y="1237"/>
                </a:lnTo>
                <a:lnTo>
                  <a:pt x="1334" y="1257"/>
                </a:lnTo>
                <a:lnTo>
                  <a:pt x="1325" y="1301"/>
                </a:lnTo>
                <a:lnTo>
                  <a:pt x="1322" y="1321"/>
                </a:lnTo>
                <a:lnTo>
                  <a:pt x="1305" y="1421"/>
                </a:lnTo>
                <a:lnTo>
                  <a:pt x="1285" y="1523"/>
                </a:lnTo>
                <a:lnTo>
                  <a:pt x="1266" y="1623"/>
                </a:lnTo>
                <a:lnTo>
                  <a:pt x="1241" y="1781"/>
                </a:lnTo>
                <a:lnTo>
                  <a:pt x="1218" y="1941"/>
                </a:lnTo>
                <a:lnTo>
                  <a:pt x="1237" y="1927"/>
                </a:lnTo>
                <a:lnTo>
                  <a:pt x="1254" y="1912"/>
                </a:lnTo>
                <a:lnTo>
                  <a:pt x="1265" y="1900"/>
                </a:lnTo>
                <a:lnTo>
                  <a:pt x="1271" y="1885"/>
                </a:lnTo>
                <a:lnTo>
                  <a:pt x="1275" y="1871"/>
                </a:lnTo>
                <a:lnTo>
                  <a:pt x="1281" y="1856"/>
                </a:lnTo>
                <a:lnTo>
                  <a:pt x="1293" y="1838"/>
                </a:lnTo>
                <a:lnTo>
                  <a:pt x="1309" y="1825"/>
                </a:lnTo>
                <a:lnTo>
                  <a:pt x="1328" y="1816"/>
                </a:lnTo>
                <a:lnTo>
                  <a:pt x="1349" y="1813"/>
                </a:lnTo>
                <a:lnTo>
                  <a:pt x="1369" y="1816"/>
                </a:lnTo>
                <a:lnTo>
                  <a:pt x="1390" y="1823"/>
                </a:lnTo>
                <a:lnTo>
                  <a:pt x="1394" y="1826"/>
                </a:lnTo>
                <a:lnTo>
                  <a:pt x="1412" y="1835"/>
                </a:lnTo>
                <a:lnTo>
                  <a:pt x="1417" y="1838"/>
                </a:lnTo>
                <a:lnTo>
                  <a:pt x="1421" y="1845"/>
                </a:lnTo>
                <a:lnTo>
                  <a:pt x="1424" y="1853"/>
                </a:lnTo>
                <a:lnTo>
                  <a:pt x="1425" y="1859"/>
                </a:lnTo>
                <a:lnTo>
                  <a:pt x="1425" y="1869"/>
                </a:lnTo>
                <a:lnTo>
                  <a:pt x="1427" y="1879"/>
                </a:lnTo>
                <a:lnTo>
                  <a:pt x="1427" y="1890"/>
                </a:lnTo>
                <a:lnTo>
                  <a:pt x="1420" y="1910"/>
                </a:lnTo>
                <a:lnTo>
                  <a:pt x="1408" y="1927"/>
                </a:lnTo>
                <a:lnTo>
                  <a:pt x="1392" y="1940"/>
                </a:lnTo>
                <a:lnTo>
                  <a:pt x="1372" y="1949"/>
                </a:lnTo>
                <a:lnTo>
                  <a:pt x="1350" y="1953"/>
                </a:lnTo>
                <a:lnTo>
                  <a:pt x="1328" y="1955"/>
                </a:lnTo>
                <a:lnTo>
                  <a:pt x="1313" y="1953"/>
                </a:lnTo>
                <a:lnTo>
                  <a:pt x="1299" y="1950"/>
                </a:lnTo>
                <a:lnTo>
                  <a:pt x="1282" y="1947"/>
                </a:lnTo>
                <a:lnTo>
                  <a:pt x="1268" y="1949"/>
                </a:lnTo>
                <a:lnTo>
                  <a:pt x="1250" y="1955"/>
                </a:lnTo>
                <a:lnTo>
                  <a:pt x="1231" y="1965"/>
                </a:lnTo>
                <a:lnTo>
                  <a:pt x="1213" y="1975"/>
                </a:lnTo>
                <a:lnTo>
                  <a:pt x="1210" y="1993"/>
                </a:lnTo>
                <a:lnTo>
                  <a:pt x="1206" y="2012"/>
                </a:lnTo>
                <a:lnTo>
                  <a:pt x="1179" y="2224"/>
                </a:lnTo>
                <a:lnTo>
                  <a:pt x="1157" y="2437"/>
                </a:lnTo>
                <a:lnTo>
                  <a:pt x="1148" y="2549"/>
                </a:lnTo>
                <a:lnTo>
                  <a:pt x="1141" y="2658"/>
                </a:lnTo>
                <a:lnTo>
                  <a:pt x="1137" y="2767"/>
                </a:lnTo>
                <a:lnTo>
                  <a:pt x="1131" y="2879"/>
                </a:lnTo>
                <a:lnTo>
                  <a:pt x="1122" y="2997"/>
                </a:lnTo>
                <a:lnTo>
                  <a:pt x="1104" y="3239"/>
                </a:lnTo>
                <a:lnTo>
                  <a:pt x="1098" y="3357"/>
                </a:lnTo>
                <a:lnTo>
                  <a:pt x="1097" y="3435"/>
                </a:lnTo>
                <a:lnTo>
                  <a:pt x="1094" y="3517"/>
                </a:lnTo>
                <a:lnTo>
                  <a:pt x="1089" y="3603"/>
                </a:lnTo>
                <a:lnTo>
                  <a:pt x="1088" y="3687"/>
                </a:lnTo>
                <a:lnTo>
                  <a:pt x="1086" y="3770"/>
                </a:lnTo>
                <a:lnTo>
                  <a:pt x="1086" y="3848"/>
                </a:lnTo>
                <a:lnTo>
                  <a:pt x="1088" y="3895"/>
                </a:lnTo>
                <a:lnTo>
                  <a:pt x="1091" y="3951"/>
                </a:lnTo>
                <a:lnTo>
                  <a:pt x="1094" y="4011"/>
                </a:lnTo>
                <a:lnTo>
                  <a:pt x="1098" y="4072"/>
                </a:lnTo>
                <a:lnTo>
                  <a:pt x="1116" y="4038"/>
                </a:lnTo>
                <a:lnTo>
                  <a:pt x="1132" y="4008"/>
                </a:lnTo>
                <a:lnTo>
                  <a:pt x="1148" y="3982"/>
                </a:lnTo>
                <a:lnTo>
                  <a:pt x="1170" y="3948"/>
                </a:lnTo>
                <a:lnTo>
                  <a:pt x="1193" y="3920"/>
                </a:lnTo>
                <a:lnTo>
                  <a:pt x="1215" y="3893"/>
                </a:lnTo>
                <a:lnTo>
                  <a:pt x="1234" y="3867"/>
                </a:lnTo>
                <a:lnTo>
                  <a:pt x="1250" y="3837"/>
                </a:lnTo>
                <a:lnTo>
                  <a:pt x="1278" y="3783"/>
                </a:lnTo>
                <a:lnTo>
                  <a:pt x="1310" y="3731"/>
                </a:lnTo>
                <a:lnTo>
                  <a:pt x="1344" y="3680"/>
                </a:lnTo>
                <a:lnTo>
                  <a:pt x="1381" y="3627"/>
                </a:lnTo>
                <a:lnTo>
                  <a:pt x="1418" y="3572"/>
                </a:lnTo>
                <a:lnTo>
                  <a:pt x="1456" y="3516"/>
                </a:lnTo>
                <a:lnTo>
                  <a:pt x="1496" y="3460"/>
                </a:lnTo>
                <a:lnTo>
                  <a:pt x="1539" y="3407"/>
                </a:lnTo>
                <a:lnTo>
                  <a:pt x="1583" y="3357"/>
                </a:lnTo>
                <a:lnTo>
                  <a:pt x="1629" y="3311"/>
                </a:lnTo>
                <a:lnTo>
                  <a:pt x="1689" y="3264"/>
                </a:lnTo>
                <a:lnTo>
                  <a:pt x="1751" y="3224"/>
                </a:lnTo>
                <a:lnTo>
                  <a:pt x="1815" y="3192"/>
                </a:lnTo>
                <a:lnTo>
                  <a:pt x="1881" y="3169"/>
                </a:lnTo>
                <a:lnTo>
                  <a:pt x="1946" y="3155"/>
                </a:lnTo>
                <a:lnTo>
                  <a:pt x="2011" y="3149"/>
                </a:lnTo>
                <a:lnTo>
                  <a:pt x="2075" y="3152"/>
                </a:lnTo>
                <a:lnTo>
                  <a:pt x="2140" y="3164"/>
                </a:lnTo>
                <a:lnTo>
                  <a:pt x="2202" y="3183"/>
                </a:lnTo>
                <a:lnTo>
                  <a:pt x="2263" y="3211"/>
                </a:lnTo>
                <a:lnTo>
                  <a:pt x="2277" y="3220"/>
                </a:lnTo>
                <a:lnTo>
                  <a:pt x="2295" y="3231"/>
                </a:lnTo>
                <a:lnTo>
                  <a:pt x="2314" y="3245"/>
                </a:lnTo>
                <a:lnTo>
                  <a:pt x="2333" y="3259"/>
                </a:lnTo>
                <a:lnTo>
                  <a:pt x="2353" y="3276"/>
                </a:lnTo>
                <a:lnTo>
                  <a:pt x="2370" y="3289"/>
                </a:lnTo>
                <a:lnTo>
                  <a:pt x="2385" y="3302"/>
                </a:lnTo>
                <a:lnTo>
                  <a:pt x="2398" y="3312"/>
                </a:lnTo>
                <a:lnTo>
                  <a:pt x="2406" y="3318"/>
                </a:lnTo>
                <a:lnTo>
                  <a:pt x="2409" y="3321"/>
                </a:lnTo>
                <a:lnTo>
                  <a:pt x="2404" y="3321"/>
                </a:lnTo>
                <a:lnTo>
                  <a:pt x="2394" y="3323"/>
                </a:lnTo>
                <a:lnTo>
                  <a:pt x="2378" y="3326"/>
                </a:lnTo>
                <a:lnTo>
                  <a:pt x="2359" y="3327"/>
                </a:lnTo>
                <a:lnTo>
                  <a:pt x="2338" y="3330"/>
                </a:lnTo>
                <a:lnTo>
                  <a:pt x="2300" y="3336"/>
                </a:lnTo>
                <a:lnTo>
                  <a:pt x="2286" y="3338"/>
                </a:lnTo>
                <a:lnTo>
                  <a:pt x="2277" y="3339"/>
                </a:lnTo>
                <a:lnTo>
                  <a:pt x="2186" y="3360"/>
                </a:lnTo>
                <a:lnTo>
                  <a:pt x="2098" y="3380"/>
                </a:lnTo>
                <a:lnTo>
                  <a:pt x="2009" y="3404"/>
                </a:lnTo>
                <a:lnTo>
                  <a:pt x="1922" y="3433"/>
                </a:lnTo>
                <a:lnTo>
                  <a:pt x="1835" y="3469"/>
                </a:lnTo>
                <a:lnTo>
                  <a:pt x="1754" y="3504"/>
                </a:lnTo>
                <a:lnTo>
                  <a:pt x="1679" y="3542"/>
                </a:lnTo>
                <a:lnTo>
                  <a:pt x="1604" y="3582"/>
                </a:lnTo>
                <a:lnTo>
                  <a:pt x="1532" y="3627"/>
                </a:lnTo>
                <a:lnTo>
                  <a:pt x="1462" y="3677"/>
                </a:lnTo>
                <a:lnTo>
                  <a:pt x="1399" y="3733"/>
                </a:lnTo>
                <a:lnTo>
                  <a:pt x="1337" y="3793"/>
                </a:lnTo>
                <a:lnTo>
                  <a:pt x="1275" y="3861"/>
                </a:lnTo>
                <a:lnTo>
                  <a:pt x="1213" y="3935"/>
                </a:lnTo>
                <a:lnTo>
                  <a:pt x="1200" y="3951"/>
                </a:lnTo>
                <a:lnTo>
                  <a:pt x="1184" y="3972"/>
                </a:lnTo>
                <a:lnTo>
                  <a:pt x="1167" y="3995"/>
                </a:lnTo>
                <a:lnTo>
                  <a:pt x="1153" y="4022"/>
                </a:lnTo>
                <a:lnTo>
                  <a:pt x="1134" y="4061"/>
                </a:lnTo>
                <a:lnTo>
                  <a:pt x="1117" y="4103"/>
                </a:lnTo>
                <a:lnTo>
                  <a:pt x="1109" y="4240"/>
                </a:lnTo>
                <a:lnTo>
                  <a:pt x="1109" y="4246"/>
                </a:lnTo>
                <a:lnTo>
                  <a:pt x="1110" y="4250"/>
                </a:lnTo>
                <a:lnTo>
                  <a:pt x="1110" y="4255"/>
                </a:lnTo>
                <a:lnTo>
                  <a:pt x="1111" y="4293"/>
                </a:lnTo>
                <a:lnTo>
                  <a:pt x="1114" y="4342"/>
                </a:lnTo>
                <a:lnTo>
                  <a:pt x="1117" y="4395"/>
                </a:lnTo>
                <a:lnTo>
                  <a:pt x="1122" y="4452"/>
                </a:lnTo>
                <a:lnTo>
                  <a:pt x="1125" y="4511"/>
                </a:lnTo>
                <a:lnTo>
                  <a:pt x="1128" y="4569"/>
                </a:lnTo>
                <a:lnTo>
                  <a:pt x="1132" y="4625"/>
                </a:lnTo>
                <a:lnTo>
                  <a:pt x="1139" y="4746"/>
                </a:lnTo>
                <a:lnTo>
                  <a:pt x="1147" y="4865"/>
                </a:lnTo>
                <a:lnTo>
                  <a:pt x="1106" y="4865"/>
                </a:lnTo>
                <a:lnTo>
                  <a:pt x="1106" y="4855"/>
                </a:lnTo>
                <a:lnTo>
                  <a:pt x="1100" y="4777"/>
                </a:lnTo>
                <a:lnTo>
                  <a:pt x="1091" y="4626"/>
                </a:lnTo>
                <a:lnTo>
                  <a:pt x="1086" y="4548"/>
                </a:lnTo>
                <a:lnTo>
                  <a:pt x="1079" y="4465"/>
                </a:lnTo>
                <a:lnTo>
                  <a:pt x="1072" y="4377"/>
                </a:lnTo>
                <a:lnTo>
                  <a:pt x="1066" y="4287"/>
                </a:lnTo>
                <a:lnTo>
                  <a:pt x="1060" y="4199"/>
                </a:lnTo>
                <a:lnTo>
                  <a:pt x="1055" y="4116"/>
                </a:lnTo>
                <a:lnTo>
                  <a:pt x="1054" y="4070"/>
                </a:lnTo>
                <a:lnTo>
                  <a:pt x="1052" y="4032"/>
                </a:lnTo>
                <a:lnTo>
                  <a:pt x="1051" y="3998"/>
                </a:lnTo>
                <a:lnTo>
                  <a:pt x="1048" y="3939"/>
                </a:lnTo>
                <a:lnTo>
                  <a:pt x="1047" y="3908"/>
                </a:lnTo>
                <a:lnTo>
                  <a:pt x="1045" y="3876"/>
                </a:lnTo>
                <a:lnTo>
                  <a:pt x="1044" y="3836"/>
                </a:lnTo>
                <a:lnTo>
                  <a:pt x="1044" y="3737"/>
                </a:lnTo>
                <a:lnTo>
                  <a:pt x="1045" y="3677"/>
                </a:lnTo>
                <a:lnTo>
                  <a:pt x="1045" y="3610"/>
                </a:lnTo>
                <a:lnTo>
                  <a:pt x="1047" y="3540"/>
                </a:lnTo>
                <a:lnTo>
                  <a:pt x="1050" y="3467"/>
                </a:lnTo>
                <a:lnTo>
                  <a:pt x="1039" y="3444"/>
                </a:lnTo>
                <a:lnTo>
                  <a:pt x="1026" y="3425"/>
                </a:lnTo>
                <a:lnTo>
                  <a:pt x="1011" y="3404"/>
                </a:lnTo>
                <a:lnTo>
                  <a:pt x="995" y="3388"/>
                </a:lnTo>
                <a:lnTo>
                  <a:pt x="973" y="3371"/>
                </a:lnTo>
                <a:lnTo>
                  <a:pt x="946" y="3357"/>
                </a:lnTo>
                <a:lnTo>
                  <a:pt x="918" y="3343"/>
                </a:lnTo>
                <a:lnTo>
                  <a:pt x="889" y="3330"/>
                </a:lnTo>
                <a:lnTo>
                  <a:pt x="861" y="3318"/>
                </a:lnTo>
                <a:lnTo>
                  <a:pt x="834" y="3305"/>
                </a:lnTo>
                <a:lnTo>
                  <a:pt x="814" y="3292"/>
                </a:lnTo>
                <a:lnTo>
                  <a:pt x="789" y="3271"/>
                </a:lnTo>
                <a:lnTo>
                  <a:pt x="767" y="3252"/>
                </a:lnTo>
                <a:lnTo>
                  <a:pt x="746" y="3236"/>
                </a:lnTo>
                <a:lnTo>
                  <a:pt x="744" y="3364"/>
                </a:lnTo>
                <a:lnTo>
                  <a:pt x="743" y="3491"/>
                </a:lnTo>
                <a:lnTo>
                  <a:pt x="739" y="3768"/>
                </a:lnTo>
                <a:lnTo>
                  <a:pt x="739" y="3818"/>
                </a:lnTo>
                <a:lnTo>
                  <a:pt x="740" y="3851"/>
                </a:lnTo>
                <a:lnTo>
                  <a:pt x="740" y="3918"/>
                </a:lnTo>
                <a:lnTo>
                  <a:pt x="741" y="3951"/>
                </a:lnTo>
                <a:lnTo>
                  <a:pt x="741" y="4007"/>
                </a:lnTo>
                <a:lnTo>
                  <a:pt x="743" y="4029"/>
                </a:lnTo>
                <a:lnTo>
                  <a:pt x="743" y="4051"/>
                </a:lnTo>
                <a:lnTo>
                  <a:pt x="746" y="4061"/>
                </a:lnTo>
                <a:lnTo>
                  <a:pt x="747" y="4079"/>
                </a:lnTo>
                <a:lnTo>
                  <a:pt x="752" y="4100"/>
                </a:lnTo>
                <a:lnTo>
                  <a:pt x="756" y="4123"/>
                </a:lnTo>
                <a:lnTo>
                  <a:pt x="765" y="4174"/>
                </a:lnTo>
                <a:lnTo>
                  <a:pt x="781" y="4249"/>
                </a:lnTo>
                <a:lnTo>
                  <a:pt x="814" y="4402"/>
                </a:lnTo>
                <a:lnTo>
                  <a:pt x="828" y="4476"/>
                </a:lnTo>
                <a:lnTo>
                  <a:pt x="842" y="4544"/>
                </a:lnTo>
                <a:lnTo>
                  <a:pt x="862" y="4645"/>
                </a:lnTo>
                <a:lnTo>
                  <a:pt x="881" y="4751"/>
                </a:lnTo>
                <a:lnTo>
                  <a:pt x="902" y="4862"/>
                </a:lnTo>
                <a:lnTo>
                  <a:pt x="862" y="4862"/>
                </a:lnTo>
                <a:lnTo>
                  <a:pt x="856" y="4830"/>
                </a:lnTo>
                <a:lnTo>
                  <a:pt x="849" y="4791"/>
                </a:lnTo>
                <a:lnTo>
                  <a:pt x="840" y="4747"/>
                </a:lnTo>
                <a:lnTo>
                  <a:pt x="830" y="4698"/>
                </a:lnTo>
                <a:lnTo>
                  <a:pt x="820" y="4645"/>
                </a:lnTo>
                <a:lnTo>
                  <a:pt x="809" y="4591"/>
                </a:lnTo>
                <a:lnTo>
                  <a:pt x="797" y="4533"/>
                </a:lnTo>
                <a:lnTo>
                  <a:pt x="787" y="4476"/>
                </a:lnTo>
                <a:lnTo>
                  <a:pt x="775" y="4418"/>
                </a:lnTo>
                <a:lnTo>
                  <a:pt x="765" y="4361"/>
                </a:lnTo>
                <a:lnTo>
                  <a:pt x="753" y="4306"/>
                </a:lnTo>
                <a:lnTo>
                  <a:pt x="743" y="4255"/>
                </a:lnTo>
                <a:lnTo>
                  <a:pt x="734" y="4207"/>
                </a:lnTo>
                <a:lnTo>
                  <a:pt x="727" y="4165"/>
                </a:lnTo>
                <a:lnTo>
                  <a:pt x="719" y="4128"/>
                </a:lnTo>
                <a:lnTo>
                  <a:pt x="713" y="4097"/>
                </a:lnTo>
                <a:lnTo>
                  <a:pt x="706" y="4060"/>
                </a:lnTo>
                <a:lnTo>
                  <a:pt x="693" y="4045"/>
                </a:lnTo>
                <a:lnTo>
                  <a:pt x="675" y="4028"/>
                </a:lnTo>
                <a:lnTo>
                  <a:pt x="657" y="4008"/>
                </a:lnTo>
                <a:lnTo>
                  <a:pt x="638" y="3989"/>
                </a:lnTo>
                <a:lnTo>
                  <a:pt x="621" y="3970"/>
                </a:lnTo>
                <a:lnTo>
                  <a:pt x="604" y="3954"/>
                </a:lnTo>
                <a:lnTo>
                  <a:pt x="590" y="3941"/>
                </a:lnTo>
                <a:lnTo>
                  <a:pt x="581" y="3930"/>
                </a:lnTo>
                <a:lnTo>
                  <a:pt x="541" y="3890"/>
                </a:lnTo>
                <a:lnTo>
                  <a:pt x="529" y="3882"/>
                </a:lnTo>
                <a:lnTo>
                  <a:pt x="485" y="3864"/>
                </a:lnTo>
                <a:lnTo>
                  <a:pt x="448" y="3851"/>
                </a:lnTo>
                <a:lnTo>
                  <a:pt x="411" y="3836"/>
                </a:lnTo>
                <a:lnTo>
                  <a:pt x="339" y="3809"/>
                </a:lnTo>
                <a:lnTo>
                  <a:pt x="268" y="3783"/>
                </a:lnTo>
                <a:lnTo>
                  <a:pt x="254" y="3777"/>
                </a:lnTo>
                <a:lnTo>
                  <a:pt x="221" y="3765"/>
                </a:lnTo>
                <a:lnTo>
                  <a:pt x="205" y="3764"/>
                </a:lnTo>
                <a:lnTo>
                  <a:pt x="193" y="3765"/>
                </a:lnTo>
                <a:lnTo>
                  <a:pt x="167" y="3777"/>
                </a:lnTo>
                <a:lnTo>
                  <a:pt x="155" y="3781"/>
                </a:lnTo>
                <a:lnTo>
                  <a:pt x="134" y="3784"/>
                </a:lnTo>
                <a:lnTo>
                  <a:pt x="115" y="3783"/>
                </a:lnTo>
                <a:lnTo>
                  <a:pt x="96" y="3777"/>
                </a:lnTo>
                <a:lnTo>
                  <a:pt x="80" y="3768"/>
                </a:lnTo>
                <a:lnTo>
                  <a:pt x="66" y="3753"/>
                </a:lnTo>
                <a:lnTo>
                  <a:pt x="57" y="3736"/>
                </a:lnTo>
                <a:lnTo>
                  <a:pt x="56" y="3721"/>
                </a:lnTo>
                <a:lnTo>
                  <a:pt x="55" y="3705"/>
                </a:lnTo>
                <a:lnTo>
                  <a:pt x="55" y="3699"/>
                </a:lnTo>
                <a:lnTo>
                  <a:pt x="56" y="3690"/>
                </a:lnTo>
                <a:lnTo>
                  <a:pt x="60" y="3683"/>
                </a:lnTo>
                <a:lnTo>
                  <a:pt x="63" y="3678"/>
                </a:lnTo>
                <a:lnTo>
                  <a:pt x="68" y="3675"/>
                </a:lnTo>
                <a:lnTo>
                  <a:pt x="72" y="3671"/>
                </a:lnTo>
                <a:lnTo>
                  <a:pt x="77" y="3668"/>
                </a:lnTo>
                <a:lnTo>
                  <a:pt x="81" y="3663"/>
                </a:lnTo>
                <a:lnTo>
                  <a:pt x="97" y="3652"/>
                </a:lnTo>
                <a:lnTo>
                  <a:pt x="115" y="3646"/>
                </a:lnTo>
                <a:lnTo>
                  <a:pt x="134" y="3646"/>
                </a:lnTo>
                <a:lnTo>
                  <a:pt x="152" y="3650"/>
                </a:lnTo>
                <a:lnTo>
                  <a:pt x="168" y="3660"/>
                </a:lnTo>
                <a:lnTo>
                  <a:pt x="181" y="3675"/>
                </a:lnTo>
                <a:lnTo>
                  <a:pt x="189" y="3688"/>
                </a:lnTo>
                <a:lnTo>
                  <a:pt x="195" y="3702"/>
                </a:lnTo>
                <a:lnTo>
                  <a:pt x="202" y="3715"/>
                </a:lnTo>
                <a:lnTo>
                  <a:pt x="211" y="3725"/>
                </a:lnTo>
                <a:lnTo>
                  <a:pt x="237" y="3742"/>
                </a:lnTo>
                <a:lnTo>
                  <a:pt x="264" y="3755"/>
                </a:lnTo>
                <a:lnTo>
                  <a:pt x="326" y="3783"/>
                </a:lnTo>
                <a:lnTo>
                  <a:pt x="389" y="3809"/>
                </a:lnTo>
                <a:lnTo>
                  <a:pt x="460" y="3834"/>
                </a:lnTo>
                <a:lnTo>
                  <a:pt x="483" y="3843"/>
                </a:lnTo>
                <a:lnTo>
                  <a:pt x="507" y="3846"/>
                </a:lnTo>
                <a:lnTo>
                  <a:pt x="513" y="3842"/>
                </a:lnTo>
                <a:lnTo>
                  <a:pt x="517" y="3833"/>
                </a:lnTo>
                <a:lnTo>
                  <a:pt x="520" y="3820"/>
                </a:lnTo>
                <a:lnTo>
                  <a:pt x="522" y="3802"/>
                </a:lnTo>
                <a:lnTo>
                  <a:pt x="522" y="3784"/>
                </a:lnTo>
                <a:lnTo>
                  <a:pt x="523" y="3765"/>
                </a:lnTo>
                <a:lnTo>
                  <a:pt x="525" y="3712"/>
                </a:lnTo>
                <a:lnTo>
                  <a:pt x="525" y="3657"/>
                </a:lnTo>
                <a:lnTo>
                  <a:pt x="523" y="3604"/>
                </a:lnTo>
                <a:lnTo>
                  <a:pt x="523" y="3573"/>
                </a:lnTo>
                <a:lnTo>
                  <a:pt x="520" y="3541"/>
                </a:lnTo>
                <a:lnTo>
                  <a:pt x="519" y="3537"/>
                </a:lnTo>
                <a:lnTo>
                  <a:pt x="507" y="3525"/>
                </a:lnTo>
                <a:lnTo>
                  <a:pt x="504" y="3520"/>
                </a:lnTo>
                <a:lnTo>
                  <a:pt x="503" y="3516"/>
                </a:lnTo>
                <a:lnTo>
                  <a:pt x="503" y="3509"/>
                </a:lnTo>
                <a:lnTo>
                  <a:pt x="501" y="3504"/>
                </a:lnTo>
                <a:lnTo>
                  <a:pt x="483" y="3486"/>
                </a:lnTo>
                <a:lnTo>
                  <a:pt x="473" y="3478"/>
                </a:lnTo>
                <a:lnTo>
                  <a:pt x="466" y="3467"/>
                </a:lnTo>
                <a:lnTo>
                  <a:pt x="461" y="3453"/>
                </a:lnTo>
                <a:lnTo>
                  <a:pt x="458" y="3436"/>
                </a:lnTo>
                <a:lnTo>
                  <a:pt x="458" y="3420"/>
                </a:lnTo>
                <a:lnTo>
                  <a:pt x="461" y="3404"/>
                </a:lnTo>
                <a:lnTo>
                  <a:pt x="467" y="3388"/>
                </a:lnTo>
                <a:lnTo>
                  <a:pt x="475" y="3371"/>
                </a:lnTo>
                <a:lnTo>
                  <a:pt x="485" y="3358"/>
                </a:lnTo>
                <a:lnTo>
                  <a:pt x="491" y="3354"/>
                </a:lnTo>
                <a:lnTo>
                  <a:pt x="498" y="3348"/>
                </a:lnTo>
                <a:lnTo>
                  <a:pt x="519" y="3333"/>
                </a:lnTo>
                <a:lnTo>
                  <a:pt x="540" y="3323"/>
                </a:lnTo>
                <a:lnTo>
                  <a:pt x="547" y="3321"/>
                </a:lnTo>
                <a:lnTo>
                  <a:pt x="550" y="3323"/>
                </a:lnTo>
                <a:lnTo>
                  <a:pt x="556" y="3332"/>
                </a:lnTo>
                <a:lnTo>
                  <a:pt x="565" y="3339"/>
                </a:lnTo>
                <a:lnTo>
                  <a:pt x="576" y="3343"/>
                </a:lnTo>
                <a:lnTo>
                  <a:pt x="585" y="3349"/>
                </a:lnTo>
                <a:lnTo>
                  <a:pt x="603" y="3366"/>
                </a:lnTo>
                <a:lnTo>
                  <a:pt x="616" y="3383"/>
                </a:lnTo>
                <a:lnTo>
                  <a:pt x="624" y="3402"/>
                </a:lnTo>
                <a:lnTo>
                  <a:pt x="626" y="3425"/>
                </a:lnTo>
                <a:lnTo>
                  <a:pt x="622" y="3448"/>
                </a:lnTo>
                <a:lnTo>
                  <a:pt x="615" y="3467"/>
                </a:lnTo>
                <a:lnTo>
                  <a:pt x="604" y="3485"/>
                </a:lnTo>
                <a:lnTo>
                  <a:pt x="588" y="3498"/>
                </a:lnTo>
                <a:lnTo>
                  <a:pt x="575" y="3506"/>
                </a:lnTo>
                <a:lnTo>
                  <a:pt x="565" y="3513"/>
                </a:lnTo>
                <a:lnTo>
                  <a:pt x="556" y="3525"/>
                </a:lnTo>
                <a:lnTo>
                  <a:pt x="548" y="3541"/>
                </a:lnTo>
                <a:lnTo>
                  <a:pt x="545" y="3560"/>
                </a:lnTo>
                <a:lnTo>
                  <a:pt x="545" y="3599"/>
                </a:lnTo>
                <a:lnTo>
                  <a:pt x="544" y="3634"/>
                </a:lnTo>
                <a:lnTo>
                  <a:pt x="544" y="3671"/>
                </a:lnTo>
                <a:lnTo>
                  <a:pt x="541" y="3739"/>
                </a:lnTo>
                <a:lnTo>
                  <a:pt x="541" y="3806"/>
                </a:lnTo>
                <a:lnTo>
                  <a:pt x="544" y="3834"/>
                </a:lnTo>
                <a:lnTo>
                  <a:pt x="550" y="3859"/>
                </a:lnTo>
                <a:lnTo>
                  <a:pt x="563" y="3882"/>
                </a:lnTo>
                <a:lnTo>
                  <a:pt x="582" y="3902"/>
                </a:lnTo>
                <a:lnTo>
                  <a:pt x="637" y="3957"/>
                </a:lnTo>
                <a:lnTo>
                  <a:pt x="654" y="3973"/>
                </a:lnTo>
                <a:lnTo>
                  <a:pt x="672" y="3991"/>
                </a:lnTo>
                <a:lnTo>
                  <a:pt x="690" y="4007"/>
                </a:lnTo>
                <a:lnTo>
                  <a:pt x="705" y="4020"/>
                </a:lnTo>
                <a:lnTo>
                  <a:pt x="703" y="3983"/>
                </a:lnTo>
                <a:lnTo>
                  <a:pt x="703" y="3890"/>
                </a:lnTo>
                <a:lnTo>
                  <a:pt x="705" y="3843"/>
                </a:lnTo>
                <a:lnTo>
                  <a:pt x="706" y="3799"/>
                </a:lnTo>
                <a:lnTo>
                  <a:pt x="706" y="3647"/>
                </a:lnTo>
                <a:lnTo>
                  <a:pt x="712" y="3397"/>
                </a:lnTo>
                <a:lnTo>
                  <a:pt x="716" y="3209"/>
                </a:lnTo>
                <a:lnTo>
                  <a:pt x="694" y="3186"/>
                </a:lnTo>
                <a:lnTo>
                  <a:pt x="675" y="3165"/>
                </a:lnTo>
                <a:lnTo>
                  <a:pt x="660" y="3144"/>
                </a:lnTo>
                <a:lnTo>
                  <a:pt x="644" y="3125"/>
                </a:lnTo>
                <a:lnTo>
                  <a:pt x="629" y="3106"/>
                </a:lnTo>
                <a:lnTo>
                  <a:pt x="610" y="3084"/>
                </a:lnTo>
                <a:lnTo>
                  <a:pt x="588" y="3060"/>
                </a:lnTo>
                <a:lnTo>
                  <a:pt x="562" y="3038"/>
                </a:lnTo>
                <a:lnTo>
                  <a:pt x="534" y="3021"/>
                </a:lnTo>
                <a:lnTo>
                  <a:pt x="506" y="3009"/>
                </a:lnTo>
                <a:lnTo>
                  <a:pt x="476" y="2998"/>
                </a:lnTo>
                <a:lnTo>
                  <a:pt x="476" y="2995"/>
                </a:lnTo>
                <a:lnTo>
                  <a:pt x="483" y="2990"/>
                </a:lnTo>
                <a:lnTo>
                  <a:pt x="495" y="2984"/>
                </a:lnTo>
                <a:lnTo>
                  <a:pt x="514" y="2975"/>
                </a:lnTo>
                <a:lnTo>
                  <a:pt x="537" y="2966"/>
                </a:lnTo>
                <a:lnTo>
                  <a:pt x="563" y="2957"/>
                </a:lnTo>
                <a:lnTo>
                  <a:pt x="593" y="2950"/>
                </a:lnTo>
                <a:lnTo>
                  <a:pt x="625" y="2944"/>
                </a:lnTo>
                <a:lnTo>
                  <a:pt x="660" y="2941"/>
                </a:lnTo>
                <a:lnTo>
                  <a:pt x="696" y="2939"/>
                </a:lnTo>
                <a:lnTo>
                  <a:pt x="733" y="2944"/>
                </a:lnTo>
                <a:lnTo>
                  <a:pt x="734" y="2931"/>
                </a:lnTo>
                <a:lnTo>
                  <a:pt x="736" y="2914"/>
                </a:lnTo>
                <a:lnTo>
                  <a:pt x="736" y="2858"/>
                </a:lnTo>
                <a:lnTo>
                  <a:pt x="744" y="2721"/>
                </a:lnTo>
                <a:lnTo>
                  <a:pt x="750" y="2600"/>
                </a:lnTo>
                <a:lnTo>
                  <a:pt x="755" y="2540"/>
                </a:lnTo>
                <a:lnTo>
                  <a:pt x="761" y="2479"/>
                </a:lnTo>
                <a:lnTo>
                  <a:pt x="753" y="2472"/>
                </a:lnTo>
                <a:lnTo>
                  <a:pt x="741" y="2462"/>
                </a:lnTo>
                <a:lnTo>
                  <a:pt x="725" y="2447"/>
                </a:lnTo>
                <a:lnTo>
                  <a:pt x="706" y="2431"/>
                </a:lnTo>
                <a:lnTo>
                  <a:pt x="685" y="2416"/>
                </a:lnTo>
                <a:lnTo>
                  <a:pt x="665" y="2398"/>
                </a:lnTo>
                <a:lnTo>
                  <a:pt x="643" y="2382"/>
                </a:lnTo>
                <a:lnTo>
                  <a:pt x="624" y="2366"/>
                </a:lnTo>
                <a:lnTo>
                  <a:pt x="606" y="2353"/>
                </a:lnTo>
                <a:lnTo>
                  <a:pt x="593" y="2341"/>
                </a:lnTo>
                <a:lnTo>
                  <a:pt x="582" y="2333"/>
                </a:lnTo>
                <a:lnTo>
                  <a:pt x="578" y="2331"/>
                </a:lnTo>
                <a:lnTo>
                  <a:pt x="554" y="2316"/>
                </a:lnTo>
                <a:lnTo>
                  <a:pt x="531" y="2307"/>
                </a:lnTo>
                <a:lnTo>
                  <a:pt x="504" y="2304"/>
                </a:lnTo>
                <a:lnTo>
                  <a:pt x="476" y="2305"/>
                </a:lnTo>
                <a:lnTo>
                  <a:pt x="408" y="2317"/>
                </a:lnTo>
                <a:lnTo>
                  <a:pt x="342" y="2332"/>
                </a:lnTo>
                <a:lnTo>
                  <a:pt x="307" y="2339"/>
                </a:lnTo>
                <a:lnTo>
                  <a:pt x="273" y="2347"/>
                </a:lnTo>
                <a:lnTo>
                  <a:pt x="255" y="2351"/>
                </a:lnTo>
                <a:lnTo>
                  <a:pt x="234" y="2354"/>
                </a:lnTo>
                <a:lnTo>
                  <a:pt x="217" y="2360"/>
                </a:lnTo>
                <a:lnTo>
                  <a:pt x="200" y="2369"/>
                </a:lnTo>
                <a:lnTo>
                  <a:pt x="193" y="2378"/>
                </a:lnTo>
                <a:lnTo>
                  <a:pt x="189" y="2387"/>
                </a:lnTo>
                <a:lnTo>
                  <a:pt x="186" y="2395"/>
                </a:lnTo>
                <a:lnTo>
                  <a:pt x="181" y="2406"/>
                </a:lnTo>
                <a:lnTo>
                  <a:pt x="171" y="2423"/>
                </a:lnTo>
                <a:lnTo>
                  <a:pt x="156" y="2437"/>
                </a:lnTo>
                <a:lnTo>
                  <a:pt x="139" y="2448"/>
                </a:lnTo>
                <a:lnTo>
                  <a:pt x="116" y="2457"/>
                </a:lnTo>
                <a:lnTo>
                  <a:pt x="94" y="2459"/>
                </a:lnTo>
                <a:lnTo>
                  <a:pt x="72" y="2454"/>
                </a:lnTo>
                <a:lnTo>
                  <a:pt x="53" y="2444"/>
                </a:lnTo>
                <a:lnTo>
                  <a:pt x="34" y="2429"/>
                </a:lnTo>
                <a:lnTo>
                  <a:pt x="28" y="2420"/>
                </a:lnTo>
                <a:lnTo>
                  <a:pt x="21" y="2412"/>
                </a:lnTo>
                <a:lnTo>
                  <a:pt x="13" y="2404"/>
                </a:lnTo>
                <a:lnTo>
                  <a:pt x="3" y="2400"/>
                </a:lnTo>
                <a:lnTo>
                  <a:pt x="0" y="2397"/>
                </a:lnTo>
                <a:lnTo>
                  <a:pt x="0" y="2390"/>
                </a:lnTo>
                <a:lnTo>
                  <a:pt x="3" y="2379"/>
                </a:lnTo>
                <a:lnTo>
                  <a:pt x="12" y="2356"/>
                </a:lnTo>
                <a:lnTo>
                  <a:pt x="25" y="2329"/>
                </a:lnTo>
                <a:lnTo>
                  <a:pt x="35" y="2317"/>
                </a:lnTo>
                <a:lnTo>
                  <a:pt x="50" y="2307"/>
                </a:lnTo>
                <a:lnTo>
                  <a:pt x="66" y="2298"/>
                </a:lnTo>
                <a:lnTo>
                  <a:pt x="85" y="2292"/>
                </a:lnTo>
                <a:lnTo>
                  <a:pt x="108" y="2289"/>
                </a:lnTo>
                <a:lnTo>
                  <a:pt x="130" y="2291"/>
                </a:lnTo>
                <a:lnTo>
                  <a:pt x="142" y="2297"/>
                </a:lnTo>
                <a:lnTo>
                  <a:pt x="152" y="2304"/>
                </a:lnTo>
                <a:lnTo>
                  <a:pt x="162" y="2313"/>
                </a:lnTo>
                <a:lnTo>
                  <a:pt x="172" y="2319"/>
                </a:lnTo>
                <a:lnTo>
                  <a:pt x="177" y="2320"/>
                </a:lnTo>
                <a:lnTo>
                  <a:pt x="189" y="2320"/>
                </a:lnTo>
                <a:lnTo>
                  <a:pt x="193" y="2322"/>
                </a:lnTo>
                <a:lnTo>
                  <a:pt x="196" y="2323"/>
                </a:lnTo>
                <a:lnTo>
                  <a:pt x="199" y="2326"/>
                </a:lnTo>
                <a:lnTo>
                  <a:pt x="202" y="2328"/>
                </a:lnTo>
                <a:lnTo>
                  <a:pt x="203" y="2331"/>
                </a:lnTo>
                <a:lnTo>
                  <a:pt x="206" y="2332"/>
                </a:lnTo>
                <a:lnTo>
                  <a:pt x="211" y="2332"/>
                </a:lnTo>
                <a:lnTo>
                  <a:pt x="242" y="2329"/>
                </a:lnTo>
                <a:lnTo>
                  <a:pt x="274" y="2325"/>
                </a:lnTo>
                <a:lnTo>
                  <a:pt x="327" y="2316"/>
                </a:lnTo>
                <a:lnTo>
                  <a:pt x="382" y="2307"/>
                </a:lnTo>
                <a:lnTo>
                  <a:pt x="432" y="2295"/>
                </a:lnTo>
                <a:lnTo>
                  <a:pt x="451" y="2291"/>
                </a:lnTo>
                <a:lnTo>
                  <a:pt x="469" y="2288"/>
                </a:lnTo>
                <a:lnTo>
                  <a:pt x="485" y="2283"/>
                </a:lnTo>
                <a:lnTo>
                  <a:pt x="498" y="2279"/>
                </a:lnTo>
                <a:lnTo>
                  <a:pt x="507" y="2273"/>
                </a:lnTo>
                <a:lnTo>
                  <a:pt x="509" y="2266"/>
                </a:lnTo>
                <a:lnTo>
                  <a:pt x="504" y="2251"/>
                </a:lnTo>
                <a:lnTo>
                  <a:pt x="489" y="2221"/>
                </a:lnTo>
                <a:lnTo>
                  <a:pt x="472" y="2189"/>
                </a:lnTo>
                <a:lnTo>
                  <a:pt x="453" y="2157"/>
                </a:lnTo>
                <a:lnTo>
                  <a:pt x="417" y="2102"/>
                </a:lnTo>
                <a:lnTo>
                  <a:pt x="380" y="2047"/>
                </a:lnTo>
                <a:lnTo>
                  <a:pt x="317" y="2030"/>
                </a:lnTo>
                <a:lnTo>
                  <a:pt x="254" y="2014"/>
                </a:lnTo>
                <a:lnTo>
                  <a:pt x="236" y="2009"/>
                </a:lnTo>
                <a:lnTo>
                  <a:pt x="215" y="2003"/>
                </a:lnTo>
                <a:lnTo>
                  <a:pt x="193" y="1999"/>
                </a:lnTo>
                <a:lnTo>
                  <a:pt x="171" y="1996"/>
                </a:lnTo>
                <a:lnTo>
                  <a:pt x="150" y="1999"/>
                </a:lnTo>
                <a:lnTo>
                  <a:pt x="131" y="2006"/>
                </a:lnTo>
                <a:lnTo>
                  <a:pt x="109" y="2016"/>
                </a:lnTo>
                <a:lnTo>
                  <a:pt x="85" y="2021"/>
                </a:lnTo>
                <a:lnTo>
                  <a:pt x="62" y="2019"/>
                </a:lnTo>
                <a:lnTo>
                  <a:pt x="40" y="2014"/>
                </a:lnTo>
                <a:lnTo>
                  <a:pt x="22" y="2002"/>
                </a:lnTo>
                <a:lnTo>
                  <a:pt x="12" y="1987"/>
                </a:lnTo>
                <a:lnTo>
                  <a:pt x="7" y="1966"/>
                </a:lnTo>
                <a:lnTo>
                  <a:pt x="6" y="1946"/>
                </a:lnTo>
                <a:lnTo>
                  <a:pt x="12" y="1924"/>
                </a:lnTo>
                <a:lnTo>
                  <a:pt x="21" y="1904"/>
                </a:lnTo>
                <a:lnTo>
                  <a:pt x="35" y="1888"/>
                </a:lnTo>
                <a:lnTo>
                  <a:pt x="56" y="1878"/>
                </a:lnTo>
                <a:lnTo>
                  <a:pt x="80" y="1873"/>
                </a:lnTo>
                <a:lnTo>
                  <a:pt x="105" y="1876"/>
                </a:lnTo>
                <a:lnTo>
                  <a:pt x="127" y="1884"/>
                </a:lnTo>
                <a:lnTo>
                  <a:pt x="144" y="1896"/>
                </a:lnTo>
                <a:lnTo>
                  <a:pt x="155" y="1907"/>
                </a:lnTo>
                <a:lnTo>
                  <a:pt x="172" y="1947"/>
                </a:lnTo>
                <a:lnTo>
                  <a:pt x="183" y="1960"/>
                </a:lnTo>
                <a:lnTo>
                  <a:pt x="196" y="1969"/>
                </a:lnTo>
                <a:lnTo>
                  <a:pt x="211" y="1975"/>
                </a:lnTo>
                <a:lnTo>
                  <a:pt x="227" y="1981"/>
                </a:lnTo>
                <a:lnTo>
                  <a:pt x="295" y="2003"/>
                </a:lnTo>
                <a:lnTo>
                  <a:pt x="363" y="2024"/>
                </a:lnTo>
                <a:lnTo>
                  <a:pt x="351" y="2009"/>
                </a:lnTo>
                <a:lnTo>
                  <a:pt x="338" y="1996"/>
                </a:lnTo>
                <a:lnTo>
                  <a:pt x="326" y="1988"/>
                </a:lnTo>
                <a:lnTo>
                  <a:pt x="313" y="1983"/>
                </a:lnTo>
                <a:lnTo>
                  <a:pt x="298" y="1980"/>
                </a:lnTo>
                <a:lnTo>
                  <a:pt x="284" y="1974"/>
                </a:lnTo>
                <a:lnTo>
                  <a:pt x="267" y="1963"/>
                </a:lnTo>
                <a:lnTo>
                  <a:pt x="254" y="1950"/>
                </a:lnTo>
                <a:lnTo>
                  <a:pt x="246" y="1934"/>
                </a:lnTo>
                <a:lnTo>
                  <a:pt x="243" y="1916"/>
                </a:lnTo>
                <a:lnTo>
                  <a:pt x="245" y="1897"/>
                </a:lnTo>
                <a:lnTo>
                  <a:pt x="254" y="1878"/>
                </a:lnTo>
                <a:lnTo>
                  <a:pt x="258" y="1872"/>
                </a:lnTo>
                <a:lnTo>
                  <a:pt x="267" y="1857"/>
                </a:lnTo>
                <a:lnTo>
                  <a:pt x="270" y="1854"/>
                </a:lnTo>
                <a:lnTo>
                  <a:pt x="277" y="1850"/>
                </a:lnTo>
                <a:lnTo>
                  <a:pt x="284" y="1847"/>
                </a:lnTo>
                <a:lnTo>
                  <a:pt x="290" y="1845"/>
                </a:lnTo>
                <a:lnTo>
                  <a:pt x="305" y="1844"/>
                </a:lnTo>
                <a:lnTo>
                  <a:pt x="321" y="1843"/>
                </a:lnTo>
                <a:lnTo>
                  <a:pt x="342" y="1848"/>
                </a:lnTo>
                <a:lnTo>
                  <a:pt x="357" y="1859"/>
                </a:lnTo>
                <a:lnTo>
                  <a:pt x="370" y="1872"/>
                </a:lnTo>
                <a:lnTo>
                  <a:pt x="377" y="1890"/>
                </a:lnTo>
                <a:lnTo>
                  <a:pt x="382" y="1909"/>
                </a:lnTo>
                <a:lnTo>
                  <a:pt x="383" y="1929"/>
                </a:lnTo>
                <a:lnTo>
                  <a:pt x="380" y="1947"/>
                </a:lnTo>
                <a:lnTo>
                  <a:pt x="376" y="1966"/>
                </a:lnTo>
                <a:lnTo>
                  <a:pt x="374" y="1984"/>
                </a:lnTo>
                <a:lnTo>
                  <a:pt x="382" y="2002"/>
                </a:lnTo>
                <a:lnTo>
                  <a:pt x="391" y="2018"/>
                </a:lnTo>
                <a:lnTo>
                  <a:pt x="401" y="2036"/>
                </a:lnTo>
                <a:lnTo>
                  <a:pt x="461" y="2050"/>
                </a:lnTo>
                <a:lnTo>
                  <a:pt x="519" y="2068"/>
                </a:lnTo>
                <a:lnTo>
                  <a:pt x="523" y="2070"/>
                </a:lnTo>
                <a:lnTo>
                  <a:pt x="532" y="2071"/>
                </a:lnTo>
                <a:lnTo>
                  <a:pt x="542" y="2073"/>
                </a:lnTo>
                <a:lnTo>
                  <a:pt x="551" y="2073"/>
                </a:lnTo>
                <a:lnTo>
                  <a:pt x="559" y="2071"/>
                </a:lnTo>
                <a:lnTo>
                  <a:pt x="559" y="2068"/>
                </a:lnTo>
                <a:lnTo>
                  <a:pt x="520" y="2012"/>
                </a:lnTo>
                <a:lnTo>
                  <a:pt x="481" y="1950"/>
                </a:lnTo>
                <a:lnTo>
                  <a:pt x="436" y="1888"/>
                </a:lnTo>
                <a:lnTo>
                  <a:pt x="430" y="1878"/>
                </a:lnTo>
                <a:lnTo>
                  <a:pt x="422" y="1865"/>
                </a:lnTo>
                <a:lnTo>
                  <a:pt x="411" y="1848"/>
                </a:lnTo>
                <a:lnTo>
                  <a:pt x="401" y="1834"/>
                </a:lnTo>
                <a:lnTo>
                  <a:pt x="389" y="1819"/>
                </a:lnTo>
                <a:lnTo>
                  <a:pt x="380" y="1809"/>
                </a:lnTo>
                <a:lnTo>
                  <a:pt x="373" y="1803"/>
                </a:lnTo>
                <a:lnTo>
                  <a:pt x="355" y="1800"/>
                </a:lnTo>
                <a:lnTo>
                  <a:pt x="338" y="1798"/>
                </a:lnTo>
                <a:lnTo>
                  <a:pt x="320" y="1800"/>
                </a:lnTo>
                <a:lnTo>
                  <a:pt x="302" y="1797"/>
                </a:lnTo>
                <a:lnTo>
                  <a:pt x="284" y="1791"/>
                </a:lnTo>
                <a:lnTo>
                  <a:pt x="268" y="1779"/>
                </a:lnTo>
                <a:lnTo>
                  <a:pt x="255" y="1764"/>
                </a:lnTo>
                <a:lnTo>
                  <a:pt x="248" y="1747"/>
                </a:lnTo>
                <a:lnTo>
                  <a:pt x="243" y="1729"/>
                </a:lnTo>
                <a:lnTo>
                  <a:pt x="243" y="1708"/>
                </a:lnTo>
                <a:lnTo>
                  <a:pt x="249" y="1688"/>
                </a:lnTo>
                <a:lnTo>
                  <a:pt x="259" y="1671"/>
                </a:lnTo>
                <a:lnTo>
                  <a:pt x="276" y="1657"/>
                </a:lnTo>
                <a:lnTo>
                  <a:pt x="293" y="1645"/>
                </a:lnTo>
                <a:lnTo>
                  <a:pt x="313" y="1636"/>
                </a:lnTo>
                <a:lnTo>
                  <a:pt x="333" y="1632"/>
                </a:lnTo>
                <a:lnTo>
                  <a:pt x="352" y="1629"/>
                </a:lnTo>
                <a:lnTo>
                  <a:pt x="370" y="1630"/>
                </a:lnTo>
                <a:lnTo>
                  <a:pt x="383" y="1635"/>
                </a:lnTo>
                <a:lnTo>
                  <a:pt x="404" y="1649"/>
                </a:lnTo>
                <a:lnTo>
                  <a:pt x="419" y="1669"/>
                </a:lnTo>
                <a:lnTo>
                  <a:pt x="426" y="1692"/>
                </a:lnTo>
                <a:lnTo>
                  <a:pt x="427" y="1716"/>
                </a:lnTo>
                <a:lnTo>
                  <a:pt x="425" y="1728"/>
                </a:lnTo>
                <a:lnTo>
                  <a:pt x="419" y="1741"/>
                </a:lnTo>
                <a:lnTo>
                  <a:pt x="411" y="1756"/>
                </a:lnTo>
                <a:lnTo>
                  <a:pt x="407" y="1769"/>
                </a:lnTo>
                <a:lnTo>
                  <a:pt x="404" y="1782"/>
                </a:lnTo>
                <a:lnTo>
                  <a:pt x="405" y="1794"/>
                </a:lnTo>
                <a:lnTo>
                  <a:pt x="408" y="1800"/>
                </a:lnTo>
                <a:lnTo>
                  <a:pt x="414" y="1810"/>
                </a:lnTo>
                <a:lnTo>
                  <a:pt x="422" y="1822"/>
                </a:lnTo>
                <a:lnTo>
                  <a:pt x="430" y="1837"/>
                </a:lnTo>
                <a:lnTo>
                  <a:pt x="439" y="1850"/>
                </a:lnTo>
                <a:lnTo>
                  <a:pt x="448" y="1860"/>
                </a:lnTo>
                <a:lnTo>
                  <a:pt x="454" y="1869"/>
                </a:lnTo>
                <a:lnTo>
                  <a:pt x="458" y="1871"/>
                </a:lnTo>
                <a:lnTo>
                  <a:pt x="463" y="1866"/>
                </a:lnTo>
                <a:lnTo>
                  <a:pt x="467" y="1857"/>
                </a:lnTo>
                <a:lnTo>
                  <a:pt x="473" y="1848"/>
                </a:lnTo>
                <a:lnTo>
                  <a:pt x="478" y="1843"/>
                </a:lnTo>
                <a:lnTo>
                  <a:pt x="485" y="1837"/>
                </a:lnTo>
                <a:lnTo>
                  <a:pt x="494" y="1829"/>
                </a:lnTo>
                <a:lnTo>
                  <a:pt x="506" y="1820"/>
                </a:lnTo>
                <a:lnTo>
                  <a:pt x="514" y="1814"/>
                </a:lnTo>
                <a:lnTo>
                  <a:pt x="522" y="1812"/>
                </a:lnTo>
                <a:lnTo>
                  <a:pt x="540" y="1810"/>
                </a:lnTo>
                <a:lnTo>
                  <a:pt x="557" y="1807"/>
                </a:lnTo>
                <a:lnTo>
                  <a:pt x="575" y="1806"/>
                </a:lnTo>
                <a:lnTo>
                  <a:pt x="593" y="1807"/>
                </a:lnTo>
                <a:lnTo>
                  <a:pt x="597" y="1809"/>
                </a:lnTo>
                <a:lnTo>
                  <a:pt x="612" y="1814"/>
                </a:lnTo>
                <a:lnTo>
                  <a:pt x="616" y="1814"/>
                </a:lnTo>
                <a:lnTo>
                  <a:pt x="621" y="1807"/>
                </a:lnTo>
                <a:lnTo>
                  <a:pt x="622" y="1794"/>
                </a:lnTo>
                <a:lnTo>
                  <a:pt x="624" y="1779"/>
                </a:lnTo>
                <a:lnTo>
                  <a:pt x="624" y="1756"/>
                </a:lnTo>
                <a:lnTo>
                  <a:pt x="625" y="1735"/>
                </a:lnTo>
                <a:lnTo>
                  <a:pt x="625" y="1714"/>
                </a:lnTo>
                <a:lnTo>
                  <a:pt x="622" y="1694"/>
                </a:lnTo>
                <a:lnTo>
                  <a:pt x="616" y="1680"/>
                </a:lnTo>
                <a:lnTo>
                  <a:pt x="607" y="1671"/>
                </a:lnTo>
                <a:lnTo>
                  <a:pt x="587" y="1654"/>
                </a:lnTo>
                <a:lnTo>
                  <a:pt x="573" y="1638"/>
                </a:lnTo>
                <a:lnTo>
                  <a:pt x="565" y="1618"/>
                </a:lnTo>
                <a:lnTo>
                  <a:pt x="563" y="1596"/>
                </a:lnTo>
                <a:lnTo>
                  <a:pt x="566" y="1580"/>
                </a:lnTo>
                <a:lnTo>
                  <a:pt x="575" y="1562"/>
                </a:lnTo>
                <a:lnTo>
                  <a:pt x="588" y="1546"/>
                </a:lnTo>
                <a:lnTo>
                  <a:pt x="604" y="1530"/>
                </a:lnTo>
                <a:lnTo>
                  <a:pt x="624" y="1518"/>
                </a:lnTo>
                <a:lnTo>
                  <a:pt x="644" y="1512"/>
                </a:lnTo>
                <a:lnTo>
                  <a:pt x="668" y="1512"/>
                </a:lnTo>
                <a:lnTo>
                  <a:pt x="691" y="1521"/>
                </a:lnTo>
                <a:lnTo>
                  <a:pt x="708" y="1533"/>
                </a:lnTo>
                <a:lnTo>
                  <a:pt x="721" y="1545"/>
                </a:lnTo>
                <a:lnTo>
                  <a:pt x="731" y="1559"/>
                </a:lnTo>
                <a:lnTo>
                  <a:pt x="737" y="1576"/>
                </a:lnTo>
                <a:lnTo>
                  <a:pt x="737" y="1595"/>
                </a:lnTo>
                <a:lnTo>
                  <a:pt x="731" y="1615"/>
                </a:lnTo>
                <a:lnTo>
                  <a:pt x="722" y="1632"/>
                </a:lnTo>
                <a:lnTo>
                  <a:pt x="709" y="1646"/>
                </a:lnTo>
                <a:lnTo>
                  <a:pt x="696" y="1660"/>
                </a:lnTo>
                <a:lnTo>
                  <a:pt x="681" y="1671"/>
                </a:lnTo>
                <a:lnTo>
                  <a:pt x="669" y="1686"/>
                </a:lnTo>
                <a:lnTo>
                  <a:pt x="660" y="1704"/>
                </a:lnTo>
                <a:lnTo>
                  <a:pt x="650" y="1747"/>
                </a:lnTo>
                <a:lnTo>
                  <a:pt x="644" y="1791"/>
                </a:lnTo>
                <a:lnTo>
                  <a:pt x="640" y="1834"/>
                </a:lnTo>
                <a:lnTo>
                  <a:pt x="640" y="1851"/>
                </a:lnTo>
                <a:lnTo>
                  <a:pt x="644" y="1868"/>
                </a:lnTo>
                <a:lnTo>
                  <a:pt x="647" y="1885"/>
                </a:lnTo>
                <a:lnTo>
                  <a:pt x="644" y="1900"/>
                </a:lnTo>
                <a:lnTo>
                  <a:pt x="635" y="1929"/>
                </a:lnTo>
                <a:lnTo>
                  <a:pt x="632" y="1944"/>
                </a:lnTo>
                <a:lnTo>
                  <a:pt x="635" y="1958"/>
                </a:lnTo>
                <a:lnTo>
                  <a:pt x="643" y="1971"/>
                </a:lnTo>
                <a:lnTo>
                  <a:pt x="652" y="1981"/>
                </a:lnTo>
                <a:lnTo>
                  <a:pt x="660" y="1993"/>
                </a:lnTo>
                <a:lnTo>
                  <a:pt x="680" y="2019"/>
                </a:lnTo>
                <a:lnTo>
                  <a:pt x="699" y="2047"/>
                </a:lnTo>
                <a:lnTo>
                  <a:pt x="746" y="2106"/>
                </a:lnTo>
                <a:lnTo>
                  <a:pt x="796" y="2164"/>
                </a:lnTo>
                <a:lnTo>
                  <a:pt x="800" y="2171"/>
                </a:lnTo>
                <a:lnTo>
                  <a:pt x="809" y="2180"/>
                </a:lnTo>
                <a:lnTo>
                  <a:pt x="818" y="2190"/>
                </a:lnTo>
                <a:lnTo>
                  <a:pt x="827" y="2199"/>
                </a:lnTo>
                <a:lnTo>
                  <a:pt x="836" y="2202"/>
                </a:lnTo>
                <a:lnTo>
                  <a:pt x="843" y="2198"/>
                </a:lnTo>
                <a:lnTo>
                  <a:pt x="852" y="2190"/>
                </a:lnTo>
                <a:lnTo>
                  <a:pt x="859" y="2180"/>
                </a:lnTo>
                <a:lnTo>
                  <a:pt x="867" y="2171"/>
                </a:lnTo>
                <a:lnTo>
                  <a:pt x="871" y="2165"/>
                </a:lnTo>
                <a:lnTo>
                  <a:pt x="889" y="2140"/>
                </a:lnTo>
                <a:lnTo>
                  <a:pt x="899" y="2117"/>
                </a:lnTo>
                <a:lnTo>
                  <a:pt x="904" y="2090"/>
                </a:lnTo>
                <a:lnTo>
                  <a:pt x="902" y="2061"/>
                </a:lnTo>
                <a:lnTo>
                  <a:pt x="895" y="2016"/>
                </a:lnTo>
                <a:lnTo>
                  <a:pt x="886" y="1972"/>
                </a:lnTo>
                <a:lnTo>
                  <a:pt x="876" y="1928"/>
                </a:lnTo>
                <a:lnTo>
                  <a:pt x="861" y="1857"/>
                </a:lnTo>
                <a:lnTo>
                  <a:pt x="858" y="1843"/>
                </a:lnTo>
                <a:lnTo>
                  <a:pt x="856" y="1828"/>
                </a:lnTo>
                <a:lnTo>
                  <a:pt x="853" y="1812"/>
                </a:lnTo>
                <a:lnTo>
                  <a:pt x="848" y="1798"/>
                </a:lnTo>
                <a:lnTo>
                  <a:pt x="839" y="1786"/>
                </a:lnTo>
                <a:lnTo>
                  <a:pt x="830" y="1779"/>
                </a:lnTo>
                <a:lnTo>
                  <a:pt x="821" y="1775"/>
                </a:lnTo>
                <a:lnTo>
                  <a:pt x="811" y="1772"/>
                </a:lnTo>
                <a:lnTo>
                  <a:pt x="799" y="1767"/>
                </a:lnTo>
                <a:lnTo>
                  <a:pt x="778" y="1757"/>
                </a:lnTo>
                <a:lnTo>
                  <a:pt x="764" y="1742"/>
                </a:lnTo>
                <a:lnTo>
                  <a:pt x="752" y="1725"/>
                </a:lnTo>
                <a:lnTo>
                  <a:pt x="743" y="1702"/>
                </a:lnTo>
                <a:lnTo>
                  <a:pt x="743" y="1680"/>
                </a:lnTo>
                <a:lnTo>
                  <a:pt x="747" y="1660"/>
                </a:lnTo>
                <a:lnTo>
                  <a:pt x="759" y="1639"/>
                </a:lnTo>
                <a:lnTo>
                  <a:pt x="777" y="1620"/>
                </a:lnTo>
                <a:lnTo>
                  <a:pt x="784" y="1614"/>
                </a:lnTo>
                <a:lnTo>
                  <a:pt x="796" y="1607"/>
                </a:lnTo>
                <a:lnTo>
                  <a:pt x="812" y="1599"/>
                </a:lnTo>
                <a:lnTo>
                  <a:pt x="830" y="1595"/>
                </a:lnTo>
                <a:lnTo>
                  <a:pt x="851" y="1593"/>
                </a:lnTo>
                <a:lnTo>
                  <a:pt x="870" y="1596"/>
                </a:lnTo>
                <a:lnTo>
                  <a:pt x="890" y="1607"/>
                </a:lnTo>
                <a:lnTo>
                  <a:pt x="910" y="1626"/>
                </a:lnTo>
                <a:lnTo>
                  <a:pt x="924" y="1648"/>
                </a:lnTo>
                <a:lnTo>
                  <a:pt x="930" y="1667"/>
                </a:lnTo>
                <a:lnTo>
                  <a:pt x="933" y="1689"/>
                </a:lnTo>
                <a:lnTo>
                  <a:pt x="930" y="1711"/>
                </a:lnTo>
                <a:lnTo>
                  <a:pt x="923" y="1723"/>
                </a:lnTo>
                <a:lnTo>
                  <a:pt x="914" y="1733"/>
                </a:lnTo>
                <a:lnTo>
                  <a:pt x="904" y="1744"/>
                </a:lnTo>
                <a:lnTo>
                  <a:pt x="896" y="1756"/>
                </a:lnTo>
                <a:lnTo>
                  <a:pt x="895" y="1760"/>
                </a:lnTo>
                <a:lnTo>
                  <a:pt x="895" y="1772"/>
                </a:lnTo>
                <a:lnTo>
                  <a:pt x="893" y="1776"/>
                </a:lnTo>
                <a:lnTo>
                  <a:pt x="890" y="1779"/>
                </a:lnTo>
                <a:lnTo>
                  <a:pt x="889" y="1782"/>
                </a:lnTo>
                <a:lnTo>
                  <a:pt x="883" y="1788"/>
                </a:lnTo>
                <a:lnTo>
                  <a:pt x="881" y="1791"/>
                </a:lnTo>
                <a:lnTo>
                  <a:pt x="881" y="1816"/>
                </a:lnTo>
                <a:lnTo>
                  <a:pt x="884" y="1838"/>
                </a:lnTo>
                <a:lnTo>
                  <a:pt x="887" y="1859"/>
                </a:lnTo>
                <a:lnTo>
                  <a:pt x="895" y="1912"/>
                </a:lnTo>
                <a:lnTo>
                  <a:pt x="904" y="1966"/>
                </a:lnTo>
                <a:lnTo>
                  <a:pt x="915" y="2016"/>
                </a:lnTo>
                <a:lnTo>
                  <a:pt x="918" y="2036"/>
                </a:lnTo>
                <a:lnTo>
                  <a:pt x="923" y="2053"/>
                </a:lnTo>
                <a:lnTo>
                  <a:pt x="926" y="2070"/>
                </a:lnTo>
                <a:lnTo>
                  <a:pt x="932" y="2083"/>
                </a:lnTo>
                <a:lnTo>
                  <a:pt x="938" y="2092"/>
                </a:lnTo>
                <a:lnTo>
                  <a:pt x="945" y="2093"/>
                </a:lnTo>
                <a:lnTo>
                  <a:pt x="963" y="2089"/>
                </a:lnTo>
                <a:lnTo>
                  <a:pt x="980" y="2080"/>
                </a:lnTo>
                <a:lnTo>
                  <a:pt x="996" y="2073"/>
                </a:lnTo>
                <a:lnTo>
                  <a:pt x="1033" y="2053"/>
                </a:lnTo>
                <a:lnTo>
                  <a:pt x="1070" y="2033"/>
                </a:lnTo>
                <a:lnTo>
                  <a:pt x="1125" y="2000"/>
                </a:lnTo>
                <a:lnTo>
                  <a:pt x="1176" y="1968"/>
                </a:lnTo>
                <a:lnTo>
                  <a:pt x="1191" y="1866"/>
                </a:lnTo>
                <a:lnTo>
                  <a:pt x="1232" y="1624"/>
                </a:lnTo>
                <a:lnTo>
                  <a:pt x="1277" y="1382"/>
                </a:lnTo>
                <a:lnTo>
                  <a:pt x="1281" y="1359"/>
                </a:lnTo>
                <a:lnTo>
                  <a:pt x="1287" y="1329"/>
                </a:lnTo>
                <a:lnTo>
                  <a:pt x="1293" y="1297"/>
                </a:lnTo>
                <a:lnTo>
                  <a:pt x="1299" y="1263"/>
                </a:lnTo>
                <a:lnTo>
                  <a:pt x="1303" y="1229"/>
                </a:lnTo>
                <a:lnTo>
                  <a:pt x="1306" y="1195"/>
                </a:lnTo>
                <a:lnTo>
                  <a:pt x="1306" y="1164"/>
                </a:lnTo>
                <a:lnTo>
                  <a:pt x="1305" y="1138"/>
                </a:lnTo>
                <a:lnTo>
                  <a:pt x="1299" y="1117"/>
                </a:lnTo>
                <a:lnTo>
                  <a:pt x="1290" y="1096"/>
                </a:lnTo>
                <a:lnTo>
                  <a:pt x="1279" y="1077"/>
                </a:lnTo>
                <a:lnTo>
                  <a:pt x="1268" y="1060"/>
                </a:lnTo>
                <a:lnTo>
                  <a:pt x="1254" y="1045"/>
                </a:lnTo>
                <a:lnTo>
                  <a:pt x="1237" y="1033"/>
                </a:lnTo>
                <a:lnTo>
                  <a:pt x="1216" y="1024"/>
                </a:lnTo>
                <a:lnTo>
                  <a:pt x="1185" y="1015"/>
                </a:lnTo>
                <a:lnTo>
                  <a:pt x="1154" y="1004"/>
                </a:lnTo>
                <a:lnTo>
                  <a:pt x="1145" y="1001"/>
                </a:lnTo>
                <a:lnTo>
                  <a:pt x="1129" y="998"/>
                </a:lnTo>
                <a:lnTo>
                  <a:pt x="1106" y="992"/>
                </a:lnTo>
                <a:lnTo>
                  <a:pt x="1078" y="986"/>
                </a:lnTo>
                <a:lnTo>
                  <a:pt x="1045" y="980"/>
                </a:lnTo>
                <a:lnTo>
                  <a:pt x="1008" y="973"/>
                </a:lnTo>
                <a:lnTo>
                  <a:pt x="970" y="965"/>
                </a:lnTo>
                <a:lnTo>
                  <a:pt x="930" y="958"/>
                </a:lnTo>
                <a:lnTo>
                  <a:pt x="853" y="943"/>
                </a:lnTo>
                <a:lnTo>
                  <a:pt x="817" y="936"/>
                </a:lnTo>
                <a:lnTo>
                  <a:pt x="784" y="930"/>
                </a:lnTo>
                <a:lnTo>
                  <a:pt x="756" y="924"/>
                </a:lnTo>
                <a:lnTo>
                  <a:pt x="733" y="920"/>
                </a:lnTo>
                <a:lnTo>
                  <a:pt x="716" y="917"/>
                </a:lnTo>
                <a:lnTo>
                  <a:pt x="708" y="915"/>
                </a:lnTo>
                <a:lnTo>
                  <a:pt x="678" y="908"/>
                </a:lnTo>
                <a:lnTo>
                  <a:pt x="650" y="896"/>
                </a:lnTo>
                <a:lnTo>
                  <a:pt x="621" y="886"/>
                </a:lnTo>
                <a:lnTo>
                  <a:pt x="584" y="869"/>
                </a:lnTo>
                <a:lnTo>
                  <a:pt x="547" y="846"/>
                </a:lnTo>
                <a:lnTo>
                  <a:pt x="513" y="819"/>
                </a:lnTo>
                <a:lnTo>
                  <a:pt x="483" y="791"/>
                </a:lnTo>
                <a:lnTo>
                  <a:pt x="453" y="760"/>
                </a:lnTo>
                <a:lnTo>
                  <a:pt x="420" y="731"/>
                </a:lnTo>
                <a:lnTo>
                  <a:pt x="386" y="703"/>
                </a:lnTo>
                <a:lnTo>
                  <a:pt x="349" y="679"/>
                </a:lnTo>
                <a:lnTo>
                  <a:pt x="311" y="656"/>
                </a:lnTo>
                <a:lnTo>
                  <a:pt x="274" y="629"/>
                </a:lnTo>
                <a:lnTo>
                  <a:pt x="276" y="626"/>
                </a:lnTo>
                <a:lnTo>
                  <a:pt x="283" y="620"/>
                </a:lnTo>
                <a:lnTo>
                  <a:pt x="296" y="613"/>
                </a:lnTo>
                <a:lnTo>
                  <a:pt x="313" y="604"/>
                </a:lnTo>
                <a:lnTo>
                  <a:pt x="332" y="595"/>
                </a:lnTo>
                <a:lnTo>
                  <a:pt x="376" y="580"/>
                </a:lnTo>
                <a:lnTo>
                  <a:pt x="399" y="576"/>
                </a:lnTo>
                <a:lnTo>
                  <a:pt x="422" y="575"/>
                </a:lnTo>
                <a:lnTo>
                  <a:pt x="450" y="576"/>
                </a:lnTo>
                <a:lnTo>
                  <a:pt x="482" y="579"/>
                </a:lnTo>
                <a:lnTo>
                  <a:pt x="516" y="583"/>
                </a:lnTo>
                <a:lnTo>
                  <a:pt x="551" y="588"/>
                </a:lnTo>
                <a:lnTo>
                  <a:pt x="587" y="594"/>
                </a:lnTo>
                <a:lnTo>
                  <a:pt x="618" y="600"/>
                </a:lnTo>
                <a:lnTo>
                  <a:pt x="646" y="605"/>
                </a:lnTo>
                <a:lnTo>
                  <a:pt x="668" y="611"/>
                </a:lnTo>
                <a:lnTo>
                  <a:pt x="699" y="623"/>
                </a:lnTo>
                <a:lnTo>
                  <a:pt x="734" y="639"/>
                </a:lnTo>
                <a:lnTo>
                  <a:pt x="772" y="659"/>
                </a:lnTo>
                <a:lnTo>
                  <a:pt x="812" y="682"/>
                </a:lnTo>
                <a:lnTo>
                  <a:pt x="853" y="709"/>
                </a:lnTo>
                <a:lnTo>
                  <a:pt x="898" y="738"/>
                </a:lnTo>
                <a:lnTo>
                  <a:pt x="986" y="800"/>
                </a:lnTo>
                <a:lnTo>
                  <a:pt x="1072" y="865"/>
                </a:lnTo>
                <a:lnTo>
                  <a:pt x="1113" y="897"/>
                </a:lnTo>
                <a:lnTo>
                  <a:pt x="1153" y="928"/>
                </a:lnTo>
                <a:lnTo>
                  <a:pt x="1190" y="958"/>
                </a:lnTo>
                <a:lnTo>
                  <a:pt x="1222" y="984"/>
                </a:lnTo>
                <a:lnTo>
                  <a:pt x="1253" y="1009"/>
                </a:lnTo>
                <a:lnTo>
                  <a:pt x="1278" y="1030"/>
                </a:lnTo>
                <a:lnTo>
                  <a:pt x="1299" y="1048"/>
                </a:lnTo>
                <a:lnTo>
                  <a:pt x="1313" y="1061"/>
                </a:lnTo>
                <a:lnTo>
                  <a:pt x="1300" y="1029"/>
                </a:lnTo>
                <a:lnTo>
                  <a:pt x="1284" y="1001"/>
                </a:lnTo>
                <a:lnTo>
                  <a:pt x="1268" y="971"/>
                </a:lnTo>
                <a:lnTo>
                  <a:pt x="1247" y="943"/>
                </a:lnTo>
                <a:lnTo>
                  <a:pt x="1221" y="918"/>
                </a:lnTo>
                <a:lnTo>
                  <a:pt x="1188" y="894"/>
                </a:lnTo>
                <a:lnTo>
                  <a:pt x="1153" y="871"/>
                </a:lnTo>
                <a:lnTo>
                  <a:pt x="1116" y="847"/>
                </a:lnTo>
                <a:lnTo>
                  <a:pt x="1082" y="825"/>
                </a:lnTo>
                <a:lnTo>
                  <a:pt x="1050" y="803"/>
                </a:lnTo>
                <a:lnTo>
                  <a:pt x="1024" y="781"/>
                </a:lnTo>
                <a:lnTo>
                  <a:pt x="986" y="741"/>
                </a:lnTo>
                <a:lnTo>
                  <a:pt x="952" y="706"/>
                </a:lnTo>
                <a:lnTo>
                  <a:pt x="924" y="673"/>
                </a:lnTo>
                <a:lnTo>
                  <a:pt x="901" y="645"/>
                </a:lnTo>
                <a:lnTo>
                  <a:pt x="880" y="619"/>
                </a:lnTo>
                <a:lnTo>
                  <a:pt x="862" y="594"/>
                </a:lnTo>
                <a:lnTo>
                  <a:pt x="848" y="570"/>
                </a:lnTo>
                <a:lnTo>
                  <a:pt x="833" y="548"/>
                </a:lnTo>
                <a:lnTo>
                  <a:pt x="806" y="504"/>
                </a:lnTo>
                <a:lnTo>
                  <a:pt x="777" y="457"/>
                </a:lnTo>
                <a:lnTo>
                  <a:pt x="759" y="432"/>
                </a:lnTo>
                <a:lnTo>
                  <a:pt x="739" y="404"/>
                </a:lnTo>
                <a:lnTo>
                  <a:pt x="712" y="374"/>
                </a:lnTo>
                <a:lnTo>
                  <a:pt x="684" y="349"/>
                </a:lnTo>
                <a:lnTo>
                  <a:pt x="656" y="330"/>
                </a:lnTo>
                <a:lnTo>
                  <a:pt x="628" y="314"/>
                </a:lnTo>
                <a:lnTo>
                  <a:pt x="600" y="299"/>
                </a:lnTo>
                <a:lnTo>
                  <a:pt x="598" y="296"/>
                </a:lnTo>
                <a:lnTo>
                  <a:pt x="603" y="290"/>
                </a:lnTo>
                <a:lnTo>
                  <a:pt x="616" y="286"/>
                </a:lnTo>
                <a:lnTo>
                  <a:pt x="632" y="280"/>
                </a:lnTo>
                <a:lnTo>
                  <a:pt x="653" y="274"/>
                </a:lnTo>
                <a:lnTo>
                  <a:pt x="675" y="268"/>
                </a:lnTo>
                <a:lnTo>
                  <a:pt x="716" y="256"/>
                </a:lnTo>
                <a:lnTo>
                  <a:pt x="734" y="252"/>
                </a:lnTo>
                <a:lnTo>
                  <a:pt x="747" y="249"/>
                </a:lnTo>
                <a:lnTo>
                  <a:pt x="802" y="241"/>
                </a:lnTo>
                <a:lnTo>
                  <a:pt x="855" y="243"/>
                </a:lnTo>
                <a:lnTo>
                  <a:pt x="907" y="255"/>
                </a:lnTo>
                <a:lnTo>
                  <a:pt x="958" y="277"/>
                </a:lnTo>
                <a:lnTo>
                  <a:pt x="1007" y="306"/>
                </a:lnTo>
                <a:lnTo>
                  <a:pt x="1054" y="343"/>
                </a:lnTo>
                <a:lnTo>
                  <a:pt x="1098" y="387"/>
                </a:lnTo>
                <a:lnTo>
                  <a:pt x="1138" y="439"/>
                </a:lnTo>
                <a:lnTo>
                  <a:pt x="1172" y="493"/>
                </a:lnTo>
                <a:lnTo>
                  <a:pt x="1203" y="552"/>
                </a:lnTo>
                <a:lnTo>
                  <a:pt x="1231" y="619"/>
                </a:lnTo>
                <a:lnTo>
                  <a:pt x="1254" y="688"/>
                </a:lnTo>
                <a:lnTo>
                  <a:pt x="1275" y="759"/>
                </a:lnTo>
                <a:lnTo>
                  <a:pt x="1291" y="834"/>
                </a:lnTo>
                <a:lnTo>
                  <a:pt x="1306" y="914"/>
                </a:lnTo>
                <a:lnTo>
                  <a:pt x="1315" y="995"/>
                </a:lnTo>
                <a:lnTo>
                  <a:pt x="1319" y="1017"/>
                </a:lnTo>
                <a:lnTo>
                  <a:pt x="1328" y="1045"/>
                </a:lnTo>
                <a:lnTo>
                  <a:pt x="1330" y="1023"/>
                </a:lnTo>
                <a:lnTo>
                  <a:pt x="1333" y="996"/>
                </a:lnTo>
                <a:lnTo>
                  <a:pt x="1336" y="968"/>
                </a:lnTo>
                <a:lnTo>
                  <a:pt x="1341" y="909"/>
                </a:lnTo>
                <a:lnTo>
                  <a:pt x="1343" y="883"/>
                </a:lnTo>
                <a:lnTo>
                  <a:pt x="1344" y="861"/>
                </a:lnTo>
                <a:lnTo>
                  <a:pt x="1346" y="843"/>
                </a:lnTo>
                <a:lnTo>
                  <a:pt x="1346" y="819"/>
                </a:lnTo>
                <a:lnTo>
                  <a:pt x="1349" y="799"/>
                </a:lnTo>
                <a:lnTo>
                  <a:pt x="1355" y="772"/>
                </a:lnTo>
                <a:lnTo>
                  <a:pt x="1361" y="740"/>
                </a:lnTo>
                <a:lnTo>
                  <a:pt x="1369" y="703"/>
                </a:lnTo>
                <a:lnTo>
                  <a:pt x="1378" y="662"/>
                </a:lnTo>
                <a:lnTo>
                  <a:pt x="1390" y="617"/>
                </a:lnTo>
                <a:lnTo>
                  <a:pt x="1400" y="573"/>
                </a:lnTo>
                <a:lnTo>
                  <a:pt x="1412" y="526"/>
                </a:lnTo>
                <a:lnTo>
                  <a:pt x="1425" y="480"/>
                </a:lnTo>
                <a:lnTo>
                  <a:pt x="1437" y="434"/>
                </a:lnTo>
                <a:lnTo>
                  <a:pt x="1450" y="392"/>
                </a:lnTo>
                <a:lnTo>
                  <a:pt x="1462" y="350"/>
                </a:lnTo>
                <a:lnTo>
                  <a:pt x="1474" y="314"/>
                </a:lnTo>
                <a:lnTo>
                  <a:pt x="1484" y="281"/>
                </a:lnTo>
                <a:lnTo>
                  <a:pt x="1495" y="255"/>
                </a:lnTo>
                <a:lnTo>
                  <a:pt x="1502" y="235"/>
                </a:lnTo>
                <a:lnTo>
                  <a:pt x="1509" y="222"/>
                </a:lnTo>
                <a:lnTo>
                  <a:pt x="1537" y="187"/>
                </a:lnTo>
                <a:lnTo>
                  <a:pt x="1565" y="159"/>
                </a:lnTo>
                <a:lnTo>
                  <a:pt x="1595" y="132"/>
                </a:lnTo>
                <a:lnTo>
                  <a:pt x="1624" y="109"/>
                </a:lnTo>
                <a:lnTo>
                  <a:pt x="1663" y="81"/>
                </a:lnTo>
                <a:lnTo>
                  <a:pt x="1704" y="57"/>
                </a:lnTo>
                <a:lnTo>
                  <a:pt x="1747" y="38"/>
                </a:lnTo>
                <a:lnTo>
                  <a:pt x="1759" y="33"/>
                </a:lnTo>
                <a:lnTo>
                  <a:pt x="1775" y="28"/>
                </a:lnTo>
                <a:lnTo>
                  <a:pt x="1816" y="13"/>
                </a:lnTo>
                <a:lnTo>
                  <a:pt x="1835" y="5"/>
                </a:lnTo>
                <a:lnTo>
                  <a:pt x="1851" y="1"/>
                </a:lnTo>
                <a:lnTo>
                  <a:pt x="1862" y="0"/>
                </a:lnTo>
                <a:close/>
              </a:path>
            </a:pathLst>
          </a:custGeom>
          <a:solidFill>
            <a:schemeClr val="bg1">
              <a:alpha val="8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3739896" y="1417320"/>
            <a:ext cx="5120640" cy="2304288"/>
          </a:xfrm>
        </p:spPr>
        <p:txBody>
          <a:bodyPr>
            <a:normAutofit/>
          </a:bodyPr>
          <a:lstStyle>
            <a:lvl1pPr>
              <a:defRPr sz="4000" cap="all" baseline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13" name="Freeform 7"/>
          <p:cNvSpPr>
            <a:spLocks noChangeAspect="1" noEditPoints="1"/>
          </p:cNvSpPr>
          <p:nvPr/>
        </p:nvSpPr>
        <p:spPr bwMode="auto">
          <a:xfrm>
            <a:off x="838200" y="1762090"/>
            <a:ext cx="2521776" cy="5095912"/>
          </a:xfrm>
          <a:custGeom>
            <a:avLst/>
            <a:gdLst/>
            <a:ahLst/>
            <a:cxnLst>
              <a:cxn ang="0">
                <a:pos x="687" y="2238"/>
              </a:cxn>
              <a:cxn ang="0">
                <a:pos x="877" y="2192"/>
              </a:cxn>
              <a:cxn ang="0">
                <a:pos x="797" y="2963"/>
              </a:cxn>
              <a:cxn ang="0">
                <a:pos x="1078" y="3026"/>
              </a:cxn>
              <a:cxn ang="0">
                <a:pos x="626" y="2117"/>
              </a:cxn>
              <a:cxn ang="0">
                <a:pos x="749" y="2142"/>
              </a:cxn>
              <a:cxn ang="0">
                <a:pos x="578" y="2052"/>
              </a:cxn>
              <a:cxn ang="0">
                <a:pos x="1866" y="247"/>
              </a:cxn>
              <a:cxn ang="0">
                <a:pos x="1392" y="1037"/>
              </a:cxn>
              <a:cxn ang="0">
                <a:pos x="2006" y="656"/>
              </a:cxn>
              <a:cxn ang="0">
                <a:pos x="1599" y="908"/>
              </a:cxn>
              <a:cxn ang="0">
                <a:pos x="1533" y="1058"/>
              </a:cxn>
              <a:cxn ang="0">
                <a:pos x="2239" y="583"/>
              </a:cxn>
              <a:cxn ang="0">
                <a:pos x="1863" y="1105"/>
              </a:cxn>
              <a:cxn ang="0">
                <a:pos x="2174" y="1621"/>
              </a:cxn>
              <a:cxn ang="0">
                <a:pos x="1801" y="1537"/>
              </a:cxn>
              <a:cxn ang="0">
                <a:pos x="1325" y="1301"/>
              </a:cxn>
              <a:cxn ang="0">
                <a:pos x="1412" y="1835"/>
              </a:cxn>
              <a:cxn ang="0">
                <a:pos x="1213" y="1975"/>
              </a:cxn>
              <a:cxn ang="0">
                <a:pos x="1094" y="4011"/>
              </a:cxn>
              <a:cxn ang="0">
                <a:pos x="1689" y="3264"/>
              </a:cxn>
              <a:cxn ang="0">
                <a:pos x="2404" y="3321"/>
              </a:cxn>
              <a:cxn ang="0">
                <a:pos x="1275" y="3861"/>
              </a:cxn>
              <a:cxn ang="0">
                <a:pos x="1147" y="4865"/>
              </a:cxn>
              <a:cxn ang="0">
                <a:pos x="1045" y="3610"/>
              </a:cxn>
              <a:cxn ang="0">
                <a:pos x="739" y="3818"/>
              </a:cxn>
              <a:cxn ang="0">
                <a:pos x="856" y="4830"/>
              </a:cxn>
              <a:cxn ang="0">
                <a:pos x="638" y="3989"/>
              </a:cxn>
              <a:cxn ang="0">
                <a:pos x="96" y="3777"/>
              </a:cxn>
              <a:cxn ang="0">
                <a:pos x="189" y="3688"/>
              </a:cxn>
              <a:cxn ang="0">
                <a:pos x="523" y="3573"/>
              </a:cxn>
              <a:cxn ang="0">
                <a:pos x="519" y="3333"/>
              </a:cxn>
              <a:cxn ang="0">
                <a:pos x="545" y="3560"/>
              </a:cxn>
              <a:cxn ang="0">
                <a:pos x="712" y="3397"/>
              </a:cxn>
              <a:cxn ang="0">
                <a:pos x="625" y="2944"/>
              </a:cxn>
              <a:cxn ang="0">
                <a:pos x="593" y="2341"/>
              </a:cxn>
              <a:cxn ang="0">
                <a:pos x="156" y="2437"/>
              </a:cxn>
              <a:cxn ang="0">
                <a:pos x="108" y="2289"/>
              </a:cxn>
              <a:cxn ang="0">
                <a:pos x="451" y="2291"/>
              </a:cxn>
              <a:cxn ang="0">
                <a:pos x="109" y="2016"/>
              </a:cxn>
              <a:cxn ang="0">
                <a:pos x="211" y="1975"/>
              </a:cxn>
              <a:cxn ang="0">
                <a:pos x="284" y="1847"/>
              </a:cxn>
              <a:cxn ang="0">
                <a:pos x="542" y="2073"/>
              </a:cxn>
              <a:cxn ang="0">
                <a:pos x="255" y="1764"/>
              </a:cxn>
              <a:cxn ang="0">
                <a:pos x="407" y="1769"/>
              </a:cxn>
              <a:cxn ang="0">
                <a:pos x="540" y="1810"/>
              </a:cxn>
              <a:cxn ang="0">
                <a:pos x="566" y="1580"/>
              </a:cxn>
              <a:cxn ang="0">
                <a:pos x="650" y="1747"/>
              </a:cxn>
              <a:cxn ang="0">
                <a:pos x="827" y="2199"/>
              </a:cxn>
              <a:cxn ang="0">
                <a:pos x="830" y="1779"/>
              </a:cxn>
              <a:cxn ang="0">
                <a:pos x="924" y="1648"/>
              </a:cxn>
              <a:cxn ang="0">
                <a:pos x="915" y="2016"/>
              </a:cxn>
              <a:cxn ang="0">
                <a:pos x="1299" y="1263"/>
              </a:cxn>
              <a:cxn ang="0">
                <a:pos x="970" y="965"/>
              </a:cxn>
              <a:cxn ang="0">
                <a:pos x="311" y="656"/>
              </a:cxn>
              <a:cxn ang="0">
                <a:pos x="772" y="659"/>
              </a:cxn>
              <a:cxn ang="0">
                <a:pos x="1153" y="871"/>
              </a:cxn>
              <a:cxn ang="0">
                <a:pos x="628" y="314"/>
              </a:cxn>
              <a:cxn ang="0">
                <a:pos x="1203" y="552"/>
              </a:cxn>
              <a:cxn ang="0">
                <a:pos x="1369" y="703"/>
              </a:cxn>
              <a:cxn ang="0">
                <a:pos x="1747" y="38"/>
              </a:cxn>
            </a:cxnLst>
            <a:rect l="0" t="0" r="r" b="b"/>
            <a:pathLst>
              <a:path w="2409" h="4865">
                <a:moveTo>
                  <a:pt x="414" y="2058"/>
                </a:moveTo>
                <a:lnTo>
                  <a:pt x="482" y="2173"/>
                </a:lnTo>
                <a:lnTo>
                  <a:pt x="503" y="2207"/>
                </a:lnTo>
                <a:lnTo>
                  <a:pt x="523" y="2242"/>
                </a:lnTo>
                <a:lnTo>
                  <a:pt x="538" y="2269"/>
                </a:lnTo>
                <a:lnTo>
                  <a:pt x="547" y="2282"/>
                </a:lnTo>
                <a:lnTo>
                  <a:pt x="559" y="2292"/>
                </a:lnTo>
                <a:lnTo>
                  <a:pt x="606" y="2323"/>
                </a:lnTo>
                <a:lnTo>
                  <a:pt x="618" y="2332"/>
                </a:lnTo>
                <a:lnTo>
                  <a:pt x="637" y="2344"/>
                </a:lnTo>
                <a:lnTo>
                  <a:pt x="657" y="2360"/>
                </a:lnTo>
                <a:lnTo>
                  <a:pt x="705" y="2392"/>
                </a:lnTo>
                <a:lnTo>
                  <a:pt x="728" y="2407"/>
                </a:lnTo>
                <a:lnTo>
                  <a:pt x="749" y="2420"/>
                </a:lnTo>
                <a:lnTo>
                  <a:pt x="765" y="2429"/>
                </a:lnTo>
                <a:lnTo>
                  <a:pt x="762" y="2392"/>
                </a:lnTo>
                <a:lnTo>
                  <a:pt x="755" y="2354"/>
                </a:lnTo>
                <a:lnTo>
                  <a:pt x="744" y="2326"/>
                </a:lnTo>
                <a:lnTo>
                  <a:pt x="730" y="2298"/>
                </a:lnTo>
                <a:lnTo>
                  <a:pt x="687" y="2238"/>
                </a:lnTo>
                <a:lnTo>
                  <a:pt x="643" y="2180"/>
                </a:lnTo>
                <a:lnTo>
                  <a:pt x="597" y="2123"/>
                </a:lnTo>
                <a:lnTo>
                  <a:pt x="590" y="2112"/>
                </a:lnTo>
                <a:lnTo>
                  <a:pt x="582" y="2105"/>
                </a:lnTo>
                <a:lnTo>
                  <a:pt x="573" y="2101"/>
                </a:lnTo>
                <a:lnTo>
                  <a:pt x="560" y="2099"/>
                </a:lnTo>
                <a:lnTo>
                  <a:pt x="537" y="2095"/>
                </a:lnTo>
                <a:lnTo>
                  <a:pt x="512" y="2086"/>
                </a:lnTo>
                <a:lnTo>
                  <a:pt x="488" y="2078"/>
                </a:lnTo>
                <a:lnTo>
                  <a:pt x="414" y="2058"/>
                </a:lnTo>
                <a:close/>
                <a:moveTo>
                  <a:pt x="1172" y="1997"/>
                </a:moveTo>
                <a:lnTo>
                  <a:pt x="1051" y="2064"/>
                </a:lnTo>
                <a:lnTo>
                  <a:pt x="1011" y="2086"/>
                </a:lnTo>
                <a:lnTo>
                  <a:pt x="973" y="2108"/>
                </a:lnTo>
                <a:lnTo>
                  <a:pt x="957" y="2115"/>
                </a:lnTo>
                <a:lnTo>
                  <a:pt x="940" y="2124"/>
                </a:lnTo>
                <a:lnTo>
                  <a:pt x="926" y="2133"/>
                </a:lnTo>
                <a:lnTo>
                  <a:pt x="914" y="2145"/>
                </a:lnTo>
                <a:lnTo>
                  <a:pt x="896" y="2168"/>
                </a:lnTo>
                <a:lnTo>
                  <a:pt x="877" y="2192"/>
                </a:lnTo>
                <a:lnTo>
                  <a:pt x="856" y="2221"/>
                </a:lnTo>
                <a:lnTo>
                  <a:pt x="836" y="2252"/>
                </a:lnTo>
                <a:lnTo>
                  <a:pt x="820" y="2283"/>
                </a:lnTo>
                <a:lnTo>
                  <a:pt x="809" y="2307"/>
                </a:lnTo>
                <a:lnTo>
                  <a:pt x="802" y="2331"/>
                </a:lnTo>
                <a:lnTo>
                  <a:pt x="800" y="2336"/>
                </a:lnTo>
                <a:lnTo>
                  <a:pt x="800" y="2351"/>
                </a:lnTo>
                <a:lnTo>
                  <a:pt x="799" y="2372"/>
                </a:lnTo>
                <a:lnTo>
                  <a:pt x="796" y="2394"/>
                </a:lnTo>
                <a:lnTo>
                  <a:pt x="793" y="2444"/>
                </a:lnTo>
                <a:lnTo>
                  <a:pt x="792" y="2465"/>
                </a:lnTo>
                <a:lnTo>
                  <a:pt x="790" y="2481"/>
                </a:lnTo>
                <a:lnTo>
                  <a:pt x="780" y="2593"/>
                </a:lnTo>
                <a:lnTo>
                  <a:pt x="769" y="2704"/>
                </a:lnTo>
                <a:lnTo>
                  <a:pt x="768" y="2735"/>
                </a:lnTo>
                <a:lnTo>
                  <a:pt x="765" y="2788"/>
                </a:lnTo>
                <a:lnTo>
                  <a:pt x="761" y="2844"/>
                </a:lnTo>
                <a:lnTo>
                  <a:pt x="761" y="2898"/>
                </a:lnTo>
                <a:lnTo>
                  <a:pt x="764" y="2951"/>
                </a:lnTo>
                <a:lnTo>
                  <a:pt x="797" y="2963"/>
                </a:lnTo>
                <a:lnTo>
                  <a:pt x="831" y="2981"/>
                </a:lnTo>
                <a:lnTo>
                  <a:pt x="862" y="3004"/>
                </a:lnTo>
                <a:lnTo>
                  <a:pt x="893" y="3032"/>
                </a:lnTo>
                <a:lnTo>
                  <a:pt x="920" y="3069"/>
                </a:lnTo>
                <a:lnTo>
                  <a:pt x="943" y="3105"/>
                </a:lnTo>
                <a:lnTo>
                  <a:pt x="968" y="3143"/>
                </a:lnTo>
                <a:lnTo>
                  <a:pt x="991" y="3181"/>
                </a:lnTo>
                <a:lnTo>
                  <a:pt x="1010" y="3224"/>
                </a:lnTo>
                <a:lnTo>
                  <a:pt x="1029" y="3284"/>
                </a:lnTo>
                <a:lnTo>
                  <a:pt x="1042" y="3349"/>
                </a:lnTo>
                <a:lnTo>
                  <a:pt x="1050" y="3417"/>
                </a:lnTo>
                <a:lnTo>
                  <a:pt x="1050" y="3422"/>
                </a:lnTo>
                <a:lnTo>
                  <a:pt x="1051" y="3426"/>
                </a:lnTo>
                <a:lnTo>
                  <a:pt x="1054" y="3349"/>
                </a:lnTo>
                <a:lnTo>
                  <a:pt x="1058" y="3277"/>
                </a:lnTo>
                <a:lnTo>
                  <a:pt x="1063" y="3212"/>
                </a:lnTo>
                <a:lnTo>
                  <a:pt x="1067" y="3155"/>
                </a:lnTo>
                <a:lnTo>
                  <a:pt x="1070" y="3115"/>
                </a:lnTo>
                <a:lnTo>
                  <a:pt x="1075" y="3072"/>
                </a:lnTo>
                <a:lnTo>
                  <a:pt x="1078" y="3026"/>
                </a:lnTo>
                <a:lnTo>
                  <a:pt x="1082" y="2975"/>
                </a:lnTo>
                <a:lnTo>
                  <a:pt x="1086" y="2919"/>
                </a:lnTo>
                <a:lnTo>
                  <a:pt x="1091" y="2855"/>
                </a:lnTo>
                <a:lnTo>
                  <a:pt x="1097" y="2786"/>
                </a:lnTo>
                <a:lnTo>
                  <a:pt x="1103" y="2708"/>
                </a:lnTo>
                <a:lnTo>
                  <a:pt x="1111" y="2593"/>
                </a:lnTo>
                <a:lnTo>
                  <a:pt x="1119" y="2479"/>
                </a:lnTo>
                <a:lnTo>
                  <a:pt x="1126" y="2364"/>
                </a:lnTo>
                <a:lnTo>
                  <a:pt x="1138" y="2249"/>
                </a:lnTo>
                <a:lnTo>
                  <a:pt x="1172" y="1997"/>
                </a:lnTo>
                <a:close/>
                <a:moveTo>
                  <a:pt x="621" y="1990"/>
                </a:moveTo>
                <a:lnTo>
                  <a:pt x="619" y="1991"/>
                </a:lnTo>
                <a:lnTo>
                  <a:pt x="616" y="2012"/>
                </a:lnTo>
                <a:lnTo>
                  <a:pt x="613" y="2034"/>
                </a:lnTo>
                <a:lnTo>
                  <a:pt x="610" y="2049"/>
                </a:lnTo>
                <a:lnTo>
                  <a:pt x="606" y="2064"/>
                </a:lnTo>
                <a:lnTo>
                  <a:pt x="604" y="2078"/>
                </a:lnTo>
                <a:lnTo>
                  <a:pt x="609" y="2092"/>
                </a:lnTo>
                <a:lnTo>
                  <a:pt x="618" y="2105"/>
                </a:lnTo>
                <a:lnTo>
                  <a:pt x="626" y="2117"/>
                </a:lnTo>
                <a:lnTo>
                  <a:pt x="659" y="2167"/>
                </a:lnTo>
                <a:lnTo>
                  <a:pt x="691" y="2211"/>
                </a:lnTo>
                <a:lnTo>
                  <a:pt x="727" y="2255"/>
                </a:lnTo>
                <a:lnTo>
                  <a:pt x="731" y="2261"/>
                </a:lnTo>
                <a:lnTo>
                  <a:pt x="737" y="2270"/>
                </a:lnTo>
                <a:lnTo>
                  <a:pt x="752" y="2291"/>
                </a:lnTo>
                <a:lnTo>
                  <a:pt x="761" y="2300"/>
                </a:lnTo>
                <a:lnTo>
                  <a:pt x="768" y="2304"/>
                </a:lnTo>
                <a:lnTo>
                  <a:pt x="775" y="2304"/>
                </a:lnTo>
                <a:lnTo>
                  <a:pt x="781" y="2298"/>
                </a:lnTo>
                <a:lnTo>
                  <a:pt x="787" y="2285"/>
                </a:lnTo>
                <a:lnTo>
                  <a:pt x="796" y="2270"/>
                </a:lnTo>
                <a:lnTo>
                  <a:pt x="805" y="2257"/>
                </a:lnTo>
                <a:lnTo>
                  <a:pt x="811" y="2242"/>
                </a:lnTo>
                <a:lnTo>
                  <a:pt x="812" y="2229"/>
                </a:lnTo>
                <a:lnTo>
                  <a:pt x="806" y="2214"/>
                </a:lnTo>
                <a:lnTo>
                  <a:pt x="796" y="2201"/>
                </a:lnTo>
                <a:lnTo>
                  <a:pt x="786" y="2189"/>
                </a:lnTo>
                <a:lnTo>
                  <a:pt x="767" y="2165"/>
                </a:lnTo>
                <a:lnTo>
                  <a:pt x="749" y="2142"/>
                </a:lnTo>
                <a:lnTo>
                  <a:pt x="713" y="2101"/>
                </a:lnTo>
                <a:lnTo>
                  <a:pt x="680" y="2059"/>
                </a:lnTo>
                <a:lnTo>
                  <a:pt x="641" y="2012"/>
                </a:lnTo>
                <a:lnTo>
                  <a:pt x="640" y="2009"/>
                </a:lnTo>
                <a:lnTo>
                  <a:pt x="632" y="2002"/>
                </a:lnTo>
                <a:lnTo>
                  <a:pt x="629" y="1997"/>
                </a:lnTo>
                <a:lnTo>
                  <a:pt x="626" y="1994"/>
                </a:lnTo>
                <a:lnTo>
                  <a:pt x="624" y="1993"/>
                </a:lnTo>
                <a:lnTo>
                  <a:pt x="621" y="1990"/>
                </a:lnTo>
                <a:close/>
                <a:moveTo>
                  <a:pt x="588" y="1972"/>
                </a:moveTo>
                <a:lnTo>
                  <a:pt x="575" y="1974"/>
                </a:lnTo>
                <a:lnTo>
                  <a:pt x="569" y="1974"/>
                </a:lnTo>
                <a:lnTo>
                  <a:pt x="559" y="1975"/>
                </a:lnTo>
                <a:lnTo>
                  <a:pt x="545" y="1975"/>
                </a:lnTo>
                <a:lnTo>
                  <a:pt x="535" y="1977"/>
                </a:lnTo>
                <a:lnTo>
                  <a:pt x="526" y="1977"/>
                </a:lnTo>
                <a:lnTo>
                  <a:pt x="522" y="1975"/>
                </a:lnTo>
                <a:lnTo>
                  <a:pt x="537" y="1999"/>
                </a:lnTo>
                <a:lnTo>
                  <a:pt x="572" y="2046"/>
                </a:lnTo>
                <a:lnTo>
                  <a:pt x="578" y="2052"/>
                </a:lnTo>
                <a:lnTo>
                  <a:pt x="582" y="2050"/>
                </a:lnTo>
                <a:lnTo>
                  <a:pt x="587" y="2043"/>
                </a:lnTo>
                <a:lnTo>
                  <a:pt x="590" y="2034"/>
                </a:lnTo>
                <a:lnTo>
                  <a:pt x="591" y="2024"/>
                </a:lnTo>
                <a:lnTo>
                  <a:pt x="593" y="2015"/>
                </a:lnTo>
                <a:lnTo>
                  <a:pt x="597" y="1997"/>
                </a:lnTo>
                <a:lnTo>
                  <a:pt x="598" y="1988"/>
                </a:lnTo>
                <a:lnTo>
                  <a:pt x="598" y="1980"/>
                </a:lnTo>
                <a:lnTo>
                  <a:pt x="596" y="1975"/>
                </a:lnTo>
                <a:lnTo>
                  <a:pt x="588" y="1972"/>
                </a:lnTo>
                <a:close/>
                <a:moveTo>
                  <a:pt x="1862" y="0"/>
                </a:moveTo>
                <a:lnTo>
                  <a:pt x="1866" y="5"/>
                </a:lnTo>
                <a:lnTo>
                  <a:pt x="1869" y="19"/>
                </a:lnTo>
                <a:lnTo>
                  <a:pt x="1871" y="39"/>
                </a:lnTo>
                <a:lnTo>
                  <a:pt x="1872" y="66"/>
                </a:lnTo>
                <a:lnTo>
                  <a:pt x="1874" y="97"/>
                </a:lnTo>
                <a:lnTo>
                  <a:pt x="1874" y="129"/>
                </a:lnTo>
                <a:lnTo>
                  <a:pt x="1871" y="194"/>
                </a:lnTo>
                <a:lnTo>
                  <a:pt x="1869" y="222"/>
                </a:lnTo>
                <a:lnTo>
                  <a:pt x="1866" y="247"/>
                </a:lnTo>
                <a:lnTo>
                  <a:pt x="1863" y="265"/>
                </a:lnTo>
                <a:lnTo>
                  <a:pt x="1850" y="311"/>
                </a:lnTo>
                <a:lnTo>
                  <a:pt x="1831" y="353"/>
                </a:lnTo>
                <a:lnTo>
                  <a:pt x="1806" y="393"/>
                </a:lnTo>
                <a:lnTo>
                  <a:pt x="1779" y="432"/>
                </a:lnTo>
                <a:lnTo>
                  <a:pt x="1720" y="505"/>
                </a:lnTo>
                <a:lnTo>
                  <a:pt x="1667" y="570"/>
                </a:lnTo>
                <a:lnTo>
                  <a:pt x="1555" y="697"/>
                </a:lnTo>
                <a:lnTo>
                  <a:pt x="1504" y="763"/>
                </a:lnTo>
                <a:lnTo>
                  <a:pt x="1492" y="779"/>
                </a:lnTo>
                <a:lnTo>
                  <a:pt x="1478" y="802"/>
                </a:lnTo>
                <a:lnTo>
                  <a:pt x="1461" y="825"/>
                </a:lnTo>
                <a:lnTo>
                  <a:pt x="1445" y="852"/>
                </a:lnTo>
                <a:lnTo>
                  <a:pt x="1409" y="905"/>
                </a:lnTo>
                <a:lnTo>
                  <a:pt x="1393" y="927"/>
                </a:lnTo>
                <a:lnTo>
                  <a:pt x="1380" y="945"/>
                </a:lnTo>
                <a:lnTo>
                  <a:pt x="1368" y="958"/>
                </a:lnTo>
                <a:lnTo>
                  <a:pt x="1364" y="1080"/>
                </a:lnTo>
                <a:lnTo>
                  <a:pt x="1378" y="1058"/>
                </a:lnTo>
                <a:lnTo>
                  <a:pt x="1392" y="1037"/>
                </a:lnTo>
                <a:lnTo>
                  <a:pt x="1403" y="1020"/>
                </a:lnTo>
                <a:lnTo>
                  <a:pt x="1436" y="955"/>
                </a:lnTo>
                <a:lnTo>
                  <a:pt x="1461" y="912"/>
                </a:lnTo>
                <a:lnTo>
                  <a:pt x="1486" y="871"/>
                </a:lnTo>
                <a:lnTo>
                  <a:pt x="1512" y="827"/>
                </a:lnTo>
                <a:lnTo>
                  <a:pt x="1540" y="784"/>
                </a:lnTo>
                <a:lnTo>
                  <a:pt x="1570" y="743"/>
                </a:lnTo>
                <a:lnTo>
                  <a:pt x="1602" y="706"/>
                </a:lnTo>
                <a:lnTo>
                  <a:pt x="1638" y="673"/>
                </a:lnTo>
                <a:lnTo>
                  <a:pt x="1676" y="647"/>
                </a:lnTo>
                <a:lnTo>
                  <a:pt x="1716" y="628"/>
                </a:lnTo>
                <a:lnTo>
                  <a:pt x="1757" y="614"/>
                </a:lnTo>
                <a:lnTo>
                  <a:pt x="1797" y="607"/>
                </a:lnTo>
                <a:lnTo>
                  <a:pt x="1838" y="605"/>
                </a:lnTo>
                <a:lnTo>
                  <a:pt x="1890" y="614"/>
                </a:lnTo>
                <a:lnTo>
                  <a:pt x="1940" y="632"/>
                </a:lnTo>
                <a:lnTo>
                  <a:pt x="1953" y="636"/>
                </a:lnTo>
                <a:lnTo>
                  <a:pt x="1969" y="642"/>
                </a:lnTo>
                <a:lnTo>
                  <a:pt x="1989" y="650"/>
                </a:lnTo>
                <a:lnTo>
                  <a:pt x="2006" y="656"/>
                </a:lnTo>
                <a:lnTo>
                  <a:pt x="2021" y="662"/>
                </a:lnTo>
                <a:lnTo>
                  <a:pt x="2033" y="664"/>
                </a:lnTo>
                <a:lnTo>
                  <a:pt x="2037" y="667"/>
                </a:lnTo>
                <a:lnTo>
                  <a:pt x="2034" y="669"/>
                </a:lnTo>
                <a:lnTo>
                  <a:pt x="2027" y="672"/>
                </a:lnTo>
                <a:lnTo>
                  <a:pt x="2017" y="676"/>
                </a:lnTo>
                <a:lnTo>
                  <a:pt x="1990" y="688"/>
                </a:lnTo>
                <a:lnTo>
                  <a:pt x="1978" y="694"/>
                </a:lnTo>
                <a:lnTo>
                  <a:pt x="1968" y="698"/>
                </a:lnTo>
                <a:lnTo>
                  <a:pt x="1950" y="710"/>
                </a:lnTo>
                <a:lnTo>
                  <a:pt x="1931" y="722"/>
                </a:lnTo>
                <a:lnTo>
                  <a:pt x="1906" y="735"/>
                </a:lnTo>
                <a:lnTo>
                  <a:pt x="1876" y="753"/>
                </a:lnTo>
                <a:lnTo>
                  <a:pt x="1843" y="771"/>
                </a:lnTo>
                <a:lnTo>
                  <a:pt x="1806" y="791"/>
                </a:lnTo>
                <a:lnTo>
                  <a:pt x="1766" y="813"/>
                </a:lnTo>
                <a:lnTo>
                  <a:pt x="1725" y="836"/>
                </a:lnTo>
                <a:lnTo>
                  <a:pt x="1683" y="859"/>
                </a:lnTo>
                <a:lnTo>
                  <a:pt x="1641" y="884"/>
                </a:lnTo>
                <a:lnTo>
                  <a:pt x="1599" y="908"/>
                </a:lnTo>
                <a:lnTo>
                  <a:pt x="1560" y="933"/>
                </a:lnTo>
                <a:lnTo>
                  <a:pt x="1521" y="956"/>
                </a:lnTo>
                <a:lnTo>
                  <a:pt x="1487" y="979"/>
                </a:lnTo>
                <a:lnTo>
                  <a:pt x="1456" y="999"/>
                </a:lnTo>
                <a:lnTo>
                  <a:pt x="1431" y="1020"/>
                </a:lnTo>
                <a:lnTo>
                  <a:pt x="1411" y="1037"/>
                </a:lnTo>
                <a:lnTo>
                  <a:pt x="1397" y="1054"/>
                </a:lnTo>
                <a:lnTo>
                  <a:pt x="1387" y="1067"/>
                </a:lnTo>
                <a:lnTo>
                  <a:pt x="1378" y="1083"/>
                </a:lnTo>
                <a:lnTo>
                  <a:pt x="1368" y="1102"/>
                </a:lnTo>
                <a:lnTo>
                  <a:pt x="1359" y="1120"/>
                </a:lnTo>
                <a:lnTo>
                  <a:pt x="1359" y="1124"/>
                </a:lnTo>
                <a:lnTo>
                  <a:pt x="1361" y="1127"/>
                </a:lnTo>
                <a:lnTo>
                  <a:pt x="1362" y="1129"/>
                </a:lnTo>
                <a:lnTo>
                  <a:pt x="1364" y="1132"/>
                </a:lnTo>
                <a:lnTo>
                  <a:pt x="1368" y="1124"/>
                </a:lnTo>
                <a:lnTo>
                  <a:pt x="1414" y="1114"/>
                </a:lnTo>
                <a:lnTo>
                  <a:pt x="1456" y="1099"/>
                </a:lnTo>
                <a:lnTo>
                  <a:pt x="1496" y="1080"/>
                </a:lnTo>
                <a:lnTo>
                  <a:pt x="1533" y="1058"/>
                </a:lnTo>
                <a:lnTo>
                  <a:pt x="1567" y="1035"/>
                </a:lnTo>
                <a:lnTo>
                  <a:pt x="1635" y="984"/>
                </a:lnTo>
                <a:lnTo>
                  <a:pt x="1670" y="959"/>
                </a:lnTo>
                <a:lnTo>
                  <a:pt x="1705" y="937"/>
                </a:lnTo>
                <a:lnTo>
                  <a:pt x="1747" y="909"/>
                </a:lnTo>
                <a:lnTo>
                  <a:pt x="1787" y="878"/>
                </a:lnTo>
                <a:lnTo>
                  <a:pt x="1823" y="844"/>
                </a:lnTo>
                <a:lnTo>
                  <a:pt x="1860" y="812"/>
                </a:lnTo>
                <a:lnTo>
                  <a:pt x="1900" y="782"/>
                </a:lnTo>
                <a:lnTo>
                  <a:pt x="1959" y="747"/>
                </a:lnTo>
                <a:lnTo>
                  <a:pt x="2021" y="715"/>
                </a:lnTo>
                <a:lnTo>
                  <a:pt x="2151" y="653"/>
                </a:lnTo>
                <a:lnTo>
                  <a:pt x="2157" y="650"/>
                </a:lnTo>
                <a:lnTo>
                  <a:pt x="2165" y="642"/>
                </a:lnTo>
                <a:lnTo>
                  <a:pt x="2192" y="622"/>
                </a:lnTo>
                <a:lnTo>
                  <a:pt x="2205" y="610"/>
                </a:lnTo>
                <a:lnTo>
                  <a:pt x="2218" y="600"/>
                </a:lnTo>
                <a:lnTo>
                  <a:pt x="2229" y="591"/>
                </a:lnTo>
                <a:lnTo>
                  <a:pt x="2236" y="585"/>
                </a:lnTo>
                <a:lnTo>
                  <a:pt x="2239" y="583"/>
                </a:lnTo>
                <a:lnTo>
                  <a:pt x="2239" y="588"/>
                </a:lnTo>
                <a:lnTo>
                  <a:pt x="2236" y="595"/>
                </a:lnTo>
                <a:lnTo>
                  <a:pt x="2232" y="603"/>
                </a:lnTo>
                <a:lnTo>
                  <a:pt x="2229" y="607"/>
                </a:lnTo>
                <a:lnTo>
                  <a:pt x="2221" y="629"/>
                </a:lnTo>
                <a:lnTo>
                  <a:pt x="2218" y="653"/>
                </a:lnTo>
                <a:lnTo>
                  <a:pt x="2220" y="676"/>
                </a:lnTo>
                <a:lnTo>
                  <a:pt x="2221" y="701"/>
                </a:lnTo>
                <a:lnTo>
                  <a:pt x="2221" y="725"/>
                </a:lnTo>
                <a:lnTo>
                  <a:pt x="2216" y="774"/>
                </a:lnTo>
                <a:lnTo>
                  <a:pt x="2205" y="819"/>
                </a:lnTo>
                <a:lnTo>
                  <a:pt x="2189" y="865"/>
                </a:lnTo>
                <a:lnTo>
                  <a:pt x="2167" y="908"/>
                </a:lnTo>
                <a:lnTo>
                  <a:pt x="2139" y="948"/>
                </a:lnTo>
                <a:lnTo>
                  <a:pt x="2105" y="983"/>
                </a:lnTo>
                <a:lnTo>
                  <a:pt x="2067" y="1017"/>
                </a:lnTo>
                <a:lnTo>
                  <a:pt x="2022" y="1045"/>
                </a:lnTo>
                <a:lnTo>
                  <a:pt x="1974" y="1070"/>
                </a:lnTo>
                <a:lnTo>
                  <a:pt x="1921" y="1091"/>
                </a:lnTo>
                <a:lnTo>
                  <a:pt x="1863" y="1105"/>
                </a:lnTo>
                <a:lnTo>
                  <a:pt x="1803" y="1116"/>
                </a:lnTo>
                <a:lnTo>
                  <a:pt x="1739" y="1123"/>
                </a:lnTo>
                <a:lnTo>
                  <a:pt x="1677" y="1127"/>
                </a:lnTo>
                <a:lnTo>
                  <a:pt x="1617" y="1132"/>
                </a:lnTo>
                <a:lnTo>
                  <a:pt x="1679" y="1136"/>
                </a:lnTo>
                <a:lnTo>
                  <a:pt x="1732" y="1144"/>
                </a:lnTo>
                <a:lnTo>
                  <a:pt x="1784" y="1154"/>
                </a:lnTo>
                <a:lnTo>
                  <a:pt x="1834" y="1167"/>
                </a:lnTo>
                <a:lnTo>
                  <a:pt x="1881" y="1185"/>
                </a:lnTo>
                <a:lnTo>
                  <a:pt x="1924" y="1207"/>
                </a:lnTo>
                <a:lnTo>
                  <a:pt x="1971" y="1239"/>
                </a:lnTo>
                <a:lnTo>
                  <a:pt x="2014" y="1276"/>
                </a:lnTo>
                <a:lnTo>
                  <a:pt x="2049" y="1316"/>
                </a:lnTo>
                <a:lnTo>
                  <a:pt x="2080" y="1359"/>
                </a:lnTo>
                <a:lnTo>
                  <a:pt x="2105" y="1402"/>
                </a:lnTo>
                <a:lnTo>
                  <a:pt x="2127" y="1447"/>
                </a:lnTo>
                <a:lnTo>
                  <a:pt x="2143" y="1492"/>
                </a:lnTo>
                <a:lnTo>
                  <a:pt x="2158" y="1537"/>
                </a:lnTo>
                <a:lnTo>
                  <a:pt x="2167" y="1580"/>
                </a:lnTo>
                <a:lnTo>
                  <a:pt x="2174" y="1621"/>
                </a:lnTo>
                <a:lnTo>
                  <a:pt x="2179" y="1660"/>
                </a:lnTo>
                <a:lnTo>
                  <a:pt x="2182" y="1695"/>
                </a:lnTo>
                <a:lnTo>
                  <a:pt x="2182" y="1753"/>
                </a:lnTo>
                <a:lnTo>
                  <a:pt x="2179" y="1775"/>
                </a:lnTo>
                <a:lnTo>
                  <a:pt x="2177" y="1789"/>
                </a:lnTo>
                <a:lnTo>
                  <a:pt x="2174" y="1797"/>
                </a:lnTo>
                <a:lnTo>
                  <a:pt x="2171" y="1797"/>
                </a:lnTo>
                <a:lnTo>
                  <a:pt x="2152" y="1767"/>
                </a:lnTo>
                <a:lnTo>
                  <a:pt x="2132" y="1739"/>
                </a:lnTo>
                <a:lnTo>
                  <a:pt x="2108" y="1713"/>
                </a:lnTo>
                <a:lnTo>
                  <a:pt x="2081" y="1686"/>
                </a:lnTo>
                <a:lnTo>
                  <a:pt x="2049" y="1664"/>
                </a:lnTo>
                <a:lnTo>
                  <a:pt x="2019" y="1648"/>
                </a:lnTo>
                <a:lnTo>
                  <a:pt x="1994" y="1633"/>
                </a:lnTo>
                <a:lnTo>
                  <a:pt x="1969" y="1621"/>
                </a:lnTo>
                <a:lnTo>
                  <a:pt x="1946" y="1611"/>
                </a:lnTo>
                <a:lnTo>
                  <a:pt x="1879" y="1580"/>
                </a:lnTo>
                <a:lnTo>
                  <a:pt x="1854" y="1568"/>
                </a:lnTo>
                <a:lnTo>
                  <a:pt x="1829" y="1555"/>
                </a:lnTo>
                <a:lnTo>
                  <a:pt x="1801" y="1537"/>
                </a:lnTo>
                <a:lnTo>
                  <a:pt x="1735" y="1493"/>
                </a:lnTo>
                <a:lnTo>
                  <a:pt x="1697" y="1464"/>
                </a:lnTo>
                <a:lnTo>
                  <a:pt x="1652" y="1428"/>
                </a:lnTo>
                <a:lnTo>
                  <a:pt x="1627" y="1405"/>
                </a:lnTo>
                <a:lnTo>
                  <a:pt x="1601" y="1374"/>
                </a:lnTo>
                <a:lnTo>
                  <a:pt x="1517" y="1267"/>
                </a:lnTo>
                <a:lnTo>
                  <a:pt x="1489" y="1237"/>
                </a:lnTo>
                <a:lnTo>
                  <a:pt x="1459" y="1211"/>
                </a:lnTo>
                <a:lnTo>
                  <a:pt x="1431" y="1195"/>
                </a:lnTo>
                <a:lnTo>
                  <a:pt x="1396" y="1181"/>
                </a:lnTo>
                <a:lnTo>
                  <a:pt x="1361" y="1170"/>
                </a:lnTo>
                <a:lnTo>
                  <a:pt x="1356" y="1170"/>
                </a:lnTo>
                <a:lnTo>
                  <a:pt x="1350" y="1182"/>
                </a:lnTo>
                <a:lnTo>
                  <a:pt x="1349" y="1192"/>
                </a:lnTo>
                <a:lnTo>
                  <a:pt x="1346" y="1203"/>
                </a:lnTo>
                <a:lnTo>
                  <a:pt x="1344" y="1207"/>
                </a:lnTo>
                <a:lnTo>
                  <a:pt x="1343" y="1219"/>
                </a:lnTo>
                <a:lnTo>
                  <a:pt x="1338" y="1237"/>
                </a:lnTo>
                <a:lnTo>
                  <a:pt x="1334" y="1257"/>
                </a:lnTo>
                <a:lnTo>
                  <a:pt x="1325" y="1301"/>
                </a:lnTo>
                <a:lnTo>
                  <a:pt x="1322" y="1321"/>
                </a:lnTo>
                <a:lnTo>
                  <a:pt x="1305" y="1421"/>
                </a:lnTo>
                <a:lnTo>
                  <a:pt x="1285" y="1523"/>
                </a:lnTo>
                <a:lnTo>
                  <a:pt x="1266" y="1623"/>
                </a:lnTo>
                <a:lnTo>
                  <a:pt x="1241" y="1781"/>
                </a:lnTo>
                <a:lnTo>
                  <a:pt x="1218" y="1941"/>
                </a:lnTo>
                <a:lnTo>
                  <a:pt x="1237" y="1927"/>
                </a:lnTo>
                <a:lnTo>
                  <a:pt x="1254" y="1912"/>
                </a:lnTo>
                <a:lnTo>
                  <a:pt x="1265" y="1900"/>
                </a:lnTo>
                <a:lnTo>
                  <a:pt x="1271" y="1885"/>
                </a:lnTo>
                <a:lnTo>
                  <a:pt x="1275" y="1871"/>
                </a:lnTo>
                <a:lnTo>
                  <a:pt x="1281" y="1856"/>
                </a:lnTo>
                <a:lnTo>
                  <a:pt x="1293" y="1838"/>
                </a:lnTo>
                <a:lnTo>
                  <a:pt x="1309" y="1825"/>
                </a:lnTo>
                <a:lnTo>
                  <a:pt x="1328" y="1816"/>
                </a:lnTo>
                <a:lnTo>
                  <a:pt x="1349" y="1813"/>
                </a:lnTo>
                <a:lnTo>
                  <a:pt x="1369" y="1816"/>
                </a:lnTo>
                <a:lnTo>
                  <a:pt x="1390" y="1823"/>
                </a:lnTo>
                <a:lnTo>
                  <a:pt x="1394" y="1826"/>
                </a:lnTo>
                <a:lnTo>
                  <a:pt x="1412" y="1835"/>
                </a:lnTo>
                <a:lnTo>
                  <a:pt x="1417" y="1838"/>
                </a:lnTo>
                <a:lnTo>
                  <a:pt x="1421" y="1845"/>
                </a:lnTo>
                <a:lnTo>
                  <a:pt x="1424" y="1853"/>
                </a:lnTo>
                <a:lnTo>
                  <a:pt x="1425" y="1859"/>
                </a:lnTo>
                <a:lnTo>
                  <a:pt x="1425" y="1869"/>
                </a:lnTo>
                <a:lnTo>
                  <a:pt x="1427" y="1879"/>
                </a:lnTo>
                <a:lnTo>
                  <a:pt x="1427" y="1890"/>
                </a:lnTo>
                <a:lnTo>
                  <a:pt x="1420" y="1910"/>
                </a:lnTo>
                <a:lnTo>
                  <a:pt x="1408" y="1927"/>
                </a:lnTo>
                <a:lnTo>
                  <a:pt x="1392" y="1940"/>
                </a:lnTo>
                <a:lnTo>
                  <a:pt x="1372" y="1949"/>
                </a:lnTo>
                <a:lnTo>
                  <a:pt x="1350" y="1953"/>
                </a:lnTo>
                <a:lnTo>
                  <a:pt x="1328" y="1955"/>
                </a:lnTo>
                <a:lnTo>
                  <a:pt x="1313" y="1953"/>
                </a:lnTo>
                <a:lnTo>
                  <a:pt x="1299" y="1950"/>
                </a:lnTo>
                <a:lnTo>
                  <a:pt x="1282" y="1947"/>
                </a:lnTo>
                <a:lnTo>
                  <a:pt x="1268" y="1949"/>
                </a:lnTo>
                <a:lnTo>
                  <a:pt x="1250" y="1955"/>
                </a:lnTo>
                <a:lnTo>
                  <a:pt x="1231" y="1965"/>
                </a:lnTo>
                <a:lnTo>
                  <a:pt x="1213" y="1975"/>
                </a:lnTo>
                <a:lnTo>
                  <a:pt x="1210" y="1993"/>
                </a:lnTo>
                <a:lnTo>
                  <a:pt x="1206" y="2012"/>
                </a:lnTo>
                <a:lnTo>
                  <a:pt x="1179" y="2224"/>
                </a:lnTo>
                <a:lnTo>
                  <a:pt x="1157" y="2437"/>
                </a:lnTo>
                <a:lnTo>
                  <a:pt x="1148" y="2549"/>
                </a:lnTo>
                <a:lnTo>
                  <a:pt x="1141" y="2658"/>
                </a:lnTo>
                <a:lnTo>
                  <a:pt x="1137" y="2767"/>
                </a:lnTo>
                <a:lnTo>
                  <a:pt x="1131" y="2879"/>
                </a:lnTo>
                <a:lnTo>
                  <a:pt x="1122" y="2997"/>
                </a:lnTo>
                <a:lnTo>
                  <a:pt x="1104" y="3239"/>
                </a:lnTo>
                <a:lnTo>
                  <a:pt x="1098" y="3357"/>
                </a:lnTo>
                <a:lnTo>
                  <a:pt x="1097" y="3435"/>
                </a:lnTo>
                <a:lnTo>
                  <a:pt x="1094" y="3517"/>
                </a:lnTo>
                <a:lnTo>
                  <a:pt x="1089" y="3603"/>
                </a:lnTo>
                <a:lnTo>
                  <a:pt x="1088" y="3687"/>
                </a:lnTo>
                <a:lnTo>
                  <a:pt x="1086" y="3770"/>
                </a:lnTo>
                <a:lnTo>
                  <a:pt x="1086" y="3848"/>
                </a:lnTo>
                <a:lnTo>
                  <a:pt x="1088" y="3895"/>
                </a:lnTo>
                <a:lnTo>
                  <a:pt x="1091" y="3951"/>
                </a:lnTo>
                <a:lnTo>
                  <a:pt x="1094" y="4011"/>
                </a:lnTo>
                <a:lnTo>
                  <a:pt x="1098" y="4072"/>
                </a:lnTo>
                <a:lnTo>
                  <a:pt x="1116" y="4038"/>
                </a:lnTo>
                <a:lnTo>
                  <a:pt x="1132" y="4008"/>
                </a:lnTo>
                <a:lnTo>
                  <a:pt x="1148" y="3982"/>
                </a:lnTo>
                <a:lnTo>
                  <a:pt x="1170" y="3948"/>
                </a:lnTo>
                <a:lnTo>
                  <a:pt x="1193" y="3920"/>
                </a:lnTo>
                <a:lnTo>
                  <a:pt x="1215" y="3893"/>
                </a:lnTo>
                <a:lnTo>
                  <a:pt x="1234" y="3867"/>
                </a:lnTo>
                <a:lnTo>
                  <a:pt x="1250" y="3837"/>
                </a:lnTo>
                <a:lnTo>
                  <a:pt x="1278" y="3783"/>
                </a:lnTo>
                <a:lnTo>
                  <a:pt x="1310" y="3731"/>
                </a:lnTo>
                <a:lnTo>
                  <a:pt x="1344" y="3680"/>
                </a:lnTo>
                <a:lnTo>
                  <a:pt x="1381" y="3627"/>
                </a:lnTo>
                <a:lnTo>
                  <a:pt x="1418" y="3572"/>
                </a:lnTo>
                <a:lnTo>
                  <a:pt x="1456" y="3516"/>
                </a:lnTo>
                <a:lnTo>
                  <a:pt x="1496" y="3460"/>
                </a:lnTo>
                <a:lnTo>
                  <a:pt x="1539" y="3407"/>
                </a:lnTo>
                <a:lnTo>
                  <a:pt x="1583" y="3357"/>
                </a:lnTo>
                <a:lnTo>
                  <a:pt x="1629" y="3311"/>
                </a:lnTo>
                <a:lnTo>
                  <a:pt x="1689" y="3264"/>
                </a:lnTo>
                <a:lnTo>
                  <a:pt x="1751" y="3224"/>
                </a:lnTo>
                <a:lnTo>
                  <a:pt x="1815" y="3192"/>
                </a:lnTo>
                <a:lnTo>
                  <a:pt x="1881" y="3169"/>
                </a:lnTo>
                <a:lnTo>
                  <a:pt x="1946" y="3155"/>
                </a:lnTo>
                <a:lnTo>
                  <a:pt x="2011" y="3149"/>
                </a:lnTo>
                <a:lnTo>
                  <a:pt x="2075" y="3152"/>
                </a:lnTo>
                <a:lnTo>
                  <a:pt x="2140" y="3164"/>
                </a:lnTo>
                <a:lnTo>
                  <a:pt x="2202" y="3183"/>
                </a:lnTo>
                <a:lnTo>
                  <a:pt x="2263" y="3211"/>
                </a:lnTo>
                <a:lnTo>
                  <a:pt x="2277" y="3220"/>
                </a:lnTo>
                <a:lnTo>
                  <a:pt x="2295" y="3231"/>
                </a:lnTo>
                <a:lnTo>
                  <a:pt x="2314" y="3245"/>
                </a:lnTo>
                <a:lnTo>
                  <a:pt x="2333" y="3259"/>
                </a:lnTo>
                <a:lnTo>
                  <a:pt x="2353" y="3276"/>
                </a:lnTo>
                <a:lnTo>
                  <a:pt x="2370" y="3289"/>
                </a:lnTo>
                <a:lnTo>
                  <a:pt x="2385" y="3302"/>
                </a:lnTo>
                <a:lnTo>
                  <a:pt x="2398" y="3312"/>
                </a:lnTo>
                <a:lnTo>
                  <a:pt x="2406" y="3318"/>
                </a:lnTo>
                <a:lnTo>
                  <a:pt x="2409" y="3321"/>
                </a:lnTo>
                <a:lnTo>
                  <a:pt x="2404" y="3321"/>
                </a:lnTo>
                <a:lnTo>
                  <a:pt x="2394" y="3323"/>
                </a:lnTo>
                <a:lnTo>
                  <a:pt x="2378" y="3326"/>
                </a:lnTo>
                <a:lnTo>
                  <a:pt x="2359" y="3327"/>
                </a:lnTo>
                <a:lnTo>
                  <a:pt x="2338" y="3330"/>
                </a:lnTo>
                <a:lnTo>
                  <a:pt x="2300" y="3336"/>
                </a:lnTo>
                <a:lnTo>
                  <a:pt x="2286" y="3338"/>
                </a:lnTo>
                <a:lnTo>
                  <a:pt x="2277" y="3339"/>
                </a:lnTo>
                <a:lnTo>
                  <a:pt x="2186" y="3360"/>
                </a:lnTo>
                <a:lnTo>
                  <a:pt x="2098" y="3380"/>
                </a:lnTo>
                <a:lnTo>
                  <a:pt x="2009" y="3404"/>
                </a:lnTo>
                <a:lnTo>
                  <a:pt x="1922" y="3433"/>
                </a:lnTo>
                <a:lnTo>
                  <a:pt x="1835" y="3469"/>
                </a:lnTo>
                <a:lnTo>
                  <a:pt x="1754" y="3504"/>
                </a:lnTo>
                <a:lnTo>
                  <a:pt x="1679" y="3542"/>
                </a:lnTo>
                <a:lnTo>
                  <a:pt x="1604" y="3582"/>
                </a:lnTo>
                <a:lnTo>
                  <a:pt x="1532" y="3627"/>
                </a:lnTo>
                <a:lnTo>
                  <a:pt x="1462" y="3677"/>
                </a:lnTo>
                <a:lnTo>
                  <a:pt x="1399" y="3733"/>
                </a:lnTo>
                <a:lnTo>
                  <a:pt x="1337" y="3793"/>
                </a:lnTo>
                <a:lnTo>
                  <a:pt x="1275" y="3861"/>
                </a:lnTo>
                <a:lnTo>
                  <a:pt x="1213" y="3935"/>
                </a:lnTo>
                <a:lnTo>
                  <a:pt x="1200" y="3951"/>
                </a:lnTo>
                <a:lnTo>
                  <a:pt x="1184" y="3972"/>
                </a:lnTo>
                <a:lnTo>
                  <a:pt x="1167" y="3995"/>
                </a:lnTo>
                <a:lnTo>
                  <a:pt x="1153" y="4022"/>
                </a:lnTo>
                <a:lnTo>
                  <a:pt x="1134" y="4061"/>
                </a:lnTo>
                <a:lnTo>
                  <a:pt x="1117" y="4103"/>
                </a:lnTo>
                <a:lnTo>
                  <a:pt x="1109" y="4240"/>
                </a:lnTo>
                <a:lnTo>
                  <a:pt x="1109" y="4246"/>
                </a:lnTo>
                <a:lnTo>
                  <a:pt x="1110" y="4250"/>
                </a:lnTo>
                <a:lnTo>
                  <a:pt x="1110" y="4255"/>
                </a:lnTo>
                <a:lnTo>
                  <a:pt x="1111" y="4293"/>
                </a:lnTo>
                <a:lnTo>
                  <a:pt x="1114" y="4342"/>
                </a:lnTo>
                <a:lnTo>
                  <a:pt x="1117" y="4395"/>
                </a:lnTo>
                <a:lnTo>
                  <a:pt x="1122" y="4452"/>
                </a:lnTo>
                <a:lnTo>
                  <a:pt x="1125" y="4511"/>
                </a:lnTo>
                <a:lnTo>
                  <a:pt x="1128" y="4569"/>
                </a:lnTo>
                <a:lnTo>
                  <a:pt x="1132" y="4625"/>
                </a:lnTo>
                <a:lnTo>
                  <a:pt x="1139" y="4746"/>
                </a:lnTo>
                <a:lnTo>
                  <a:pt x="1147" y="4865"/>
                </a:lnTo>
                <a:lnTo>
                  <a:pt x="1106" y="4865"/>
                </a:lnTo>
                <a:lnTo>
                  <a:pt x="1106" y="4855"/>
                </a:lnTo>
                <a:lnTo>
                  <a:pt x="1100" y="4777"/>
                </a:lnTo>
                <a:lnTo>
                  <a:pt x="1091" y="4626"/>
                </a:lnTo>
                <a:lnTo>
                  <a:pt x="1086" y="4548"/>
                </a:lnTo>
                <a:lnTo>
                  <a:pt x="1079" y="4465"/>
                </a:lnTo>
                <a:lnTo>
                  <a:pt x="1072" y="4377"/>
                </a:lnTo>
                <a:lnTo>
                  <a:pt x="1066" y="4287"/>
                </a:lnTo>
                <a:lnTo>
                  <a:pt x="1060" y="4199"/>
                </a:lnTo>
                <a:lnTo>
                  <a:pt x="1055" y="4116"/>
                </a:lnTo>
                <a:lnTo>
                  <a:pt x="1054" y="4070"/>
                </a:lnTo>
                <a:lnTo>
                  <a:pt x="1052" y="4032"/>
                </a:lnTo>
                <a:lnTo>
                  <a:pt x="1051" y="3998"/>
                </a:lnTo>
                <a:lnTo>
                  <a:pt x="1048" y="3939"/>
                </a:lnTo>
                <a:lnTo>
                  <a:pt x="1047" y="3908"/>
                </a:lnTo>
                <a:lnTo>
                  <a:pt x="1045" y="3876"/>
                </a:lnTo>
                <a:lnTo>
                  <a:pt x="1044" y="3836"/>
                </a:lnTo>
                <a:lnTo>
                  <a:pt x="1044" y="3737"/>
                </a:lnTo>
                <a:lnTo>
                  <a:pt x="1045" y="3677"/>
                </a:lnTo>
                <a:lnTo>
                  <a:pt x="1045" y="3610"/>
                </a:lnTo>
                <a:lnTo>
                  <a:pt x="1047" y="3540"/>
                </a:lnTo>
                <a:lnTo>
                  <a:pt x="1050" y="3467"/>
                </a:lnTo>
                <a:lnTo>
                  <a:pt x="1039" y="3444"/>
                </a:lnTo>
                <a:lnTo>
                  <a:pt x="1026" y="3425"/>
                </a:lnTo>
                <a:lnTo>
                  <a:pt x="1011" y="3404"/>
                </a:lnTo>
                <a:lnTo>
                  <a:pt x="995" y="3388"/>
                </a:lnTo>
                <a:lnTo>
                  <a:pt x="973" y="3371"/>
                </a:lnTo>
                <a:lnTo>
                  <a:pt x="946" y="3357"/>
                </a:lnTo>
                <a:lnTo>
                  <a:pt x="918" y="3343"/>
                </a:lnTo>
                <a:lnTo>
                  <a:pt x="889" y="3330"/>
                </a:lnTo>
                <a:lnTo>
                  <a:pt x="861" y="3318"/>
                </a:lnTo>
                <a:lnTo>
                  <a:pt x="834" y="3305"/>
                </a:lnTo>
                <a:lnTo>
                  <a:pt x="814" y="3292"/>
                </a:lnTo>
                <a:lnTo>
                  <a:pt x="789" y="3271"/>
                </a:lnTo>
                <a:lnTo>
                  <a:pt x="767" y="3252"/>
                </a:lnTo>
                <a:lnTo>
                  <a:pt x="746" y="3236"/>
                </a:lnTo>
                <a:lnTo>
                  <a:pt x="744" y="3364"/>
                </a:lnTo>
                <a:lnTo>
                  <a:pt x="743" y="3491"/>
                </a:lnTo>
                <a:lnTo>
                  <a:pt x="739" y="3768"/>
                </a:lnTo>
                <a:lnTo>
                  <a:pt x="739" y="3818"/>
                </a:lnTo>
                <a:lnTo>
                  <a:pt x="740" y="3851"/>
                </a:lnTo>
                <a:lnTo>
                  <a:pt x="740" y="3918"/>
                </a:lnTo>
                <a:lnTo>
                  <a:pt x="741" y="3951"/>
                </a:lnTo>
                <a:lnTo>
                  <a:pt x="741" y="4007"/>
                </a:lnTo>
                <a:lnTo>
                  <a:pt x="743" y="4029"/>
                </a:lnTo>
                <a:lnTo>
                  <a:pt x="743" y="4051"/>
                </a:lnTo>
                <a:lnTo>
                  <a:pt x="746" y="4061"/>
                </a:lnTo>
                <a:lnTo>
                  <a:pt x="747" y="4079"/>
                </a:lnTo>
                <a:lnTo>
                  <a:pt x="752" y="4100"/>
                </a:lnTo>
                <a:lnTo>
                  <a:pt x="756" y="4123"/>
                </a:lnTo>
                <a:lnTo>
                  <a:pt x="765" y="4174"/>
                </a:lnTo>
                <a:lnTo>
                  <a:pt x="781" y="4249"/>
                </a:lnTo>
                <a:lnTo>
                  <a:pt x="814" y="4402"/>
                </a:lnTo>
                <a:lnTo>
                  <a:pt x="828" y="4476"/>
                </a:lnTo>
                <a:lnTo>
                  <a:pt x="842" y="4544"/>
                </a:lnTo>
                <a:lnTo>
                  <a:pt x="862" y="4645"/>
                </a:lnTo>
                <a:lnTo>
                  <a:pt x="881" y="4751"/>
                </a:lnTo>
                <a:lnTo>
                  <a:pt x="902" y="4862"/>
                </a:lnTo>
                <a:lnTo>
                  <a:pt x="862" y="4862"/>
                </a:lnTo>
                <a:lnTo>
                  <a:pt x="856" y="4830"/>
                </a:lnTo>
                <a:lnTo>
                  <a:pt x="849" y="4791"/>
                </a:lnTo>
                <a:lnTo>
                  <a:pt x="840" y="4747"/>
                </a:lnTo>
                <a:lnTo>
                  <a:pt x="830" y="4698"/>
                </a:lnTo>
                <a:lnTo>
                  <a:pt x="820" y="4645"/>
                </a:lnTo>
                <a:lnTo>
                  <a:pt x="809" y="4591"/>
                </a:lnTo>
                <a:lnTo>
                  <a:pt x="797" y="4533"/>
                </a:lnTo>
                <a:lnTo>
                  <a:pt x="787" y="4476"/>
                </a:lnTo>
                <a:lnTo>
                  <a:pt x="775" y="4418"/>
                </a:lnTo>
                <a:lnTo>
                  <a:pt x="765" y="4361"/>
                </a:lnTo>
                <a:lnTo>
                  <a:pt x="753" y="4306"/>
                </a:lnTo>
                <a:lnTo>
                  <a:pt x="743" y="4255"/>
                </a:lnTo>
                <a:lnTo>
                  <a:pt x="734" y="4207"/>
                </a:lnTo>
                <a:lnTo>
                  <a:pt x="727" y="4165"/>
                </a:lnTo>
                <a:lnTo>
                  <a:pt x="719" y="4128"/>
                </a:lnTo>
                <a:lnTo>
                  <a:pt x="713" y="4097"/>
                </a:lnTo>
                <a:lnTo>
                  <a:pt x="706" y="4060"/>
                </a:lnTo>
                <a:lnTo>
                  <a:pt x="693" y="4045"/>
                </a:lnTo>
                <a:lnTo>
                  <a:pt x="675" y="4028"/>
                </a:lnTo>
                <a:lnTo>
                  <a:pt x="657" y="4008"/>
                </a:lnTo>
                <a:lnTo>
                  <a:pt x="638" y="3989"/>
                </a:lnTo>
                <a:lnTo>
                  <a:pt x="621" y="3970"/>
                </a:lnTo>
                <a:lnTo>
                  <a:pt x="604" y="3954"/>
                </a:lnTo>
                <a:lnTo>
                  <a:pt x="590" y="3941"/>
                </a:lnTo>
                <a:lnTo>
                  <a:pt x="581" y="3930"/>
                </a:lnTo>
                <a:lnTo>
                  <a:pt x="541" y="3890"/>
                </a:lnTo>
                <a:lnTo>
                  <a:pt x="529" y="3882"/>
                </a:lnTo>
                <a:lnTo>
                  <a:pt x="485" y="3864"/>
                </a:lnTo>
                <a:lnTo>
                  <a:pt x="448" y="3851"/>
                </a:lnTo>
                <a:lnTo>
                  <a:pt x="411" y="3836"/>
                </a:lnTo>
                <a:lnTo>
                  <a:pt x="339" y="3809"/>
                </a:lnTo>
                <a:lnTo>
                  <a:pt x="268" y="3783"/>
                </a:lnTo>
                <a:lnTo>
                  <a:pt x="254" y="3777"/>
                </a:lnTo>
                <a:lnTo>
                  <a:pt x="221" y="3765"/>
                </a:lnTo>
                <a:lnTo>
                  <a:pt x="205" y="3764"/>
                </a:lnTo>
                <a:lnTo>
                  <a:pt x="193" y="3765"/>
                </a:lnTo>
                <a:lnTo>
                  <a:pt x="167" y="3777"/>
                </a:lnTo>
                <a:lnTo>
                  <a:pt x="155" y="3781"/>
                </a:lnTo>
                <a:lnTo>
                  <a:pt x="134" y="3784"/>
                </a:lnTo>
                <a:lnTo>
                  <a:pt x="115" y="3783"/>
                </a:lnTo>
                <a:lnTo>
                  <a:pt x="96" y="3777"/>
                </a:lnTo>
                <a:lnTo>
                  <a:pt x="80" y="3768"/>
                </a:lnTo>
                <a:lnTo>
                  <a:pt x="66" y="3753"/>
                </a:lnTo>
                <a:lnTo>
                  <a:pt x="57" y="3736"/>
                </a:lnTo>
                <a:lnTo>
                  <a:pt x="56" y="3721"/>
                </a:lnTo>
                <a:lnTo>
                  <a:pt x="55" y="3705"/>
                </a:lnTo>
                <a:lnTo>
                  <a:pt x="55" y="3699"/>
                </a:lnTo>
                <a:lnTo>
                  <a:pt x="56" y="3690"/>
                </a:lnTo>
                <a:lnTo>
                  <a:pt x="60" y="3683"/>
                </a:lnTo>
                <a:lnTo>
                  <a:pt x="63" y="3678"/>
                </a:lnTo>
                <a:lnTo>
                  <a:pt x="68" y="3675"/>
                </a:lnTo>
                <a:lnTo>
                  <a:pt x="72" y="3671"/>
                </a:lnTo>
                <a:lnTo>
                  <a:pt x="77" y="3668"/>
                </a:lnTo>
                <a:lnTo>
                  <a:pt x="81" y="3663"/>
                </a:lnTo>
                <a:lnTo>
                  <a:pt x="97" y="3652"/>
                </a:lnTo>
                <a:lnTo>
                  <a:pt x="115" y="3646"/>
                </a:lnTo>
                <a:lnTo>
                  <a:pt x="134" y="3646"/>
                </a:lnTo>
                <a:lnTo>
                  <a:pt x="152" y="3650"/>
                </a:lnTo>
                <a:lnTo>
                  <a:pt x="168" y="3660"/>
                </a:lnTo>
                <a:lnTo>
                  <a:pt x="181" y="3675"/>
                </a:lnTo>
                <a:lnTo>
                  <a:pt x="189" y="3688"/>
                </a:lnTo>
                <a:lnTo>
                  <a:pt x="195" y="3702"/>
                </a:lnTo>
                <a:lnTo>
                  <a:pt x="202" y="3715"/>
                </a:lnTo>
                <a:lnTo>
                  <a:pt x="211" y="3725"/>
                </a:lnTo>
                <a:lnTo>
                  <a:pt x="237" y="3742"/>
                </a:lnTo>
                <a:lnTo>
                  <a:pt x="264" y="3755"/>
                </a:lnTo>
                <a:lnTo>
                  <a:pt x="326" y="3783"/>
                </a:lnTo>
                <a:lnTo>
                  <a:pt x="389" y="3809"/>
                </a:lnTo>
                <a:lnTo>
                  <a:pt x="460" y="3834"/>
                </a:lnTo>
                <a:lnTo>
                  <a:pt x="483" y="3843"/>
                </a:lnTo>
                <a:lnTo>
                  <a:pt x="507" y="3846"/>
                </a:lnTo>
                <a:lnTo>
                  <a:pt x="513" y="3842"/>
                </a:lnTo>
                <a:lnTo>
                  <a:pt x="517" y="3833"/>
                </a:lnTo>
                <a:lnTo>
                  <a:pt x="520" y="3820"/>
                </a:lnTo>
                <a:lnTo>
                  <a:pt x="522" y="3802"/>
                </a:lnTo>
                <a:lnTo>
                  <a:pt x="522" y="3784"/>
                </a:lnTo>
                <a:lnTo>
                  <a:pt x="523" y="3765"/>
                </a:lnTo>
                <a:lnTo>
                  <a:pt x="525" y="3712"/>
                </a:lnTo>
                <a:lnTo>
                  <a:pt x="525" y="3657"/>
                </a:lnTo>
                <a:lnTo>
                  <a:pt x="523" y="3604"/>
                </a:lnTo>
                <a:lnTo>
                  <a:pt x="523" y="3573"/>
                </a:lnTo>
                <a:lnTo>
                  <a:pt x="520" y="3541"/>
                </a:lnTo>
                <a:lnTo>
                  <a:pt x="519" y="3537"/>
                </a:lnTo>
                <a:lnTo>
                  <a:pt x="507" y="3525"/>
                </a:lnTo>
                <a:lnTo>
                  <a:pt x="504" y="3520"/>
                </a:lnTo>
                <a:lnTo>
                  <a:pt x="503" y="3516"/>
                </a:lnTo>
                <a:lnTo>
                  <a:pt x="503" y="3509"/>
                </a:lnTo>
                <a:lnTo>
                  <a:pt x="501" y="3504"/>
                </a:lnTo>
                <a:lnTo>
                  <a:pt x="483" y="3486"/>
                </a:lnTo>
                <a:lnTo>
                  <a:pt x="473" y="3478"/>
                </a:lnTo>
                <a:lnTo>
                  <a:pt x="466" y="3467"/>
                </a:lnTo>
                <a:lnTo>
                  <a:pt x="461" y="3453"/>
                </a:lnTo>
                <a:lnTo>
                  <a:pt x="458" y="3436"/>
                </a:lnTo>
                <a:lnTo>
                  <a:pt x="458" y="3420"/>
                </a:lnTo>
                <a:lnTo>
                  <a:pt x="461" y="3404"/>
                </a:lnTo>
                <a:lnTo>
                  <a:pt x="467" y="3388"/>
                </a:lnTo>
                <a:lnTo>
                  <a:pt x="475" y="3371"/>
                </a:lnTo>
                <a:lnTo>
                  <a:pt x="485" y="3358"/>
                </a:lnTo>
                <a:lnTo>
                  <a:pt x="491" y="3354"/>
                </a:lnTo>
                <a:lnTo>
                  <a:pt x="498" y="3348"/>
                </a:lnTo>
                <a:lnTo>
                  <a:pt x="519" y="3333"/>
                </a:lnTo>
                <a:lnTo>
                  <a:pt x="540" y="3323"/>
                </a:lnTo>
                <a:lnTo>
                  <a:pt x="547" y="3321"/>
                </a:lnTo>
                <a:lnTo>
                  <a:pt x="550" y="3323"/>
                </a:lnTo>
                <a:lnTo>
                  <a:pt x="556" y="3332"/>
                </a:lnTo>
                <a:lnTo>
                  <a:pt x="565" y="3339"/>
                </a:lnTo>
                <a:lnTo>
                  <a:pt x="576" y="3343"/>
                </a:lnTo>
                <a:lnTo>
                  <a:pt x="585" y="3349"/>
                </a:lnTo>
                <a:lnTo>
                  <a:pt x="603" y="3366"/>
                </a:lnTo>
                <a:lnTo>
                  <a:pt x="616" y="3383"/>
                </a:lnTo>
                <a:lnTo>
                  <a:pt x="624" y="3402"/>
                </a:lnTo>
                <a:lnTo>
                  <a:pt x="626" y="3425"/>
                </a:lnTo>
                <a:lnTo>
                  <a:pt x="622" y="3448"/>
                </a:lnTo>
                <a:lnTo>
                  <a:pt x="615" y="3467"/>
                </a:lnTo>
                <a:lnTo>
                  <a:pt x="604" y="3485"/>
                </a:lnTo>
                <a:lnTo>
                  <a:pt x="588" y="3498"/>
                </a:lnTo>
                <a:lnTo>
                  <a:pt x="575" y="3506"/>
                </a:lnTo>
                <a:lnTo>
                  <a:pt x="565" y="3513"/>
                </a:lnTo>
                <a:lnTo>
                  <a:pt x="556" y="3525"/>
                </a:lnTo>
                <a:lnTo>
                  <a:pt x="548" y="3541"/>
                </a:lnTo>
                <a:lnTo>
                  <a:pt x="545" y="3560"/>
                </a:lnTo>
                <a:lnTo>
                  <a:pt x="545" y="3599"/>
                </a:lnTo>
                <a:lnTo>
                  <a:pt x="544" y="3634"/>
                </a:lnTo>
                <a:lnTo>
                  <a:pt x="544" y="3671"/>
                </a:lnTo>
                <a:lnTo>
                  <a:pt x="541" y="3739"/>
                </a:lnTo>
                <a:lnTo>
                  <a:pt x="541" y="3806"/>
                </a:lnTo>
                <a:lnTo>
                  <a:pt x="544" y="3834"/>
                </a:lnTo>
                <a:lnTo>
                  <a:pt x="550" y="3859"/>
                </a:lnTo>
                <a:lnTo>
                  <a:pt x="563" y="3882"/>
                </a:lnTo>
                <a:lnTo>
                  <a:pt x="582" y="3902"/>
                </a:lnTo>
                <a:lnTo>
                  <a:pt x="637" y="3957"/>
                </a:lnTo>
                <a:lnTo>
                  <a:pt x="654" y="3973"/>
                </a:lnTo>
                <a:lnTo>
                  <a:pt x="672" y="3991"/>
                </a:lnTo>
                <a:lnTo>
                  <a:pt x="690" y="4007"/>
                </a:lnTo>
                <a:lnTo>
                  <a:pt x="705" y="4020"/>
                </a:lnTo>
                <a:lnTo>
                  <a:pt x="703" y="3983"/>
                </a:lnTo>
                <a:lnTo>
                  <a:pt x="703" y="3890"/>
                </a:lnTo>
                <a:lnTo>
                  <a:pt x="705" y="3843"/>
                </a:lnTo>
                <a:lnTo>
                  <a:pt x="706" y="3799"/>
                </a:lnTo>
                <a:lnTo>
                  <a:pt x="706" y="3647"/>
                </a:lnTo>
                <a:lnTo>
                  <a:pt x="712" y="3397"/>
                </a:lnTo>
                <a:lnTo>
                  <a:pt x="716" y="3209"/>
                </a:lnTo>
                <a:lnTo>
                  <a:pt x="694" y="3186"/>
                </a:lnTo>
                <a:lnTo>
                  <a:pt x="675" y="3165"/>
                </a:lnTo>
                <a:lnTo>
                  <a:pt x="660" y="3144"/>
                </a:lnTo>
                <a:lnTo>
                  <a:pt x="644" y="3125"/>
                </a:lnTo>
                <a:lnTo>
                  <a:pt x="629" y="3106"/>
                </a:lnTo>
                <a:lnTo>
                  <a:pt x="610" y="3084"/>
                </a:lnTo>
                <a:lnTo>
                  <a:pt x="588" y="3060"/>
                </a:lnTo>
                <a:lnTo>
                  <a:pt x="562" y="3038"/>
                </a:lnTo>
                <a:lnTo>
                  <a:pt x="534" y="3021"/>
                </a:lnTo>
                <a:lnTo>
                  <a:pt x="506" y="3009"/>
                </a:lnTo>
                <a:lnTo>
                  <a:pt x="476" y="2998"/>
                </a:lnTo>
                <a:lnTo>
                  <a:pt x="476" y="2995"/>
                </a:lnTo>
                <a:lnTo>
                  <a:pt x="483" y="2990"/>
                </a:lnTo>
                <a:lnTo>
                  <a:pt x="495" y="2984"/>
                </a:lnTo>
                <a:lnTo>
                  <a:pt x="514" y="2975"/>
                </a:lnTo>
                <a:lnTo>
                  <a:pt x="537" y="2966"/>
                </a:lnTo>
                <a:lnTo>
                  <a:pt x="563" y="2957"/>
                </a:lnTo>
                <a:lnTo>
                  <a:pt x="593" y="2950"/>
                </a:lnTo>
                <a:lnTo>
                  <a:pt x="625" y="2944"/>
                </a:lnTo>
                <a:lnTo>
                  <a:pt x="660" y="2941"/>
                </a:lnTo>
                <a:lnTo>
                  <a:pt x="696" y="2939"/>
                </a:lnTo>
                <a:lnTo>
                  <a:pt x="733" y="2944"/>
                </a:lnTo>
                <a:lnTo>
                  <a:pt x="734" y="2931"/>
                </a:lnTo>
                <a:lnTo>
                  <a:pt x="736" y="2914"/>
                </a:lnTo>
                <a:lnTo>
                  <a:pt x="736" y="2858"/>
                </a:lnTo>
                <a:lnTo>
                  <a:pt x="744" y="2721"/>
                </a:lnTo>
                <a:lnTo>
                  <a:pt x="750" y="2600"/>
                </a:lnTo>
                <a:lnTo>
                  <a:pt x="755" y="2540"/>
                </a:lnTo>
                <a:lnTo>
                  <a:pt x="761" y="2479"/>
                </a:lnTo>
                <a:lnTo>
                  <a:pt x="753" y="2472"/>
                </a:lnTo>
                <a:lnTo>
                  <a:pt x="741" y="2462"/>
                </a:lnTo>
                <a:lnTo>
                  <a:pt x="725" y="2447"/>
                </a:lnTo>
                <a:lnTo>
                  <a:pt x="706" y="2431"/>
                </a:lnTo>
                <a:lnTo>
                  <a:pt x="685" y="2416"/>
                </a:lnTo>
                <a:lnTo>
                  <a:pt x="665" y="2398"/>
                </a:lnTo>
                <a:lnTo>
                  <a:pt x="643" y="2382"/>
                </a:lnTo>
                <a:lnTo>
                  <a:pt x="624" y="2366"/>
                </a:lnTo>
                <a:lnTo>
                  <a:pt x="606" y="2353"/>
                </a:lnTo>
                <a:lnTo>
                  <a:pt x="593" y="2341"/>
                </a:lnTo>
                <a:lnTo>
                  <a:pt x="582" y="2333"/>
                </a:lnTo>
                <a:lnTo>
                  <a:pt x="578" y="2331"/>
                </a:lnTo>
                <a:lnTo>
                  <a:pt x="554" y="2316"/>
                </a:lnTo>
                <a:lnTo>
                  <a:pt x="531" y="2307"/>
                </a:lnTo>
                <a:lnTo>
                  <a:pt x="504" y="2304"/>
                </a:lnTo>
                <a:lnTo>
                  <a:pt x="476" y="2305"/>
                </a:lnTo>
                <a:lnTo>
                  <a:pt x="408" y="2317"/>
                </a:lnTo>
                <a:lnTo>
                  <a:pt x="342" y="2332"/>
                </a:lnTo>
                <a:lnTo>
                  <a:pt x="307" y="2339"/>
                </a:lnTo>
                <a:lnTo>
                  <a:pt x="273" y="2347"/>
                </a:lnTo>
                <a:lnTo>
                  <a:pt x="255" y="2351"/>
                </a:lnTo>
                <a:lnTo>
                  <a:pt x="234" y="2354"/>
                </a:lnTo>
                <a:lnTo>
                  <a:pt x="217" y="2360"/>
                </a:lnTo>
                <a:lnTo>
                  <a:pt x="200" y="2369"/>
                </a:lnTo>
                <a:lnTo>
                  <a:pt x="193" y="2378"/>
                </a:lnTo>
                <a:lnTo>
                  <a:pt x="189" y="2387"/>
                </a:lnTo>
                <a:lnTo>
                  <a:pt x="186" y="2395"/>
                </a:lnTo>
                <a:lnTo>
                  <a:pt x="181" y="2406"/>
                </a:lnTo>
                <a:lnTo>
                  <a:pt x="171" y="2423"/>
                </a:lnTo>
                <a:lnTo>
                  <a:pt x="156" y="2437"/>
                </a:lnTo>
                <a:lnTo>
                  <a:pt x="139" y="2448"/>
                </a:lnTo>
                <a:lnTo>
                  <a:pt x="116" y="2457"/>
                </a:lnTo>
                <a:lnTo>
                  <a:pt x="94" y="2459"/>
                </a:lnTo>
                <a:lnTo>
                  <a:pt x="72" y="2454"/>
                </a:lnTo>
                <a:lnTo>
                  <a:pt x="53" y="2444"/>
                </a:lnTo>
                <a:lnTo>
                  <a:pt x="34" y="2429"/>
                </a:lnTo>
                <a:lnTo>
                  <a:pt x="28" y="2420"/>
                </a:lnTo>
                <a:lnTo>
                  <a:pt x="21" y="2412"/>
                </a:lnTo>
                <a:lnTo>
                  <a:pt x="13" y="2404"/>
                </a:lnTo>
                <a:lnTo>
                  <a:pt x="3" y="2400"/>
                </a:lnTo>
                <a:lnTo>
                  <a:pt x="0" y="2397"/>
                </a:lnTo>
                <a:lnTo>
                  <a:pt x="0" y="2390"/>
                </a:lnTo>
                <a:lnTo>
                  <a:pt x="3" y="2379"/>
                </a:lnTo>
                <a:lnTo>
                  <a:pt x="12" y="2356"/>
                </a:lnTo>
                <a:lnTo>
                  <a:pt x="25" y="2329"/>
                </a:lnTo>
                <a:lnTo>
                  <a:pt x="35" y="2317"/>
                </a:lnTo>
                <a:lnTo>
                  <a:pt x="50" y="2307"/>
                </a:lnTo>
                <a:lnTo>
                  <a:pt x="66" y="2298"/>
                </a:lnTo>
                <a:lnTo>
                  <a:pt x="85" y="2292"/>
                </a:lnTo>
                <a:lnTo>
                  <a:pt x="108" y="2289"/>
                </a:lnTo>
                <a:lnTo>
                  <a:pt x="130" y="2291"/>
                </a:lnTo>
                <a:lnTo>
                  <a:pt x="142" y="2297"/>
                </a:lnTo>
                <a:lnTo>
                  <a:pt x="152" y="2304"/>
                </a:lnTo>
                <a:lnTo>
                  <a:pt x="162" y="2313"/>
                </a:lnTo>
                <a:lnTo>
                  <a:pt x="172" y="2319"/>
                </a:lnTo>
                <a:lnTo>
                  <a:pt x="177" y="2320"/>
                </a:lnTo>
                <a:lnTo>
                  <a:pt x="189" y="2320"/>
                </a:lnTo>
                <a:lnTo>
                  <a:pt x="193" y="2322"/>
                </a:lnTo>
                <a:lnTo>
                  <a:pt x="196" y="2323"/>
                </a:lnTo>
                <a:lnTo>
                  <a:pt x="199" y="2326"/>
                </a:lnTo>
                <a:lnTo>
                  <a:pt x="202" y="2328"/>
                </a:lnTo>
                <a:lnTo>
                  <a:pt x="203" y="2331"/>
                </a:lnTo>
                <a:lnTo>
                  <a:pt x="206" y="2332"/>
                </a:lnTo>
                <a:lnTo>
                  <a:pt x="211" y="2332"/>
                </a:lnTo>
                <a:lnTo>
                  <a:pt x="242" y="2329"/>
                </a:lnTo>
                <a:lnTo>
                  <a:pt x="274" y="2325"/>
                </a:lnTo>
                <a:lnTo>
                  <a:pt x="327" y="2316"/>
                </a:lnTo>
                <a:lnTo>
                  <a:pt x="382" y="2307"/>
                </a:lnTo>
                <a:lnTo>
                  <a:pt x="432" y="2295"/>
                </a:lnTo>
                <a:lnTo>
                  <a:pt x="451" y="2291"/>
                </a:lnTo>
                <a:lnTo>
                  <a:pt x="469" y="2288"/>
                </a:lnTo>
                <a:lnTo>
                  <a:pt x="485" y="2283"/>
                </a:lnTo>
                <a:lnTo>
                  <a:pt x="498" y="2279"/>
                </a:lnTo>
                <a:lnTo>
                  <a:pt x="507" y="2273"/>
                </a:lnTo>
                <a:lnTo>
                  <a:pt x="509" y="2266"/>
                </a:lnTo>
                <a:lnTo>
                  <a:pt x="504" y="2251"/>
                </a:lnTo>
                <a:lnTo>
                  <a:pt x="489" y="2221"/>
                </a:lnTo>
                <a:lnTo>
                  <a:pt x="472" y="2189"/>
                </a:lnTo>
                <a:lnTo>
                  <a:pt x="453" y="2157"/>
                </a:lnTo>
                <a:lnTo>
                  <a:pt x="417" y="2102"/>
                </a:lnTo>
                <a:lnTo>
                  <a:pt x="380" y="2047"/>
                </a:lnTo>
                <a:lnTo>
                  <a:pt x="317" y="2030"/>
                </a:lnTo>
                <a:lnTo>
                  <a:pt x="254" y="2014"/>
                </a:lnTo>
                <a:lnTo>
                  <a:pt x="236" y="2009"/>
                </a:lnTo>
                <a:lnTo>
                  <a:pt x="215" y="2003"/>
                </a:lnTo>
                <a:lnTo>
                  <a:pt x="193" y="1999"/>
                </a:lnTo>
                <a:lnTo>
                  <a:pt x="171" y="1996"/>
                </a:lnTo>
                <a:lnTo>
                  <a:pt x="150" y="1999"/>
                </a:lnTo>
                <a:lnTo>
                  <a:pt x="131" y="2006"/>
                </a:lnTo>
                <a:lnTo>
                  <a:pt x="109" y="2016"/>
                </a:lnTo>
                <a:lnTo>
                  <a:pt x="85" y="2021"/>
                </a:lnTo>
                <a:lnTo>
                  <a:pt x="62" y="2019"/>
                </a:lnTo>
                <a:lnTo>
                  <a:pt x="40" y="2014"/>
                </a:lnTo>
                <a:lnTo>
                  <a:pt x="22" y="2002"/>
                </a:lnTo>
                <a:lnTo>
                  <a:pt x="12" y="1987"/>
                </a:lnTo>
                <a:lnTo>
                  <a:pt x="7" y="1966"/>
                </a:lnTo>
                <a:lnTo>
                  <a:pt x="6" y="1946"/>
                </a:lnTo>
                <a:lnTo>
                  <a:pt x="12" y="1924"/>
                </a:lnTo>
                <a:lnTo>
                  <a:pt x="21" y="1904"/>
                </a:lnTo>
                <a:lnTo>
                  <a:pt x="35" y="1888"/>
                </a:lnTo>
                <a:lnTo>
                  <a:pt x="56" y="1878"/>
                </a:lnTo>
                <a:lnTo>
                  <a:pt x="80" y="1873"/>
                </a:lnTo>
                <a:lnTo>
                  <a:pt x="105" y="1876"/>
                </a:lnTo>
                <a:lnTo>
                  <a:pt x="127" y="1884"/>
                </a:lnTo>
                <a:lnTo>
                  <a:pt x="144" y="1896"/>
                </a:lnTo>
                <a:lnTo>
                  <a:pt x="155" y="1907"/>
                </a:lnTo>
                <a:lnTo>
                  <a:pt x="172" y="1947"/>
                </a:lnTo>
                <a:lnTo>
                  <a:pt x="183" y="1960"/>
                </a:lnTo>
                <a:lnTo>
                  <a:pt x="196" y="1969"/>
                </a:lnTo>
                <a:lnTo>
                  <a:pt x="211" y="1975"/>
                </a:lnTo>
                <a:lnTo>
                  <a:pt x="227" y="1981"/>
                </a:lnTo>
                <a:lnTo>
                  <a:pt x="295" y="2003"/>
                </a:lnTo>
                <a:lnTo>
                  <a:pt x="363" y="2024"/>
                </a:lnTo>
                <a:lnTo>
                  <a:pt x="351" y="2009"/>
                </a:lnTo>
                <a:lnTo>
                  <a:pt x="338" y="1996"/>
                </a:lnTo>
                <a:lnTo>
                  <a:pt x="326" y="1988"/>
                </a:lnTo>
                <a:lnTo>
                  <a:pt x="313" y="1983"/>
                </a:lnTo>
                <a:lnTo>
                  <a:pt x="298" y="1980"/>
                </a:lnTo>
                <a:lnTo>
                  <a:pt x="284" y="1974"/>
                </a:lnTo>
                <a:lnTo>
                  <a:pt x="267" y="1963"/>
                </a:lnTo>
                <a:lnTo>
                  <a:pt x="254" y="1950"/>
                </a:lnTo>
                <a:lnTo>
                  <a:pt x="246" y="1934"/>
                </a:lnTo>
                <a:lnTo>
                  <a:pt x="243" y="1916"/>
                </a:lnTo>
                <a:lnTo>
                  <a:pt x="245" y="1897"/>
                </a:lnTo>
                <a:lnTo>
                  <a:pt x="254" y="1878"/>
                </a:lnTo>
                <a:lnTo>
                  <a:pt x="258" y="1872"/>
                </a:lnTo>
                <a:lnTo>
                  <a:pt x="267" y="1857"/>
                </a:lnTo>
                <a:lnTo>
                  <a:pt x="270" y="1854"/>
                </a:lnTo>
                <a:lnTo>
                  <a:pt x="277" y="1850"/>
                </a:lnTo>
                <a:lnTo>
                  <a:pt x="284" y="1847"/>
                </a:lnTo>
                <a:lnTo>
                  <a:pt x="290" y="1845"/>
                </a:lnTo>
                <a:lnTo>
                  <a:pt x="305" y="1844"/>
                </a:lnTo>
                <a:lnTo>
                  <a:pt x="321" y="1843"/>
                </a:lnTo>
                <a:lnTo>
                  <a:pt x="342" y="1848"/>
                </a:lnTo>
                <a:lnTo>
                  <a:pt x="357" y="1859"/>
                </a:lnTo>
                <a:lnTo>
                  <a:pt x="370" y="1872"/>
                </a:lnTo>
                <a:lnTo>
                  <a:pt x="377" y="1890"/>
                </a:lnTo>
                <a:lnTo>
                  <a:pt x="382" y="1909"/>
                </a:lnTo>
                <a:lnTo>
                  <a:pt x="383" y="1929"/>
                </a:lnTo>
                <a:lnTo>
                  <a:pt x="380" y="1947"/>
                </a:lnTo>
                <a:lnTo>
                  <a:pt x="376" y="1966"/>
                </a:lnTo>
                <a:lnTo>
                  <a:pt x="374" y="1984"/>
                </a:lnTo>
                <a:lnTo>
                  <a:pt x="382" y="2002"/>
                </a:lnTo>
                <a:lnTo>
                  <a:pt x="391" y="2018"/>
                </a:lnTo>
                <a:lnTo>
                  <a:pt x="401" y="2036"/>
                </a:lnTo>
                <a:lnTo>
                  <a:pt x="461" y="2050"/>
                </a:lnTo>
                <a:lnTo>
                  <a:pt x="519" y="2068"/>
                </a:lnTo>
                <a:lnTo>
                  <a:pt x="523" y="2070"/>
                </a:lnTo>
                <a:lnTo>
                  <a:pt x="532" y="2071"/>
                </a:lnTo>
                <a:lnTo>
                  <a:pt x="542" y="2073"/>
                </a:lnTo>
                <a:lnTo>
                  <a:pt x="551" y="2073"/>
                </a:lnTo>
                <a:lnTo>
                  <a:pt x="559" y="2071"/>
                </a:lnTo>
                <a:lnTo>
                  <a:pt x="559" y="2068"/>
                </a:lnTo>
                <a:lnTo>
                  <a:pt x="520" y="2012"/>
                </a:lnTo>
                <a:lnTo>
                  <a:pt x="481" y="1950"/>
                </a:lnTo>
                <a:lnTo>
                  <a:pt x="436" y="1888"/>
                </a:lnTo>
                <a:lnTo>
                  <a:pt x="430" y="1878"/>
                </a:lnTo>
                <a:lnTo>
                  <a:pt x="422" y="1865"/>
                </a:lnTo>
                <a:lnTo>
                  <a:pt x="411" y="1848"/>
                </a:lnTo>
                <a:lnTo>
                  <a:pt x="401" y="1834"/>
                </a:lnTo>
                <a:lnTo>
                  <a:pt x="389" y="1819"/>
                </a:lnTo>
                <a:lnTo>
                  <a:pt x="380" y="1809"/>
                </a:lnTo>
                <a:lnTo>
                  <a:pt x="373" y="1803"/>
                </a:lnTo>
                <a:lnTo>
                  <a:pt x="355" y="1800"/>
                </a:lnTo>
                <a:lnTo>
                  <a:pt x="338" y="1798"/>
                </a:lnTo>
                <a:lnTo>
                  <a:pt x="320" y="1800"/>
                </a:lnTo>
                <a:lnTo>
                  <a:pt x="302" y="1797"/>
                </a:lnTo>
                <a:lnTo>
                  <a:pt x="284" y="1791"/>
                </a:lnTo>
                <a:lnTo>
                  <a:pt x="268" y="1779"/>
                </a:lnTo>
                <a:lnTo>
                  <a:pt x="255" y="1764"/>
                </a:lnTo>
                <a:lnTo>
                  <a:pt x="248" y="1747"/>
                </a:lnTo>
                <a:lnTo>
                  <a:pt x="243" y="1729"/>
                </a:lnTo>
                <a:lnTo>
                  <a:pt x="243" y="1708"/>
                </a:lnTo>
                <a:lnTo>
                  <a:pt x="249" y="1688"/>
                </a:lnTo>
                <a:lnTo>
                  <a:pt x="259" y="1671"/>
                </a:lnTo>
                <a:lnTo>
                  <a:pt x="276" y="1657"/>
                </a:lnTo>
                <a:lnTo>
                  <a:pt x="293" y="1645"/>
                </a:lnTo>
                <a:lnTo>
                  <a:pt x="313" y="1636"/>
                </a:lnTo>
                <a:lnTo>
                  <a:pt x="333" y="1632"/>
                </a:lnTo>
                <a:lnTo>
                  <a:pt x="352" y="1629"/>
                </a:lnTo>
                <a:lnTo>
                  <a:pt x="370" y="1630"/>
                </a:lnTo>
                <a:lnTo>
                  <a:pt x="383" y="1635"/>
                </a:lnTo>
                <a:lnTo>
                  <a:pt x="404" y="1649"/>
                </a:lnTo>
                <a:lnTo>
                  <a:pt x="419" y="1669"/>
                </a:lnTo>
                <a:lnTo>
                  <a:pt x="426" y="1692"/>
                </a:lnTo>
                <a:lnTo>
                  <a:pt x="427" y="1716"/>
                </a:lnTo>
                <a:lnTo>
                  <a:pt x="425" y="1728"/>
                </a:lnTo>
                <a:lnTo>
                  <a:pt x="419" y="1741"/>
                </a:lnTo>
                <a:lnTo>
                  <a:pt x="411" y="1756"/>
                </a:lnTo>
                <a:lnTo>
                  <a:pt x="407" y="1769"/>
                </a:lnTo>
                <a:lnTo>
                  <a:pt x="404" y="1782"/>
                </a:lnTo>
                <a:lnTo>
                  <a:pt x="405" y="1794"/>
                </a:lnTo>
                <a:lnTo>
                  <a:pt x="408" y="1800"/>
                </a:lnTo>
                <a:lnTo>
                  <a:pt x="414" y="1810"/>
                </a:lnTo>
                <a:lnTo>
                  <a:pt x="422" y="1822"/>
                </a:lnTo>
                <a:lnTo>
                  <a:pt x="430" y="1837"/>
                </a:lnTo>
                <a:lnTo>
                  <a:pt x="439" y="1850"/>
                </a:lnTo>
                <a:lnTo>
                  <a:pt x="448" y="1860"/>
                </a:lnTo>
                <a:lnTo>
                  <a:pt x="454" y="1869"/>
                </a:lnTo>
                <a:lnTo>
                  <a:pt x="458" y="1871"/>
                </a:lnTo>
                <a:lnTo>
                  <a:pt x="463" y="1866"/>
                </a:lnTo>
                <a:lnTo>
                  <a:pt x="467" y="1857"/>
                </a:lnTo>
                <a:lnTo>
                  <a:pt x="473" y="1848"/>
                </a:lnTo>
                <a:lnTo>
                  <a:pt x="478" y="1843"/>
                </a:lnTo>
                <a:lnTo>
                  <a:pt x="485" y="1837"/>
                </a:lnTo>
                <a:lnTo>
                  <a:pt x="494" y="1829"/>
                </a:lnTo>
                <a:lnTo>
                  <a:pt x="506" y="1820"/>
                </a:lnTo>
                <a:lnTo>
                  <a:pt x="514" y="1814"/>
                </a:lnTo>
                <a:lnTo>
                  <a:pt x="522" y="1812"/>
                </a:lnTo>
                <a:lnTo>
                  <a:pt x="540" y="1810"/>
                </a:lnTo>
                <a:lnTo>
                  <a:pt x="557" y="1807"/>
                </a:lnTo>
                <a:lnTo>
                  <a:pt x="575" y="1806"/>
                </a:lnTo>
                <a:lnTo>
                  <a:pt x="593" y="1807"/>
                </a:lnTo>
                <a:lnTo>
                  <a:pt x="597" y="1809"/>
                </a:lnTo>
                <a:lnTo>
                  <a:pt x="612" y="1814"/>
                </a:lnTo>
                <a:lnTo>
                  <a:pt x="616" y="1814"/>
                </a:lnTo>
                <a:lnTo>
                  <a:pt x="621" y="1807"/>
                </a:lnTo>
                <a:lnTo>
                  <a:pt x="622" y="1794"/>
                </a:lnTo>
                <a:lnTo>
                  <a:pt x="624" y="1779"/>
                </a:lnTo>
                <a:lnTo>
                  <a:pt x="624" y="1756"/>
                </a:lnTo>
                <a:lnTo>
                  <a:pt x="625" y="1735"/>
                </a:lnTo>
                <a:lnTo>
                  <a:pt x="625" y="1714"/>
                </a:lnTo>
                <a:lnTo>
                  <a:pt x="622" y="1694"/>
                </a:lnTo>
                <a:lnTo>
                  <a:pt x="616" y="1680"/>
                </a:lnTo>
                <a:lnTo>
                  <a:pt x="607" y="1671"/>
                </a:lnTo>
                <a:lnTo>
                  <a:pt x="587" y="1654"/>
                </a:lnTo>
                <a:lnTo>
                  <a:pt x="573" y="1638"/>
                </a:lnTo>
                <a:lnTo>
                  <a:pt x="565" y="1618"/>
                </a:lnTo>
                <a:lnTo>
                  <a:pt x="563" y="1596"/>
                </a:lnTo>
                <a:lnTo>
                  <a:pt x="566" y="1580"/>
                </a:lnTo>
                <a:lnTo>
                  <a:pt x="575" y="1562"/>
                </a:lnTo>
                <a:lnTo>
                  <a:pt x="588" y="1546"/>
                </a:lnTo>
                <a:lnTo>
                  <a:pt x="604" y="1530"/>
                </a:lnTo>
                <a:lnTo>
                  <a:pt x="624" y="1518"/>
                </a:lnTo>
                <a:lnTo>
                  <a:pt x="644" y="1512"/>
                </a:lnTo>
                <a:lnTo>
                  <a:pt x="668" y="1512"/>
                </a:lnTo>
                <a:lnTo>
                  <a:pt x="691" y="1521"/>
                </a:lnTo>
                <a:lnTo>
                  <a:pt x="708" y="1533"/>
                </a:lnTo>
                <a:lnTo>
                  <a:pt x="721" y="1545"/>
                </a:lnTo>
                <a:lnTo>
                  <a:pt x="731" y="1559"/>
                </a:lnTo>
                <a:lnTo>
                  <a:pt x="737" y="1576"/>
                </a:lnTo>
                <a:lnTo>
                  <a:pt x="737" y="1595"/>
                </a:lnTo>
                <a:lnTo>
                  <a:pt x="731" y="1615"/>
                </a:lnTo>
                <a:lnTo>
                  <a:pt x="722" y="1632"/>
                </a:lnTo>
                <a:lnTo>
                  <a:pt x="709" y="1646"/>
                </a:lnTo>
                <a:lnTo>
                  <a:pt x="696" y="1660"/>
                </a:lnTo>
                <a:lnTo>
                  <a:pt x="681" y="1671"/>
                </a:lnTo>
                <a:lnTo>
                  <a:pt x="669" y="1686"/>
                </a:lnTo>
                <a:lnTo>
                  <a:pt x="660" y="1704"/>
                </a:lnTo>
                <a:lnTo>
                  <a:pt x="650" y="1747"/>
                </a:lnTo>
                <a:lnTo>
                  <a:pt x="644" y="1791"/>
                </a:lnTo>
                <a:lnTo>
                  <a:pt x="640" y="1834"/>
                </a:lnTo>
                <a:lnTo>
                  <a:pt x="640" y="1851"/>
                </a:lnTo>
                <a:lnTo>
                  <a:pt x="644" y="1868"/>
                </a:lnTo>
                <a:lnTo>
                  <a:pt x="647" y="1885"/>
                </a:lnTo>
                <a:lnTo>
                  <a:pt x="644" y="1900"/>
                </a:lnTo>
                <a:lnTo>
                  <a:pt x="635" y="1929"/>
                </a:lnTo>
                <a:lnTo>
                  <a:pt x="632" y="1944"/>
                </a:lnTo>
                <a:lnTo>
                  <a:pt x="635" y="1958"/>
                </a:lnTo>
                <a:lnTo>
                  <a:pt x="643" y="1971"/>
                </a:lnTo>
                <a:lnTo>
                  <a:pt x="652" y="1981"/>
                </a:lnTo>
                <a:lnTo>
                  <a:pt x="660" y="1993"/>
                </a:lnTo>
                <a:lnTo>
                  <a:pt x="680" y="2019"/>
                </a:lnTo>
                <a:lnTo>
                  <a:pt x="699" y="2047"/>
                </a:lnTo>
                <a:lnTo>
                  <a:pt x="746" y="2106"/>
                </a:lnTo>
                <a:lnTo>
                  <a:pt x="796" y="2164"/>
                </a:lnTo>
                <a:lnTo>
                  <a:pt x="800" y="2171"/>
                </a:lnTo>
                <a:lnTo>
                  <a:pt x="809" y="2180"/>
                </a:lnTo>
                <a:lnTo>
                  <a:pt x="818" y="2190"/>
                </a:lnTo>
                <a:lnTo>
                  <a:pt x="827" y="2199"/>
                </a:lnTo>
                <a:lnTo>
                  <a:pt x="836" y="2202"/>
                </a:lnTo>
                <a:lnTo>
                  <a:pt x="843" y="2198"/>
                </a:lnTo>
                <a:lnTo>
                  <a:pt x="852" y="2190"/>
                </a:lnTo>
                <a:lnTo>
                  <a:pt x="859" y="2180"/>
                </a:lnTo>
                <a:lnTo>
                  <a:pt x="867" y="2171"/>
                </a:lnTo>
                <a:lnTo>
                  <a:pt x="871" y="2165"/>
                </a:lnTo>
                <a:lnTo>
                  <a:pt x="889" y="2140"/>
                </a:lnTo>
                <a:lnTo>
                  <a:pt x="899" y="2117"/>
                </a:lnTo>
                <a:lnTo>
                  <a:pt x="904" y="2090"/>
                </a:lnTo>
                <a:lnTo>
                  <a:pt x="902" y="2061"/>
                </a:lnTo>
                <a:lnTo>
                  <a:pt x="895" y="2016"/>
                </a:lnTo>
                <a:lnTo>
                  <a:pt x="886" y="1972"/>
                </a:lnTo>
                <a:lnTo>
                  <a:pt x="876" y="1928"/>
                </a:lnTo>
                <a:lnTo>
                  <a:pt x="861" y="1857"/>
                </a:lnTo>
                <a:lnTo>
                  <a:pt x="858" y="1843"/>
                </a:lnTo>
                <a:lnTo>
                  <a:pt x="856" y="1828"/>
                </a:lnTo>
                <a:lnTo>
                  <a:pt x="853" y="1812"/>
                </a:lnTo>
                <a:lnTo>
                  <a:pt x="848" y="1798"/>
                </a:lnTo>
                <a:lnTo>
                  <a:pt x="839" y="1786"/>
                </a:lnTo>
                <a:lnTo>
                  <a:pt x="830" y="1779"/>
                </a:lnTo>
                <a:lnTo>
                  <a:pt x="821" y="1775"/>
                </a:lnTo>
                <a:lnTo>
                  <a:pt x="811" y="1772"/>
                </a:lnTo>
                <a:lnTo>
                  <a:pt x="799" y="1767"/>
                </a:lnTo>
                <a:lnTo>
                  <a:pt x="778" y="1757"/>
                </a:lnTo>
                <a:lnTo>
                  <a:pt x="764" y="1742"/>
                </a:lnTo>
                <a:lnTo>
                  <a:pt x="752" y="1725"/>
                </a:lnTo>
                <a:lnTo>
                  <a:pt x="743" y="1702"/>
                </a:lnTo>
                <a:lnTo>
                  <a:pt x="743" y="1680"/>
                </a:lnTo>
                <a:lnTo>
                  <a:pt x="747" y="1660"/>
                </a:lnTo>
                <a:lnTo>
                  <a:pt x="759" y="1639"/>
                </a:lnTo>
                <a:lnTo>
                  <a:pt x="777" y="1620"/>
                </a:lnTo>
                <a:lnTo>
                  <a:pt x="784" y="1614"/>
                </a:lnTo>
                <a:lnTo>
                  <a:pt x="796" y="1607"/>
                </a:lnTo>
                <a:lnTo>
                  <a:pt x="812" y="1599"/>
                </a:lnTo>
                <a:lnTo>
                  <a:pt x="830" y="1595"/>
                </a:lnTo>
                <a:lnTo>
                  <a:pt x="851" y="1593"/>
                </a:lnTo>
                <a:lnTo>
                  <a:pt x="870" y="1596"/>
                </a:lnTo>
                <a:lnTo>
                  <a:pt x="890" y="1607"/>
                </a:lnTo>
                <a:lnTo>
                  <a:pt x="910" y="1626"/>
                </a:lnTo>
                <a:lnTo>
                  <a:pt x="924" y="1648"/>
                </a:lnTo>
                <a:lnTo>
                  <a:pt x="930" y="1667"/>
                </a:lnTo>
                <a:lnTo>
                  <a:pt x="933" y="1689"/>
                </a:lnTo>
                <a:lnTo>
                  <a:pt x="930" y="1711"/>
                </a:lnTo>
                <a:lnTo>
                  <a:pt x="923" y="1723"/>
                </a:lnTo>
                <a:lnTo>
                  <a:pt x="914" y="1733"/>
                </a:lnTo>
                <a:lnTo>
                  <a:pt x="904" y="1744"/>
                </a:lnTo>
                <a:lnTo>
                  <a:pt x="896" y="1756"/>
                </a:lnTo>
                <a:lnTo>
                  <a:pt x="895" y="1760"/>
                </a:lnTo>
                <a:lnTo>
                  <a:pt x="895" y="1772"/>
                </a:lnTo>
                <a:lnTo>
                  <a:pt x="893" y="1776"/>
                </a:lnTo>
                <a:lnTo>
                  <a:pt x="890" y="1779"/>
                </a:lnTo>
                <a:lnTo>
                  <a:pt x="889" y="1782"/>
                </a:lnTo>
                <a:lnTo>
                  <a:pt x="883" y="1788"/>
                </a:lnTo>
                <a:lnTo>
                  <a:pt x="881" y="1791"/>
                </a:lnTo>
                <a:lnTo>
                  <a:pt x="881" y="1816"/>
                </a:lnTo>
                <a:lnTo>
                  <a:pt x="884" y="1838"/>
                </a:lnTo>
                <a:lnTo>
                  <a:pt x="887" y="1859"/>
                </a:lnTo>
                <a:lnTo>
                  <a:pt x="895" y="1912"/>
                </a:lnTo>
                <a:lnTo>
                  <a:pt x="904" y="1966"/>
                </a:lnTo>
                <a:lnTo>
                  <a:pt x="915" y="2016"/>
                </a:lnTo>
                <a:lnTo>
                  <a:pt x="918" y="2036"/>
                </a:lnTo>
                <a:lnTo>
                  <a:pt x="923" y="2053"/>
                </a:lnTo>
                <a:lnTo>
                  <a:pt x="926" y="2070"/>
                </a:lnTo>
                <a:lnTo>
                  <a:pt x="932" y="2083"/>
                </a:lnTo>
                <a:lnTo>
                  <a:pt x="938" y="2092"/>
                </a:lnTo>
                <a:lnTo>
                  <a:pt x="945" y="2093"/>
                </a:lnTo>
                <a:lnTo>
                  <a:pt x="963" y="2089"/>
                </a:lnTo>
                <a:lnTo>
                  <a:pt x="980" y="2080"/>
                </a:lnTo>
                <a:lnTo>
                  <a:pt x="996" y="2073"/>
                </a:lnTo>
                <a:lnTo>
                  <a:pt x="1033" y="2053"/>
                </a:lnTo>
                <a:lnTo>
                  <a:pt x="1070" y="2033"/>
                </a:lnTo>
                <a:lnTo>
                  <a:pt x="1125" y="2000"/>
                </a:lnTo>
                <a:lnTo>
                  <a:pt x="1176" y="1968"/>
                </a:lnTo>
                <a:lnTo>
                  <a:pt x="1191" y="1866"/>
                </a:lnTo>
                <a:lnTo>
                  <a:pt x="1232" y="1624"/>
                </a:lnTo>
                <a:lnTo>
                  <a:pt x="1277" y="1382"/>
                </a:lnTo>
                <a:lnTo>
                  <a:pt x="1281" y="1359"/>
                </a:lnTo>
                <a:lnTo>
                  <a:pt x="1287" y="1329"/>
                </a:lnTo>
                <a:lnTo>
                  <a:pt x="1293" y="1297"/>
                </a:lnTo>
                <a:lnTo>
                  <a:pt x="1299" y="1263"/>
                </a:lnTo>
                <a:lnTo>
                  <a:pt x="1303" y="1229"/>
                </a:lnTo>
                <a:lnTo>
                  <a:pt x="1306" y="1195"/>
                </a:lnTo>
                <a:lnTo>
                  <a:pt x="1306" y="1164"/>
                </a:lnTo>
                <a:lnTo>
                  <a:pt x="1305" y="1138"/>
                </a:lnTo>
                <a:lnTo>
                  <a:pt x="1299" y="1117"/>
                </a:lnTo>
                <a:lnTo>
                  <a:pt x="1290" y="1096"/>
                </a:lnTo>
                <a:lnTo>
                  <a:pt x="1279" y="1077"/>
                </a:lnTo>
                <a:lnTo>
                  <a:pt x="1268" y="1060"/>
                </a:lnTo>
                <a:lnTo>
                  <a:pt x="1254" y="1045"/>
                </a:lnTo>
                <a:lnTo>
                  <a:pt x="1237" y="1033"/>
                </a:lnTo>
                <a:lnTo>
                  <a:pt x="1216" y="1024"/>
                </a:lnTo>
                <a:lnTo>
                  <a:pt x="1185" y="1015"/>
                </a:lnTo>
                <a:lnTo>
                  <a:pt x="1154" y="1004"/>
                </a:lnTo>
                <a:lnTo>
                  <a:pt x="1145" y="1001"/>
                </a:lnTo>
                <a:lnTo>
                  <a:pt x="1129" y="998"/>
                </a:lnTo>
                <a:lnTo>
                  <a:pt x="1106" y="992"/>
                </a:lnTo>
                <a:lnTo>
                  <a:pt x="1078" y="986"/>
                </a:lnTo>
                <a:lnTo>
                  <a:pt x="1045" y="980"/>
                </a:lnTo>
                <a:lnTo>
                  <a:pt x="1008" y="973"/>
                </a:lnTo>
                <a:lnTo>
                  <a:pt x="970" y="965"/>
                </a:lnTo>
                <a:lnTo>
                  <a:pt x="930" y="958"/>
                </a:lnTo>
                <a:lnTo>
                  <a:pt x="853" y="943"/>
                </a:lnTo>
                <a:lnTo>
                  <a:pt x="817" y="936"/>
                </a:lnTo>
                <a:lnTo>
                  <a:pt x="784" y="930"/>
                </a:lnTo>
                <a:lnTo>
                  <a:pt x="756" y="924"/>
                </a:lnTo>
                <a:lnTo>
                  <a:pt x="733" y="920"/>
                </a:lnTo>
                <a:lnTo>
                  <a:pt x="716" y="917"/>
                </a:lnTo>
                <a:lnTo>
                  <a:pt x="708" y="915"/>
                </a:lnTo>
                <a:lnTo>
                  <a:pt x="678" y="908"/>
                </a:lnTo>
                <a:lnTo>
                  <a:pt x="650" y="896"/>
                </a:lnTo>
                <a:lnTo>
                  <a:pt x="621" y="886"/>
                </a:lnTo>
                <a:lnTo>
                  <a:pt x="584" y="869"/>
                </a:lnTo>
                <a:lnTo>
                  <a:pt x="547" y="846"/>
                </a:lnTo>
                <a:lnTo>
                  <a:pt x="513" y="819"/>
                </a:lnTo>
                <a:lnTo>
                  <a:pt x="483" y="791"/>
                </a:lnTo>
                <a:lnTo>
                  <a:pt x="453" y="760"/>
                </a:lnTo>
                <a:lnTo>
                  <a:pt x="420" y="731"/>
                </a:lnTo>
                <a:lnTo>
                  <a:pt x="386" y="703"/>
                </a:lnTo>
                <a:lnTo>
                  <a:pt x="349" y="679"/>
                </a:lnTo>
                <a:lnTo>
                  <a:pt x="311" y="656"/>
                </a:lnTo>
                <a:lnTo>
                  <a:pt x="274" y="629"/>
                </a:lnTo>
                <a:lnTo>
                  <a:pt x="276" y="626"/>
                </a:lnTo>
                <a:lnTo>
                  <a:pt x="283" y="620"/>
                </a:lnTo>
                <a:lnTo>
                  <a:pt x="296" y="613"/>
                </a:lnTo>
                <a:lnTo>
                  <a:pt x="313" y="604"/>
                </a:lnTo>
                <a:lnTo>
                  <a:pt x="332" y="595"/>
                </a:lnTo>
                <a:lnTo>
                  <a:pt x="376" y="580"/>
                </a:lnTo>
                <a:lnTo>
                  <a:pt x="399" y="576"/>
                </a:lnTo>
                <a:lnTo>
                  <a:pt x="422" y="575"/>
                </a:lnTo>
                <a:lnTo>
                  <a:pt x="450" y="576"/>
                </a:lnTo>
                <a:lnTo>
                  <a:pt x="482" y="579"/>
                </a:lnTo>
                <a:lnTo>
                  <a:pt x="516" y="583"/>
                </a:lnTo>
                <a:lnTo>
                  <a:pt x="551" y="588"/>
                </a:lnTo>
                <a:lnTo>
                  <a:pt x="587" y="594"/>
                </a:lnTo>
                <a:lnTo>
                  <a:pt x="618" y="600"/>
                </a:lnTo>
                <a:lnTo>
                  <a:pt x="646" y="605"/>
                </a:lnTo>
                <a:lnTo>
                  <a:pt x="668" y="611"/>
                </a:lnTo>
                <a:lnTo>
                  <a:pt x="699" y="623"/>
                </a:lnTo>
                <a:lnTo>
                  <a:pt x="734" y="639"/>
                </a:lnTo>
                <a:lnTo>
                  <a:pt x="772" y="659"/>
                </a:lnTo>
                <a:lnTo>
                  <a:pt x="812" y="682"/>
                </a:lnTo>
                <a:lnTo>
                  <a:pt x="853" y="709"/>
                </a:lnTo>
                <a:lnTo>
                  <a:pt x="898" y="738"/>
                </a:lnTo>
                <a:lnTo>
                  <a:pt x="986" y="800"/>
                </a:lnTo>
                <a:lnTo>
                  <a:pt x="1072" y="865"/>
                </a:lnTo>
                <a:lnTo>
                  <a:pt x="1113" y="897"/>
                </a:lnTo>
                <a:lnTo>
                  <a:pt x="1153" y="928"/>
                </a:lnTo>
                <a:lnTo>
                  <a:pt x="1190" y="958"/>
                </a:lnTo>
                <a:lnTo>
                  <a:pt x="1222" y="984"/>
                </a:lnTo>
                <a:lnTo>
                  <a:pt x="1253" y="1009"/>
                </a:lnTo>
                <a:lnTo>
                  <a:pt x="1278" y="1030"/>
                </a:lnTo>
                <a:lnTo>
                  <a:pt x="1299" y="1048"/>
                </a:lnTo>
                <a:lnTo>
                  <a:pt x="1313" y="1061"/>
                </a:lnTo>
                <a:lnTo>
                  <a:pt x="1300" y="1029"/>
                </a:lnTo>
                <a:lnTo>
                  <a:pt x="1284" y="1001"/>
                </a:lnTo>
                <a:lnTo>
                  <a:pt x="1268" y="971"/>
                </a:lnTo>
                <a:lnTo>
                  <a:pt x="1247" y="943"/>
                </a:lnTo>
                <a:lnTo>
                  <a:pt x="1221" y="918"/>
                </a:lnTo>
                <a:lnTo>
                  <a:pt x="1188" y="894"/>
                </a:lnTo>
                <a:lnTo>
                  <a:pt x="1153" y="871"/>
                </a:lnTo>
                <a:lnTo>
                  <a:pt x="1116" y="847"/>
                </a:lnTo>
                <a:lnTo>
                  <a:pt x="1082" y="825"/>
                </a:lnTo>
                <a:lnTo>
                  <a:pt x="1050" y="803"/>
                </a:lnTo>
                <a:lnTo>
                  <a:pt x="1024" y="781"/>
                </a:lnTo>
                <a:lnTo>
                  <a:pt x="986" y="741"/>
                </a:lnTo>
                <a:lnTo>
                  <a:pt x="952" y="706"/>
                </a:lnTo>
                <a:lnTo>
                  <a:pt x="924" y="673"/>
                </a:lnTo>
                <a:lnTo>
                  <a:pt x="901" y="645"/>
                </a:lnTo>
                <a:lnTo>
                  <a:pt x="880" y="619"/>
                </a:lnTo>
                <a:lnTo>
                  <a:pt x="862" y="594"/>
                </a:lnTo>
                <a:lnTo>
                  <a:pt x="848" y="570"/>
                </a:lnTo>
                <a:lnTo>
                  <a:pt x="833" y="548"/>
                </a:lnTo>
                <a:lnTo>
                  <a:pt x="806" y="504"/>
                </a:lnTo>
                <a:lnTo>
                  <a:pt x="777" y="457"/>
                </a:lnTo>
                <a:lnTo>
                  <a:pt x="759" y="432"/>
                </a:lnTo>
                <a:lnTo>
                  <a:pt x="739" y="404"/>
                </a:lnTo>
                <a:lnTo>
                  <a:pt x="712" y="374"/>
                </a:lnTo>
                <a:lnTo>
                  <a:pt x="684" y="349"/>
                </a:lnTo>
                <a:lnTo>
                  <a:pt x="656" y="330"/>
                </a:lnTo>
                <a:lnTo>
                  <a:pt x="628" y="314"/>
                </a:lnTo>
                <a:lnTo>
                  <a:pt x="600" y="299"/>
                </a:lnTo>
                <a:lnTo>
                  <a:pt x="598" y="296"/>
                </a:lnTo>
                <a:lnTo>
                  <a:pt x="603" y="290"/>
                </a:lnTo>
                <a:lnTo>
                  <a:pt x="616" y="286"/>
                </a:lnTo>
                <a:lnTo>
                  <a:pt x="632" y="280"/>
                </a:lnTo>
                <a:lnTo>
                  <a:pt x="653" y="274"/>
                </a:lnTo>
                <a:lnTo>
                  <a:pt x="675" y="268"/>
                </a:lnTo>
                <a:lnTo>
                  <a:pt x="716" y="256"/>
                </a:lnTo>
                <a:lnTo>
                  <a:pt x="734" y="252"/>
                </a:lnTo>
                <a:lnTo>
                  <a:pt x="747" y="249"/>
                </a:lnTo>
                <a:lnTo>
                  <a:pt x="802" y="241"/>
                </a:lnTo>
                <a:lnTo>
                  <a:pt x="855" y="243"/>
                </a:lnTo>
                <a:lnTo>
                  <a:pt x="907" y="255"/>
                </a:lnTo>
                <a:lnTo>
                  <a:pt x="958" y="277"/>
                </a:lnTo>
                <a:lnTo>
                  <a:pt x="1007" y="306"/>
                </a:lnTo>
                <a:lnTo>
                  <a:pt x="1054" y="343"/>
                </a:lnTo>
                <a:lnTo>
                  <a:pt x="1098" y="387"/>
                </a:lnTo>
                <a:lnTo>
                  <a:pt x="1138" y="439"/>
                </a:lnTo>
                <a:lnTo>
                  <a:pt x="1172" y="493"/>
                </a:lnTo>
                <a:lnTo>
                  <a:pt x="1203" y="552"/>
                </a:lnTo>
                <a:lnTo>
                  <a:pt x="1231" y="619"/>
                </a:lnTo>
                <a:lnTo>
                  <a:pt x="1254" y="688"/>
                </a:lnTo>
                <a:lnTo>
                  <a:pt x="1275" y="759"/>
                </a:lnTo>
                <a:lnTo>
                  <a:pt x="1291" y="834"/>
                </a:lnTo>
                <a:lnTo>
                  <a:pt x="1306" y="914"/>
                </a:lnTo>
                <a:lnTo>
                  <a:pt x="1315" y="995"/>
                </a:lnTo>
                <a:lnTo>
                  <a:pt x="1319" y="1017"/>
                </a:lnTo>
                <a:lnTo>
                  <a:pt x="1328" y="1045"/>
                </a:lnTo>
                <a:lnTo>
                  <a:pt x="1330" y="1023"/>
                </a:lnTo>
                <a:lnTo>
                  <a:pt x="1333" y="996"/>
                </a:lnTo>
                <a:lnTo>
                  <a:pt x="1336" y="968"/>
                </a:lnTo>
                <a:lnTo>
                  <a:pt x="1341" y="909"/>
                </a:lnTo>
                <a:lnTo>
                  <a:pt x="1343" y="883"/>
                </a:lnTo>
                <a:lnTo>
                  <a:pt x="1344" y="861"/>
                </a:lnTo>
                <a:lnTo>
                  <a:pt x="1346" y="843"/>
                </a:lnTo>
                <a:lnTo>
                  <a:pt x="1346" y="819"/>
                </a:lnTo>
                <a:lnTo>
                  <a:pt x="1349" y="799"/>
                </a:lnTo>
                <a:lnTo>
                  <a:pt x="1355" y="772"/>
                </a:lnTo>
                <a:lnTo>
                  <a:pt x="1361" y="740"/>
                </a:lnTo>
                <a:lnTo>
                  <a:pt x="1369" y="703"/>
                </a:lnTo>
                <a:lnTo>
                  <a:pt x="1378" y="662"/>
                </a:lnTo>
                <a:lnTo>
                  <a:pt x="1390" y="617"/>
                </a:lnTo>
                <a:lnTo>
                  <a:pt x="1400" y="573"/>
                </a:lnTo>
                <a:lnTo>
                  <a:pt x="1412" y="526"/>
                </a:lnTo>
                <a:lnTo>
                  <a:pt x="1425" y="480"/>
                </a:lnTo>
                <a:lnTo>
                  <a:pt x="1437" y="434"/>
                </a:lnTo>
                <a:lnTo>
                  <a:pt x="1450" y="392"/>
                </a:lnTo>
                <a:lnTo>
                  <a:pt x="1462" y="350"/>
                </a:lnTo>
                <a:lnTo>
                  <a:pt x="1474" y="314"/>
                </a:lnTo>
                <a:lnTo>
                  <a:pt x="1484" y="281"/>
                </a:lnTo>
                <a:lnTo>
                  <a:pt x="1495" y="255"/>
                </a:lnTo>
                <a:lnTo>
                  <a:pt x="1502" y="235"/>
                </a:lnTo>
                <a:lnTo>
                  <a:pt x="1509" y="222"/>
                </a:lnTo>
                <a:lnTo>
                  <a:pt x="1537" y="187"/>
                </a:lnTo>
                <a:lnTo>
                  <a:pt x="1565" y="159"/>
                </a:lnTo>
                <a:lnTo>
                  <a:pt x="1595" y="132"/>
                </a:lnTo>
                <a:lnTo>
                  <a:pt x="1624" y="109"/>
                </a:lnTo>
                <a:lnTo>
                  <a:pt x="1663" y="81"/>
                </a:lnTo>
                <a:lnTo>
                  <a:pt x="1704" y="57"/>
                </a:lnTo>
                <a:lnTo>
                  <a:pt x="1747" y="38"/>
                </a:lnTo>
                <a:lnTo>
                  <a:pt x="1759" y="33"/>
                </a:lnTo>
                <a:lnTo>
                  <a:pt x="1775" y="28"/>
                </a:lnTo>
                <a:lnTo>
                  <a:pt x="1816" y="13"/>
                </a:lnTo>
                <a:lnTo>
                  <a:pt x="1835" y="5"/>
                </a:lnTo>
                <a:lnTo>
                  <a:pt x="1851" y="1"/>
                </a:lnTo>
                <a:lnTo>
                  <a:pt x="1862" y="0"/>
                </a:lnTo>
                <a:close/>
              </a:path>
            </a:pathLst>
          </a:custGeom>
          <a:solidFill>
            <a:schemeClr val="bg1">
              <a:alpha val="8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8"/>
          <p:cNvSpPr>
            <a:spLocks noChangeAspect="1" noEditPoints="1"/>
          </p:cNvSpPr>
          <p:nvPr/>
        </p:nvSpPr>
        <p:spPr bwMode="auto">
          <a:xfrm>
            <a:off x="5489634" y="0"/>
            <a:ext cx="3393768" cy="6858000"/>
          </a:xfrm>
          <a:custGeom>
            <a:avLst/>
            <a:gdLst/>
            <a:ahLst/>
            <a:cxnLst>
              <a:cxn ang="0">
                <a:pos x="687" y="2238"/>
              </a:cxn>
              <a:cxn ang="0">
                <a:pos x="877" y="2192"/>
              </a:cxn>
              <a:cxn ang="0">
                <a:pos x="797" y="2963"/>
              </a:cxn>
              <a:cxn ang="0">
                <a:pos x="1078" y="3026"/>
              </a:cxn>
              <a:cxn ang="0">
                <a:pos x="626" y="2117"/>
              </a:cxn>
              <a:cxn ang="0">
                <a:pos x="749" y="2142"/>
              </a:cxn>
              <a:cxn ang="0">
                <a:pos x="578" y="2052"/>
              </a:cxn>
              <a:cxn ang="0">
                <a:pos x="1866" y="247"/>
              </a:cxn>
              <a:cxn ang="0">
                <a:pos x="1392" y="1037"/>
              </a:cxn>
              <a:cxn ang="0">
                <a:pos x="2006" y="656"/>
              </a:cxn>
              <a:cxn ang="0">
                <a:pos x="1599" y="908"/>
              </a:cxn>
              <a:cxn ang="0">
                <a:pos x="1533" y="1058"/>
              </a:cxn>
              <a:cxn ang="0">
                <a:pos x="2239" y="583"/>
              </a:cxn>
              <a:cxn ang="0">
                <a:pos x="1863" y="1105"/>
              </a:cxn>
              <a:cxn ang="0">
                <a:pos x="2174" y="1621"/>
              </a:cxn>
              <a:cxn ang="0">
                <a:pos x="1801" y="1537"/>
              </a:cxn>
              <a:cxn ang="0">
                <a:pos x="1325" y="1301"/>
              </a:cxn>
              <a:cxn ang="0">
                <a:pos x="1412" y="1835"/>
              </a:cxn>
              <a:cxn ang="0">
                <a:pos x="1213" y="1975"/>
              </a:cxn>
              <a:cxn ang="0">
                <a:pos x="1094" y="4011"/>
              </a:cxn>
              <a:cxn ang="0">
                <a:pos x="1689" y="3264"/>
              </a:cxn>
              <a:cxn ang="0">
                <a:pos x="2404" y="3321"/>
              </a:cxn>
              <a:cxn ang="0">
                <a:pos x="1275" y="3861"/>
              </a:cxn>
              <a:cxn ang="0">
                <a:pos x="1147" y="4865"/>
              </a:cxn>
              <a:cxn ang="0">
                <a:pos x="1045" y="3610"/>
              </a:cxn>
              <a:cxn ang="0">
                <a:pos x="739" y="3818"/>
              </a:cxn>
              <a:cxn ang="0">
                <a:pos x="856" y="4830"/>
              </a:cxn>
              <a:cxn ang="0">
                <a:pos x="638" y="3989"/>
              </a:cxn>
              <a:cxn ang="0">
                <a:pos x="96" y="3777"/>
              </a:cxn>
              <a:cxn ang="0">
                <a:pos x="189" y="3688"/>
              </a:cxn>
              <a:cxn ang="0">
                <a:pos x="523" y="3573"/>
              </a:cxn>
              <a:cxn ang="0">
                <a:pos x="519" y="3333"/>
              </a:cxn>
              <a:cxn ang="0">
                <a:pos x="545" y="3560"/>
              </a:cxn>
              <a:cxn ang="0">
                <a:pos x="712" y="3397"/>
              </a:cxn>
              <a:cxn ang="0">
                <a:pos x="625" y="2944"/>
              </a:cxn>
              <a:cxn ang="0">
                <a:pos x="593" y="2341"/>
              </a:cxn>
              <a:cxn ang="0">
                <a:pos x="156" y="2437"/>
              </a:cxn>
              <a:cxn ang="0">
                <a:pos x="108" y="2289"/>
              </a:cxn>
              <a:cxn ang="0">
                <a:pos x="451" y="2291"/>
              </a:cxn>
              <a:cxn ang="0">
                <a:pos x="109" y="2016"/>
              </a:cxn>
              <a:cxn ang="0">
                <a:pos x="211" y="1975"/>
              </a:cxn>
              <a:cxn ang="0">
                <a:pos x="284" y="1847"/>
              </a:cxn>
              <a:cxn ang="0">
                <a:pos x="542" y="2073"/>
              </a:cxn>
              <a:cxn ang="0">
                <a:pos x="255" y="1764"/>
              </a:cxn>
              <a:cxn ang="0">
                <a:pos x="407" y="1769"/>
              </a:cxn>
              <a:cxn ang="0">
                <a:pos x="540" y="1810"/>
              </a:cxn>
              <a:cxn ang="0">
                <a:pos x="566" y="1580"/>
              </a:cxn>
              <a:cxn ang="0">
                <a:pos x="650" y="1747"/>
              </a:cxn>
              <a:cxn ang="0">
                <a:pos x="827" y="2199"/>
              </a:cxn>
              <a:cxn ang="0">
                <a:pos x="830" y="1779"/>
              </a:cxn>
              <a:cxn ang="0">
                <a:pos x="924" y="1648"/>
              </a:cxn>
              <a:cxn ang="0">
                <a:pos x="915" y="2016"/>
              </a:cxn>
              <a:cxn ang="0">
                <a:pos x="1299" y="1263"/>
              </a:cxn>
              <a:cxn ang="0">
                <a:pos x="970" y="965"/>
              </a:cxn>
              <a:cxn ang="0">
                <a:pos x="311" y="656"/>
              </a:cxn>
              <a:cxn ang="0">
                <a:pos x="772" y="659"/>
              </a:cxn>
              <a:cxn ang="0">
                <a:pos x="1153" y="871"/>
              </a:cxn>
              <a:cxn ang="0">
                <a:pos x="628" y="314"/>
              </a:cxn>
              <a:cxn ang="0">
                <a:pos x="1203" y="552"/>
              </a:cxn>
              <a:cxn ang="0">
                <a:pos x="1369" y="703"/>
              </a:cxn>
              <a:cxn ang="0">
                <a:pos x="1747" y="38"/>
              </a:cxn>
            </a:cxnLst>
            <a:rect l="0" t="0" r="r" b="b"/>
            <a:pathLst>
              <a:path w="2409" h="4865">
                <a:moveTo>
                  <a:pt x="414" y="2058"/>
                </a:moveTo>
                <a:lnTo>
                  <a:pt x="482" y="2173"/>
                </a:lnTo>
                <a:lnTo>
                  <a:pt x="503" y="2207"/>
                </a:lnTo>
                <a:lnTo>
                  <a:pt x="523" y="2242"/>
                </a:lnTo>
                <a:lnTo>
                  <a:pt x="538" y="2269"/>
                </a:lnTo>
                <a:lnTo>
                  <a:pt x="547" y="2282"/>
                </a:lnTo>
                <a:lnTo>
                  <a:pt x="559" y="2292"/>
                </a:lnTo>
                <a:lnTo>
                  <a:pt x="606" y="2323"/>
                </a:lnTo>
                <a:lnTo>
                  <a:pt x="618" y="2332"/>
                </a:lnTo>
                <a:lnTo>
                  <a:pt x="637" y="2344"/>
                </a:lnTo>
                <a:lnTo>
                  <a:pt x="657" y="2360"/>
                </a:lnTo>
                <a:lnTo>
                  <a:pt x="705" y="2392"/>
                </a:lnTo>
                <a:lnTo>
                  <a:pt x="728" y="2407"/>
                </a:lnTo>
                <a:lnTo>
                  <a:pt x="749" y="2420"/>
                </a:lnTo>
                <a:lnTo>
                  <a:pt x="765" y="2429"/>
                </a:lnTo>
                <a:lnTo>
                  <a:pt x="762" y="2392"/>
                </a:lnTo>
                <a:lnTo>
                  <a:pt x="755" y="2354"/>
                </a:lnTo>
                <a:lnTo>
                  <a:pt x="744" y="2326"/>
                </a:lnTo>
                <a:lnTo>
                  <a:pt x="730" y="2298"/>
                </a:lnTo>
                <a:lnTo>
                  <a:pt x="687" y="2238"/>
                </a:lnTo>
                <a:lnTo>
                  <a:pt x="643" y="2180"/>
                </a:lnTo>
                <a:lnTo>
                  <a:pt x="597" y="2123"/>
                </a:lnTo>
                <a:lnTo>
                  <a:pt x="590" y="2112"/>
                </a:lnTo>
                <a:lnTo>
                  <a:pt x="582" y="2105"/>
                </a:lnTo>
                <a:lnTo>
                  <a:pt x="573" y="2101"/>
                </a:lnTo>
                <a:lnTo>
                  <a:pt x="560" y="2099"/>
                </a:lnTo>
                <a:lnTo>
                  <a:pt x="537" y="2095"/>
                </a:lnTo>
                <a:lnTo>
                  <a:pt x="512" y="2086"/>
                </a:lnTo>
                <a:lnTo>
                  <a:pt x="488" y="2078"/>
                </a:lnTo>
                <a:lnTo>
                  <a:pt x="414" y="2058"/>
                </a:lnTo>
                <a:close/>
                <a:moveTo>
                  <a:pt x="1172" y="1997"/>
                </a:moveTo>
                <a:lnTo>
                  <a:pt x="1051" y="2064"/>
                </a:lnTo>
                <a:lnTo>
                  <a:pt x="1011" y="2086"/>
                </a:lnTo>
                <a:lnTo>
                  <a:pt x="973" y="2108"/>
                </a:lnTo>
                <a:lnTo>
                  <a:pt x="957" y="2115"/>
                </a:lnTo>
                <a:lnTo>
                  <a:pt x="940" y="2124"/>
                </a:lnTo>
                <a:lnTo>
                  <a:pt x="926" y="2133"/>
                </a:lnTo>
                <a:lnTo>
                  <a:pt x="914" y="2145"/>
                </a:lnTo>
                <a:lnTo>
                  <a:pt x="896" y="2168"/>
                </a:lnTo>
                <a:lnTo>
                  <a:pt x="877" y="2192"/>
                </a:lnTo>
                <a:lnTo>
                  <a:pt x="856" y="2221"/>
                </a:lnTo>
                <a:lnTo>
                  <a:pt x="836" y="2252"/>
                </a:lnTo>
                <a:lnTo>
                  <a:pt x="820" y="2283"/>
                </a:lnTo>
                <a:lnTo>
                  <a:pt x="809" y="2307"/>
                </a:lnTo>
                <a:lnTo>
                  <a:pt x="802" y="2331"/>
                </a:lnTo>
                <a:lnTo>
                  <a:pt x="800" y="2336"/>
                </a:lnTo>
                <a:lnTo>
                  <a:pt x="800" y="2351"/>
                </a:lnTo>
                <a:lnTo>
                  <a:pt x="799" y="2372"/>
                </a:lnTo>
                <a:lnTo>
                  <a:pt x="796" y="2394"/>
                </a:lnTo>
                <a:lnTo>
                  <a:pt x="793" y="2444"/>
                </a:lnTo>
                <a:lnTo>
                  <a:pt x="792" y="2465"/>
                </a:lnTo>
                <a:lnTo>
                  <a:pt x="790" y="2481"/>
                </a:lnTo>
                <a:lnTo>
                  <a:pt x="780" y="2593"/>
                </a:lnTo>
                <a:lnTo>
                  <a:pt x="769" y="2704"/>
                </a:lnTo>
                <a:lnTo>
                  <a:pt x="768" y="2735"/>
                </a:lnTo>
                <a:lnTo>
                  <a:pt x="765" y="2788"/>
                </a:lnTo>
                <a:lnTo>
                  <a:pt x="761" y="2844"/>
                </a:lnTo>
                <a:lnTo>
                  <a:pt x="761" y="2898"/>
                </a:lnTo>
                <a:lnTo>
                  <a:pt x="764" y="2951"/>
                </a:lnTo>
                <a:lnTo>
                  <a:pt x="797" y="2963"/>
                </a:lnTo>
                <a:lnTo>
                  <a:pt x="831" y="2981"/>
                </a:lnTo>
                <a:lnTo>
                  <a:pt x="862" y="3004"/>
                </a:lnTo>
                <a:lnTo>
                  <a:pt x="893" y="3032"/>
                </a:lnTo>
                <a:lnTo>
                  <a:pt x="920" y="3069"/>
                </a:lnTo>
                <a:lnTo>
                  <a:pt x="943" y="3105"/>
                </a:lnTo>
                <a:lnTo>
                  <a:pt x="968" y="3143"/>
                </a:lnTo>
                <a:lnTo>
                  <a:pt x="991" y="3181"/>
                </a:lnTo>
                <a:lnTo>
                  <a:pt x="1010" y="3224"/>
                </a:lnTo>
                <a:lnTo>
                  <a:pt x="1029" y="3284"/>
                </a:lnTo>
                <a:lnTo>
                  <a:pt x="1042" y="3349"/>
                </a:lnTo>
                <a:lnTo>
                  <a:pt x="1050" y="3417"/>
                </a:lnTo>
                <a:lnTo>
                  <a:pt x="1050" y="3422"/>
                </a:lnTo>
                <a:lnTo>
                  <a:pt x="1051" y="3426"/>
                </a:lnTo>
                <a:lnTo>
                  <a:pt x="1054" y="3349"/>
                </a:lnTo>
                <a:lnTo>
                  <a:pt x="1058" y="3277"/>
                </a:lnTo>
                <a:lnTo>
                  <a:pt x="1063" y="3212"/>
                </a:lnTo>
                <a:lnTo>
                  <a:pt x="1067" y="3155"/>
                </a:lnTo>
                <a:lnTo>
                  <a:pt x="1070" y="3115"/>
                </a:lnTo>
                <a:lnTo>
                  <a:pt x="1075" y="3072"/>
                </a:lnTo>
                <a:lnTo>
                  <a:pt x="1078" y="3026"/>
                </a:lnTo>
                <a:lnTo>
                  <a:pt x="1082" y="2975"/>
                </a:lnTo>
                <a:lnTo>
                  <a:pt x="1086" y="2919"/>
                </a:lnTo>
                <a:lnTo>
                  <a:pt x="1091" y="2855"/>
                </a:lnTo>
                <a:lnTo>
                  <a:pt x="1097" y="2786"/>
                </a:lnTo>
                <a:lnTo>
                  <a:pt x="1103" y="2708"/>
                </a:lnTo>
                <a:lnTo>
                  <a:pt x="1111" y="2593"/>
                </a:lnTo>
                <a:lnTo>
                  <a:pt x="1119" y="2479"/>
                </a:lnTo>
                <a:lnTo>
                  <a:pt x="1126" y="2364"/>
                </a:lnTo>
                <a:lnTo>
                  <a:pt x="1138" y="2249"/>
                </a:lnTo>
                <a:lnTo>
                  <a:pt x="1172" y="1997"/>
                </a:lnTo>
                <a:close/>
                <a:moveTo>
                  <a:pt x="621" y="1990"/>
                </a:moveTo>
                <a:lnTo>
                  <a:pt x="619" y="1991"/>
                </a:lnTo>
                <a:lnTo>
                  <a:pt x="616" y="2012"/>
                </a:lnTo>
                <a:lnTo>
                  <a:pt x="613" y="2034"/>
                </a:lnTo>
                <a:lnTo>
                  <a:pt x="610" y="2049"/>
                </a:lnTo>
                <a:lnTo>
                  <a:pt x="606" y="2064"/>
                </a:lnTo>
                <a:lnTo>
                  <a:pt x="604" y="2078"/>
                </a:lnTo>
                <a:lnTo>
                  <a:pt x="609" y="2092"/>
                </a:lnTo>
                <a:lnTo>
                  <a:pt x="618" y="2105"/>
                </a:lnTo>
                <a:lnTo>
                  <a:pt x="626" y="2117"/>
                </a:lnTo>
                <a:lnTo>
                  <a:pt x="659" y="2167"/>
                </a:lnTo>
                <a:lnTo>
                  <a:pt x="691" y="2211"/>
                </a:lnTo>
                <a:lnTo>
                  <a:pt x="727" y="2255"/>
                </a:lnTo>
                <a:lnTo>
                  <a:pt x="731" y="2261"/>
                </a:lnTo>
                <a:lnTo>
                  <a:pt x="737" y="2270"/>
                </a:lnTo>
                <a:lnTo>
                  <a:pt x="752" y="2291"/>
                </a:lnTo>
                <a:lnTo>
                  <a:pt x="761" y="2300"/>
                </a:lnTo>
                <a:lnTo>
                  <a:pt x="768" y="2304"/>
                </a:lnTo>
                <a:lnTo>
                  <a:pt x="775" y="2304"/>
                </a:lnTo>
                <a:lnTo>
                  <a:pt x="781" y="2298"/>
                </a:lnTo>
                <a:lnTo>
                  <a:pt x="787" y="2285"/>
                </a:lnTo>
                <a:lnTo>
                  <a:pt x="796" y="2270"/>
                </a:lnTo>
                <a:lnTo>
                  <a:pt x="805" y="2257"/>
                </a:lnTo>
                <a:lnTo>
                  <a:pt x="811" y="2242"/>
                </a:lnTo>
                <a:lnTo>
                  <a:pt x="812" y="2229"/>
                </a:lnTo>
                <a:lnTo>
                  <a:pt x="806" y="2214"/>
                </a:lnTo>
                <a:lnTo>
                  <a:pt x="796" y="2201"/>
                </a:lnTo>
                <a:lnTo>
                  <a:pt x="786" y="2189"/>
                </a:lnTo>
                <a:lnTo>
                  <a:pt x="767" y="2165"/>
                </a:lnTo>
                <a:lnTo>
                  <a:pt x="749" y="2142"/>
                </a:lnTo>
                <a:lnTo>
                  <a:pt x="713" y="2101"/>
                </a:lnTo>
                <a:lnTo>
                  <a:pt x="680" y="2059"/>
                </a:lnTo>
                <a:lnTo>
                  <a:pt x="641" y="2012"/>
                </a:lnTo>
                <a:lnTo>
                  <a:pt x="640" y="2009"/>
                </a:lnTo>
                <a:lnTo>
                  <a:pt x="632" y="2002"/>
                </a:lnTo>
                <a:lnTo>
                  <a:pt x="629" y="1997"/>
                </a:lnTo>
                <a:lnTo>
                  <a:pt x="626" y="1994"/>
                </a:lnTo>
                <a:lnTo>
                  <a:pt x="624" y="1993"/>
                </a:lnTo>
                <a:lnTo>
                  <a:pt x="621" y="1990"/>
                </a:lnTo>
                <a:close/>
                <a:moveTo>
                  <a:pt x="588" y="1972"/>
                </a:moveTo>
                <a:lnTo>
                  <a:pt x="575" y="1974"/>
                </a:lnTo>
                <a:lnTo>
                  <a:pt x="569" y="1974"/>
                </a:lnTo>
                <a:lnTo>
                  <a:pt x="559" y="1975"/>
                </a:lnTo>
                <a:lnTo>
                  <a:pt x="545" y="1975"/>
                </a:lnTo>
                <a:lnTo>
                  <a:pt x="535" y="1977"/>
                </a:lnTo>
                <a:lnTo>
                  <a:pt x="526" y="1977"/>
                </a:lnTo>
                <a:lnTo>
                  <a:pt x="522" y="1975"/>
                </a:lnTo>
                <a:lnTo>
                  <a:pt x="537" y="1999"/>
                </a:lnTo>
                <a:lnTo>
                  <a:pt x="572" y="2046"/>
                </a:lnTo>
                <a:lnTo>
                  <a:pt x="578" y="2052"/>
                </a:lnTo>
                <a:lnTo>
                  <a:pt x="582" y="2050"/>
                </a:lnTo>
                <a:lnTo>
                  <a:pt x="587" y="2043"/>
                </a:lnTo>
                <a:lnTo>
                  <a:pt x="590" y="2034"/>
                </a:lnTo>
                <a:lnTo>
                  <a:pt x="591" y="2024"/>
                </a:lnTo>
                <a:lnTo>
                  <a:pt x="593" y="2015"/>
                </a:lnTo>
                <a:lnTo>
                  <a:pt x="597" y="1997"/>
                </a:lnTo>
                <a:lnTo>
                  <a:pt x="598" y="1988"/>
                </a:lnTo>
                <a:lnTo>
                  <a:pt x="598" y="1980"/>
                </a:lnTo>
                <a:lnTo>
                  <a:pt x="596" y="1975"/>
                </a:lnTo>
                <a:lnTo>
                  <a:pt x="588" y="1972"/>
                </a:lnTo>
                <a:close/>
                <a:moveTo>
                  <a:pt x="1862" y="0"/>
                </a:moveTo>
                <a:lnTo>
                  <a:pt x="1866" y="5"/>
                </a:lnTo>
                <a:lnTo>
                  <a:pt x="1869" y="19"/>
                </a:lnTo>
                <a:lnTo>
                  <a:pt x="1871" y="39"/>
                </a:lnTo>
                <a:lnTo>
                  <a:pt x="1872" y="66"/>
                </a:lnTo>
                <a:lnTo>
                  <a:pt x="1874" y="97"/>
                </a:lnTo>
                <a:lnTo>
                  <a:pt x="1874" y="129"/>
                </a:lnTo>
                <a:lnTo>
                  <a:pt x="1871" y="194"/>
                </a:lnTo>
                <a:lnTo>
                  <a:pt x="1869" y="222"/>
                </a:lnTo>
                <a:lnTo>
                  <a:pt x="1866" y="247"/>
                </a:lnTo>
                <a:lnTo>
                  <a:pt x="1863" y="265"/>
                </a:lnTo>
                <a:lnTo>
                  <a:pt x="1850" y="311"/>
                </a:lnTo>
                <a:lnTo>
                  <a:pt x="1831" y="353"/>
                </a:lnTo>
                <a:lnTo>
                  <a:pt x="1806" y="393"/>
                </a:lnTo>
                <a:lnTo>
                  <a:pt x="1779" y="432"/>
                </a:lnTo>
                <a:lnTo>
                  <a:pt x="1720" y="505"/>
                </a:lnTo>
                <a:lnTo>
                  <a:pt x="1667" y="570"/>
                </a:lnTo>
                <a:lnTo>
                  <a:pt x="1555" y="697"/>
                </a:lnTo>
                <a:lnTo>
                  <a:pt x="1504" y="763"/>
                </a:lnTo>
                <a:lnTo>
                  <a:pt x="1492" y="779"/>
                </a:lnTo>
                <a:lnTo>
                  <a:pt x="1478" y="802"/>
                </a:lnTo>
                <a:lnTo>
                  <a:pt x="1461" y="825"/>
                </a:lnTo>
                <a:lnTo>
                  <a:pt x="1445" y="852"/>
                </a:lnTo>
                <a:lnTo>
                  <a:pt x="1409" y="905"/>
                </a:lnTo>
                <a:lnTo>
                  <a:pt x="1393" y="927"/>
                </a:lnTo>
                <a:lnTo>
                  <a:pt x="1380" y="945"/>
                </a:lnTo>
                <a:lnTo>
                  <a:pt x="1368" y="958"/>
                </a:lnTo>
                <a:lnTo>
                  <a:pt x="1364" y="1080"/>
                </a:lnTo>
                <a:lnTo>
                  <a:pt x="1378" y="1058"/>
                </a:lnTo>
                <a:lnTo>
                  <a:pt x="1392" y="1037"/>
                </a:lnTo>
                <a:lnTo>
                  <a:pt x="1403" y="1020"/>
                </a:lnTo>
                <a:lnTo>
                  <a:pt x="1436" y="955"/>
                </a:lnTo>
                <a:lnTo>
                  <a:pt x="1461" y="912"/>
                </a:lnTo>
                <a:lnTo>
                  <a:pt x="1486" y="871"/>
                </a:lnTo>
                <a:lnTo>
                  <a:pt x="1512" y="827"/>
                </a:lnTo>
                <a:lnTo>
                  <a:pt x="1540" y="784"/>
                </a:lnTo>
                <a:lnTo>
                  <a:pt x="1570" y="743"/>
                </a:lnTo>
                <a:lnTo>
                  <a:pt x="1602" y="706"/>
                </a:lnTo>
                <a:lnTo>
                  <a:pt x="1638" y="673"/>
                </a:lnTo>
                <a:lnTo>
                  <a:pt x="1676" y="647"/>
                </a:lnTo>
                <a:lnTo>
                  <a:pt x="1716" y="628"/>
                </a:lnTo>
                <a:lnTo>
                  <a:pt x="1757" y="614"/>
                </a:lnTo>
                <a:lnTo>
                  <a:pt x="1797" y="607"/>
                </a:lnTo>
                <a:lnTo>
                  <a:pt x="1838" y="605"/>
                </a:lnTo>
                <a:lnTo>
                  <a:pt x="1890" y="614"/>
                </a:lnTo>
                <a:lnTo>
                  <a:pt x="1940" y="632"/>
                </a:lnTo>
                <a:lnTo>
                  <a:pt x="1953" y="636"/>
                </a:lnTo>
                <a:lnTo>
                  <a:pt x="1969" y="642"/>
                </a:lnTo>
                <a:lnTo>
                  <a:pt x="1989" y="650"/>
                </a:lnTo>
                <a:lnTo>
                  <a:pt x="2006" y="656"/>
                </a:lnTo>
                <a:lnTo>
                  <a:pt x="2021" y="662"/>
                </a:lnTo>
                <a:lnTo>
                  <a:pt x="2033" y="664"/>
                </a:lnTo>
                <a:lnTo>
                  <a:pt x="2037" y="667"/>
                </a:lnTo>
                <a:lnTo>
                  <a:pt x="2034" y="669"/>
                </a:lnTo>
                <a:lnTo>
                  <a:pt x="2027" y="672"/>
                </a:lnTo>
                <a:lnTo>
                  <a:pt x="2017" y="676"/>
                </a:lnTo>
                <a:lnTo>
                  <a:pt x="1990" y="688"/>
                </a:lnTo>
                <a:lnTo>
                  <a:pt x="1978" y="694"/>
                </a:lnTo>
                <a:lnTo>
                  <a:pt x="1968" y="698"/>
                </a:lnTo>
                <a:lnTo>
                  <a:pt x="1950" y="710"/>
                </a:lnTo>
                <a:lnTo>
                  <a:pt x="1931" y="722"/>
                </a:lnTo>
                <a:lnTo>
                  <a:pt x="1906" y="735"/>
                </a:lnTo>
                <a:lnTo>
                  <a:pt x="1876" y="753"/>
                </a:lnTo>
                <a:lnTo>
                  <a:pt x="1843" y="771"/>
                </a:lnTo>
                <a:lnTo>
                  <a:pt x="1806" y="791"/>
                </a:lnTo>
                <a:lnTo>
                  <a:pt x="1766" y="813"/>
                </a:lnTo>
                <a:lnTo>
                  <a:pt x="1725" y="836"/>
                </a:lnTo>
                <a:lnTo>
                  <a:pt x="1683" y="859"/>
                </a:lnTo>
                <a:lnTo>
                  <a:pt x="1641" y="884"/>
                </a:lnTo>
                <a:lnTo>
                  <a:pt x="1599" y="908"/>
                </a:lnTo>
                <a:lnTo>
                  <a:pt x="1560" y="933"/>
                </a:lnTo>
                <a:lnTo>
                  <a:pt x="1521" y="956"/>
                </a:lnTo>
                <a:lnTo>
                  <a:pt x="1487" y="979"/>
                </a:lnTo>
                <a:lnTo>
                  <a:pt x="1456" y="999"/>
                </a:lnTo>
                <a:lnTo>
                  <a:pt x="1431" y="1020"/>
                </a:lnTo>
                <a:lnTo>
                  <a:pt x="1411" y="1037"/>
                </a:lnTo>
                <a:lnTo>
                  <a:pt x="1397" y="1054"/>
                </a:lnTo>
                <a:lnTo>
                  <a:pt x="1387" y="1067"/>
                </a:lnTo>
                <a:lnTo>
                  <a:pt x="1378" y="1083"/>
                </a:lnTo>
                <a:lnTo>
                  <a:pt x="1368" y="1102"/>
                </a:lnTo>
                <a:lnTo>
                  <a:pt x="1359" y="1120"/>
                </a:lnTo>
                <a:lnTo>
                  <a:pt x="1359" y="1124"/>
                </a:lnTo>
                <a:lnTo>
                  <a:pt x="1361" y="1127"/>
                </a:lnTo>
                <a:lnTo>
                  <a:pt x="1362" y="1129"/>
                </a:lnTo>
                <a:lnTo>
                  <a:pt x="1364" y="1132"/>
                </a:lnTo>
                <a:lnTo>
                  <a:pt x="1368" y="1124"/>
                </a:lnTo>
                <a:lnTo>
                  <a:pt x="1414" y="1114"/>
                </a:lnTo>
                <a:lnTo>
                  <a:pt x="1456" y="1099"/>
                </a:lnTo>
                <a:lnTo>
                  <a:pt x="1496" y="1080"/>
                </a:lnTo>
                <a:lnTo>
                  <a:pt x="1533" y="1058"/>
                </a:lnTo>
                <a:lnTo>
                  <a:pt x="1567" y="1035"/>
                </a:lnTo>
                <a:lnTo>
                  <a:pt x="1635" y="984"/>
                </a:lnTo>
                <a:lnTo>
                  <a:pt x="1670" y="959"/>
                </a:lnTo>
                <a:lnTo>
                  <a:pt x="1705" y="937"/>
                </a:lnTo>
                <a:lnTo>
                  <a:pt x="1747" y="909"/>
                </a:lnTo>
                <a:lnTo>
                  <a:pt x="1787" y="878"/>
                </a:lnTo>
                <a:lnTo>
                  <a:pt x="1823" y="844"/>
                </a:lnTo>
                <a:lnTo>
                  <a:pt x="1860" y="812"/>
                </a:lnTo>
                <a:lnTo>
                  <a:pt x="1900" y="782"/>
                </a:lnTo>
                <a:lnTo>
                  <a:pt x="1959" y="747"/>
                </a:lnTo>
                <a:lnTo>
                  <a:pt x="2021" y="715"/>
                </a:lnTo>
                <a:lnTo>
                  <a:pt x="2151" y="653"/>
                </a:lnTo>
                <a:lnTo>
                  <a:pt x="2157" y="650"/>
                </a:lnTo>
                <a:lnTo>
                  <a:pt x="2165" y="642"/>
                </a:lnTo>
                <a:lnTo>
                  <a:pt x="2192" y="622"/>
                </a:lnTo>
                <a:lnTo>
                  <a:pt x="2205" y="610"/>
                </a:lnTo>
                <a:lnTo>
                  <a:pt x="2218" y="600"/>
                </a:lnTo>
                <a:lnTo>
                  <a:pt x="2229" y="591"/>
                </a:lnTo>
                <a:lnTo>
                  <a:pt x="2236" y="585"/>
                </a:lnTo>
                <a:lnTo>
                  <a:pt x="2239" y="583"/>
                </a:lnTo>
                <a:lnTo>
                  <a:pt x="2239" y="588"/>
                </a:lnTo>
                <a:lnTo>
                  <a:pt x="2236" y="595"/>
                </a:lnTo>
                <a:lnTo>
                  <a:pt x="2232" y="603"/>
                </a:lnTo>
                <a:lnTo>
                  <a:pt x="2229" y="607"/>
                </a:lnTo>
                <a:lnTo>
                  <a:pt x="2221" y="629"/>
                </a:lnTo>
                <a:lnTo>
                  <a:pt x="2218" y="653"/>
                </a:lnTo>
                <a:lnTo>
                  <a:pt x="2220" y="676"/>
                </a:lnTo>
                <a:lnTo>
                  <a:pt x="2221" y="701"/>
                </a:lnTo>
                <a:lnTo>
                  <a:pt x="2221" y="725"/>
                </a:lnTo>
                <a:lnTo>
                  <a:pt x="2216" y="774"/>
                </a:lnTo>
                <a:lnTo>
                  <a:pt x="2205" y="819"/>
                </a:lnTo>
                <a:lnTo>
                  <a:pt x="2189" y="865"/>
                </a:lnTo>
                <a:lnTo>
                  <a:pt x="2167" y="908"/>
                </a:lnTo>
                <a:lnTo>
                  <a:pt x="2139" y="948"/>
                </a:lnTo>
                <a:lnTo>
                  <a:pt x="2105" y="983"/>
                </a:lnTo>
                <a:lnTo>
                  <a:pt x="2067" y="1017"/>
                </a:lnTo>
                <a:lnTo>
                  <a:pt x="2022" y="1045"/>
                </a:lnTo>
                <a:lnTo>
                  <a:pt x="1974" y="1070"/>
                </a:lnTo>
                <a:lnTo>
                  <a:pt x="1921" y="1091"/>
                </a:lnTo>
                <a:lnTo>
                  <a:pt x="1863" y="1105"/>
                </a:lnTo>
                <a:lnTo>
                  <a:pt x="1803" y="1116"/>
                </a:lnTo>
                <a:lnTo>
                  <a:pt x="1739" y="1123"/>
                </a:lnTo>
                <a:lnTo>
                  <a:pt x="1677" y="1127"/>
                </a:lnTo>
                <a:lnTo>
                  <a:pt x="1617" y="1132"/>
                </a:lnTo>
                <a:lnTo>
                  <a:pt x="1679" y="1136"/>
                </a:lnTo>
                <a:lnTo>
                  <a:pt x="1732" y="1144"/>
                </a:lnTo>
                <a:lnTo>
                  <a:pt x="1784" y="1154"/>
                </a:lnTo>
                <a:lnTo>
                  <a:pt x="1834" y="1167"/>
                </a:lnTo>
                <a:lnTo>
                  <a:pt x="1881" y="1185"/>
                </a:lnTo>
                <a:lnTo>
                  <a:pt x="1924" y="1207"/>
                </a:lnTo>
                <a:lnTo>
                  <a:pt x="1971" y="1239"/>
                </a:lnTo>
                <a:lnTo>
                  <a:pt x="2014" y="1276"/>
                </a:lnTo>
                <a:lnTo>
                  <a:pt x="2049" y="1316"/>
                </a:lnTo>
                <a:lnTo>
                  <a:pt x="2080" y="1359"/>
                </a:lnTo>
                <a:lnTo>
                  <a:pt x="2105" y="1402"/>
                </a:lnTo>
                <a:lnTo>
                  <a:pt x="2127" y="1447"/>
                </a:lnTo>
                <a:lnTo>
                  <a:pt x="2143" y="1492"/>
                </a:lnTo>
                <a:lnTo>
                  <a:pt x="2158" y="1537"/>
                </a:lnTo>
                <a:lnTo>
                  <a:pt x="2167" y="1580"/>
                </a:lnTo>
                <a:lnTo>
                  <a:pt x="2174" y="1621"/>
                </a:lnTo>
                <a:lnTo>
                  <a:pt x="2179" y="1660"/>
                </a:lnTo>
                <a:lnTo>
                  <a:pt x="2182" y="1695"/>
                </a:lnTo>
                <a:lnTo>
                  <a:pt x="2182" y="1753"/>
                </a:lnTo>
                <a:lnTo>
                  <a:pt x="2179" y="1775"/>
                </a:lnTo>
                <a:lnTo>
                  <a:pt x="2177" y="1789"/>
                </a:lnTo>
                <a:lnTo>
                  <a:pt x="2174" y="1797"/>
                </a:lnTo>
                <a:lnTo>
                  <a:pt x="2171" y="1797"/>
                </a:lnTo>
                <a:lnTo>
                  <a:pt x="2152" y="1767"/>
                </a:lnTo>
                <a:lnTo>
                  <a:pt x="2132" y="1739"/>
                </a:lnTo>
                <a:lnTo>
                  <a:pt x="2108" y="1713"/>
                </a:lnTo>
                <a:lnTo>
                  <a:pt x="2081" y="1686"/>
                </a:lnTo>
                <a:lnTo>
                  <a:pt x="2049" y="1664"/>
                </a:lnTo>
                <a:lnTo>
                  <a:pt x="2019" y="1648"/>
                </a:lnTo>
                <a:lnTo>
                  <a:pt x="1994" y="1633"/>
                </a:lnTo>
                <a:lnTo>
                  <a:pt x="1969" y="1621"/>
                </a:lnTo>
                <a:lnTo>
                  <a:pt x="1946" y="1611"/>
                </a:lnTo>
                <a:lnTo>
                  <a:pt x="1879" y="1580"/>
                </a:lnTo>
                <a:lnTo>
                  <a:pt x="1854" y="1568"/>
                </a:lnTo>
                <a:lnTo>
                  <a:pt x="1829" y="1555"/>
                </a:lnTo>
                <a:lnTo>
                  <a:pt x="1801" y="1537"/>
                </a:lnTo>
                <a:lnTo>
                  <a:pt x="1735" y="1493"/>
                </a:lnTo>
                <a:lnTo>
                  <a:pt x="1697" y="1464"/>
                </a:lnTo>
                <a:lnTo>
                  <a:pt x="1652" y="1428"/>
                </a:lnTo>
                <a:lnTo>
                  <a:pt x="1627" y="1405"/>
                </a:lnTo>
                <a:lnTo>
                  <a:pt x="1601" y="1374"/>
                </a:lnTo>
                <a:lnTo>
                  <a:pt x="1517" y="1267"/>
                </a:lnTo>
                <a:lnTo>
                  <a:pt x="1489" y="1237"/>
                </a:lnTo>
                <a:lnTo>
                  <a:pt x="1459" y="1211"/>
                </a:lnTo>
                <a:lnTo>
                  <a:pt x="1431" y="1195"/>
                </a:lnTo>
                <a:lnTo>
                  <a:pt x="1396" y="1181"/>
                </a:lnTo>
                <a:lnTo>
                  <a:pt x="1361" y="1170"/>
                </a:lnTo>
                <a:lnTo>
                  <a:pt x="1356" y="1170"/>
                </a:lnTo>
                <a:lnTo>
                  <a:pt x="1350" y="1182"/>
                </a:lnTo>
                <a:lnTo>
                  <a:pt x="1349" y="1192"/>
                </a:lnTo>
                <a:lnTo>
                  <a:pt x="1346" y="1203"/>
                </a:lnTo>
                <a:lnTo>
                  <a:pt x="1344" y="1207"/>
                </a:lnTo>
                <a:lnTo>
                  <a:pt x="1343" y="1219"/>
                </a:lnTo>
                <a:lnTo>
                  <a:pt x="1338" y="1237"/>
                </a:lnTo>
                <a:lnTo>
                  <a:pt x="1334" y="1257"/>
                </a:lnTo>
                <a:lnTo>
                  <a:pt x="1325" y="1301"/>
                </a:lnTo>
                <a:lnTo>
                  <a:pt x="1322" y="1321"/>
                </a:lnTo>
                <a:lnTo>
                  <a:pt x="1305" y="1421"/>
                </a:lnTo>
                <a:lnTo>
                  <a:pt x="1285" y="1523"/>
                </a:lnTo>
                <a:lnTo>
                  <a:pt x="1266" y="1623"/>
                </a:lnTo>
                <a:lnTo>
                  <a:pt x="1241" y="1781"/>
                </a:lnTo>
                <a:lnTo>
                  <a:pt x="1218" y="1941"/>
                </a:lnTo>
                <a:lnTo>
                  <a:pt x="1237" y="1927"/>
                </a:lnTo>
                <a:lnTo>
                  <a:pt x="1254" y="1912"/>
                </a:lnTo>
                <a:lnTo>
                  <a:pt x="1265" y="1900"/>
                </a:lnTo>
                <a:lnTo>
                  <a:pt x="1271" y="1885"/>
                </a:lnTo>
                <a:lnTo>
                  <a:pt x="1275" y="1871"/>
                </a:lnTo>
                <a:lnTo>
                  <a:pt x="1281" y="1856"/>
                </a:lnTo>
                <a:lnTo>
                  <a:pt x="1293" y="1838"/>
                </a:lnTo>
                <a:lnTo>
                  <a:pt x="1309" y="1825"/>
                </a:lnTo>
                <a:lnTo>
                  <a:pt x="1328" y="1816"/>
                </a:lnTo>
                <a:lnTo>
                  <a:pt x="1349" y="1813"/>
                </a:lnTo>
                <a:lnTo>
                  <a:pt x="1369" y="1816"/>
                </a:lnTo>
                <a:lnTo>
                  <a:pt x="1390" y="1823"/>
                </a:lnTo>
                <a:lnTo>
                  <a:pt x="1394" y="1826"/>
                </a:lnTo>
                <a:lnTo>
                  <a:pt x="1412" y="1835"/>
                </a:lnTo>
                <a:lnTo>
                  <a:pt x="1417" y="1838"/>
                </a:lnTo>
                <a:lnTo>
                  <a:pt x="1421" y="1845"/>
                </a:lnTo>
                <a:lnTo>
                  <a:pt x="1424" y="1853"/>
                </a:lnTo>
                <a:lnTo>
                  <a:pt x="1425" y="1859"/>
                </a:lnTo>
                <a:lnTo>
                  <a:pt x="1425" y="1869"/>
                </a:lnTo>
                <a:lnTo>
                  <a:pt x="1427" y="1879"/>
                </a:lnTo>
                <a:lnTo>
                  <a:pt x="1427" y="1890"/>
                </a:lnTo>
                <a:lnTo>
                  <a:pt x="1420" y="1910"/>
                </a:lnTo>
                <a:lnTo>
                  <a:pt x="1408" y="1927"/>
                </a:lnTo>
                <a:lnTo>
                  <a:pt x="1392" y="1940"/>
                </a:lnTo>
                <a:lnTo>
                  <a:pt x="1372" y="1949"/>
                </a:lnTo>
                <a:lnTo>
                  <a:pt x="1350" y="1953"/>
                </a:lnTo>
                <a:lnTo>
                  <a:pt x="1328" y="1955"/>
                </a:lnTo>
                <a:lnTo>
                  <a:pt x="1313" y="1953"/>
                </a:lnTo>
                <a:lnTo>
                  <a:pt x="1299" y="1950"/>
                </a:lnTo>
                <a:lnTo>
                  <a:pt x="1282" y="1947"/>
                </a:lnTo>
                <a:lnTo>
                  <a:pt x="1268" y="1949"/>
                </a:lnTo>
                <a:lnTo>
                  <a:pt x="1250" y="1955"/>
                </a:lnTo>
                <a:lnTo>
                  <a:pt x="1231" y="1965"/>
                </a:lnTo>
                <a:lnTo>
                  <a:pt x="1213" y="1975"/>
                </a:lnTo>
                <a:lnTo>
                  <a:pt x="1210" y="1993"/>
                </a:lnTo>
                <a:lnTo>
                  <a:pt x="1206" y="2012"/>
                </a:lnTo>
                <a:lnTo>
                  <a:pt x="1179" y="2224"/>
                </a:lnTo>
                <a:lnTo>
                  <a:pt x="1157" y="2437"/>
                </a:lnTo>
                <a:lnTo>
                  <a:pt x="1148" y="2549"/>
                </a:lnTo>
                <a:lnTo>
                  <a:pt x="1141" y="2658"/>
                </a:lnTo>
                <a:lnTo>
                  <a:pt x="1137" y="2767"/>
                </a:lnTo>
                <a:lnTo>
                  <a:pt x="1131" y="2879"/>
                </a:lnTo>
                <a:lnTo>
                  <a:pt x="1122" y="2997"/>
                </a:lnTo>
                <a:lnTo>
                  <a:pt x="1104" y="3239"/>
                </a:lnTo>
                <a:lnTo>
                  <a:pt x="1098" y="3357"/>
                </a:lnTo>
                <a:lnTo>
                  <a:pt x="1097" y="3435"/>
                </a:lnTo>
                <a:lnTo>
                  <a:pt x="1094" y="3517"/>
                </a:lnTo>
                <a:lnTo>
                  <a:pt x="1089" y="3603"/>
                </a:lnTo>
                <a:lnTo>
                  <a:pt x="1088" y="3687"/>
                </a:lnTo>
                <a:lnTo>
                  <a:pt x="1086" y="3770"/>
                </a:lnTo>
                <a:lnTo>
                  <a:pt x="1086" y="3848"/>
                </a:lnTo>
                <a:lnTo>
                  <a:pt x="1088" y="3895"/>
                </a:lnTo>
                <a:lnTo>
                  <a:pt x="1091" y="3951"/>
                </a:lnTo>
                <a:lnTo>
                  <a:pt x="1094" y="4011"/>
                </a:lnTo>
                <a:lnTo>
                  <a:pt x="1098" y="4072"/>
                </a:lnTo>
                <a:lnTo>
                  <a:pt x="1116" y="4038"/>
                </a:lnTo>
                <a:lnTo>
                  <a:pt x="1132" y="4008"/>
                </a:lnTo>
                <a:lnTo>
                  <a:pt x="1148" y="3982"/>
                </a:lnTo>
                <a:lnTo>
                  <a:pt x="1170" y="3948"/>
                </a:lnTo>
                <a:lnTo>
                  <a:pt x="1193" y="3920"/>
                </a:lnTo>
                <a:lnTo>
                  <a:pt x="1215" y="3893"/>
                </a:lnTo>
                <a:lnTo>
                  <a:pt x="1234" y="3867"/>
                </a:lnTo>
                <a:lnTo>
                  <a:pt x="1250" y="3837"/>
                </a:lnTo>
                <a:lnTo>
                  <a:pt x="1278" y="3783"/>
                </a:lnTo>
                <a:lnTo>
                  <a:pt x="1310" y="3731"/>
                </a:lnTo>
                <a:lnTo>
                  <a:pt x="1344" y="3680"/>
                </a:lnTo>
                <a:lnTo>
                  <a:pt x="1381" y="3627"/>
                </a:lnTo>
                <a:lnTo>
                  <a:pt x="1418" y="3572"/>
                </a:lnTo>
                <a:lnTo>
                  <a:pt x="1456" y="3516"/>
                </a:lnTo>
                <a:lnTo>
                  <a:pt x="1496" y="3460"/>
                </a:lnTo>
                <a:lnTo>
                  <a:pt x="1539" y="3407"/>
                </a:lnTo>
                <a:lnTo>
                  <a:pt x="1583" y="3357"/>
                </a:lnTo>
                <a:lnTo>
                  <a:pt x="1629" y="3311"/>
                </a:lnTo>
                <a:lnTo>
                  <a:pt x="1689" y="3264"/>
                </a:lnTo>
                <a:lnTo>
                  <a:pt x="1751" y="3224"/>
                </a:lnTo>
                <a:lnTo>
                  <a:pt x="1815" y="3192"/>
                </a:lnTo>
                <a:lnTo>
                  <a:pt x="1881" y="3169"/>
                </a:lnTo>
                <a:lnTo>
                  <a:pt x="1946" y="3155"/>
                </a:lnTo>
                <a:lnTo>
                  <a:pt x="2011" y="3149"/>
                </a:lnTo>
                <a:lnTo>
                  <a:pt x="2075" y="3152"/>
                </a:lnTo>
                <a:lnTo>
                  <a:pt x="2140" y="3164"/>
                </a:lnTo>
                <a:lnTo>
                  <a:pt x="2202" y="3183"/>
                </a:lnTo>
                <a:lnTo>
                  <a:pt x="2263" y="3211"/>
                </a:lnTo>
                <a:lnTo>
                  <a:pt x="2277" y="3220"/>
                </a:lnTo>
                <a:lnTo>
                  <a:pt x="2295" y="3231"/>
                </a:lnTo>
                <a:lnTo>
                  <a:pt x="2314" y="3245"/>
                </a:lnTo>
                <a:lnTo>
                  <a:pt x="2333" y="3259"/>
                </a:lnTo>
                <a:lnTo>
                  <a:pt x="2353" y="3276"/>
                </a:lnTo>
                <a:lnTo>
                  <a:pt x="2370" y="3289"/>
                </a:lnTo>
                <a:lnTo>
                  <a:pt x="2385" y="3302"/>
                </a:lnTo>
                <a:lnTo>
                  <a:pt x="2398" y="3312"/>
                </a:lnTo>
                <a:lnTo>
                  <a:pt x="2406" y="3318"/>
                </a:lnTo>
                <a:lnTo>
                  <a:pt x="2409" y="3321"/>
                </a:lnTo>
                <a:lnTo>
                  <a:pt x="2404" y="3321"/>
                </a:lnTo>
                <a:lnTo>
                  <a:pt x="2394" y="3323"/>
                </a:lnTo>
                <a:lnTo>
                  <a:pt x="2378" y="3326"/>
                </a:lnTo>
                <a:lnTo>
                  <a:pt x="2359" y="3327"/>
                </a:lnTo>
                <a:lnTo>
                  <a:pt x="2338" y="3330"/>
                </a:lnTo>
                <a:lnTo>
                  <a:pt x="2300" y="3336"/>
                </a:lnTo>
                <a:lnTo>
                  <a:pt x="2286" y="3338"/>
                </a:lnTo>
                <a:lnTo>
                  <a:pt x="2277" y="3339"/>
                </a:lnTo>
                <a:lnTo>
                  <a:pt x="2186" y="3360"/>
                </a:lnTo>
                <a:lnTo>
                  <a:pt x="2098" y="3380"/>
                </a:lnTo>
                <a:lnTo>
                  <a:pt x="2009" y="3404"/>
                </a:lnTo>
                <a:lnTo>
                  <a:pt x="1922" y="3433"/>
                </a:lnTo>
                <a:lnTo>
                  <a:pt x="1835" y="3469"/>
                </a:lnTo>
                <a:lnTo>
                  <a:pt x="1754" y="3504"/>
                </a:lnTo>
                <a:lnTo>
                  <a:pt x="1679" y="3542"/>
                </a:lnTo>
                <a:lnTo>
                  <a:pt x="1604" y="3582"/>
                </a:lnTo>
                <a:lnTo>
                  <a:pt x="1532" y="3627"/>
                </a:lnTo>
                <a:lnTo>
                  <a:pt x="1462" y="3677"/>
                </a:lnTo>
                <a:lnTo>
                  <a:pt x="1399" y="3733"/>
                </a:lnTo>
                <a:lnTo>
                  <a:pt x="1337" y="3793"/>
                </a:lnTo>
                <a:lnTo>
                  <a:pt x="1275" y="3861"/>
                </a:lnTo>
                <a:lnTo>
                  <a:pt x="1213" y="3935"/>
                </a:lnTo>
                <a:lnTo>
                  <a:pt x="1200" y="3951"/>
                </a:lnTo>
                <a:lnTo>
                  <a:pt x="1184" y="3972"/>
                </a:lnTo>
                <a:lnTo>
                  <a:pt x="1167" y="3995"/>
                </a:lnTo>
                <a:lnTo>
                  <a:pt x="1153" y="4022"/>
                </a:lnTo>
                <a:lnTo>
                  <a:pt x="1134" y="4061"/>
                </a:lnTo>
                <a:lnTo>
                  <a:pt x="1117" y="4103"/>
                </a:lnTo>
                <a:lnTo>
                  <a:pt x="1109" y="4240"/>
                </a:lnTo>
                <a:lnTo>
                  <a:pt x="1109" y="4246"/>
                </a:lnTo>
                <a:lnTo>
                  <a:pt x="1110" y="4250"/>
                </a:lnTo>
                <a:lnTo>
                  <a:pt x="1110" y="4255"/>
                </a:lnTo>
                <a:lnTo>
                  <a:pt x="1111" y="4293"/>
                </a:lnTo>
                <a:lnTo>
                  <a:pt x="1114" y="4342"/>
                </a:lnTo>
                <a:lnTo>
                  <a:pt x="1117" y="4395"/>
                </a:lnTo>
                <a:lnTo>
                  <a:pt x="1122" y="4452"/>
                </a:lnTo>
                <a:lnTo>
                  <a:pt x="1125" y="4511"/>
                </a:lnTo>
                <a:lnTo>
                  <a:pt x="1128" y="4569"/>
                </a:lnTo>
                <a:lnTo>
                  <a:pt x="1132" y="4625"/>
                </a:lnTo>
                <a:lnTo>
                  <a:pt x="1139" y="4746"/>
                </a:lnTo>
                <a:lnTo>
                  <a:pt x="1147" y="4865"/>
                </a:lnTo>
                <a:lnTo>
                  <a:pt x="1106" y="4865"/>
                </a:lnTo>
                <a:lnTo>
                  <a:pt x="1106" y="4855"/>
                </a:lnTo>
                <a:lnTo>
                  <a:pt x="1100" y="4777"/>
                </a:lnTo>
                <a:lnTo>
                  <a:pt x="1091" y="4626"/>
                </a:lnTo>
                <a:lnTo>
                  <a:pt x="1086" y="4548"/>
                </a:lnTo>
                <a:lnTo>
                  <a:pt x="1079" y="4465"/>
                </a:lnTo>
                <a:lnTo>
                  <a:pt x="1072" y="4377"/>
                </a:lnTo>
                <a:lnTo>
                  <a:pt x="1066" y="4287"/>
                </a:lnTo>
                <a:lnTo>
                  <a:pt x="1060" y="4199"/>
                </a:lnTo>
                <a:lnTo>
                  <a:pt x="1055" y="4116"/>
                </a:lnTo>
                <a:lnTo>
                  <a:pt x="1054" y="4070"/>
                </a:lnTo>
                <a:lnTo>
                  <a:pt x="1052" y="4032"/>
                </a:lnTo>
                <a:lnTo>
                  <a:pt x="1051" y="3998"/>
                </a:lnTo>
                <a:lnTo>
                  <a:pt x="1048" y="3939"/>
                </a:lnTo>
                <a:lnTo>
                  <a:pt x="1047" y="3908"/>
                </a:lnTo>
                <a:lnTo>
                  <a:pt x="1045" y="3876"/>
                </a:lnTo>
                <a:lnTo>
                  <a:pt x="1044" y="3836"/>
                </a:lnTo>
                <a:lnTo>
                  <a:pt x="1044" y="3737"/>
                </a:lnTo>
                <a:lnTo>
                  <a:pt x="1045" y="3677"/>
                </a:lnTo>
                <a:lnTo>
                  <a:pt x="1045" y="3610"/>
                </a:lnTo>
                <a:lnTo>
                  <a:pt x="1047" y="3540"/>
                </a:lnTo>
                <a:lnTo>
                  <a:pt x="1050" y="3467"/>
                </a:lnTo>
                <a:lnTo>
                  <a:pt x="1039" y="3444"/>
                </a:lnTo>
                <a:lnTo>
                  <a:pt x="1026" y="3425"/>
                </a:lnTo>
                <a:lnTo>
                  <a:pt x="1011" y="3404"/>
                </a:lnTo>
                <a:lnTo>
                  <a:pt x="995" y="3388"/>
                </a:lnTo>
                <a:lnTo>
                  <a:pt x="973" y="3371"/>
                </a:lnTo>
                <a:lnTo>
                  <a:pt x="946" y="3357"/>
                </a:lnTo>
                <a:lnTo>
                  <a:pt x="918" y="3343"/>
                </a:lnTo>
                <a:lnTo>
                  <a:pt x="889" y="3330"/>
                </a:lnTo>
                <a:lnTo>
                  <a:pt x="861" y="3318"/>
                </a:lnTo>
                <a:lnTo>
                  <a:pt x="834" y="3305"/>
                </a:lnTo>
                <a:lnTo>
                  <a:pt x="814" y="3292"/>
                </a:lnTo>
                <a:lnTo>
                  <a:pt x="789" y="3271"/>
                </a:lnTo>
                <a:lnTo>
                  <a:pt x="767" y="3252"/>
                </a:lnTo>
                <a:lnTo>
                  <a:pt x="746" y="3236"/>
                </a:lnTo>
                <a:lnTo>
                  <a:pt x="744" y="3364"/>
                </a:lnTo>
                <a:lnTo>
                  <a:pt x="743" y="3491"/>
                </a:lnTo>
                <a:lnTo>
                  <a:pt x="739" y="3768"/>
                </a:lnTo>
                <a:lnTo>
                  <a:pt x="739" y="3818"/>
                </a:lnTo>
                <a:lnTo>
                  <a:pt x="740" y="3851"/>
                </a:lnTo>
                <a:lnTo>
                  <a:pt x="740" y="3918"/>
                </a:lnTo>
                <a:lnTo>
                  <a:pt x="741" y="3951"/>
                </a:lnTo>
                <a:lnTo>
                  <a:pt x="741" y="4007"/>
                </a:lnTo>
                <a:lnTo>
                  <a:pt x="743" y="4029"/>
                </a:lnTo>
                <a:lnTo>
                  <a:pt x="743" y="4051"/>
                </a:lnTo>
                <a:lnTo>
                  <a:pt x="746" y="4061"/>
                </a:lnTo>
                <a:lnTo>
                  <a:pt x="747" y="4079"/>
                </a:lnTo>
                <a:lnTo>
                  <a:pt x="752" y="4100"/>
                </a:lnTo>
                <a:lnTo>
                  <a:pt x="756" y="4123"/>
                </a:lnTo>
                <a:lnTo>
                  <a:pt x="765" y="4174"/>
                </a:lnTo>
                <a:lnTo>
                  <a:pt x="781" y="4249"/>
                </a:lnTo>
                <a:lnTo>
                  <a:pt x="814" y="4402"/>
                </a:lnTo>
                <a:lnTo>
                  <a:pt x="828" y="4476"/>
                </a:lnTo>
                <a:lnTo>
                  <a:pt x="842" y="4544"/>
                </a:lnTo>
                <a:lnTo>
                  <a:pt x="862" y="4645"/>
                </a:lnTo>
                <a:lnTo>
                  <a:pt x="881" y="4751"/>
                </a:lnTo>
                <a:lnTo>
                  <a:pt x="902" y="4862"/>
                </a:lnTo>
                <a:lnTo>
                  <a:pt x="862" y="4862"/>
                </a:lnTo>
                <a:lnTo>
                  <a:pt x="856" y="4830"/>
                </a:lnTo>
                <a:lnTo>
                  <a:pt x="849" y="4791"/>
                </a:lnTo>
                <a:lnTo>
                  <a:pt x="840" y="4747"/>
                </a:lnTo>
                <a:lnTo>
                  <a:pt x="830" y="4698"/>
                </a:lnTo>
                <a:lnTo>
                  <a:pt x="820" y="4645"/>
                </a:lnTo>
                <a:lnTo>
                  <a:pt x="809" y="4591"/>
                </a:lnTo>
                <a:lnTo>
                  <a:pt x="797" y="4533"/>
                </a:lnTo>
                <a:lnTo>
                  <a:pt x="787" y="4476"/>
                </a:lnTo>
                <a:lnTo>
                  <a:pt x="775" y="4418"/>
                </a:lnTo>
                <a:lnTo>
                  <a:pt x="765" y="4361"/>
                </a:lnTo>
                <a:lnTo>
                  <a:pt x="753" y="4306"/>
                </a:lnTo>
                <a:lnTo>
                  <a:pt x="743" y="4255"/>
                </a:lnTo>
                <a:lnTo>
                  <a:pt x="734" y="4207"/>
                </a:lnTo>
                <a:lnTo>
                  <a:pt x="727" y="4165"/>
                </a:lnTo>
                <a:lnTo>
                  <a:pt x="719" y="4128"/>
                </a:lnTo>
                <a:lnTo>
                  <a:pt x="713" y="4097"/>
                </a:lnTo>
                <a:lnTo>
                  <a:pt x="706" y="4060"/>
                </a:lnTo>
                <a:lnTo>
                  <a:pt x="693" y="4045"/>
                </a:lnTo>
                <a:lnTo>
                  <a:pt x="675" y="4028"/>
                </a:lnTo>
                <a:lnTo>
                  <a:pt x="657" y="4008"/>
                </a:lnTo>
                <a:lnTo>
                  <a:pt x="638" y="3989"/>
                </a:lnTo>
                <a:lnTo>
                  <a:pt x="621" y="3970"/>
                </a:lnTo>
                <a:lnTo>
                  <a:pt x="604" y="3954"/>
                </a:lnTo>
                <a:lnTo>
                  <a:pt x="590" y="3941"/>
                </a:lnTo>
                <a:lnTo>
                  <a:pt x="581" y="3930"/>
                </a:lnTo>
                <a:lnTo>
                  <a:pt x="541" y="3890"/>
                </a:lnTo>
                <a:lnTo>
                  <a:pt x="529" y="3882"/>
                </a:lnTo>
                <a:lnTo>
                  <a:pt x="485" y="3864"/>
                </a:lnTo>
                <a:lnTo>
                  <a:pt x="448" y="3851"/>
                </a:lnTo>
                <a:lnTo>
                  <a:pt x="411" y="3836"/>
                </a:lnTo>
                <a:lnTo>
                  <a:pt x="339" y="3809"/>
                </a:lnTo>
                <a:lnTo>
                  <a:pt x="268" y="3783"/>
                </a:lnTo>
                <a:lnTo>
                  <a:pt x="254" y="3777"/>
                </a:lnTo>
                <a:lnTo>
                  <a:pt x="221" y="3765"/>
                </a:lnTo>
                <a:lnTo>
                  <a:pt x="205" y="3764"/>
                </a:lnTo>
                <a:lnTo>
                  <a:pt x="193" y="3765"/>
                </a:lnTo>
                <a:lnTo>
                  <a:pt x="167" y="3777"/>
                </a:lnTo>
                <a:lnTo>
                  <a:pt x="155" y="3781"/>
                </a:lnTo>
                <a:lnTo>
                  <a:pt x="134" y="3784"/>
                </a:lnTo>
                <a:lnTo>
                  <a:pt x="115" y="3783"/>
                </a:lnTo>
                <a:lnTo>
                  <a:pt x="96" y="3777"/>
                </a:lnTo>
                <a:lnTo>
                  <a:pt x="80" y="3768"/>
                </a:lnTo>
                <a:lnTo>
                  <a:pt x="66" y="3753"/>
                </a:lnTo>
                <a:lnTo>
                  <a:pt x="57" y="3736"/>
                </a:lnTo>
                <a:lnTo>
                  <a:pt x="56" y="3721"/>
                </a:lnTo>
                <a:lnTo>
                  <a:pt x="55" y="3705"/>
                </a:lnTo>
                <a:lnTo>
                  <a:pt x="55" y="3699"/>
                </a:lnTo>
                <a:lnTo>
                  <a:pt x="56" y="3690"/>
                </a:lnTo>
                <a:lnTo>
                  <a:pt x="60" y="3683"/>
                </a:lnTo>
                <a:lnTo>
                  <a:pt x="63" y="3678"/>
                </a:lnTo>
                <a:lnTo>
                  <a:pt x="68" y="3675"/>
                </a:lnTo>
                <a:lnTo>
                  <a:pt x="72" y="3671"/>
                </a:lnTo>
                <a:lnTo>
                  <a:pt x="77" y="3668"/>
                </a:lnTo>
                <a:lnTo>
                  <a:pt x="81" y="3663"/>
                </a:lnTo>
                <a:lnTo>
                  <a:pt x="97" y="3652"/>
                </a:lnTo>
                <a:lnTo>
                  <a:pt x="115" y="3646"/>
                </a:lnTo>
                <a:lnTo>
                  <a:pt x="134" y="3646"/>
                </a:lnTo>
                <a:lnTo>
                  <a:pt x="152" y="3650"/>
                </a:lnTo>
                <a:lnTo>
                  <a:pt x="168" y="3660"/>
                </a:lnTo>
                <a:lnTo>
                  <a:pt x="181" y="3675"/>
                </a:lnTo>
                <a:lnTo>
                  <a:pt x="189" y="3688"/>
                </a:lnTo>
                <a:lnTo>
                  <a:pt x="195" y="3702"/>
                </a:lnTo>
                <a:lnTo>
                  <a:pt x="202" y="3715"/>
                </a:lnTo>
                <a:lnTo>
                  <a:pt x="211" y="3725"/>
                </a:lnTo>
                <a:lnTo>
                  <a:pt x="237" y="3742"/>
                </a:lnTo>
                <a:lnTo>
                  <a:pt x="264" y="3755"/>
                </a:lnTo>
                <a:lnTo>
                  <a:pt x="326" y="3783"/>
                </a:lnTo>
                <a:lnTo>
                  <a:pt x="389" y="3809"/>
                </a:lnTo>
                <a:lnTo>
                  <a:pt x="460" y="3834"/>
                </a:lnTo>
                <a:lnTo>
                  <a:pt x="483" y="3843"/>
                </a:lnTo>
                <a:lnTo>
                  <a:pt x="507" y="3846"/>
                </a:lnTo>
                <a:lnTo>
                  <a:pt x="513" y="3842"/>
                </a:lnTo>
                <a:lnTo>
                  <a:pt x="517" y="3833"/>
                </a:lnTo>
                <a:lnTo>
                  <a:pt x="520" y="3820"/>
                </a:lnTo>
                <a:lnTo>
                  <a:pt x="522" y="3802"/>
                </a:lnTo>
                <a:lnTo>
                  <a:pt x="522" y="3784"/>
                </a:lnTo>
                <a:lnTo>
                  <a:pt x="523" y="3765"/>
                </a:lnTo>
                <a:lnTo>
                  <a:pt x="525" y="3712"/>
                </a:lnTo>
                <a:lnTo>
                  <a:pt x="525" y="3657"/>
                </a:lnTo>
                <a:lnTo>
                  <a:pt x="523" y="3604"/>
                </a:lnTo>
                <a:lnTo>
                  <a:pt x="523" y="3573"/>
                </a:lnTo>
                <a:lnTo>
                  <a:pt x="520" y="3541"/>
                </a:lnTo>
                <a:lnTo>
                  <a:pt x="519" y="3537"/>
                </a:lnTo>
                <a:lnTo>
                  <a:pt x="507" y="3525"/>
                </a:lnTo>
                <a:lnTo>
                  <a:pt x="504" y="3520"/>
                </a:lnTo>
                <a:lnTo>
                  <a:pt x="503" y="3516"/>
                </a:lnTo>
                <a:lnTo>
                  <a:pt x="503" y="3509"/>
                </a:lnTo>
                <a:lnTo>
                  <a:pt x="501" y="3504"/>
                </a:lnTo>
                <a:lnTo>
                  <a:pt x="483" y="3486"/>
                </a:lnTo>
                <a:lnTo>
                  <a:pt x="473" y="3478"/>
                </a:lnTo>
                <a:lnTo>
                  <a:pt x="466" y="3467"/>
                </a:lnTo>
                <a:lnTo>
                  <a:pt x="461" y="3453"/>
                </a:lnTo>
                <a:lnTo>
                  <a:pt x="458" y="3436"/>
                </a:lnTo>
                <a:lnTo>
                  <a:pt x="458" y="3420"/>
                </a:lnTo>
                <a:lnTo>
                  <a:pt x="461" y="3404"/>
                </a:lnTo>
                <a:lnTo>
                  <a:pt x="467" y="3388"/>
                </a:lnTo>
                <a:lnTo>
                  <a:pt x="475" y="3371"/>
                </a:lnTo>
                <a:lnTo>
                  <a:pt x="485" y="3358"/>
                </a:lnTo>
                <a:lnTo>
                  <a:pt x="491" y="3354"/>
                </a:lnTo>
                <a:lnTo>
                  <a:pt x="498" y="3348"/>
                </a:lnTo>
                <a:lnTo>
                  <a:pt x="519" y="3333"/>
                </a:lnTo>
                <a:lnTo>
                  <a:pt x="540" y="3323"/>
                </a:lnTo>
                <a:lnTo>
                  <a:pt x="547" y="3321"/>
                </a:lnTo>
                <a:lnTo>
                  <a:pt x="550" y="3323"/>
                </a:lnTo>
                <a:lnTo>
                  <a:pt x="556" y="3332"/>
                </a:lnTo>
                <a:lnTo>
                  <a:pt x="565" y="3339"/>
                </a:lnTo>
                <a:lnTo>
                  <a:pt x="576" y="3343"/>
                </a:lnTo>
                <a:lnTo>
                  <a:pt x="585" y="3349"/>
                </a:lnTo>
                <a:lnTo>
                  <a:pt x="603" y="3366"/>
                </a:lnTo>
                <a:lnTo>
                  <a:pt x="616" y="3383"/>
                </a:lnTo>
                <a:lnTo>
                  <a:pt x="624" y="3402"/>
                </a:lnTo>
                <a:lnTo>
                  <a:pt x="626" y="3425"/>
                </a:lnTo>
                <a:lnTo>
                  <a:pt x="622" y="3448"/>
                </a:lnTo>
                <a:lnTo>
                  <a:pt x="615" y="3467"/>
                </a:lnTo>
                <a:lnTo>
                  <a:pt x="604" y="3485"/>
                </a:lnTo>
                <a:lnTo>
                  <a:pt x="588" y="3498"/>
                </a:lnTo>
                <a:lnTo>
                  <a:pt x="575" y="3506"/>
                </a:lnTo>
                <a:lnTo>
                  <a:pt x="565" y="3513"/>
                </a:lnTo>
                <a:lnTo>
                  <a:pt x="556" y="3525"/>
                </a:lnTo>
                <a:lnTo>
                  <a:pt x="548" y="3541"/>
                </a:lnTo>
                <a:lnTo>
                  <a:pt x="545" y="3560"/>
                </a:lnTo>
                <a:lnTo>
                  <a:pt x="545" y="3599"/>
                </a:lnTo>
                <a:lnTo>
                  <a:pt x="544" y="3634"/>
                </a:lnTo>
                <a:lnTo>
                  <a:pt x="544" y="3671"/>
                </a:lnTo>
                <a:lnTo>
                  <a:pt x="541" y="3739"/>
                </a:lnTo>
                <a:lnTo>
                  <a:pt x="541" y="3806"/>
                </a:lnTo>
                <a:lnTo>
                  <a:pt x="544" y="3834"/>
                </a:lnTo>
                <a:lnTo>
                  <a:pt x="550" y="3859"/>
                </a:lnTo>
                <a:lnTo>
                  <a:pt x="563" y="3882"/>
                </a:lnTo>
                <a:lnTo>
                  <a:pt x="582" y="3902"/>
                </a:lnTo>
                <a:lnTo>
                  <a:pt x="637" y="3957"/>
                </a:lnTo>
                <a:lnTo>
                  <a:pt x="654" y="3973"/>
                </a:lnTo>
                <a:lnTo>
                  <a:pt x="672" y="3991"/>
                </a:lnTo>
                <a:lnTo>
                  <a:pt x="690" y="4007"/>
                </a:lnTo>
                <a:lnTo>
                  <a:pt x="705" y="4020"/>
                </a:lnTo>
                <a:lnTo>
                  <a:pt x="703" y="3983"/>
                </a:lnTo>
                <a:lnTo>
                  <a:pt x="703" y="3890"/>
                </a:lnTo>
                <a:lnTo>
                  <a:pt x="705" y="3843"/>
                </a:lnTo>
                <a:lnTo>
                  <a:pt x="706" y="3799"/>
                </a:lnTo>
                <a:lnTo>
                  <a:pt x="706" y="3647"/>
                </a:lnTo>
                <a:lnTo>
                  <a:pt x="712" y="3397"/>
                </a:lnTo>
                <a:lnTo>
                  <a:pt x="716" y="3209"/>
                </a:lnTo>
                <a:lnTo>
                  <a:pt x="694" y="3186"/>
                </a:lnTo>
                <a:lnTo>
                  <a:pt x="675" y="3165"/>
                </a:lnTo>
                <a:lnTo>
                  <a:pt x="660" y="3144"/>
                </a:lnTo>
                <a:lnTo>
                  <a:pt x="644" y="3125"/>
                </a:lnTo>
                <a:lnTo>
                  <a:pt x="629" y="3106"/>
                </a:lnTo>
                <a:lnTo>
                  <a:pt x="610" y="3084"/>
                </a:lnTo>
                <a:lnTo>
                  <a:pt x="588" y="3060"/>
                </a:lnTo>
                <a:lnTo>
                  <a:pt x="562" y="3038"/>
                </a:lnTo>
                <a:lnTo>
                  <a:pt x="534" y="3021"/>
                </a:lnTo>
                <a:lnTo>
                  <a:pt x="506" y="3009"/>
                </a:lnTo>
                <a:lnTo>
                  <a:pt x="476" y="2998"/>
                </a:lnTo>
                <a:lnTo>
                  <a:pt x="476" y="2995"/>
                </a:lnTo>
                <a:lnTo>
                  <a:pt x="483" y="2990"/>
                </a:lnTo>
                <a:lnTo>
                  <a:pt x="495" y="2984"/>
                </a:lnTo>
                <a:lnTo>
                  <a:pt x="514" y="2975"/>
                </a:lnTo>
                <a:lnTo>
                  <a:pt x="537" y="2966"/>
                </a:lnTo>
                <a:lnTo>
                  <a:pt x="563" y="2957"/>
                </a:lnTo>
                <a:lnTo>
                  <a:pt x="593" y="2950"/>
                </a:lnTo>
                <a:lnTo>
                  <a:pt x="625" y="2944"/>
                </a:lnTo>
                <a:lnTo>
                  <a:pt x="660" y="2941"/>
                </a:lnTo>
                <a:lnTo>
                  <a:pt x="696" y="2939"/>
                </a:lnTo>
                <a:lnTo>
                  <a:pt x="733" y="2944"/>
                </a:lnTo>
                <a:lnTo>
                  <a:pt x="734" y="2931"/>
                </a:lnTo>
                <a:lnTo>
                  <a:pt x="736" y="2914"/>
                </a:lnTo>
                <a:lnTo>
                  <a:pt x="736" y="2858"/>
                </a:lnTo>
                <a:lnTo>
                  <a:pt x="744" y="2721"/>
                </a:lnTo>
                <a:lnTo>
                  <a:pt x="750" y="2600"/>
                </a:lnTo>
                <a:lnTo>
                  <a:pt x="755" y="2540"/>
                </a:lnTo>
                <a:lnTo>
                  <a:pt x="761" y="2479"/>
                </a:lnTo>
                <a:lnTo>
                  <a:pt x="753" y="2472"/>
                </a:lnTo>
                <a:lnTo>
                  <a:pt x="741" y="2462"/>
                </a:lnTo>
                <a:lnTo>
                  <a:pt x="725" y="2447"/>
                </a:lnTo>
                <a:lnTo>
                  <a:pt x="706" y="2431"/>
                </a:lnTo>
                <a:lnTo>
                  <a:pt x="685" y="2416"/>
                </a:lnTo>
                <a:lnTo>
                  <a:pt x="665" y="2398"/>
                </a:lnTo>
                <a:lnTo>
                  <a:pt x="643" y="2382"/>
                </a:lnTo>
                <a:lnTo>
                  <a:pt x="624" y="2366"/>
                </a:lnTo>
                <a:lnTo>
                  <a:pt x="606" y="2353"/>
                </a:lnTo>
                <a:lnTo>
                  <a:pt x="593" y="2341"/>
                </a:lnTo>
                <a:lnTo>
                  <a:pt x="582" y="2333"/>
                </a:lnTo>
                <a:lnTo>
                  <a:pt x="578" y="2331"/>
                </a:lnTo>
                <a:lnTo>
                  <a:pt x="554" y="2316"/>
                </a:lnTo>
                <a:lnTo>
                  <a:pt x="531" y="2307"/>
                </a:lnTo>
                <a:lnTo>
                  <a:pt x="504" y="2304"/>
                </a:lnTo>
                <a:lnTo>
                  <a:pt x="476" y="2305"/>
                </a:lnTo>
                <a:lnTo>
                  <a:pt x="408" y="2317"/>
                </a:lnTo>
                <a:lnTo>
                  <a:pt x="342" y="2332"/>
                </a:lnTo>
                <a:lnTo>
                  <a:pt x="307" y="2339"/>
                </a:lnTo>
                <a:lnTo>
                  <a:pt x="273" y="2347"/>
                </a:lnTo>
                <a:lnTo>
                  <a:pt x="255" y="2351"/>
                </a:lnTo>
                <a:lnTo>
                  <a:pt x="234" y="2354"/>
                </a:lnTo>
                <a:lnTo>
                  <a:pt x="217" y="2360"/>
                </a:lnTo>
                <a:lnTo>
                  <a:pt x="200" y="2369"/>
                </a:lnTo>
                <a:lnTo>
                  <a:pt x="193" y="2378"/>
                </a:lnTo>
                <a:lnTo>
                  <a:pt x="189" y="2387"/>
                </a:lnTo>
                <a:lnTo>
                  <a:pt x="186" y="2395"/>
                </a:lnTo>
                <a:lnTo>
                  <a:pt x="181" y="2406"/>
                </a:lnTo>
                <a:lnTo>
                  <a:pt x="171" y="2423"/>
                </a:lnTo>
                <a:lnTo>
                  <a:pt x="156" y="2437"/>
                </a:lnTo>
                <a:lnTo>
                  <a:pt x="139" y="2448"/>
                </a:lnTo>
                <a:lnTo>
                  <a:pt x="116" y="2457"/>
                </a:lnTo>
                <a:lnTo>
                  <a:pt x="94" y="2459"/>
                </a:lnTo>
                <a:lnTo>
                  <a:pt x="72" y="2454"/>
                </a:lnTo>
                <a:lnTo>
                  <a:pt x="53" y="2444"/>
                </a:lnTo>
                <a:lnTo>
                  <a:pt x="34" y="2429"/>
                </a:lnTo>
                <a:lnTo>
                  <a:pt x="28" y="2420"/>
                </a:lnTo>
                <a:lnTo>
                  <a:pt x="21" y="2412"/>
                </a:lnTo>
                <a:lnTo>
                  <a:pt x="13" y="2404"/>
                </a:lnTo>
                <a:lnTo>
                  <a:pt x="3" y="2400"/>
                </a:lnTo>
                <a:lnTo>
                  <a:pt x="0" y="2397"/>
                </a:lnTo>
                <a:lnTo>
                  <a:pt x="0" y="2390"/>
                </a:lnTo>
                <a:lnTo>
                  <a:pt x="3" y="2379"/>
                </a:lnTo>
                <a:lnTo>
                  <a:pt x="12" y="2356"/>
                </a:lnTo>
                <a:lnTo>
                  <a:pt x="25" y="2329"/>
                </a:lnTo>
                <a:lnTo>
                  <a:pt x="35" y="2317"/>
                </a:lnTo>
                <a:lnTo>
                  <a:pt x="50" y="2307"/>
                </a:lnTo>
                <a:lnTo>
                  <a:pt x="66" y="2298"/>
                </a:lnTo>
                <a:lnTo>
                  <a:pt x="85" y="2292"/>
                </a:lnTo>
                <a:lnTo>
                  <a:pt x="108" y="2289"/>
                </a:lnTo>
                <a:lnTo>
                  <a:pt x="130" y="2291"/>
                </a:lnTo>
                <a:lnTo>
                  <a:pt x="142" y="2297"/>
                </a:lnTo>
                <a:lnTo>
                  <a:pt x="152" y="2304"/>
                </a:lnTo>
                <a:lnTo>
                  <a:pt x="162" y="2313"/>
                </a:lnTo>
                <a:lnTo>
                  <a:pt x="172" y="2319"/>
                </a:lnTo>
                <a:lnTo>
                  <a:pt x="177" y="2320"/>
                </a:lnTo>
                <a:lnTo>
                  <a:pt x="189" y="2320"/>
                </a:lnTo>
                <a:lnTo>
                  <a:pt x="193" y="2322"/>
                </a:lnTo>
                <a:lnTo>
                  <a:pt x="196" y="2323"/>
                </a:lnTo>
                <a:lnTo>
                  <a:pt x="199" y="2326"/>
                </a:lnTo>
                <a:lnTo>
                  <a:pt x="202" y="2328"/>
                </a:lnTo>
                <a:lnTo>
                  <a:pt x="203" y="2331"/>
                </a:lnTo>
                <a:lnTo>
                  <a:pt x="206" y="2332"/>
                </a:lnTo>
                <a:lnTo>
                  <a:pt x="211" y="2332"/>
                </a:lnTo>
                <a:lnTo>
                  <a:pt x="242" y="2329"/>
                </a:lnTo>
                <a:lnTo>
                  <a:pt x="274" y="2325"/>
                </a:lnTo>
                <a:lnTo>
                  <a:pt x="327" y="2316"/>
                </a:lnTo>
                <a:lnTo>
                  <a:pt x="382" y="2307"/>
                </a:lnTo>
                <a:lnTo>
                  <a:pt x="432" y="2295"/>
                </a:lnTo>
                <a:lnTo>
                  <a:pt x="451" y="2291"/>
                </a:lnTo>
                <a:lnTo>
                  <a:pt x="469" y="2288"/>
                </a:lnTo>
                <a:lnTo>
                  <a:pt x="485" y="2283"/>
                </a:lnTo>
                <a:lnTo>
                  <a:pt x="498" y="2279"/>
                </a:lnTo>
                <a:lnTo>
                  <a:pt x="507" y="2273"/>
                </a:lnTo>
                <a:lnTo>
                  <a:pt x="509" y="2266"/>
                </a:lnTo>
                <a:lnTo>
                  <a:pt x="504" y="2251"/>
                </a:lnTo>
                <a:lnTo>
                  <a:pt x="489" y="2221"/>
                </a:lnTo>
                <a:lnTo>
                  <a:pt x="472" y="2189"/>
                </a:lnTo>
                <a:lnTo>
                  <a:pt x="453" y="2157"/>
                </a:lnTo>
                <a:lnTo>
                  <a:pt x="417" y="2102"/>
                </a:lnTo>
                <a:lnTo>
                  <a:pt x="380" y="2047"/>
                </a:lnTo>
                <a:lnTo>
                  <a:pt x="317" y="2030"/>
                </a:lnTo>
                <a:lnTo>
                  <a:pt x="254" y="2014"/>
                </a:lnTo>
                <a:lnTo>
                  <a:pt x="236" y="2009"/>
                </a:lnTo>
                <a:lnTo>
                  <a:pt x="215" y="2003"/>
                </a:lnTo>
                <a:lnTo>
                  <a:pt x="193" y="1999"/>
                </a:lnTo>
                <a:lnTo>
                  <a:pt x="171" y="1996"/>
                </a:lnTo>
                <a:lnTo>
                  <a:pt x="150" y="1999"/>
                </a:lnTo>
                <a:lnTo>
                  <a:pt x="131" y="2006"/>
                </a:lnTo>
                <a:lnTo>
                  <a:pt x="109" y="2016"/>
                </a:lnTo>
                <a:lnTo>
                  <a:pt x="85" y="2021"/>
                </a:lnTo>
                <a:lnTo>
                  <a:pt x="62" y="2019"/>
                </a:lnTo>
                <a:lnTo>
                  <a:pt x="40" y="2014"/>
                </a:lnTo>
                <a:lnTo>
                  <a:pt x="22" y="2002"/>
                </a:lnTo>
                <a:lnTo>
                  <a:pt x="12" y="1987"/>
                </a:lnTo>
                <a:lnTo>
                  <a:pt x="7" y="1966"/>
                </a:lnTo>
                <a:lnTo>
                  <a:pt x="6" y="1946"/>
                </a:lnTo>
                <a:lnTo>
                  <a:pt x="12" y="1924"/>
                </a:lnTo>
                <a:lnTo>
                  <a:pt x="21" y="1904"/>
                </a:lnTo>
                <a:lnTo>
                  <a:pt x="35" y="1888"/>
                </a:lnTo>
                <a:lnTo>
                  <a:pt x="56" y="1878"/>
                </a:lnTo>
                <a:lnTo>
                  <a:pt x="80" y="1873"/>
                </a:lnTo>
                <a:lnTo>
                  <a:pt x="105" y="1876"/>
                </a:lnTo>
                <a:lnTo>
                  <a:pt x="127" y="1884"/>
                </a:lnTo>
                <a:lnTo>
                  <a:pt x="144" y="1896"/>
                </a:lnTo>
                <a:lnTo>
                  <a:pt x="155" y="1907"/>
                </a:lnTo>
                <a:lnTo>
                  <a:pt x="172" y="1947"/>
                </a:lnTo>
                <a:lnTo>
                  <a:pt x="183" y="1960"/>
                </a:lnTo>
                <a:lnTo>
                  <a:pt x="196" y="1969"/>
                </a:lnTo>
                <a:lnTo>
                  <a:pt x="211" y="1975"/>
                </a:lnTo>
                <a:lnTo>
                  <a:pt x="227" y="1981"/>
                </a:lnTo>
                <a:lnTo>
                  <a:pt x="295" y="2003"/>
                </a:lnTo>
                <a:lnTo>
                  <a:pt x="363" y="2024"/>
                </a:lnTo>
                <a:lnTo>
                  <a:pt x="351" y="2009"/>
                </a:lnTo>
                <a:lnTo>
                  <a:pt x="338" y="1996"/>
                </a:lnTo>
                <a:lnTo>
                  <a:pt x="326" y="1988"/>
                </a:lnTo>
                <a:lnTo>
                  <a:pt x="313" y="1983"/>
                </a:lnTo>
                <a:lnTo>
                  <a:pt x="298" y="1980"/>
                </a:lnTo>
                <a:lnTo>
                  <a:pt x="284" y="1974"/>
                </a:lnTo>
                <a:lnTo>
                  <a:pt x="267" y="1963"/>
                </a:lnTo>
                <a:lnTo>
                  <a:pt x="254" y="1950"/>
                </a:lnTo>
                <a:lnTo>
                  <a:pt x="246" y="1934"/>
                </a:lnTo>
                <a:lnTo>
                  <a:pt x="243" y="1916"/>
                </a:lnTo>
                <a:lnTo>
                  <a:pt x="245" y="1897"/>
                </a:lnTo>
                <a:lnTo>
                  <a:pt x="254" y="1878"/>
                </a:lnTo>
                <a:lnTo>
                  <a:pt x="258" y="1872"/>
                </a:lnTo>
                <a:lnTo>
                  <a:pt x="267" y="1857"/>
                </a:lnTo>
                <a:lnTo>
                  <a:pt x="270" y="1854"/>
                </a:lnTo>
                <a:lnTo>
                  <a:pt x="277" y="1850"/>
                </a:lnTo>
                <a:lnTo>
                  <a:pt x="284" y="1847"/>
                </a:lnTo>
                <a:lnTo>
                  <a:pt x="290" y="1845"/>
                </a:lnTo>
                <a:lnTo>
                  <a:pt x="305" y="1844"/>
                </a:lnTo>
                <a:lnTo>
                  <a:pt x="321" y="1843"/>
                </a:lnTo>
                <a:lnTo>
                  <a:pt x="342" y="1848"/>
                </a:lnTo>
                <a:lnTo>
                  <a:pt x="357" y="1859"/>
                </a:lnTo>
                <a:lnTo>
                  <a:pt x="370" y="1872"/>
                </a:lnTo>
                <a:lnTo>
                  <a:pt x="377" y="1890"/>
                </a:lnTo>
                <a:lnTo>
                  <a:pt x="382" y="1909"/>
                </a:lnTo>
                <a:lnTo>
                  <a:pt x="383" y="1929"/>
                </a:lnTo>
                <a:lnTo>
                  <a:pt x="380" y="1947"/>
                </a:lnTo>
                <a:lnTo>
                  <a:pt x="376" y="1966"/>
                </a:lnTo>
                <a:lnTo>
                  <a:pt x="374" y="1984"/>
                </a:lnTo>
                <a:lnTo>
                  <a:pt x="382" y="2002"/>
                </a:lnTo>
                <a:lnTo>
                  <a:pt x="391" y="2018"/>
                </a:lnTo>
                <a:lnTo>
                  <a:pt x="401" y="2036"/>
                </a:lnTo>
                <a:lnTo>
                  <a:pt x="461" y="2050"/>
                </a:lnTo>
                <a:lnTo>
                  <a:pt x="519" y="2068"/>
                </a:lnTo>
                <a:lnTo>
                  <a:pt x="523" y="2070"/>
                </a:lnTo>
                <a:lnTo>
                  <a:pt x="532" y="2071"/>
                </a:lnTo>
                <a:lnTo>
                  <a:pt x="542" y="2073"/>
                </a:lnTo>
                <a:lnTo>
                  <a:pt x="551" y="2073"/>
                </a:lnTo>
                <a:lnTo>
                  <a:pt x="559" y="2071"/>
                </a:lnTo>
                <a:lnTo>
                  <a:pt x="559" y="2068"/>
                </a:lnTo>
                <a:lnTo>
                  <a:pt x="520" y="2012"/>
                </a:lnTo>
                <a:lnTo>
                  <a:pt x="481" y="1950"/>
                </a:lnTo>
                <a:lnTo>
                  <a:pt x="436" y="1888"/>
                </a:lnTo>
                <a:lnTo>
                  <a:pt x="430" y="1878"/>
                </a:lnTo>
                <a:lnTo>
                  <a:pt x="422" y="1865"/>
                </a:lnTo>
                <a:lnTo>
                  <a:pt x="411" y="1848"/>
                </a:lnTo>
                <a:lnTo>
                  <a:pt x="401" y="1834"/>
                </a:lnTo>
                <a:lnTo>
                  <a:pt x="389" y="1819"/>
                </a:lnTo>
                <a:lnTo>
                  <a:pt x="380" y="1809"/>
                </a:lnTo>
                <a:lnTo>
                  <a:pt x="373" y="1803"/>
                </a:lnTo>
                <a:lnTo>
                  <a:pt x="355" y="1800"/>
                </a:lnTo>
                <a:lnTo>
                  <a:pt x="338" y="1798"/>
                </a:lnTo>
                <a:lnTo>
                  <a:pt x="320" y="1800"/>
                </a:lnTo>
                <a:lnTo>
                  <a:pt x="302" y="1797"/>
                </a:lnTo>
                <a:lnTo>
                  <a:pt x="284" y="1791"/>
                </a:lnTo>
                <a:lnTo>
                  <a:pt x="268" y="1779"/>
                </a:lnTo>
                <a:lnTo>
                  <a:pt x="255" y="1764"/>
                </a:lnTo>
                <a:lnTo>
                  <a:pt x="248" y="1747"/>
                </a:lnTo>
                <a:lnTo>
                  <a:pt x="243" y="1729"/>
                </a:lnTo>
                <a:lnTo>
                  <a:pt x="243" y="1708"/>
                </a:lnTo>
                <a:lnTo>
                  <a:pt x="249" y="1688"/>
                </a:lnTo>
                <a:lnTo>
                  <a:pt x="259" y="1671"/>
                </a:lnTo>
                <a:lnTo>
                  <a:pt x="276" y="1657"/>
                </a:lnTo>
                <a:lnTo>
                  <a:pt x="293" y="1645"/>
                </a:lnTo>
                <a:lnTo>
                  <a:pt x="313" y="1636"/>
                </a:lnTo>
                <a:lnTo>
                  <a:pt x="333" y="1632"/>
                </a:lnTo>
                <a:lnTo>
                  <a:pt x="352" y="1629"/>
                </a:lnTo>
                <a:lnTo>
                  <a:pt x="370" y="1630"/>
                </a:lnTo>
                <a:lnTo>
                  <a:pt x="383" y="1635"/>
                </a:lnTo>
                <a:lnTo>
                  <a:pt x="404" y="1649"/>
                </a:lnTo>
                <a:lnTo>
                  <a:pt x="419" y="1669"/>
                </a:lnTo>
                <a:lnTo>
                  <a:pt x="426" y="1692"/>
                </a:lnTo>
                <a:lnTo>
                  <a:pt x="427" y="1716"/>
                </a:lnTo>
                <a:lnTo>
                  <a:pt x="425" y="1728"/>
                </a:lnTo>
                <a:lnTo>
                  <a:pt x="419" y="1741"/>
                </a:lnTo>
                <a:lnTo>
                  <a:pt x="411" y="1756"/>
                </a:lnTo>
                <a:lnTo>
                  <a:pt x="407" y="1769"/>
                </a:lnTo>
                <a:lnTo>
                  <a:pt x="404" y="1782"/>
                </a:lnTo>
                <a:lnTo>
                  <a:pt x="405" y="1794"/>
                </a:lnTo>
                <a:lnTo>
                  <a:pt x="408" y="1800"/>
                </a:lnTo>
                <a:lnTo>
                  <a:pt x="414" y="1810"/>
                </a:lnTo>
                <a:lnTo>
                  <a:pt x="422" y="1822"/>
                </a:lnTo>
                <a:lnTo>
                  <a:pt x="430" y="1837"/>
                </a:lnTo>
                <a:lnTo>
                  <a:pt x="439" y="1850"/>
                </a:lnTo>
                <a:lnTo>
                  <a:pt x="448" y="1860"/>
                </a:lnTo>
                <a:lnTo>
                  <a:pt x="454" y="1869"/>
                </a:lnTo>
                <a:lnTo>
                  <a:pt x="458" y="1871"/>
                </a:lnTo>
                <a:lnTo>
                  <a:pt x="463" y="1866"/>
                </a:lnTo>
                <a:lnTo>
                  <a:pt x="467" y="1857"/>
                </a:lnTo>
                <a:lnTo>
                  <a:pt x="473" y="1848"/>
                </a:lnTo>
                <a:lnTo>
                  <a:pt x="478" y="1843"/>
                </a:lnTo>
                <a:lnTo>
                  <a:pt x="485" y="1837"/>
                </a:lnTo>
                <a:lnTo>
                  <a:pt x="494" y="1829"/>
                </a:lnTo>
                <a:lnTo>
                  <a:pt x="506" y="1820"/>
                </a:lnTo>
                <a:lnTo>
                  <a:pt x="514" y="1814"/>
                </a:lnTo>
                <a:lnTo>
                  <a:pt x="522" y="1812"/>
                </a:lnTo>
                <a:lnTo>
                  <a:pt x="540" y="1810"/>
                </a:lnTo>
                <a:lnTo>
                  <a:pt x="557" y="1807"/>
                </a:lnTo>
                <a:lnTo>
                  <a:pt x="575" y="1806"/>
                </a:lnTo>
                <a:lnTo>
                  <a:pt x="593" y="1807"/>
                </a:lnTo>
                <a:lnTo>
                  <a:pt x="597" y="1809"/>
                </a:lnTo>
                <a:lnTo>
                  <a:pt x="612" y="1814"/>
                </a:lnTo>
                <a:lnTo>
                  <a:pt x="616" y="1814"/>
                </a:lnTo>
                <a:lnTo>
                  <a:pt x="621" y="1807"/>
                </a:lnTo>
                <a:lnTo>
                  <a:pt x="622" y="1794"/>
                </a:lnTo>
                <a:lnTo>
                  <a:pt x="624" y="1779"/>
                </a:lnTo>
                <a:lnTo>
                  <a:pt x="624" y="1756"/>
                </a:lnTo>
                <a:lnTo>
                  <a:pt x="625" y="1735"/>
                </a:lnTo>
                <a:lnTo>
                  <a:pt x="625" y="1714"/>
                </a:lnTo>
                <a:lnTo>
                  <a:pt x="622" y="1694"/>
                </a:lnTo>
                <a:lnTo>
                  <a:pt x="616" y="1680"/>
                </a:lnTo>
                <a:lnTo>
                  <a:pt x="607" y="1671"/>
                </a:lnTo>
                <a:lnTo>
                  <a:pt x="587" y="1654"/>
                </a:lnTo>
                <a:lnTo>
                  <a:pt x="573" y="1638"/>
                </a:lnTo>
                <a:lnTo>
                  <a:pt x="565" y="1618"/>
                </a:lnTo>
                <a:lnTo>
                  <a:pt x="563" y="1596"/>
                </a:lnTo>
                <a:lnTo>
                  <a:pt x="566" y="1580"/>
                </a:lnTo>
                <a:lnTo>
                  <a:pt x="575" y="1562"/>
                </a:lnTo>
                <a:lnTo>
                  <a:pt x="588" y="1546"/>
                </a:lnTo>
                <a:lnTo>
                  <a:pt x="604" y="1530"/>
                </a:lnTo>
                <a:lnTo>
                  <a:pt x="624" y="1518"/>
                </a:lnTo>
                <a:lnTo>
                  <a:pt x="644" y="1512"/>
                </a:lnTo>
                <a:lnTo>
                  <a:pt x="668" y="1512"/>
                </a:lnTo>
                <a:lnTo>
                  <a:pt x="691" y="1521"/>
                </a:lnTo>
                <a:lnTo>
                  <a:pt x="708" y="1533"/>
                </a:lnTo>
                <a:lnTo>
                  <a:pt x="721" y="1545"/>
                </a:lnTo>
                <a:lnTo>
                  <a:pt x="731" y="1559"/>
                </a:lnTo>
                <a:lnTo>
                  <a:pt x="737" y="1576"/>
                </a:lnTo>
                <a:lnTo>
                  <a:pt x="737" y="1595"/>
                </a:lnTo>
                <a:lnTo>
                  <a:pt x="731" y="1615"/>
                </a:lnTo>
                <a:lnTo>
                  <a:pt x="722" y="1632"/>
                </a:lnTo>
                <a:lnTo>
                  <a:pt x="709" y="1646"/>
                </a:lnTo>
                <a:lnTo>
                  <a:pt x="696" y="1660"/>
                </a:lnTo>
                <a:lnTo>
                  <a:pt x="681" y="1671"/>
                </a:lnTo>
                <a:lnTo>
                  <a:pt x="669" y="1686"/>
                </a:lnTo>
                <a:lnTo>
                  <a:pt x="660" y="1704"/>
                </a:lnTo>
                <a:lnTo>
                  <a:pt x="650" y="1747"/>
                </a:lnTo>
                <a:lnTo>
                  <a:pt x="644" y="1791"/>
                </a:lnTo>
                <a:lnTo>
                  <a:pt x="640" y="1834"/>
                </a:lnTo>
                <a:lnTo>
                  <a:pt x="640" y="1851"/>
                </a:lnTo>
                <a:lnTo>
                  <a:pt x="644" y="1868"/>
                </a:lnTo>
                <a:lnTo>
                  <a:pt x="647" y="1885"/>
                </a:lnTo>
                <a:lnTo>
                  <a:pt x="644" y="1900"/>
                </a:lnTo>
                <a:lnTo>
                  <a:pt x="635" y="1929"/>
                </a:lnTo>
                <a:lnTo>
                  <a:pt x="632" y="1944"/>
                </a:lnTo>
                <a:lnTo>
                  <a:pt x="635" y="1958"/>
                </a:lnTo>
                <a:lnTo>
                  <a:pt x="643" y="1971"/>
                </a:lnTo>
                <a:lnTo>
                  <a:pt x="652" y="1981"/>
                </a:lnTo>
                <a:lnTo>
                  <a:pt x="660" y="1993"/>
                </a:lnTo>
                <a:lnTo>
                  <a:pt x="680" y="2019"/>
                </a:lnTo>
                <a:lnTo>
                  <a:pt x="699" y="2047"/>
                </a:lnTo>
                <a:lnTo>
                  <a:pt x="746" y="2106"/>
                </a:lnTo>
                <a:lnTo>
                  <a:pt x="796" y="2164"/>
                </a:lnTo>
                <a:lnTo>
                  <a:pt x="800" y="2171"/>
                </a:lnTo>
                <a:lnTo>
                  <a:pt x="809" y="2180"/>
                </a:lnTo>
                <a:lnTo>
                  <a:pt x="818" y="2190"/>
                </a:lnTo>
                <a:lnTo>
                  <a:pt x="827" y="2199"/>
                </a:lnTo>
                <a:lnTo>
                  <a:pt x="836" y="2202"/>
                </a:lnTo>
                <a:lnTo>
                  <a:pt x="843" y="2198"/>
                </a:lnTo>
                <a:lnTo>
                  <a:pt x="852" y="2190"/>
                </a:lnTo>
                <a:lnTo>
                  <a:pt x="859" y="2180"/>
                </a:lnTo>
                <a:lnTo>
                  <a:pt x="867" y="2171"/>
                </a:lnTo>
                <a:lnTo>
                  <a:pt x="871" y="2165"/>
                </a:lnTo>
                <a:lnTo>
                  <a:pt x="889" y="2140"/>
                </a:lnTo>
                <a:lnTo>
                  <a:pt x="899" y="2117"/>
                </a:lnTo>
                <a:lnTo>
                  <a:pt x="904" y="2090"/>
                </a:lnTo>
                <a:lnTo>
                  <a:pt x="902" y="2061"/>
                </a:lnTo>
                <a:lnTo>
                  <a:pt x="895" y="2016"/>
                </a:lnTo>
                <a:lnTo>
                  <a:pt x="886" y="1972"/>
                </a:lnTo>
                <a:lnTo>
                  <a:pt x="876" y="1928"/>
                </a:lnTo>
                <a:lnTo>
                  <a:pt x="861" y="1857"/>
                </a:lnTo>
                <a:lnTo>
                  <a:pt x="858" y="1843"/>
                </a:lnTo>
                <a:lnTo>
                  <a:pt x="856" y="1828"/>
                </a:lnTo>
                <a:lnTo>
                  <a:pt x="853" y="1812"/>
                </a:lnTo>
                <a:lnTo>
                  <a:pt x="848" y="1798"/>
                </a:lnTo>
                <a:lnTo>
                  <a:pt x="839" y="1786"/>
                </a:lnTo>
                <a:lnTo>
                  <a:pt x="830" y="1779"/>
                </a:lnTo>
                <a:lnTo>
                  <a:pt x="821" y="1775"/>
                </a:lnTo>
                <a:lnTo>
                  <a:pt x="811" y="1772"/>
                </a:lnTo>
                <a:lnTo>
                  <a:pt x="799" y="1767"/>
                </a:lnTo>
                <a:lnTo>
                  <a:pt x="778" y="1757"/>
                </a:lnTo>
                <a:lnTo>
                  <a:pt x="764" y="1742"/>
                </a:lnTo>
                <a:lnTo>
                  <a:pt x="752" y="1725"/>
                </a:lnTo>
                <a:lnTo>
                  <a:pt x="743" y="1702"/>
                </a:lnTo>
                <a:lnTo>
                  <a:pt x="743" y="1680"/>
                </a:lnTo>
                <a:lnTo>
                  <a:pt x="747" y="1660"/>
                </a:lnTo>
                <a:lnTo>
                  <a:pt x="759" y="1639"/>
                </a:lnTo>
                <a:lnTo>
                  <a:pt x="777" y="1620"/>
                </a:lnTo>
                <a:lnTo>
                  <a:pt x="784" y="1614"/>
                </a:lnTo>
                <a:lnTo>
                  <a:pt x="796" y="1607"/>
                </a:lnTo>
                <a:lnTo>
                  <a:pt x="812" y="1599"/>
                </a:lnTo>
                <a:lnTo>
                  <a:pt x="830" y="1595"/>
                </a:lnTo>
                <a:lnTo>
                  <a:pt x="851" y="1593"/>
                </a:lnTo>
                <a:lnTo>
                  <a:pt x="870" y="1596"/>
                </a:lnTo>
                <a:lnTo>
                  <a:pt x="890" y="1607"/>
                </a:lnTo>
                <a:lnTo>
                  <a:pt x="910" y="1626"/>
                </a:lnTo>
                <a:lnTo>
                  <a:pt x="924" y="1648"/>
                </a:lnTo>
                <a:lnTo>
                  <a:pt x="930" y="1667"/>
                </a:lnTo>
                <a:lnTo>
                  <a:pt x="933" y="1689"/>
                </a:lnTo>
                <a:lnTo>
                  <a:pt x="930" y="1711"/>
                </a:lnTo>
                <a:lnTo>
                  <a:pt x="923" y="1723"/>
                </a:lnTo>
                <a:lnTo>
                  <a:pt x="914" y="1733"/>
                </a:lnTo>
                <a:lnTo>
                  <a:pt x="904" y="1744"/>
                </a:lnTo>
                <a:lnTo>
                  <a:pt x="896" y="1756"/>
                </a:lnTo>
                <a:lnTo>
                  <a:pt x="895" y="1760"/>
                </a:lnTo>
                <a:lnTo>
                  <a:pt x="895" y="1772"/>
                </a:lnTo>
                <a:lnTo>
                  <a:pt x="893" y="1776"/>
                </a:lnTo>
                <a:lnTo>
                  <a:pt x="890" y="1779"/>
                </a:lnTo>
                <a:lnTo>
                  <a:pt x="889" y="1782"/>
                </a:lnTo>
                <a:lnTo>
                  <a:pt x="883" y="1788"/>
                </a:lnTo>
                <a:lnTo>
                  <a:pt x="881" y="1791"/>
                </a:lnTo>
                <a:lnTo>
                  <a:pt x="881" y="1816"/>
                </a:lnTo>
                <a:lnTo>
                  <a:pt x="884" y="1838"/>
                </a:lnTo>
                <a:lnTo>
                  <a:pt x="887" y="1859"/>
                </a:lnTo>
                <a:lnTo>
                  <a:pt x="895" y="1912"/>
                </a:lnTo>
                <a:lnTo>
                  <a:pt x="904" y="1966"/>
                </a:lnTo>
                <a:lnTo>
                  <a:pt x="915" y="2016"/>
                </a:lnTo>
                <a:lnTo>
                  <a:pt x="918" y="2036"/>
                </a:lnTo>
                <a:lnTo>
                  <a:pt x="923" y="2053"/>
                </a:lnTo>
                <a:lnTo>
                  <a:pt x="926" y="2070"/>
                </a:lnTo>
                <a:lnTo>
                  <a:pt x="932" y="2083"/>
                </a:lnTo>
                <a:lnTo>
                  <a:pt x="938" y="2092"/>
                </a:lnTo>
                <a:lnTo>
                  <a:pt x="945" y="2093"/>
                </a:lnTo>
                <a:lnTo>
                  <a:pt x="963" y="2089"/>
                </a:lnTo>
                <a:lnTo>
                  <a:pt x="980" y="2080"/>
                </a:lnTo>
                <a:lnTo>
                  <a:pt x="996" y="2073"/>
                </a:lnTo>
                <a:lnTo>
                  <a:pt x="1033" y="2053"/>
                </a:lnTo>
                <a:lnTo>
                  <a:pt x="1070" y="2033"/>
                </a:lnTo>
                <a:lnTo>
                  <a:pt x="1125" y="2000"/>
                </a:lnTo>
                <a:lnTo>
                  <a:pt x="1176" y="1968"/>
                </a:lnTo>
                <a:lnTo>
                  <a:pt x="1191" y="1866"/>
                </a:lnTo>
                <a:lnTo>
                  <a:pt x="1232" y="1624"/>
                </a:lnTo>
                <a:lnTo>
                  <a:pt x="1277" y="1382"/>
                </a:lnTo>
                <a:lnTo>
                  <a:pt x="1281" y="1359"/>
                </a:lnTo>
                <a:lnTo>
                  <a:pt x="1287" y="1329"/>
                </a:lnTo>
                <a:lnTo>
                  <a:pt x="1293" y="1297"/>
                </a:lnTo>
                <a:lnTo>
                  <a:pt x="1299" y="1263"/>
                </a:lnTo>
                <a:lnTo>
                  <a:pt x="1303" y="1229"/>
                </a:lnTo>
                <a:lnTo>
                  <a:pt x="1306" y="1195"/>
                </a:lnTo>
                <a:lnTo>
                  <a:pt x="1306" y="1164"/>
                </a:lnTo>
                <a:lnTo>
                  <a:pt x="1305" y="1138"/>
                </a:lnTo>
                <a:lnTo>
                  <a:pt x="1299" y="1117"/>
                </a:lnTo>
                <a:lnTo>
                  <a:pt x="1290" y="1096"/>
                </a:lnTo>
                <a:lnTo>
                  <a:pt x="1279" y="1077"/>
                </a:lnTo>
                <a:lnTo>
                  <a:pt x="1268" y="1060"/>
                </a:lnTo>
                <a:lnTo>
                  <a:pt x="1254" y="1045"/>
                </a:lnTo>
                <a:lnTo>
                  <a:pt x="1237" y="1033"/>
                </a:lnTo>
                <a:lnTo>
                  <a:pt x="1216" y="1024"/>
                </a:lnTo>
                <a:lnTo>
                  <a:pt x="1185" y="1015"/>
                </a:lnTo>
                <a:lnTo>
                  <a:pt x="1154" y="1004"/>
                </a:lnTo>
                <a:lnTo>
                  <a:pt x="1145" y="1001"/>
                </a:lnTo>
                <a:lnTo>
                  <a:pt x="1129" y="998"/>
                </a:lnTo>
                <a:lnTo>
                  <a:pt x="1106" y="992"/>
                </a:lnTo>
                <a:lnTo>
                  <a:pt x="1078" y="986"/>
                </a:lnTo>
                <a:lnTo>
                  <a:pt x="1045" y="980"/>
                </a:lnTo>
                <a:lnTo>
                  <a:pt x="1008" y="973"/>
                </a:lnTo>
                <a:lnTo>
                  <a:pt x="970" y="965"/>
                </a:lnTo>
                <a:lnTo>
                  <a:pt x="930" y="958"/>
                </a:lnTo>
                <a:lnTo>
                  <a:pt x="853" y="943"/>
                </a:lnTo>
                <a:lnTo>
                  <a:pt x="817" y="936"/>
                </a:lnTo>
                <a:lnTo>
                  <a:pt x="784" y="930"/>
                </a:lnTo>
                <a:lnTo>
                  <a:pt x="756" y="924"/>
                </a:lnTo>
                <a:lnTo>
                  <a:pt x="733" y="920"/>
                </a:lnTo>
                <a:lnTo>
                  <a:pt x="716" y="917"/>
                </a:lnTo>
                <a:lnTo>
                  <a:pt x="708" y="915"/>
                </a:lnTo>
                <a:lnTo>
                  <a:pt x="678" y="908"/>
                </a:lnTo>
                <a:lnTo>
                  <a:pt x="650" y="896"/>
                </a:lnTo>
                <a:lnTo>
                  <a:pt x="621" y="886"/>
                </a:lnTo>
                <a:lnTo>
                  <a:pt x="584" y="869"/>
                </a:lnTo>
                <a:lnTo>
                  <a:pt x="547" y="846"/>
                </a:lnTo>
                <a:lnTo>
                  <a:pt x="513" y="819"/>
                </a:lnTo>
                <a:lnTo>
                  <a:pt x="483" y="791"/>
                </a:lnTo>
                <a:lnTo>
                  <a:pt x="453" y="760"/>
                </a:lnTo>
                <a:lnTo>
                  <a:pt x="420" y="731"/>
                </a:lnTo>
                <a:lnTo>
                  <a:pt x="386" y="703"/>
                </a:lnTo>
                <a:lnTo>
                  <a:pt x="349" y="679"/>
                </a:lnTo>
                <a:lnTo>
                  <a:pt x="311" y="656"/>
                </a:lnTo>
                <a:lnTo>
                  <a:pt x="274" y="629"/>
                </a:lnTo>
                <a:lnTo>
                  <a:pt x="276" y="626"/>
                </a:lnTo>
                <a:lnTo>
                  <a:pt x="283" y="620"/>
                </a:lnTo>
                <a:lnTo>
                  <a:pt x="296" y="613"/>
                </a:lnTo>
                <a:lnTo>
                  <a:pt x="313" y="604"/>
                </a:lnTo>
                <a:lnTo>
                  <a:pt x="332" y="595"/>
                </a:lnTo>
                <a:lnTo>
                  <a:pt x="376" y="580"/>
                </a:lnTo>
                <a:lnTo>
                  <a:pt x="399" y="576"/>
                </a:lnTo>
                <a:lnTo>
                  <a:pt x="422" y="575"/>
                </a:lnTo>
                <a:lnTo>
                  <a:pt x="450" y="576"/>
                </a:lnTo>
                <a:lnTo>
                  <a:pt x="482" y="579"/>
                </a:lnTo>
                <a:lnTo>
                  <a:pt x="516" y="583"/>
                </a:lnTo>
                <a:lnTo>
                  <a:pt x="551" y="588"/>
                </a:lnTo>
                <a:lnTo>
                  <a:pt x="587" y="594"/>
                </a:lnTo>
                <a:lnTo>
                  <a:pt x="618" y="600"/>
                </a:lnTo>
                <a:lnTo>
                  <a:pt x="646" y="605"/>
                </a:lnTo>
                <a:lnTo>
                  <a:pt x="668" y="611"/>
                </a:lnTo>
                <a:lnTo>
                  <a:pt x="699" y="623"/>
                </a:lnTo>
                <a:lnTo>
                  <a:pt x="734" y="639"/>
                </a:lnTo>
                <a:lnTo>
                  <a:pt x="772" y="659"/>
                </a:lnTo>
                <a:lnTo>
                  <a:pt x="812" y="682"/>
                </a:lnTo>
                <a:lnTo>
                  <a:pt x="853" y="709"/>
                </a:lnTo>
                <a:lnTo>
                  <a:pt x="898" y="738"/>
                </a:lnTo>
                <a:lnTo>
                  <a:pt x="986" y="800"/>
                </a:lnTo>
                <a:lnTo>
                  <a:pt x="1072" y="865"/>
                </a:lnTo>
                <a:lnTo>
                  <a:pt x="1113" y="897"/>
                </a:lnTo>
                <a:lnTo>
                  <a:pt x="1153" y="928"/>
                </a:lnTo>
                <a:lnTo>
                  <a:pt x="1190" y="958"/>
                </a:lnTo>
                <a:lnTo>
                  <a:pt x="1222" y="984"/>
                </a:lnTo>
                <a:lnTo>
                  <a:pt x="1253" y="1009"/>
                </a:lnTo>
                <a:lnTo>
                  <a:pt x="1278" y="1030"/>
                </a:lnTo>
                <a:lnTo>
                  <a:pt x="1299" y="1048"/>
                </a:lnTo>
                <a:lnTo>
                  <a:pt x="1313" y="1061"/>
                </a:lnTo>
                <a:lnTo>
                  <a:pt x="1300" y="1029"/>
                </a:lnTo>
                <a:lnTo>
                  <a:pt x="1284" y="1001"/>
                </a:lnTo>
                <a:lnTo>
                  <a:pt x="1268" y="971"/>
                </a:lnTo>
                <a:lnTo>
                  <a:pt x="1247" y="943"/>
                </a:lnTo>
                <a:lnTo>
                  <a:pt x="1221" y="918"/>
                </a:lnTo>
                <a:lnTo>
                  <a:pt x="1188" y="894"/>
                </a:lnTo>
                <a:lnTo>
                  <a:pt x="1153" y="871"/>
                </a:lnTo>
                <a:lnTo>
                  <a:pt x="1116" y="847"/>
                </a:lnTo>
                <a:lnTo>
                  <a:pt x="1082" y="825"/>
                </a:lnTo>
                <a:lnTo>
                  <a:pt x="1050" y="803"/>
                </a:lnTo>
                <a:lnTo>
                  <a:pt x="1024" y="781"/>
                </a:lnTo>
                <a:lnTo>
                  <a:pt x="986" y="741"/>
                </a:lnTo>
                <a:lnTo>
                  <a:pt x="952" y="706"/>
                </a:lnTo>
                <a:lnTo>
                  <a:pt x="924" y="673"/>
                </a:lnTo>
                <a:lnTo>
                  <a:pt x="901" y="645"/>
                </a:lnTo>
                <a:lnTo>
                  <a:pt x="880" y="619"/>
                </a:lnTo>
                <a:lnTo>
                  <a:pt x="862" y="594"/>
                </a:lnTo>
                <a:lnTo>
                  <a:pt x="848" y="570"/>
                </a:lnTo>
                <a:lnTo>
                  <a:pt x="833" y="548"/>
                </a:lnTo>
                <a:lnTo>
                  <a:pt x="806" y="504"/>
                </a:lnTo>
                <a:lnTo>
                  <a:pt x="777" y="457"/>
                </a:lnTo>
                <a:lnTo>
                  <a:pt x="759" y="432"/>
                </a:lnTo>
                <a:lnTo>
                  <a:pt x="739" y="404"/>
                </a:lnTo>
                <a:lnTo>
                  <a:pt x="712" y="374"/>
                </a:lnTo>
                <a:lnTo>
                  <a:pt x="684" y="349"/>
                </a:lnTo>
                <a:lnTo>
                  <a:pt x="656" y="330"/>
                </a:lnTo>
                <a:lnTo>
                  <a:pt x="628" y="314"/>
                </a:lnTo>
                <a:lnTo>
                  <a:pt x="600" y="299"/>
                </a:lnTo>
                <a:lnTo>
                  <a:pt x="598" y="296"/>
                </a:lnTo>
                <a:lnTo>
                  <a:pt x="603" y="290"/>
                </a:lnTo>
                <a:lnTo>
                  <a:pt x="616" y="286"/>
                </a:lnTo>
                <a:lnTo>
                  <a:pt x="632" y="280"/>
                </a:lnTo>
                <a:lnTo>
                  <a:pt x="653" y="274"/>
                </a:lnTo>
                <a:lnTo>
                  <a:pt x="675" y="268"/>
                </a:lnTo>
                <a:lnTo>
                  <a:pt x="716" y="256"/>
                </a:lnTo>
                <a:lnTo>
                  <a:pt x="734" y="252"/>
                </a:lnTo>
                <a:lnTo>
                  <a:pt x="747" y="249"/>
                </a:lnTo>
                <a:lnTo>
                  <a:pt x="802" y="241"/>
                </a:lnTo>
                <a:lnTo>
                  <a:pt x="855" y="243"/>
                </a:lnTo>
                <a:lnTo>
                  <a:pt x="907" y="255"/>
                </a:lnTo>
                <a:lnTo>
                  <a:pt x="958" y="277"/>
                </a:lnTo>
                <a:lnTo>
                  <a:pt x="1007" y="306"/>
                </a:lnTo>
                <a:lnTo>
                  <a:pt x="1054" y="343"/>
                </a:lnTo>
                <a:lnTo>
                  <a:pt x="1098" y="387"/>
                </a:lnTo>
                <a:lnTo>
                  <a:pt x="1138" y="439"/>
                </a:lnTo>
                <a:lnTo>
                  <a:pt x="1172" y="493"/>
                </a:lnTo>
                <a:lnTo>
                  <a:pt x="1203" y="552"/>
                </a:lnTo>
                <a:lnTo>
                  <a:pt x="1231" y="619"/>
                </a:lnTo>
                <a:lnTo>
                  <a:pt x="1254" y="688"/>
                </a:lnTo>
                <a:lnTo>
                  <a:pt x="1275" y="759"/>
                </a:lnTo>
                <a:lnTo>
                  <a:pt x="1291" y="834"/>
                </a:lnTo>
                <a:lnTo>
                  <a:pt x="1306" y="914"/>
                </a:lnTo>
                <a:lnTo>
                  <a:pt x="1315" y="995"/>
                </a:lnTo>
                <a:lnTo>
                  <a:pt x="1319" y="1017"/>
                </a:lnTo>
                <a:lnTo>
                  <a:pt x="1328" y="1045"/>
                </a:lnTo>
                <a:lnTo>
                  <a:pt x="1330" y="1023"/>
                </a:lnTo>
                <a:lnTo>
                  <a:pt x="1333" y="996"/>
                </a:lnTo>
                <a:lnTo>
                  <a:pt x="1336" y="968"/>
                </a:lnTo>
                <a:lnTo>
                  <a:pt x="1341" y="909"/>
                </a:lnTo>
                <a:lnTo>
                  <a:pt x="1343" y="883"/>
                </a:lnTo>
                <a:lnTo>
                  <a:pt x="1344" y="861"/>
                </a:lnTo>
                <a:lnTo>
                  <a:pt x="1346" y="843"/>
                </a:lnTo>
                <a:lnTo>
                  <a:pt x="1346" y="819"/>
                </a:lnTo>
                <a:lnTo>
                  <a:pt x="1349" y="799"/>
                </a:lnTo>
                <a:lnTo>
                  <a:pt x="1355" y="772"/>
                </a:lnTo>
                <a:lnTo>
                  <a:pt x="1361" y="740"/>
                </a:lnTo>
                <a:lnTo>
                  <a:pt x="1369" y="703"/>
                </a:lnTo>
                <a:lnTo>
                  <a:pt x="1378" y="662"/>
                </a:lnTo>
                <a:lnTo>
                  <a:pt x="1390" y="617"/>
                </a:lnTo>
                <a:lnTo>
                  <a:pt x="1400" y="573"/>
                </a:lnTo>
                <a:lnTo>
                  <a:pt x="1412" y="526"/>
                </a:lnTo>
                <a:lnTo>
                  <a:pt x="1425" y="480"/>
                </a:lnTo>
                <a:lnTo>
                  <a:pt x="1437" y="434"/>
                </a:lnTo>
                <a:lnTo>
                  <a:pt x="1450" y="392"/>
                </a:lnTo>
                <a:lnTo>
                  <a:pt x="1462" y="350"/>
                </a:lnTo>
                <a:lnTo>
                  <a:pt x="1474" y="314"/>
                </a:lnTo>
                <a:lnTo>
                  <a:pt x="1484" y="281"/>
                </a:lnTo>
                <a:lnTo>
                  <a:pt x="1495" y="255"/>
                </a:lnTo>
                <a:lnTo>
                  <a:pt x="1502" y="235"/>
                </a:lnTo>
                <a:lnTo>
                  <a:pt x="1509" y="222"/>
                </a:lnTo>
                <a:lnTo>
                  <a:pt x="1537" y="187"/>
                </a:lnTo>
                <a:lnTo>
                  <a:pt x="1565" y="159"/>
                </a:lnTo>
                <a:lnTo>
                  <a:pt x="1595" y="132"/>
                </a:lnTo>
                <a:lnTo>
                  <a:pt x="1624" y="109"/>
                </a:lnTo>
                <a:lnTo>
                  <a:pt x="1663" y="81"/>
                </a:lnTo>
                <a:lnTo>
                  <a:pt x="1704" y="57"/>
                </a:lnTo>
                <a:lnTo>
                  <a:pt x="1747" y="38"/>
                </a:lnTo>
                <a:lnTo>
                  <a:pt x="1759" y="33"/>
                </a:lnTo>
                <a:lnTo>
                  <a:pt x="1775" y="28"/>
                </a:lnTo>
                <a:lnTo>
                  <a:pt x="1816" y="13"/>
                </a:lnTo>
                <a:lnTo>
                  <a:pt x="1835" y="5"/>
                </a:lnTo>
                <a:lnTo>
                  <a:pt x="1851" y="1"/>
                </a:lnTo>
                <a:lnTo>
                  <a:pt x="1862" y="0"/>
                </a:lnTo>
                <a:close/>
              </a:path>
            </a:pathLst>
          </a:custGeom>
          <a:solidFill>
            <a:schemeClr val="bg1">
              <a:alpha val="2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6DD47-B569-41E4-9526-F1D0F12F501A}" type="datetime1">
              <a:rPr lang="cs-CZ" smtClean="0"/>
              <a:t>8.5.2018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25" name="Title Placeholder 1"/>
          <p:cNvSpPr>
            <a:spLocks noGrp="1"/>
          </p:cNvSpPr>
          <p:nvPr>
            <p:ph type="title"/>
          </p:nvPr>
        </p:nvSpPr>
        <p:spPr>
          <a:xfrm>
            <a:off x="276225" y="228600"/>
            <a:ext cx="8591550" cy="1066801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1" name="Content Placeholder 30"/>
          <p:cNvSpPr>
            <a:spLocks noGrp="1"/>
          </p:cNvSpPr>
          <p:nvPr>
            <p:ph sz="quarter" idx="13"/>
          </p:nvPr>
        </p:nvSpPr>
        <p:spPr>
          <a:xfrm>
            <a:off x="274320" y="1298448"/>
            <a:ext cx="8595360" cy="4937760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3409950" cy="6858000"/>
          </a:xfrm>
          <a:prstGeom prst="rect">
            <a:avLst/>
          </a:prstGeom>
          <a:solidFill>
            <a:schemeClr val="tx2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1EFF8D88-A0BA-41BB-9560-6BD7A9AAE7F1}" type="datetime1">
              <a:rPr lang="cs-CZ" smtClean="0"/>
              <a:t>8.5.2018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15" name="Subtitle 2"/>
          <p:cNvSpPr>
            <a:spLocks noGrp="1"/>
          </p:cNvSpPr>
          <p:nvPr>
            <p:ph type="subTitle" idx="1"/>
          </p:nvPr>
        </p:nvSpPr>
        <p:spPr>
          <a:xfrm>
            <a:off x="3743324" y="1400174"/>
            <a:ext cx="5120640" cy="1476375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b="0" i="0" cap="none" spc="12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lze upravit styl předlohy.</a:t>
            </a:r>
            <a:endParaRPr lang="en-US" dirty="0"/>
          </a:p>
        </p:txBody>
      </p:sp>
      <p:sp>
        <p:nvSpPr>
          <p:cNvPr id="10" name="Freeform 7"/>
          <p:cNvSpPr>
            <a:spLocks noChangeAspect="1" noEditPoints="1"/>
          </p:cNvSpPr>
          <p:nvPr/>
        </p:nvSpPr>
        <p:spPr bwMode="auto">
          <a:xfrm>
            <a:off x="34289" y="136641"/>
            <a:ext cx="3326149" cy="6721359"/>
          </a:xfrm>
          <a:custGeom>
            <a:avLst/>
            <a:gdLst/>
            <a:ahLst/>
            <a:cxnLst>
              <a:cxn ang="0">
                <a:pos x="687" y="2238"/>
              </a:cxn>
              <a:cxn ang="0">
                <a:pos x="877" y="2192"/>
              </a:cxn>
              <a:cxn ang="0">
                <a:pos x="797" y="2963"/>
              </a:cxn>
              <a:cxn ang="0">
                <a:pos x="1078" y="3026"/>
              </a:cxn>
              <a:cxn ang="0">
                <a:pos x="626" y="2117"/>
              </a:cxn>
              <a:cxn ang="0">
                <a:pos x="749" y="2142"/>
              </a:cxn>
              <a:cxn ang="0">
                <a:pos x="578" y="2052"/>
              </a:cxn>
              <a:cxn ang="0">
                <a:pos x="1866" y="247"/>
              </a:cxn>
              <a:cxn ang="0">
                <a:pos x="1392" y="1037"/>
              </a:cxn>
              <a:cxn ang="0">
                <a:pos x="2006" y="656"/>
              </a:cxn>
              <a:cxn ang="0">
                <a:pos x="1599" y="908"/>
              </a:cxn>
              <a:cxn ang="0">
                <a:pos x="1533" y="1058"/>
              </a:cxn>
              <a:cxn ang="0">
                <a:pos x="2239" y="583"/>
              </a:cxn>
              <a:cxn ang="0">
                <a:pos x="1863" y="1105"/>
              </a:cxn>
              <a:cxn ang="0">
                <a:pos x="2174" y="1621"/>
              </a:cxn>
              <a:cxn ang="0">
                <a:pos x="1801" y="1537"/>
              </a:cxn>
              <a:cxn ang="0">
                <a:pos x="1325" y="1301"/>
              </a:cxn>
              <a:cxn ang="0">
                <a:pos x="1412" y="1835"/>
              </a:cxn>
              <a:cxn ang="0">
                <a:pos x="1213" y="1975"/>
              </a:cxn>
              <a:cxn ang="0">
                <a:pos x="1094" y="4011"/>
              </a:cxn>
              <a:cxn ang="0">
                <a:pos x="1689" y="3264"/>
              </a:cxn>
              <a:cxn ang="0">
                <a:pos x="2404" y="3321"/>
              </a:cxn>
              <a:cxn ang="0">
                <a:pos x="1275" y="3861"/>
              </a:cxn>
              <a:cxn ang="0">
                <a:pos x="1147" y="4865"/>
              </a:cxn>
              <a:cxn ang="0">
                <a:pos x="1045" y="3610"/>
              </a:cxn>
              <a:cxn ang="0">
                <a:pos x="739" y="3818"/>
              </a:cxn>
              <a:cxn ang="0">
                <a:pos x="856" y="4830"/>
              </a:cxn>
              <a:cxn ang="0">
                <a:pos x="638" y="3989"/>
              </a:cxn>
              <a:cxn ang="0">
                <a:pos x="96" y="3777"/>
              </a:cxn>
              <a:cxn ang="0">
                <a:pos x="189" y="3688"/>
              </a:cxn>
              <a:cxn ang="0">
                <a:pos x="523" y="3573"/>
              </a:cxn>
              <a:cxn ang="0">
                <a:pos x="519" y="3333"/>
              </a:cxn>
              <a:cxn ang="0">
                <a:pos x="545" y="3560"/>
              </a:cxn>
              <a:cxn ang="0">
                <a:pos x="712" y="3397"/>
              </a:cxn>
              <a:cxn ang="0">
                <a:pos x="625" y="2944"/>
              </a:cxn>
              <a:cxn ang="0">
                <a:pos x="593" y="2341"/>
              </a:cxn>
              <a:cxn ang="0">
                <a:pos x="156" y="2437"/>
              </a:cxn>
              <a:cxn ang="0">
                <a:pos x="108" y="2289"/>
              </a:cxn>
              <a:cxn ang="0">
                <a:pos x="451" y="2291"/>
              </a:cxn>
              <a:cxn ang="0">
                <a:pos x="109" y="2016"/>
              </a:cxn>
              <a:cxn ang="0">
                <a:pos x="211" y="1975"/>
              </a:cxn>
              <a:cxn ang="0">
                <a:pos x="284" y="1847"/>
              </a:cxn>
              <a:cxn ang="0">
                <a:pos x="542" y="2073"/>
              </a:cxn>
              <a:cxn ang="0">
                <a:pos x="255" y="1764"/>
              </a:cxn>
              <a:cxn ang="0">
                <a:pos x="407" y="1769"/>
              </a:cxn>
              <a:cxn ang="0">
                <a:pos x="540" y="1810"/>
              </a:cxn>
              <a:cxn ang="0">
                <a:pos x="566" y="1580"/>
              </a:cxn>
              <a:cxn ang="0">
                <a:pos x="650" y="1747"/>
              </a:cxn>
              <a:cxn ang="0">
                <a:pos x="827" y="2199"/>
              </a:cxn>
              <a:cxn ang="0">
                <a:pos x="830" y="1779"/>
              </a:cxn>
              <a:cxn ang="0">
                <a:pos x="924" y="1648"/>
              </a:cxn>
              <a:cxn ang="0">
                <a:pos x="915" y="2016"/>
              </a:cxn>
              <a:cxn ang="0">
                <a:pos x="1299" y="1263"/>
              </a:cxn>
              <a:cxn ang="0">
                <a:pos x="970" y="965"/>
              </a:cxn>
              <a:cxn ang="0">
                <a:pos x="311" y="656"/>
              </a:cxn>
              <a:cxn ang="0">
                <a:pos x="772" y="659"/>
              </a:cxn>
              <a:cxn ang="0">
                <a:pos x="1153" y="871"/>
              </a:cxn>
              <a:cxn ang="0">
                <a:pos x="628" y="314"/>
              </a:cxn>
              <a:cxn ang="0">
                <a:pos x="1203" y="552"/>
              </a:cxn>
              <a:cxn ang="0">
                <a:pos x="1369" y="703"/>
              </a:cxn>
              <a:cxn ang="0">
                <a:pos x="1747" y="38"/>
              </a:cxn>
            </a:cxnLst>
            <a:rect l="0" t="0" r="r" b="b"/>
            <a:pathLst>
              <a:path w="2409" h="4865">
                <a:moveTo>
                  <a:pt x="414" y="2058"/>
                </a:moveTo>
                <a:lnTo>
                  <a:pt x="482" y="2173"/>
                </a:lnTo>
                <a:lnTo>
                  <a:pt x="503" y="2207"/>
                </a:lnTo>
                <a:lnTo>
                  <a:pt x="523" y="2242"/>
                </a:lnTo>
                <a:lnTo>
                  <a:pt x="538" y="2269"/>
                </a:lnTo>
                <a:lnTo>
                  <a:pt x="547" y="2282"/>
                </a:lnTo>
                <a:lnTo>
                  <a:pt x="559" y="2292"/>
                </a:lnTo>
                <a:lnTo>
                  <a:pt x="606" y="2323"/>
                </a:lnTo>
                <a:lnTo>
                  <a:pt x="618" y="2332"/>
                </a:lnTo>
                <a:lnTo>
                  <a:pt x="637" y="2344"/>
                </a:lnTo>
                <a:lnTo>
                  <a:pt x="657" y="2360"/>
                </a:lnTo>
                <a:lnTo>
                  <a:pt x="705" y="2392"/>
                </a:lnTo>
                <a:lnTo>
                  <a:pt x="728" y="2407"/>
                </a:lnTo>
                <a:lnTo>
                  <a:pt x="749" y="2420"/>
                </a:lnTo>
                <a:lnTo>
                  <a:pt x="765" y="2429"/>
                </a:lnTo>
                <a:lnTo>
                  <a:pt x="762" y="2392"/>
                </a:lnTo>
                <a:lnTo>
                  <a:pt x="755" y="2354"/>
                </a:lnTo>
                <a:lnTo>
                  <a:pt x="744" y="2326"/>
                </a:lnTo>
                <a:lnTo>
                  <a:pt x="730" y="2298"/>
                </a:lnTo>
                <a:lnTo>
                  <a:pt x="687" y="2238"/>
                </a:lnTo>
                <a:lnTo>
                  <a:pt x="643" y="2180"/>
                </a:lnTo>
                <a:lnTo>
                  <a:pt x="597" y="2123"/>
                </a:lnTo>
                <a:lnTo>
                  <a:pt x="590" y="2112"/>
                </a:lnTo>
                <a:lnTo>
                  <a:pt x="582" y="2105"/>
                </a:lnTo>
                <a:lnTo>
                  <a:pt x="573" y="2101"/>
                </a:lnTo>
                <a:lnTo>
                  <a:pt x="560" y="2099"/>
                </a:lnTo>
                <a:lnTo>
                  <a:pt x="537" y="2095"/>
                </a:lnTo>
                <a:lnTo>
                  <a:pt x="512" y="2086"/>
                </a:lnTo>
                <a:lnTo>
                  <a:pt x="488" y="2078"/>
                </a:lnTo>
                <a:lnTo>
                  <a:pt x="414" y="2058"/>
                </a:lnTo>
                <a:close/>
                <a:moveTo>
                  <a:pt x="1172" y="1997"/>
                </a:moveTo>
                <a:lnTo>
                  <a:pt x="1051" y="2064"/>
                </a:lnTo>
                <a:lnTo>
                  <a:pt x="1011" y="2086"/>
                </a:lnTo>
                <a:lnTo>
                  <a:pt x="973" y="2108"/>
                </a:lnTo>
                <a:lnTo>
                  <a:pt x="957" y="2115"/>
                </a:lnTo>
                <a:lnTo>
                  <a:pt x="940" y="2124"/>
                </a:lnTo>
                <a:lnTo>
                  <a:pt x="926" y="2133"/>
                </a:lnTo>
                <a:lnTo>
                  <a:pt x="914" y="2145"/>
                </a:lnTo>
                <a:lnTo>
                  <a:pt x="896" y="2168"/>
                </a:lnTo>
                <a:lnTo>
                  <a:pt x="877" y="2192"/>
                </a:lnTo>
                <a:lnTo>
                  <a:pt x="856" y="2221"/>
                </a:lnTo>
                <a:lnTo>
                  <a:pt x="836" y="2252"/>
                </a:lnTo>
                <a:lnTo>
                  <a:pt x="820" y="2283"/>
                </a:lnTo>
                <a:lnTo>
                  <a:pt x="809" y="2307"/>
                </a:lnTo>
                <a:lnTo>
                  <a:pt x="802" y="2331"/>
                </a:lnTo>
                <a:lnTo>
                  <a:pt x="800" y="2336"/>
                </a:lnTo>
                <a:lnTo>
                  <a:pt x="800" y="2351"/>
                </a:lnTo>
                <a:lnTo>
                  <a:pt x="799" y="2372"/>
                </a:lnTo>
                <a:lnTo>
                  <a:pt x="796" y="2394"/>
                </a:lnTo>
                <a:lnTo>
                  <a:pt x="793" y="2444"/>
                </a:lnTo>
                <a:lnTo>
                  <a:pt x="792" y="2465"/>
                </a:lnTo>
                <a:lnTo>
                  <a:pt x="790" y="2481"/>
                </a:lnTo>
                <a:lnTo>
                  <a:pt x="780" y="2593"/>
                </a:lnTo>
                <a:lnTo>
                  <a:pt x="769" y="2704"/>
                </a:lnTo>
                <a:lnTo>
                  <a:pt x="768" y="2735"/>
                </a:lnTo>
                <a:lnTo>
                  <a:pt x="765" y="2788"/>
                </a:lnTo>
                <a:lnTo>
                  <a:pt x="761" y="2844"/>
                </a:lnTo>
                <a:lnTo>
                  <a:pt x="761" y="2898"/>
                </a:lnTo>
                <a:lnTo>
                  <a:pt x="764" y="2951"/>
                </a:lnTo>
                <a:lnTo>
                  <a:pt x="797" y="2963"/>
                </a:lnTo>
                <a:lnTo>
                  <a:pt x="831" y="2981"/>
                </a:lnTo>
                <a:lnTo>
                  <a:pt x="862" y="3004"/>
                </a:lnTo>
                <a:lnTo>
                  <a:pt x="893" y="3032"/>
                </a:lnTo>
                <a:lnTo>
                  <a:pt x="920" y="3069"/>
                </a:lnTo>
                <a:lnTo>
                  <a:pt x="943" y="3105"/>
                </a:lnTo>
                <a:lnTo>
                  <a:pt x="968" y="3143"/>
                </a:lnTo>
                <a:lnTo>
                  <a:pt x="991" y="3181"/>
                </a:lnTo>
                <a:lnTo>
                  <a:pt x="1010" y="3224"/>
                </a:lnTo>
                <a:lnTo>
                  <a:pt x="1029" y="3284"/>
                </a:lnTo>
                <a:lnTo>
                  <a:pt x="1042" y="3349"/>
                </a:lnTo>
                <a:lnTo>
                  <a:pt x="1050" y="3417"/>
                </a:lnTo>
                <a:lnTo>
                  <a:pt x="1050" y="3422"/>
                </a:lnTo>
                <a:lnTo>
                  <a:pt x="1051" y="3426"/>
                </a:lnTo>
                <a:lnTo>
                  <a:pt x="1054" y="3349"/>
                </a:lnTo>
                <a:lnTo>
                  <a:pt x="1058" y="3277"/>
                </a:lnTo>
                <a:lnTo>
                  <a:pt x="1063" y="3212"/>
                </a:lnTo>
                <a:lnTo>
                  <a:pt x="1067" y="3155"/>
                </a:lnTo>
                <a:lnTo>
                  <a:pt x="1070" y="3115"/>
                </a:lnTo>
                <a:lnTo>
                  <a:pt x="1075" y="3072"/>
                </a:lnTo>
                <a:lnTo>
                  <a:pt x="1078" y="3026"/>
                </a:lnTo>
                <a:lnTo>
                  <a:pt x="1082" y="2975"/>
                </a:lnTo>
                <a:lnTo>
                  <a:pt x="1086" y="2919"/>
                </a:lnTo>
                <a:lnTo>
                  <a:pt x="1091" y="2855"/>
                </a:lnTo>
                <a:lnTo>
                  <a:pt x="1097" y="2786"/>
                </a:lnTo>
                <a:lnTo>
                  <a:pt x="1103" y="2708"/>
                </a:lnTo>
                <a:lnTo>
                  <a:pt x="1111" y="2593"/>
                </a:lnTo>
                <a:lnTo>
                  <a:pt x="1119" y="2479"/>
                </a:lnTo>
                <a:lnTo>
                  <a:pt x="1126" y="2364"/>
                </a:lnTo>
                <a:lnTo>
                  <a:pt x="1138" y="2249"/>
                </a:lnTo>
                <a:lnTo>
                  <a:pt x="1172" y="1997"/>
                </a:lnTo>
                <a:close/>
                <a:moveTo>
                  <a:pt x="621" y="1990"/>
                </a:moveTo>
                <a:lnTo>
                  <a:pt x="619" y="1991"/>
                </a:lnTo>
                <a:lnTo>
                  <a:pt x="616" y="2012"/>
                </a:lnTo>
                <a:lnTo>
                  <a:pt x="613" y="2034"/>
                </a:lnTo>
                <a:lnTo>
                  <a:pt x="610" y="2049"/>
                </a:lnTo>
                <a:lnTo>
                  <a:pt x="606" y="2064"/>
                </a:lnTo>
                <a:lnTo>
                  <a:pt x="604" y="2078"/>
                </a:lnTo>
                <a:lnTo>
                  <a:pt x="609" y="2092"/>
                </a:lnTo>
                <a:lnTo>
                  <a:pt x="618" y="2105"/>
                </a:lnTo>
                <a:lnTo>
                  <a:pt x="626" y="2117"/>
                </a:lnTo>
                <a:lnTo>
                  <a:pt x="659" y="2167"/>
                </a:lnTo>
                <a:lnTo>
                  <a:pt x="691" y="2211"/>
                </a:lnTo>
                <a:lnTo>
                  <a:pt x="727" y="2255"/>
                </a:lnTo>
                <a:lnTo>
                  <a:pt x="731" y="2261"/>
                </a:lnTo>
                <a:lnTo>
                  <a:pt x="737" y="2270"/>
                </a:lnTo>
                <a:lnTo>
                  <a:pt x="752" y="2291"/>
                </a:lnTo>
                <a:lnTo>
                  <a:pt x="761" y="2300"/>
                </a:lnTo>
                <a:lnTo>
                  <a:pt x="768" y="2304"/>
                </a:lnTo>
                <a:lnTo>
                  <a:pt x="775" y="2304"/>
                </a:lnTo>
                <a:lnTo>
                  <a:pt x="781" y="2298"/>
                </a:lnTo>
                <a:lnTo>
                  <a:pt x="787" y="2285"/>
                </a:lnTo>
                <a:lnTo>
                  <a:pt x="796" y="2270"/>
                </a:lnTo>
                <a:lnTo>
                  <a:pt x="805" y="2257"/>
                </a:lnTo>
                <a:lnTo>
                  <a:pt x="811" y="2242"/>
                </a:lnTo>
                <a:lnTo>
                  <a:pt x="812" y="2229"/>
                </a:lnTo>
                <a:lnTo>
                  <a:pt x="806" y="2214"/>
                </a:lnTo>
                <a:lnTo>
                  <a:pt x="796" y="2201"/>
                </a:lnTo>
                <a:lnTo>
                  <a:pt x="786" y="2189"/>
                </a:lnTo>
                <a:lnTo>
                  <a:pt x="767" y="2165"/>
                </a:lnTo>
                <a:lnTo>
                  <a:pt x="749" y="2142"/>
                </a:lnTo>
                <a:lnTo>
                  <a:pt x="713" y="2101"/>
                </a:lnTo>
                <a:lnTo>
                  <a:pt x="680" y="2059"/>
                </a:lnTo>
                <a:lnTo>
                  <a:pt x="641" y="2012"/>
                </a:lnTo>
                <a:lnTo>
                  <a:pt x="640" y="2009"/>
                </a:lnTo>
                <a:lnTo>
                  <a:pt x="632" y="2002"/>
                </a:lnTo>
                <a:lnTo>
                  <a:pt x="629" y="1997"/>
                </a:lnTo>
                <a:lnTo>
                  <a:pt x="626" y="1994"/>
                </a:lnTo>
                <a:lnTo>
                  <a:pt x="624" y="1993"/>
                </a:lnTo>
                <a:lnTo>
                  <a:pt x="621" y="1990"/>
                </a:lnTo>
                <a:close/>
                <a:moveTo>
                  <a:pt x="588" y="1972"/>
                </a:moveTo>
                <a:lnTo>
                  <a:pt x="575" y="1974"/>
                </a:lnTo>
                <a:lnTo>
                  <a:pt x="569" y="1974"/>
                </a:lnTo>
                <a:lnTo>
                  <a:pt x="559" y="1975"/>
                </a:lnTo>
                <a:lnTo>
                  <a:pt x="545" y="1975"/>
                </a:lnTo>
                <a:lnTo>
                  <a:pt x="535" y="1977"/>
                </a:lnTo>
                <a:lnTo>
                  <a:pt x="526" y="1977"/>
                </a:lnTo>
                <a:lnTo>
                  <a:pt x="522" y="1975"/>
                </a:lnTo>
                <a:lnTo>
                  <a:pt x="537" y="1999"/>
                </a:lnTo>
                <a:lnTo>
                  <a:pt x="572" y="2046"/>
                </a:lnTo>
                <a:lnTo>
                  <a:pt x="578" y="2052"/>
                </a:lnTo>
                <a:lnTo>
                  <a:pt x="582" y="2050"/>
                </a:lnTo>
                <a:lnTo>
                  <a:pt x="587" y="2043"/>
                </a:lnTo>
                <a:lnTo>
                  <a:pt x="590" y="2034"/>
                </a:lnTo>
                <a:lnTo>
                  <a:pt x="591" y="2024"/>
                </a:lnTo>
                <a:lnTo>
                  <a:pt x="593" y="2015"/>
                </a:lnTo>
                <a:lnTo>
                  <a:pt x="597" y="1997"/>
                </a:lnTo>
                <a:lnTo>
                  <a:pt x="598" y="1988"/>
                </a:lnTo>
                <a:lnTo>
                  <a:pt x="598" y="1980"/>
                </a:lnTo>
                <a:lnTo>
                  <a:pt x="596" y="1975"/>
                </a:lnTo>
                <a:lnTo>
                  <a:pt x="588" y="1972"/>
                </a:lnTo>
                <a:close/>
                <a:moveTo>
                  <a:pt x="1862" y="0"/>
                </a:moveTo>
                <a:lnTo>
                  <a:pt x="1866" y="5"/>
                </a:lnTo>
                <a:lnTo>
                  <a:pt x="1869" y="19"/>
                </a:lnTo>
                <a:lnTo>
                  <a:pt x="1871" y="39"/>
                </a:lnTo>
                <a:lnTo>
                  <a:pt x="1872" y="66"/>
                </a:lnTo>
                <a:lnTo>
                  <a:pt x="1874" y="97"/>
                </a:lnTo>
                <a:lnTo>
                  <a:pt x="1874" y="129"/>
                </a:lnTo>
                <a:lnTo>
                  <a:pt x="1871" y="194"/>
                </a:lnTo>
                <a:lnTo>
                  <a:pt x="1869" y="222"/>
                </a:lnTo>
                <a:lnTo>
                  <a:pt x="1866" y="247"/>
                </a:lnTo>
                <a:lnTo>
                  <a:pt x="1863" y="265"/>
                </a:lnTo>
                <a:lnTo>
                  <a:pt x="1850" y="311"/>
                </a:lnTo>
                <a:lnTo>
                  <a:pt x="1831" y="353"/>
                </a:lnTo>
                <a:lnTo>
                  <a:pt x="1806" y="393"/>
                </a:lnTo>
                <a:lnTo>
                  <a:pt x="1779" y="432"/>
                </a:lnTo>
                <a:lnTo>
                  <a:pt x="1720" y="505"/>
                </a:lnTo>
                <a:lnTo>
                  <a:pt x="1667" y="570"/>
                </a:lnTo>
                <a:lnTo>
                  <a:pt x="1555" y="697"/>
                </a:lnTo>
                <a:lnTo>
                  <a:pt x="1504" y="763"/>
                </a:lnTo>
                <a:lnTo>
                  <a:pt x="1492" y="779"/>
                </a:lnTo>
                <a:lnTo>
                  <a:pt x="1478" y="802"/>
                </a:lnTo>
                <a:lnTo>
                  <a:pt x="1461" y="825"/>
                </a:lnTo>
                <a:lnTo>
                  <a:pt x="1445" y="852"/>
                </a:lnTo>
                <a:lnTo>
                  <a:pt x="1409" y="905"/>
                </a:lnTo>
                <a:lnTo>
                  <a:pt x="1393" y="927"/>
                </a:lnTo>
                <a:lnTo>
                  <a:pt x="1380" y="945"/>
                </a:lnTo>
                <a:lnTo>
                  <a:pt x="1368" y="958"/>
                </a:lnTo>
                <a:lnTo>
                  <a:pt x="1364" y="1080"/>
                </a:lnTo>
                <a:lnTo>
                  <a:pt x="1378" y="1058"/>
                </a:lnTo>
                <a:lnTo>
                  <a:pt x="1392" y="1037"/>
                </a:lnTo>
                <a:lnTo>
                  <a:pt x="1403" y="1020"/>
                </a:lnTo>
                <a:lnTo>
                  <a:pt x="1436" y="955"/>
                </a:lnTo>
                <a:lnTo>
                  <a:pt x="1461" y="912"/>
                </a:lnTo>
                <a:lnTo>
                  <a:pt x="1486" y="871"/>
                </a:lnTo>
                <a:lnTo>
                  <a:pt x="1512" y="827"/>
                </a:lnTo>
                <a:lnTo>
                  <a:pt x="1540" y="784"/>
                </a:lnTo>
                <a:lnTo>
                  <a:pt x="1570" y="743"/>
                </a:lnTo>
                <a:lnTo>
                  <a:pt x="1602" y="706"/>
                </a:lnTo>
                <a:lnTo>
                  <a:pt x="1638" y="673"/>
                </a:lnTo>
                <a:lnTo>
                  <a:pt x="1676" y="647"/>
                </a:lnTo>
                <a:lnTo>
                  <a:pt x="1716" y="628"/>
                </a:lnTo>
                <a:lnTo>
                  <a:pt x="1757" y="614"/>
                </a:lnTo>
                <a:lnTo>
                  <a:pt x="1797" y="607"/>
                </a:lnTo>
                <a:lnTo>
                  <a:pt x="1838" y="605"/>
                </a:lnTo>
                <a:lnTo>
                  <a:pt x="1890" y="614"/>
                </a:lnTo>
                <a:lnTo>
                  <a:pt x="1940" y="632"/>
                </a:lnTo>
                <a:lnTo>
                  <a:pt x="1953" y="636"/>
                </a:lnTo>
                <a:lnTo>
                  <a:pt x="1969" y="642"/>
                </a:lnTo>
                <a:lnTo>
                  <a:pt x="1989" y="650"/>
                </a:lnTo>
                <a:lnTo>
                  <a:pt x="2006" y="656"/>
                </a:lnTo>
                <a:lnTo>
                  <a:pt x="2021" y="662"/>
                </a:lnTo>
                <a:lnTo>
                  <a:pt x="2033" y="664"/>
                </a:lnTo>
                <a:lnTo>
                  <a:pt x="2037" y="667"/>
                </a:lnTo>
                <a:lnTo>
                  <a:pt x="2034" y="669"/>
                </a:lnTo>
                <a:lnTo>
                  <a:pt x="2027" y="672"/>
                </a:lnTo>
                <a:lnTo>
                  <a:pt x="2017" y="676"/>
                </a:lnTo>
                <a:lnTo>
                  <a:pt x="1990" y="688"/>
                </a:lnTo>
                <a:lnTo>
                  <a:pt x="1978" y="694"/>
                </a:lnTo>
                <a:lnTo>
                  <a:pt x="1968" y="698"/>
                </a:lnTo>
                <a:lnTo>
                  <a:pt x="1950" y="710"/>
                </a:lnTo>
                <a:lnTo>
                  <a:pt x="1931" y="722"/>
                </a:lnTo>
                <a:lnTo>
                  <a:pt x="1906" y="735"/>
                </a:lnTo>
                <a:lnTo>
                  <a:pt x="1876" y="753"/>
                </a:lnTo>
                <a:lnTo>
                  <a:pt x="1843" y="771"/>
                </a:lnTo>
                <a:lnTo>
                  <a:pt x="1806" y="791"/>
                </a:lnTo>
                <a:lnTo>
                  <a:pt x="1766" y="813"/>
                </a:lnTo>
                <a:lnTo>
                  <a:pt x="1725" y="836"/>
                </a:lnTo>
                <a:lnTo>
                  <a:pt x="1683" y="859"/>
                </a:lnTo>
                <a:lnTo>
                  <a:pt x="1641" y="884"/>
                </a:lnTo>
                <a:lnTo>
                  <a:pt x="1599" y="908"/>
                </a:lnTo>
                <a:lnTo>
                  <a:pt x="1560" y="933"/>
                </a:lnTo>
                <a:lnTo>
                  <a:pt x="1521" y="956"/>
                </a:lnTo>
                <a:lnTo>
                  <a:pt x="1487" y="979"/>
                </a:lnTo>
                <a:lnTo>
                  <a:pt x="1456" y="999"/>
                </a:lnTo>
                <a:lnTo>
                  <a:pt x="1431" y="1020"/>
                </a:lnTo>
                <a:lnTo>
                  <a:pt x="1411" y="1037"/>
                </a:lnTo>
                <a:lnTo>
                  <a:pt x="1397" y="1054"/>
                </a:lnTo>
                <a:lnTo>
                  <a:pt x="1387" y="1067"/>
                </a:lnTo>
                <a:lnTo>
                  <a:pt x="1378" y="1083"/>
                </a:lnTo>
                <a:lnTo>
                  <a:pt x="1368" y="1102"/>
                </a:lnTo>
                <a:lnTo>
                  <a:pt x="1359" y="1120"/>
                </a:lnTo>
                <a:lnTo>
                  <a:pt x="1359" y="1124"/>
                </a:lnTo>
                <a:lnTo>
                  <a:pt x="1361" y="1127"/>
                </a:lnTo>
                <a:lnTo>
                  <a:pt x="1362" y="1129"/>
                </a:lnTo>
                <a:lnTo>
                  <a:pt x="1364" y="1132"/>
                </a:lnTo>
                <a:lnTo>
                  <a:pt x="1368" y="1124"/>
                </a:lnTo>
                <a:lnTo>
                  <a:pt x="1414" y="1114"/>
                </a:lnTo>
                <a:lnTo>
                  <a:pt x="1456" y="1099"/>
                </a:lnTo>
                <a:lnTo>
                  <a:pt x="1496" y="1080"/>
                </a:lnTo>
                <a:lnTo>
                  <a:pt x="1533" y="1058"/>
                </a:lnTo>
                <a:lnTo>
                  <a:pt x="1567" y="1035"/>
                </a:lnTo>
                <a:lnTo>
                  <a:pt x="1635" y="984"/>
                </a:lnTo>
                <a:lnTo>
                  <a:pt x="1670" y="959"/>
                </a:lnTo>
                <a:lnTo>
                  <a:pt x="1705" y="937"/>
                </a:lnTo>
                <a:lnTo>
                  <a:pt x="1747" y="909"/>
                </a:lnTo>
                <a:lnTo>
                  <a:pt x="1787" y="878"/>
                </a:lnTo>
                <a:lnTo>
                  <a:pt x="1823" y="844"/>
                </a:lnTo>
                <a:lnTo>
                  <a:pt x="1860" y="812"/>
                </a:lnTo>
                <a:lnTo>
                  <a:pt x="1900" y="782"/>
                </a:lnTo>
                <a:lnTo>
                  <a:pt x="1959" y="747"/>
                </a:lnTo>
                <a:lnTo>
                  <a:pt x="2021" y="715"/>
                </a:lnTo>
                <a:lnTo>
                  <a:pt x="2151" y="653"/>
                </a:lnTo>
                <a:lnTo>
                  <a:pt x="2157" y="650"/>
                </a:lnTo>
                <a:lnTo>
                  <a:pt x="2165" y="642"/>
                </a:lnTo>
                <a:lnTo>
                  <a:pt x="2192" y="622"/>
                </a:lnTo>
                <a:lnTo>
                  <a:pt x="2205" y="610"/>
                </a:lnTo>
                <a:lnTo>
                  <a:pt x="2218" y="600"/>
                </a:lnTo>
                <a:lnTo>
                  <a:pt x="2229" y="591"/>
                </a:lnTo>
                <a:lnTo>
                  <a:pt x="2236" y="585"/>
                </a:lnTo>
                <a:lnTo>
                  <a:pt x="2239" y="583"/>
                </a:lnTo>
                <a:lnTo>
                  <a:pt x="2239" y="588"/>
                </a:lnTo>
                <a:lnTo>
                  <a:pt x="2236" y="595"/>
                </a:lnTo>
                <a:lnTo>
                  <a:pt x="2232" y="603"/>
                </a:lnTo>
                <a:lnTo>
                  <a:pt x="2229" y="607"/>
                </a:lnTo>
                <a:lnTo>
                  <a:pt x="2221" y="629"/>
                </a:lnTo>
                <a:lnTo>
                  <a:pt x="2218" y="653"/>
                </a:lnTo>
                <a:lnTo>
                  <a:pt x="2220" y="676"/>
                </a:lnTo>
                <a:lnTo>
                  <a:pt x="2221" y="701"/>
                </a:lnTo>
                <a:lnTo>
                  <a:pt x="2221" y="725"/>
                </a:lnTo>
                <a:lnTo>
                  <a:pt x="2216" y="774"/>
                </a:lnTo>
                <a:lnTo>
                  <a:pt x="2205" y="819"/>
                </a:lnTo>
                <a:lnTo>
                  <a:pt x="2189" y="865"/>
                </a:lnTo>
                <a:lnTo>
                  <a:pt x="2167" y="908"/>
                </a:lnTo>
                <a:lnTo>
                  <a:pt x="2139" y="948"/>
                </a:lnTo>
                <a:lnTo>
                  <a:pt x="2105" y="983"/>
                </a:lnTo>
                <a:lnTo>
                  <a:pt x="2067" y="1017"/>
                </a:lnTo>
                <a:lnTo>
                  <a:pt x="2022" y="1045"/>
                </a:lnTo>
                <a:lnTo>
                  <a:pt x="1974" y="1070"/>
                </a:lnTo>
                <a:lnTo>
                  <a:pt x="1921" y="1091"/>
                </a:lnTo>
                <a:lnTo>
                  <a:pt x="1863" y="1105"/>
                </a:lnTo>
                <a:lnTo>
                  <a:pt x="1803" y="1116"/>
                </a:lnTo>
                <a:lnTo>
                  <a:pt x="1739" y="1123"/>
                </a:lnTo>
                <a:lnTo>
                  <a:pt x="1677" y="1127"/>
                </a:lnTo>
                <a:lnTo>
                  <a:pt x="1617" y="1132"/>
                </a:lnTo>
                <a:lnTo>
                  <a:pt x="1679" y="1136"/>
                </a:lnTo>
                <a:lnTo>
                  <a:pt x="1732" y="1144"/>
                </a:lnTo>
                <a:lnTo>
                  <a:pt x="1784" y="1154"/>
                </a:lnTo>
                <a:lnTo>
                  <a:pt x="1834" y="1167"/>
                </a:lnTo>
                <a:lnTo>
                  <a:pt x="1881" y="1185"/>
                </a:lnTo>
                <a:lnTo>
                  <a:pt x="1924" y="1207"/>
                </a:lnTo>
                <a:lnTo>
                  <a:pt x="1971" y="1239"/>
                </a:lnTo>
                <a:lnTo>
                  <a:pt x="2014" y="1276"/>
                </a:lnTo>
                <a:lnTo>
                  <a:pt x="2049" y="1316"/>
                </a:lnTo>
                <a:lnTo>
                  <a:pt x="2080" y="1359"/>
                </a:lnTo>
                <a:lnTo>
                  <a:pt x="2105" y="1402"/>
                </a:lnTo>
                <a:lnTo>
                  <a:pt x="2127" y="1447"/>
                </a:lnTo>
                <a:lnTo>
                  <a:pt x="2143" y="1492"/>
                </a:lnTo>
                <a:lnTo>
                  <a:pt x="2158" y="1537"/>
                </a:lnTo>
                <a:lnTo>
                  <a:pt x="2167" y="1580"/>
                </a:lnTo>
                <a:lnTo>
                  <a:pt x="2174" y="1621"/>
                </a:lnTo>
                <a:lnTo>
                  <a:pt x="2179" y="1660"/>
                </a:lnTo>
                <a:lnTo>
                  <a:pt x="2182" y="1695"/>
                </a:lnTo>
                <a:lnTo>
                  <a:pt x="2182" y="1753"/>
                </a:lnTo>
                <a:lnTo>
                  <a:pt x="2179" y="1775"/>
                </a:lnTo>
                <a:lnTo>
                  <a:pt x="2177" y="1789"/>
                </a:lnTo>
                <a:lnTo>
                  <a:pt x="2174" y="1797"/>
                </a:lnTo>
                <a:lnTo>
                  <a:pt x="2171" y="1797"/>
                </a:lnTo>
                <a:lnTo>
                  <a:pt x="2152" y="1767"/>
                </a:lnTo>
                <a:lnTo>
                  <a:pt x="2132" y="1739"/>
                </a:lnTo>
                <a:lnTo>
                  <a:pt x="2108" y="1713"/>
                </a:lnTo>
                <a:lnTo>
                  <a:pt x="2081" y="1686"/>
                </a:lnTo>
                <a:lnTo>
                  <a:pt x="2049" y="1664"/>
                </a:lnTo>
                <a:lnTo>
                  <a:pt x="2019" y="1648"/>
                </a:lnTo>
                <a:lnTo>
                  <a:pt x="1994" y="1633"/>
                </a:lnTo>
                <a:lnTo>
                  <a:pt x="1969" y="1621"/>
                </a:lnTo>
                <a:lnTo>
                  <a:pt x="1946" y="1611"/>
                </a:lnTo>
                <a:lnTo>
                  <a:pt x="1879" y="1580"/>
                </a:lnTo>
                <a:lnTo>
                  <a:pt x="1854" y="1568"/>
                </a:lnTo>
                <a:lnTo>
                  <a:pt x="1829" y="1555"/>
                </a:lnTo>
                <a:lnTo>
                  <a:pt x="1801" y="1537"/>
                </a:lnTo>
                <a:lnTo>
                  <a:pt x="1735" y="1493"/>
                </a:lnTo>
                <a:lnTo>
                  <a:pt x="1697" y="1464"/>
                </a:lnTo>
                <a:lnTo>
                  <a:pt x="1652" y="1428"/>
                </a:lnTo>
                <a:lnTo>
                  <a:pt x="1627" y="1405"/>
                </a:lnTo>
                <a:lnTo>
                  <a:pt x="1601" y="1374"/>
                </a:lnTo>
                <a:lnTo>
                  <a:pt x="1517" y="1267"/>
                </a:lnTo>
                <a:lnTo>
                  <a:pt x="1489" y="1237"/>
                </a:lnTo>
                <a:lnTo>
                  <a:pt x="1459" y="1211"/>
                </a:lnTo>
                <a:lnTo>
                  <a:pt x="1431" y="1195"/>
                </a:lnTo>
                <a:lnTo>
                  <a:pt x="1396" y="1181"/>
                </a:lnTo>
                <a:lnTo>
                  <a:pt x="1361" y="1170"/>
                </a:lnTo>
                <a:lnTo>
                  <a:pt x="1356" y="1170"/>
                </a:lnTo>
                <a:lnTo>
                  <a:pt x="1350" y="1182"/>
                </a:lnTo>
                <a:lnTo>
                  <a:pt x="1349" y="1192"/>
                </a:lnTo>
                <a:lnTo>
                  <a:pt x="1346" y="1203"/>
                </a:lnTo>
                <a:lnTo>
                  <a:pt x="1344" y="1207"/>
                </a:lnTo>
                <a:lnTo>
                  <a:pt x="1343" y="1219"/>
                </a:lnTo>
                <a:lnTo>
                  <a:pt x="1338" y="1237"/>
                </a:lnTo>
                <a:lnTo>
                  <a:pt x="1334" y="1257"/>
                </a:lnTo>
                <a:lnTo>
                  <a:pt x="1325" y="1301"/>
                </a:lnTo>
                <a:lnTo>
                  <a:pt x="1322" y="1321"/>
                </a:lnTo>
                <a:lnTo>
                  <a:pt x="1305" y="1421"/>
                </a:lnTo>
                <a:lnTo>
                  <a:pt x="1285" y="1523"/>
                </a:lnTo>
                <a:lnTo>
                  <a:pt x="1266" y="1623"/>
                </a:lnTo>
                <a:lnTo>
                  <a:pt x="1241" y="1781"/>
                </a:lnTo>
                <a:lnTo>
                  <a:pt x="1218" y="1941"/>
                </a:lnTo>
                <a:lnTo>
                  <a:pt x="1237" y="1927"/>
                </a:lnTo>
                <a:lnTo>
                  <a:pt x="1254" y="1912"/>
                </a:lnTo>
                <a:lnTo>
                  <a:pt x="1265" y="1900"/>
                </a:lnTo>
                <a:lnTo>
                  <a:pt x="1271" y="1885"/>
                </a:lnTo>
                <a:lnTo>
                  <a:pt x="1275" y="1871"/>
                </a:lnTo>
                <a:lnTo>
                  <a:pt x="1281" y="1856"/>
                </a:lnTo>
                <a:lnTo>
                  <a:pt x="1293" y="1838"/>
                </a:lnTo>
                <a:lnTo>
                  <a:pt x="1309" y="1825"/>
                </a:lnTo>
                <a:lnTo>
                  <a:pt x="1328" y="1816"/>
                </a:lnTo>
                <a:lnTo>
                  <a:pt x="1349" y="1813"/>
                </a:lnTo>
                <a:lnTo>
                  <a:pt x="1369" y="1816"/>
                </a:lnTo>
                <a:lnTo>
                  <a:pt x="1390" y="1823"/>
                </a:lnTo>
                <a:lnTo>
                  <a:pt x="1394" y="1826"/>
                </a:lnTo>
                <a:lnTo>
                  <a:pt x="1412" y="1835"/>
                </a:lnTo>
                <a:lnTo>
                  <a:pt x="1417" y="1838"/>
                </a:lnTo>
                <a:lnTo>
                  <a:pt x="1421" y="1845"/>
                </a:lnTo>
                <a:lnTo>
                  <a:pt x="1424" y="1853"/>
                </a:lnTo>
                <a:lnTo>
                  <a:pt x="1425" y="1859"/>
                </a:lnTo>
                <a:lnTo>
                  <a:pt x="1425" y="1869"/>
                </a:lnTo>
                <a:lnTo>
                  <a:pt x="1427" y="1879"/>
                </a:lnTo>
                <a:lnTo>
                  <a:pt x="1427" y="1890"/>
                </a:lnTo>
                <a:lnTo>
                  <a:pt x="1420" y="1910"/>
                </a:lnTo>
                <a:lnTo>
                  <a:pt x="1408" y="1927"/>
                </a:lnTo>
                <a:lnTo>
                  <a:pt x="1392" y="1940"/>
                </a:lnTo>
                <a:lnTo>
                  <a:pt x="1372" y="1949"/>
                </a:lnTo>
                <a:lnTo>
                  <a:pt x="1350" y="1953"/>
                </a:lnTo>
                <a:lnTo>
                  <a:pt x="1328" y="1955"/>
                </a:lnTo>
                <a:lnTo>
                  <a:pt x="1313" y="1953"/>
                </a:lnTo>
                <a:lnTo>
                  <a:pt x="1299" y="1950"/>
                </a:lnTo>
                <a:lnTo>
                  <a:pt x="1282" y="1947"/>
                </a:lnTo>
                <a:lnTo>
                  <a:pt x="1268" y="1949"/>
                </a:lnTo>
                <a:lnTo>
                  <a:pt x="1250" y="1955"/>
                </a:lnTo>
                <a:lnTo>
                  <a:pt x="1231" y="1965"/>
                </a:lnTo>
                <a:lnTo>
                  <a:pt x="1213" y="1975"/>
                </a:lnTo>
                <a:lnTo>
                  <a:pt x="1210" y="1993"/>
                </a:lnTo>
                <a:lnTo>
                  <a:pt x="1206" y="2012"/>
                </a:lnTo>
                <a:lnTo>
                  <a:pt x="1179" y="2224"/>
                </a:lnTo>
                <a:lnTo>
                  <a:pt x="1157" y="2437"/>
                </a:lnTo>
                <a:lnTo>
                  <a:pt x="1148" y="2549"/>
                </a:lnTo>
                <a:lnTo>
                  <a:pt x="1141" y="2658"/>
                </a:lnTo>
                <a:lnTo>
                  <a:pt x="1137" y="2767"/>
                </a:lnTo>
                <a:lnTo>
                  <a:pt x="1131" y="2879"/>
                </a:lnTo>
                <a:lnTo>
                  <a:pt x="1122" y="2997"/>
                </a:lnTo>
                <a:lnTo>
                  <a:pt x="1104" y="3239"/>
                </a:lnTo>
                <a:lnTo>
                  <a:pt x="1098" y="3357"/>
                </a:lnTo>
                <a:lnTo>
                  <a:pt x="1097" y="3435"/>
                </a:lnTo>
                <a:lnTo>
                  <a:pt x="1094" y="3517"/>
                </a:lnTo>
                <a:lnTo>
                  <a:pt x="1089" y="3603"/>
                </a:lnTo>
                <a:lnTo>
                  <a:pt x="1088" y="3687"/>
                </a:lnTo>
                <a:lnTo>
                  <a:pt x="1086" y="3770"/>
                </a:lnTo>
                <a:lnTo>
                  <a:pt x="1086" y="3848"/>
                </a:lnTo>
                <a:lnTo>
                  <a:pt x="1088" y="3895"/>
                </a:lnTo>
                <a:lnTo>
                  <a:pt x="1091" y="3951"/>
                </a:lnTo>
                <a:lnTo>
                  <a:pt x="1094" y="4011"/>
                </a:lnTo>
                <a:lnTo>
                  <a:pt x="1098" y="4072"/>
                </a:lnTo>
                <a:lnTo>
                  <a:pt x="1116" y="4038"/>
                </a:lnTo>
                <a:lnTo>
                  <a:pt x="1132" y="4008"/>
                </a:lnTo>
                <a:lnTo>
                  <a:pt x="1148" y="3982"/>
                </a:lnTo>
                <a:lnTo>
                  <a:pt x="1170" y="3948"/>
                </a:lnTo>
                <a:lnTo>
                  <a:pt x="1193" y="3920"/>
                </a:lnTo>
                <a:lnTo>
                  <a:pt x="1215" y="3893"/>
                </a:lnTo>
                <a:lnTo>
                  <a:pt x="1234" y="3867"/>
                </a:lnTo>
                <a:lnTo>
                  <a:pt x="1250" y="3837"/>
                </a:lnTo>
                <a:lnTo>
                  <a:pt x="1278" y="3783"/>
                </a:lnTo>
                <a:lnTo>
                  <a:pt x="1310" y="3731"/>
                </a:lnTo>
                <a:lnTo>
                  <a:pt x="1344" y="3680"/>
                </a:lnTo>
                <a:lnTo>
                  <a:pt x="1381" y="3627"/>
                </a:lnTo>
                <a:lnTo>
                  <a:pt x="1418" y="3572"/>
                </a:lnTo>
                <a:lnTo>
                  <a:pt x="1456" y="3516"/>
                </a:lnTo>
                <a:lnTo>
                  <a:pt x="1496" y="3460"/>
                </a:lnTo>
                <a:lnTo>
                  <a:pt x="1539" y="3407"/>
                </a:lnTo>
                <a:lnTo>
                  <a:pt x="1583" y="3357"/>
                </a:lnTo>
                <a:lnTo>
                  <a:pt x="1629" y="3311"/>
                </a:lnTo>
                <a:lnTo>
                  <a:pt x="1689" y="3264"/>
                </a:lnTo>
                <a:lnTo>
                  <a:pt x="1751" y="3224"/>
                </a:lnTo>
                <a:lnTo>
                  <a:pt x="1815" y="3192"/>
                </a:lnTo>
                <a:lnTo>
                  <a:pt x="1881" y="3169"/>
                </a:lnTo>
                <a:lnTo>
                  <a:pt x="1946" y="3155"/>
                </a:lnTo>
                <a:lnTo>
                  <a:pt x="2011" y="3149"/>
                </a:lnTo>
                <a:lnTo>
                  <a:pt x="2075" y="3152"/>
                </a:lnTo>
                <a:lnTo>
                  <a:pt x="2140" y="3164"/>
                </a:lnTo>
                <a:lnTo>
                  <a:pt x="2202" y="3183"/>
                </a:lnTo>
                <a:lnTo>
                  <a:pt x="2263" y="3211"/>
                </a:lnTo>
                <a:lnTo>
                  <a:pt x="2277" y="3220"/>
                </a:lnTo>
                <a:lnTo>
                  <a:pt x="2295" y="3231"/>
                </a:lnTo>
                <a:lnTo>
                  <a:pt x="2314" y="3245"/>
                </a:lnTo>
                <a:lnTo>
                  <a:pt x="2333" y="3259"/>
                </a:lnTo>
                <a:lnTo>
                  <a:pt x="2353" y="3276"/>
                </a:lnTo>
                <a:lnTo>
                  <a:pt x="2370" y="3289"/>
                </a:lnTo>
                <a:lnTo>
                  <a:pt x="2385" y="3302"/>
                </a:lnTo>
                <a:lnTo>
                  <a:pt x="2398" y="3312"/>
                </a:lnTo>
                <a:lnTo>
                  <a:pt x="2406" y="3318"/>
                </a:lnTo>
                <a:lnTo>
                  <a:pt x="2409" y="3321"/>
                </a:lnTo>
                <a:lnTo>
                  <a:pt x="2404" y="3321"/>
                </a:lnTo>
                <a:lnTo>
                  <a:pt x="2394" y="3323"/>
                </a:lnTo>
                <a:lnTo>
                  <a:pt x="2378" y="3326"/>
                </a:lnTo>
                <a:lnTo>
                  <a:pt x="2359" y="3327"/>
                </a:lnTo>
                <a:lnTo>
                  <a:pt x="2338" y="3330"/>
                </a:lnTo>
                <a:lnTo>
                  <a:pt x="2300" y="3336"/>
                </a:lnTo>
                <a:lnTo>
                  <a:pt x="2286" y="3338"/>
                </a:lnTo>
                <a:lnTo>
                  <a:pt x="2277" y="3339"/>
                </a:lnTo>
                <a:lnTo>
                  <a:pt x="2186" y="3360"/>
                </a:lnTo>
                <a:lnTo>
                  <a:pt x="2098" y="3380"/>
                </a:lnTo>
                <a:lnTo>
                  <a:pt x="2009" y="3404"/>
                </a:lnTo>
                <a:lnTo>
                  <a:pt x="1922" y="3433"/>
                </a:lnTo>
                <a:lnTo>
                  <a:pt x="1835" y="3469"/>
                </a:lnTo>
                <a:lnTo>
                  <a:pt x="1754" y="3504"/>
                </a:lnTo>
                <a:lnTo>
                  <a:pt x="1679" y="3542"/>
                </a:lnTo>
                <a:lnTo>
                  <a:pt x="1604" y="3582"/>
                </a:lnTo>
                <a:lnTo>
                  <a:pt x="1532" y="3627"/>
                </a:lnTo>
                <a:lnTo>
                  <a:pt x="1462" y="3677"/>
                </a:lnTo>
                <a:lnTo>
                  <a:pt x="1399" y="3733"/>
                </a:lnTo>
                <a:lnTo>
                  <a:pt x="1337" y="3793"/>
                </a:lnTo>
                <a:lnTo>
                  <a:pt x="1275" y="3861"/>
                </a:lnTo>
                <a:lnTo>
                  <a:pt x="1213" y="3935"/>
                </a:lnTo>
                <a:lnTo>
                  <a:pt x="1200" y="3951"/>
                </a:lnTo>
                <a:lnTo>
                  <a:pt x="1184" y="3972"/>
                </a:lnTo>
                <a:lnTo>
                  <a:pt x="1167" y="3995"/>
                </a:lnTo>
                <a:lnTo>
                  <a:pt x="1153" y="4022"/>
                </a:lnTo>
                <a:lnTo>
                  <a:pt x="1134" y="4061"/>
                </a:lnTo>
                <a:lnTo>
                  <a:pt x="1117" y="4103"/>
                </a:lnTo>
                <a:lnTo>
                  <a:pt x="1109" y="4240"/>
                </a:lnTo>
                <a:lnTo>
                  <a:pt x="1109" y="4246"/>
                </a:lnTo>
                <a:lnTo>
                  <a:pt x="1110" y="4250"/>
                </a:lnTo>
                <a:lnTo>
                  <a:pt x="1110" y="4255"/>
                </a:lnTo>
                <a:lnTo>
                  <a:pt x="1111" y="4293"/>
                </a:lnTo>
                <a:lnTo>
                  <a:pt x="1114" y="4342"/>
                </a:lnTo>
                <a:lnTo>
                  <a:pt x="1117" y="4395"/>
                </a:lnTo>
                <a:lnTo>
                  <a:pt x="1122" y="4452"/>
                </a:lnTo>
                <a:lnTo>
                  <a:pt x="1125" y="4511"/>
                </a:lnTo>
                <a:lnTo>
                  <a:pt x="1128" y="4569"/>
                </a:lnTo>
                <a:lnTo>
                  <a:pt x="1132" y="4625"/>
                </a:lnTo>
                <a:lnTo>
                  <a:pt x="1139" y="4746"/>
                </a:lnTo>
                <a:lnTo>
                  <a:pt x="1147" y="4865"/>
                </a:lnTo>
                <a:lnTo>
                  <a:pt x="1106" y="4865"/>
                </a:lnTo>
                <a:lnTo>
                  <a:pt x="1106" y="4855"/>
                </a:lnTo>
                <a:lnTo>
                  <a:pt x="1100" y="4777"/>
                </a:lnTo>
                <a:lnTo>
                  <a:pt x="1091" y="4626"/>
                </a:lnTo>
                <a:lnTo>
                  <a:pt x="1086" y="4548"/>
                </a:lnTo>
                <a:lnTo>
                  <a:pt x="1079" y="4465"/>
                </a:lnTo>
                <a:lnTo>
                  <a:pt x="1072" y="4377"/>
                </a:lnTo>
                <a:lnTo>
                  <a:pt x="1066" y="4287"/>
                </a:lnTo>
                <a:lnTo>
                  <a:pt x="1060" y="4199"/>
                </a:lnTo>
                <a:lnTo>
                  <a:pt x="1055" y="4116"/>
                </a:lnTo>
                <a:lnTo>
                  <a:pt x="1054" y="4070"/>
                </a:lnTo>
                <a:lnTo>
                  <a:pt x="1052" y="4032"/>
                </a:lnTo>
                <a:lnTo>
                  <a:pt x="1051" y="3998"/>
                </a:lnTo>
                <a:lnTo>
                  <a:pt x="1048" y="3939"/>
                </a:lnTo>
                <a:lnTo>
                  <a:pt x="1047" y="3908"/>
                </a:lnTo>
                <a:lnTo>
                  <a:pt x="1045" y="3876"/>
                </a:lnTo>
                <a:lnTo>
                  <a:pt x="1044" y="3836"/>
                </a:lnTo>
                <a:lnTo>
                  <a:pt x="1044" y="3737"/>
                </a:lnTo>
                <a:lnTo>
                  <a:pt x="1045" y="3677"/>
                </a:lnTo>
                <a:lnTo>
                  <a:pt x="1045" y="3610"/>
                </a:lnTo>
                <a:lnTo>
                  <a:pt x="1047" y="3540"/>
                </a:lnTo>
                <a:lnTo>
                  <a:pt x="1050" y="3467"/>
                </a:lnTo>
                <a:lnTo>
                  <a:pt x="1039" y="3444"/>
                </a:lnTo>
                <a:lnTo>
                  <a:pt x="1026" y="3425"/>
                </a:lnTo>
                <a:lnTo>
                  <a:pt x="1011" y="3404"/>
                </a:lnTo>
                <a:lnTo>
                  <a:pt x="995" y="3388"/>
                </a:lnTo>
                <a:lnTo>
                  <a:pt x="973" y="3371"/>
                </a:lnTo>
                <a:lnTo>
                  <a:pt x="946" y="3357"/>
                </a:lnTo>
                <a:lnTo>
                  <a:pt x="918" y="3343"/>
                </a:lnTo>
                <a:lnTo>
                  <a:pt x="889" y="3330"/>
                </a:lnTo>
                <a:lnTo>
                  <a:pt x="861" y="3318"/>
                </a:lnTo>
                <a:lnTo>
                  <a:pt x="834" y="3305"/>
                </a:lnTo>
                <a:lnTo>
                  <a:pt x="814" y="3292"/>
                </a:lnTo>
                <a:lnTo>
                  <a:pt x="789" y="3271"/>
                </a:lnTo>
                <a:lnTo>
                  <a:pt x="767" y="3252"/>
                </a:lnTo>
                <a:lnTo>
                  <a:pt x="746" y="3236"/>
                </a:lnTo>
                <a:lnTo>
                  <a:pt x="744" y="3364"/>
                </a:lnTo>
                <a:lnTo>
                  <a:pt x="743" y="3491"/>
                </a:lnTo>
                <a:lnTo>
                  <a:pt x="739" y="3768"/>
                </a:lnTo>
                <a:lnTo>
                  <a:pt x="739" y="3818"/>
                </a:lnTo>
                <a:lnTo>
                  <a:pt x="740" y="3851"/>
                </a:lnTo>
                <a:lnTo>
                  <a:pt x="740" y="3918"/>
                </a:lnTo>
                <a:lnTo>
                  <a:pt x="741" y="3951"/>
                </a:lnTo>
                <a:lnTo>
                  <a:pt x="741" y="4007"/>
                </a:lnTo>
                <a:lnTo>
                  <a:pt x="743" y="4029"/>
                </a:lnTo>
                <a:lnTo>
                  <a:pt x="743" y="4051"/>
                </a:lnTo>
                <a:lnTo>
                  <a:pt x="746" y="4061"/>
                </a:lnTo>
                <a:lnTo>
                  <a:pt x="747" y="4079"/>
                </a:lnTo>
                <a:lnTo>
                  <a:pt x="752" y="4100"/>
                </a:lnTo>
                <a:lnTo>
                  <a:pt x="756" y="4123"/>
                </a:lnTo>
                <a:lnTo>
                  <a:pt x="765" y="4174"/>
                </a:lnTo>
                <a:lnTo>
                  <a:pt x="781" y="4249"/>
                </a:lnTo>
                <a:lnTo>
                  <a:pt x="814" y="4402"/>
                </a:lnTo>
                <a:lnTo>
                  <a:pt x="828" y="4476"/>
                </a:lnTo>
                <a:lnTo>
                  <a:pt x="842" y="4544"/>
                </a:lnTo>
                <a:lnTo>
                  <a:pt x="862" y="4645"/>
                </a:lnTo>
                <a:lnTo>
                  <a:pt x="881" y="4751"/>
                </a:lnTo>
                <a:lnTo>
                  <a:pt x="902" y="4862"/>
                </a:lnTo>
                <a:lnTo>
                  <a:pt x="862" y="4862"/>
                </a:lnTo>
                <a:lnTo>
                  <a:pt x="856" y="4830"/>
                </a:lnTo>
                <a:lnTo>
                  <a:pt x="849" y="4791"/>
                </a:lnTo>
                <a:lnTo>
                  <a:pt x="840" y="4747"/>
                </a:lnTo>
                <a:lnTo>
                  <a:pt x="830" y="4698"/>
                </a:lnTo>
                <a:lnTo>
                  <a:pt x="820" y="4645"/>
                </a:lnTo>
                <a:lnTo>
                  <a:pt x="809" y="4591"/>
                </a:lnTo>
                <a:lnTo>
                  <a:pt x="797" y="4533"/>
                </a:lnTo>
                <a:lnTo>
                  <a:pt x="787" y="4476"/>
                </a:lnTo>
                <a:lnTo>
                  <a:pt x="775" y="4418"/>
                </a:lnTo>
                <a:lnTo>
                  <a:pt x="765" y="4361"/>
                </a:lnTo>
                <a:lnTo>
                  <a:pt x="753" y="4306"/>
                </a:lnTo>
                <a:lnTo>
                  <a:pt x="743" y="4255"/>
                </a:lnTo>
                <a:lnTo>
                  <a:pt x="734" y="4207"/>
                </a:lnTo>
                <a:lnTo>
                  <a:pt x="727" y="4165"/>
                </a:lnTo>
                <a:lnTo>
                  <a:pt x="719" y="4128"/>
                </a:lnTo>
                <a:lnTo>
                  <a:pt x="713" y="4097"/>
                </a:lnTo>
                <a:lnTo>
                  <a:pt x="706" y="4060"/>
                </a:lnTo>
                <a:lnTo>
                  <a:pt x="693" y="4045"/>
                </a:lnTo>
                <a:lnTo>
                  <a:pt x="675" y="4028"/>
                </a:lnTo>
                <a:lnTo>
                  <a:pt x="657" y="4008"/>
                </a:lnTo>
                <a:lnTo>
                  <a:pt x="638" y="3989"/>
                </a:lnTo>
                <a:lnTo>
                  <a:pt x="621" y="3970"/>
                </a:lnTo>
                <a:lnTo>
                  <a:pt x="604" y="3954"/>
                </a:lnTo>
                <a:lnTo>
                  <a:pt x="590" y="3941"/>
                </a:lnTo>
                <a:lnTo>
                  <a:pt x="581" y="3930"/>
                </a:lnTo>
                <a:lnTo>
                  <a:pt x="541" y="3890"/>
                </a:lnTo>
                <a:lnTo>
                  <a:pt x="529" y="3882"/>
                </a:lnTo>
                <a:lnTo>
                  <a:pt x="485" y="3864"/>
                </a:lnTo>
                <a:lnTo>
                  <a:pt x="448" y="3851"/>
                </a:lnTo>
                <a:lnTo>
                  <a:pt x="411" y="3836"/>
                </a:lnTo>
                <a:lnTo>
                  <a:pt x="339" y="3809"/>
                </a:lnTo>
                <a:lnTo>
                  <a:pt x="268" y="3783"/>
                </a:lnTo>
                <a:lnTo>
                  <a:pt x="254" y="3777"/>
                </a:lnTo>
                <a:lnTo>
                  <a:pt x="221" y="3765"/>
                </a:lnTo>
                <a:lnTo>
                  <a:pt x="205" y="3764"/>
                </a:lnTo>
                <a:lnTo>
                  <a:pt x="193" y="3765"/>
                </a:lnTo>
                <a:lnTo>
                  <a:pt x="167" y="3777"/>
                </a:lnTo>
                <a:lnTo>
                  <a:pt x="155" y="3781"/>
                </a:lnTo>
                <a:lnTo>
                  <a:pt x="134" y="3784"/>
                </a:lnTo>
                <a:lnTo>
                  <a:pt x="115" y="3783"/>
                </a:lnTo>
                <a:lnTo>
                  <a:pt x="96" y="3777"/>
                </a:lnTo>
                <a:lnTo>
                  <a:pt x="80" y="3768"/>
                </a:lnTo>
                <a:lnTo>
                  <a:pt x="66" y="3753"/>
                </a:lnTo>
                <a:lnTo>
                  <a:pt x="57" y="3736"/>
                </a:lnTo>
                <a:lnTo>
                  <a:pt x="56" y="3721"/>
                </a:lnTo>
                <a:lnTo>
                  <a:pt x="55" y="3705"/>
                </a:lnTo>
                <a:lnTo>
                  <a:pt x="55" y="3699"/>
                </a:lnTo>
                <a:lnTo>
                  <a:pt x="56" y="3690"/>
                </a:lnTo>
                <a:lnTo>
                  <a:pt x="60" y="3683"/>
                </a:lnTo>
                <a:lnTo>
                  <a:pt x="63" y="3678"/>
                </a:lnTo>
                <a:lnTo>
                  <a:pt x="68" y="3675"/>
                </a:lnTo>
                <a:lnTo>
                  <a:pt x="72" y="3671"/>
                </a:lnTo>
                <a:lnTo>
                  <a:pt x="77" y="3668"/>
                </a:lnTo>
                <a:lnTo>
                  <a:pt x="81" y="3663"/>
                </a:lnTo>
                <a:lnTo>
                  <a:pt x="97" y="3652"/>
                </a:lnTo>
                <a:lnTo>
                  <a:pt x="115" y="3646"/>
                </a:lnTo>
                <a:lnTo>
                  <a:pt x="134" y="3646"/>
                </a:lnTo>
                <a:lnTo>
                  <a:pt x="152" y="3650"/>
                </a:lnTo>
                <a:lnTo>
                  <a:pt x="168" y="3660"/>
                </a:lnTo>
                <a:lnTo>
                  <a:pt x="181" y="3675"/>
                </a:lnTo>
                <a:lnTo>
                  <a:pt x="189" y="3688"/>
                </a:lnTo>
                <a:lnTo>
                  <a:pt x="195" y="3702"/>
                </a:lnTo>
                <a:lnTo>
                  <a:pt x="202" y="3715"/>
                </a:lnTo>
                <a:lnTo>
                  <a:pt x="211" y="3725"/>
                </a:lnTo>
                <a:lnTo>
                  <a:pt x="237" y="3742"/>
                </a:lnTo>
                <a:lnTo>
                  <a:pt x="264" y="3755"/>
                </a:lnTo>
                <a:lnTo>
                  <a:pt x="326" y="3783"/>
                </a:lnTo>
                <a:lnTo>
                  <a:pt x="389" y="3809"/>
                </a:lnTo>
                <a:lnTo>
                  <a:pt x="460" y="3834"/>
                </a:lnTo>
                <a:lnTo>
                  <a:pt x="483" y="3843"/>
                </a:lnTo>
                <a:lnTo>
                  <a:pt x="507" y="3846"/>
                </a:lnTo>
                <a:lnTo>
                  <a:pt x="513" y="3842"/>
                </a:lnTo>
                <a:lnTo>
                  <a:pt x="517" y="3833"/>
                </a:lnTo>
                <a:lnTo>
                  <a:pt x="520" y="3820"/>
                </a:lnTo>
                <a:lnTo>
                  <a:pt x="522" y="3802"/>
                </a:lnTo>
                <a:lnTo>
                  <a:pt x="522" y="3784"/>
                </a:lnTo>
                <a:lnTo>
                  <a:pt x="523" y="3765"/>
                </a:lnTo>
                <a:lnTo>
                  <a:pt x="525" y="3712"/>
                </a:lnTo>
                <a:lnTo>
                  <a:pt x="525" y="3657"/>
                </a:lnTo>
                <a:lnTo>
                  <a:pt x="523" y="3604"/>
                </a:lnTo>
                <a:lnTo>
                  <a:pt x="523" y="3573"/>
                </a:lnTo>
                <a:lnTo>
                  <a:pt x="520" y="3541"/>
                </a:lnTo>
                <a:lnTo>
                  <a:pt x="519" y="3537"/>
                </a:lnTo>
                <a:lnTo>
                  <a:pt x="507" y="3525"/>
                </a:lnTo>
                <a:lnTo>
                  <a:pt x="504" y="3520"/>
                </a:lnTo>
                <a:lnTo>
                  <a:pt x="503" y="3516"/>
                </a:lnTo>
                <a:lnTo>
                  <a:pt x="503" y="3509"/>
                </a:lnTo>
                <a:lnTo>
                  <a:pt x="501" y="3504"/>
                </a:lnTo>
                <a:lnTo>
                  <a:pt x="483" y="3486"/>
                </a:lnTo>
                <a:lnTo>
                  <a:pt x="473" y="3478"/>
                </a:lnTo>
                <a:lnTo>
                  <a:pt x="466" y="3467"/>
                </a:lnTo>
                <a:lnTo>
                  <a:pt x="461" y="3453"/>
                </a:lnTo>
                <a:lnTo>
                  <a:pt x="458" y="3436"/>
                </a:lnTo>
                <a:lnTo>
                  <a:pt x="458" y="3420"/>
                </a:lnTo>
                <a:lnTo>
                  <a:pt x="461" y="3404"/>
                </a:lnTo>
                <a:lnTo>
                  <a:pt x="467" y="3388"/>
                </a:lnTo>
                <a:lnTo>
                  <a:pt x="475" y="3371"/>
                </a:lnTo>
                <a:lnTo>
                  <a:pt x="485" y="3358"/>
                </a:lnTo>
                <a:lnTo>
                  <a:pt x="491" y="3354"/>
                </a:lnTo>
                <a:lnTo>
                  <a:pt x="498" y="3348"/>
                </a:lnTo>
                <a:lnTo>
                  <a:pt x="519" y="3333"/>
                </a:lnTo>
                <a:lnTo>
                  <a:pt x="540" y="3323"/>
                </a:lnTo>
                <a:lnTo>
                  <a:pt x="547" y="3321"/>
                </a:lnTo>
                <a:lnTo>
                  <a:pt x="550" y="3323"/>
                </a:lnTo>
                <a:lnTo>
                  <a:pt x="556" y="3332"/>
                </a:lnTo>
                <a:lnTo>
                  <a:pt x="565" y="3339"/>
                </a:lnTo>
                <a:lnTo>
                  <a:pt x="576" y="3343"/>
                </a:lnTo>
                <a:lnTo>
                  <a:pt x="585" y="3349"/>
                </a:lnTo>
                <a:lnTo>
                  <a:pt x="603" y="3366"/>
                </a:lnTo>
                <a:lnTo>
                  <a:pt x="616" y="3383"/>
                </a:lnTo>
                <a:lnTo>
                  <a:pt x="624" y="3402"/>
                </a:lnTo>
                <a:lnTo>
                  <a:pt x="626" y="3425"/>
                </a:lnTo>
                <a:lnTo>
                  <a:pt x="622" y="3448"/>
                </a:lnTo>
                <a:lnTo>
                  <a:pt x="615" y="3467"/>
                </a:lnTo>
                <a:lnTo>
                  <a:pt x="604" y="3485"/>
                </a:lnTo>
                <a:lnTo>
                  <a:pt x="588" y="3498"/>
                </a:lnTo>
                <a:lnTo>
                  <a:pt x="575" y="3506"/>
                </a:lnTo>
                <a:lnTo>
                  <a:pt x="565" y="3513"/>
                </a:lnTo>
                <a:lnTo>
                  <a:pt x="556" y="3525"/>
                </a:lnTo>
                <a:lnTo>
                  <a:pt x="548" y="3541"/>
                </a:lnTo>
                <a:lnTo>
                  <a:pt x="545" y="3560"/>
                </a:lnTo>
                <a:lnTo>
                  <a:pt x="545" y="3599"/>
                </a:lnTo>
                <a:lnTo>
                  <a:pt x="544" y="3634"/>
                </a:lnTo>
                <a:lnTo>
                  <a:pt x="544" y="3671"/>
                </a:lnTo>
                <a:lnTo>
                  <a:pt x="541" y="3739"/>
                </a:lnTo>
                <a:lnTo>
                  <a:pt x="541" y="3806"/>
                </a:lnTo>
                <a:lnTo>
                  <a:pt x="544" y="3834"/>
                </a:lnTo>
                <a:lnTo>
                  <a:pt x="550" y="3859"/>
                </a:lnTo>
                <a:lnTo>
                  <a:pt x="563" y="3882"/>
                </a:lnTo>
                <a:lnTo>
                  <a:pt x="582" y="3902"/>
                </a:lnTo>
                <a:lnTo>
                  <a:pt x="637" y="3957"/>
                </a:lnTo>
                <a:lnTo>
                  <a:pt x="654" y="3973"/>
                </a:lnTo>
                <a:lnTo>
                  <a:pt x="672" y="3991"/>
                </a:lnTo>
                <a:lnTo>
                  <a:pt x="690" y="4007"/>
                </a:lnTo>
                <a:lnTo>
                  <a:pt x="705" y="4020"/>
                </a:lnTo>
                <a:lnTo>
                  <a:pt x="703" y="3983"/>
                </a:lnTo>
                <a:lnTo>
                  <a:pt x="703" y="3890"/>
                </a:lnTo>
                <a:lnTo>
                  <a:pt x="705" y="3843"/>
                </a:lnTo>
                <a:lnTo>
                  <a:pt x="706" y="3799"/>
                </a:lnTo>
                <a:lnTo>
                  <a:pt x="706" y="3647"/>
                </a:lnTo>
                <a:lnTo>
                  <a:pt x="712" y="3397"/>
                </a:lnTo>
                <a:lnTo>
                  <a:pt x="716" y="3209"/>
                </a:lnTo>
                <a:lnTo>
                  <a:pt x="694" y="3186"/>
                </a:lnTo>
                <a:lnTo>
                  <a:pt x="675" y="3165"/>
                </a:lnTo>
                <a:lnTo>
                  <a:pt x="660" y="3144"/>
                </a:lnTo>
                <a:lnTo>
                  <a:pt x="644" y="3125"/>
                </a:lnTo>
                <a:lnTo>
                  <a:pt x="629" y="3106"/>
                </a:lnTo>
                <a:lnTo>
                  <a:pt x="610" y="3084"/>
                </a:lnTo>
                <a:lnTo>
                  <a:pt x="588" y="3060"/>
                </a:lnTo>
                <a:lnTo>
                  <a:pt x="562" y="3038"/>
                </a:lnTo>
                <a:lnTo>
                  <a:pt x="534" y="3021"/>
                </a:lnTo>
                <a:lnTo>
                  <a:pt x="506" y="3009"/>
                </a:lnTo>
                <a:lnTo>
                  <a:pt x="476" y="2998"/>
                </a:lnTo>
                <a:lnTo>
                  <a:pt x="476" y="2995"/>
                </a:lnTo>
                <a:lnTo>
                  <a:pt x="483" y="2990"/>
                </a:lnTo>
                <a:lnTo>
                  <a:pt x="495" y="2984"/>
                </a:lnTo>
                <a:lnTo>
                  <a:pt x="514" y="2975"/>
                </a:lnTo>
                <a:lnTo>
                  <a:pt x="537" y="2966"/>
                </a:lnTo>
                <a:lnTo>
                  <a:pt x="563" y="2957"/>
                </a:lnTo>
                <a:lnTo>
                  <a:pt x="593" y="2950"/>
                </a:lnTo>
                <a:lnTo>
                  <a:pt x="625" y="2944"/>
                </a:lnTo>
                <a:lnTo>
                  <a:pt x="660" y="2941"/>
                </a:lnTo>
                <a:lnTo>
                  <a:pt x="696" y="2939"/>
                </a:lnTo>
                <a:lnTo>
                  <a:pt x="733" y="2944"/>
                </a:lnTo>
                <a:lnTo>
                  <a:pt x="734" y="2931"/>
                </a:lnTo>
                <a:lnTo>
                  <a:pt x="736" y="2914"/>
                </a:lnTo>
                <a:lnTo>
                  <a:pt x="736" y="2858"/>
                </a:lnTo>
                <a:lnTo>
                  <a:pt x="744" y="2721"/>
                </a:lnTo>
                <a:lnTo>
                  <a:pt x="750" y="2600"/>
                </a:lnTo>
                <a:lnTo>
                  <a:pt x="755" y="2540"/>
                </a:lnTo>
                <a:lnTo>
                  <a:pt x="761" y="2479"/>
                </a:lnTo>
                <a:lnTo>
                  <a:pt x="753" y="2472"/>
                </a:lnTo>
                <a:lnTo>
                  <a:pt x="741" y="2462"/>
                </a:lnTo>
                <a:lnTo>
                  <a:pt x="725" y="2447"/>
                </a:lnTo>
                <a:lnTo>
                  <a:pt x="706" y="2431"/>
                </a:lnTo>
                <a:lnTo>
                  <a:pt x="685" y="2416"/>
                </a:lnTo>
                <a:lnTo>
                  <a:pt x="665" y="2398"/>
                </a:lnTo>
                <a:lnTo>
                  <a:pt x="643" y="2382"/>
                </a:lnTo>
                <a:lnTo>
                  <a:pt x="624" y="2366"/>
                </a:lnTo>
                <a:lnTo>
                  <a:pt x="606" y="2353"/>
                </a:lnTo>
                <a:lnTo>
                  <a:pt x="593" y="2341"/>
                </a:lnTo>
                <a:lnTo>
                  <a:pt x="582" y="2333"/>
                </a:lnTo>
                <a:lnTo>
                  <a:pt x="578" y="2331"/>
                </a:lnTo>
                <a:lnTo>
                  <a:pt x="554" y="2316"/>
                </a:lnTo>
                <a:lnTo>
                  <a:pt x="531" y="2307"/>
                </a:lnTo>
                <a:lnTo>
                  <a:pt x="504" y="2304"/>
                </a:lnTo>
                <a:lnTo>
                  <a:pt x="476" y="2305"/>
                </a:lnTo>
                <a:lnTo>
                  <a:pt x="408" y="2317"/>
                </a:lnTo>
                <a:lnTo>
                  <a:pt x="342" y="2332"/>
                </a:lnTo>
                <a:lnTo>
                  <a:pt x="307" y="2339"/>
                </a:lnTo>
                <a:lnTo>
                  <a:pt x="273" y="2347"/>
                </a:lnTo>
                <a:lnTo>
                  <a:pt x="255" y="2351"/>
                </a:lnTo>
                <a:lnTo>
                  <a:pt x="234" y="2354"/>
                </a:lnTo>
                <a:lnTo>
                  <a:pt x="217" y="2360"/>
                </a:lnTo>
                <a:lnTo>
                  <a:pt x="200" y="2369"/>
                </a:lnTo>
                <a:lnTo>
                  <a:pt x="193" y="2378"/>
                </a:lnTo>
                <a:lnTo>
                  <a:pt x="189" y="2387"/>
                </a:lnTo>
                <a:lnTo>
                  <a:pt x="186" y="2395"/>
                </a:lnTo>
                <a:lnTo>
                  <a:pt x="181" y="2406"/>
                </a:lnTo>
                <a:lnTo>
                  <a:pt x="171" y="2423"/>
                </a:lnTo>
                <a:lnTo>
                  <a:pt x="156" y="2437"/>
                </a:lnTo>
                <a:lnTo>
                  <a:pt x="139" y="2448"/>
                </a:lnTo>
                <a:lnTo>
                  <a:pt x="116" y="2457"/>
                </a:lnTo>
                <a:lnTo>
                  <a:pt x="94" y="2459"/>
                </a:lnTo>
                <a:lnTo>
                  <a:pt x="72" y="2454"/>
                </a:lnTo>
                <a:lnTo>
                  <a:pt x="53" y="2444"/>
                </a:lnTo>
                <a:lnTo>
                  <a:pt x="34" y="2429"/>
                </a:lnTo>
                <a:lnTo>
                  <a:pt x="28" y="2420"/>
                </a:lnTo>
                <a:lnTo>
                  <a:pt x="21" y="2412"/>
                </a:lnTo>
                <a:lnTo>
                  <a:pt x="13" y="2404"/>
                </a:lnTo>
                <a:lnTo>
                  <a:pt x="3" y="2400"/>
                </a:lnTo>
                <a:lnTo>
                  <a:pt x="0" y="2397"/>
                </a:lnTo>
                <a:lnTo>
                  <a:pt x="0" y="2390"/>
                </a:lnTo>
                <a:lnTo>
                  <a:pt x="3" y="2379"/>
                </a:lnTo>
                <a:lnTo>
                  <a:pt x="12" y="2356"/>
                </a:lnTo>
                <a:lnTo>
                  <a:pt x="25" y="2329"/>
                </a:lnTo>
                <a:lnTo>
                  <a:pt x="35" y="2317"/>
                </a:lnTo>
                <a:lnTo>
                  <a:pt x="50" y="2307"/>
                </a:lnTo>
                <a:lnTo>
                  <a:pt x="66" y="2298"/>
                </a:lnTo>
                <a:lnTo>
                  <a:pt x="85" y="2292"/>
                </a:lnTo>
                <a:lnTo>
                  <a:pt x="108" y="2289"/>
                </a:lnTo>
                <a:lnTo>
                  <a:pt x="130" y="2291"/>
                </a:lnTo>
                <a:lnTo>
                  <a:pt x="142" y="2297"/>
                </a:lnTo>
                <a:lnTo>
                  <a:pt x="152" y="2304"/>
                </a:lnTo>
                <a:lnTo>
                  <a:pt x="162" y="2313"/>
                </a:lnTo>
                <a:lnTo>
                  <a:pt x="172" y="2319"/>
                </a:lnTo>
                <a:lnTo>
                  <a:pt x="177" y="2320"/>
                </a:lnTo>
                <a:lnTo>
                  <a:pt x="189" y="2320"/>
                </a:lnTo>
                <a:lnTo>
                  <a:pt x="193" y="2322"/>
                </a:lnTo>
                <a:lnTo>
                  <a:pt x="196" y="2323"/>
                </a:lnTo>
                <a:lnTo>
                  <a:pt x="199" y="2326"/>
                </a:lnTo>
                <a:lnTo>
                  <a:pt x="202" y="2328"/>
                </a:lnTo>
                <a:lnTo>
                  <a:pt x="203" y="2331"/>
                </a:lnTo>
                <a:lnTo>
                  <a:pt x="206" y="2332"/>
                </a:lnTo>
                <a:lnTo>
                  <a:pt x="211" y="2332"/>
                </a:lnTo>
                <a:lnTo>
                  <a:pt x="242" y="2329"/>
                </a:lnTo>
                <a:lnTo>
                  <a:pt x="274" y="2325"/>
                </a:lnTo>
                <a:lnTo>
                  <a:pt x="327" y="2316"/>
                </a:lnTo>
                <a:lnTo>
                  <a:pt x="382" y="2307"/>
                </a:lnTo>
                <a:lnTo>
                  <a:pt x="432" y="2295"/>
                </a:lnTo>
                <a:lnTo>
                  <a:pt x="451" y="2291"/>
                </a:lnTo>
                <a:lnTo>
                  <a:pt x="469" y="2288"/>
                </a:lnTo>
                <a:lnTo>
                  <a:pt x="485" y="2283"/>
                </a:lnTo>
                <a:lnTo>
                  <a:pt x="498" y="2279"/>
                </a:lnTo>
                <a:lnTo>
                  <a:pt x="507" y="2273"/>
                </a:lnTo>
                <a:lnTo>
                  <a:pt x="509" y="2266"/>
                </a:lnTo>
                <a:lnTo>
                  <a:pt x="504" y="2251"/>
                </a:lnTo>
                <a:lnTo>
                  <a:pt x="489" y="2221"/>
                </a:lnTo>
                <a:lnTo>
                  <a:pt x="472" y="2189"/>
                </a:lnTo>
                <a:lnTo>
                  <a:pt x="453" y="2157"/>
                </a:lnTo>
                <a:lnTo>
                  <a:pt x="417" y="2102"/>
                </a:lnTo>
                <a:lnTo>
                  <a:pt x="380" y="2047"/>
                </a:lnTo>
                <a:lnTo>
                  <a:pt x="317" y="2030"/>
                </a:lnTo>
                <a:lnTo>
                  <a:pt x="254" y="2014"/>
                </a:lnTo>
                <a:lnTo>
                  <a:pt x="236" y="2009"/>
                </a:lnTo>
                <a:lnTo>
                  <a:pt x="215" y="2003"/>
                </a:lnTo>
                <a:lnTo>
                  <a:pt x="193" y="1999"/>
                </a:lnTo>
                <a:lnTo>
                  <a:pt x="171" y="1996"/>
                </a:lnTo>
                <a:lnTo>
                  <a:pt x="150" y="1999"/>
                </a:lnTo>
                <a:lnTo>
                  <a:pt x="131" y="2006"/>
                </a:lnTo>
                <a:lnTo>
                  <a:pt x="109" y="2016"/>
                </a:lnTo>
                <a:lnTo>
                  <a:pt x="85" y="2021"/>
                </a:lnTo>
                <a:lnTo>
                  <a:pt x="62" y="2019"/>
                </a:lnTo>
                <a:lnTo>
                  <a:pt x="40" y="2014"/>
                </a:lnTo>
                <a:lnTo>
                  <a:pt x="22" y="2002"/>
                </a:lnTo>
                <a:lnTo>
                  <a:pt x="12" y="1987"/>
                </a:lnTo>
                <a:lnTo>
                  <a:pt x="7" y="1966"/>
                </a:lnTo>
                <a:lnTo>
                  <a:pt x="6" y="1946"/>
                </a:lnTo>
                <a:lnTo>
                  <a:pt x="12" y="1924"/>
                </a:lnTo>
                <a:lnTo>
                  <a:pt x="21" y="1904"/>
                </a:lnTo>
                <a:lnTo>
                  <a:pt x="35" y="1888"/>
                </a:lnTo>
                <a:lnTo>
                  <a:pt x="56" y="1878"/>
                </a:lnTo>
                <a:lnTo>
                  <a:pt x="80" y="1873"/>
                </a:lnTo>
                <a:lnTo>
                  <a:pt x="105" y="1876"/>
                </a:lnTo>
                <a:lnTo>
                  <a:pt x="127" y="1884"/>
                </a:lnTo>
                <a:lnTo>
                  <a:pt x="144" y="1896"/>
                </a:lnTo>
                <a:lnTo>
                  <a:pt x="155" y="1907"/>
                </a:lnTo>
                <a:lnTo>
                  <a:pt x="172" y="1947"/>
                </a:lnTo>
                <a:lnTo>
                  <a:pt x="183" y="1960"/>
                </a:lnTo>
                <a:lnTo>
                  <a:pt x="196" y="1969"/>
                </a:lnTo>
                <a:lnTo>
                  <a:pt x="211" y="1975"/>
                </a:lnTo>
                <a:lnTo>
                  <a:pt x="227" y="1981"/>
                </a:lnTo>
                <a:lnTo>
                  <a:pt x="295" y="2003"/>
                </a:lnTo>
                <a:lnTo>
                  <a:pt x="363" y="2024"/>
                </a:lnTo>
                <a:lnTo>
                  <a:pt x="351" y="2009"/>
                </a:lnTo>
                <a:lnTo>
                  <a:pt x="338" y="1996"/>
                </a:lnTo>
                <a:lnTo>
                  <a:pt x="326" y="1988"/>
                </a:lnTo>
                <a:lnTo>
                  <a:pt x="313" y="1983"/>
                </a:lnTo>
                <a:lnTo>
                  <a:pt x="298" y="1980"/>
                </a:lnTo>
                <a:lnTo>
                  <a:pt x="284" y="1974"/>
                </a:lnTo>
                <a:lnTo>
                  <a:pt x="267" y="1963"/>
                </a:lnTo>
                <a:lnTo>
                  <a:pt x="254" y="1950"/>
                </a:lnTo>
                <a:lnTo>
                  <a:pt x="246" y="1934"/>
                </a:lnTo>
                <a:lnTo>
                  <a:pt x="243" y="1916"/>
                </a:lnTo>
                <a:lnTo>
                  <a:pt x="245" y="1897"/>
                </a:lnTo>
                <a:lnTo>
                  <a:pt x="254" y="1878"/>
                </a:lnTo>
                <a:lnTo>
                  <a:pt x="258" y="1872"/>
                </a:lnTo>
                <a:lnTo>
                  <a:pt x="267" y="1857"/>
                </a:lnTo>
                <a:lnTo>
                  <a:pt x="270" y="1854"/>
                </a:lnTo>
                <a:lnTo>
                  <a:pt x="277" y="1850"/>
                </a:lnTo>
                <a:lnTo>
                  <a:pt x="284" y="1847"/>
                </a:lnTo>
                <a:lnTo>
                  <a:pt x="290" y="1845"/>
                </a:lnTo>
                <a:lnTo>
                  <a:pt x="305" y="1844"/>
                </a:lnTo>
                <a:lnTo>
                  <a:pt x="321" y="1843"/>
                </a:lnTo>
                <a:lnTo>
                  <a:pt x="342" y="1848"/>
                </a:lnTo>
                <a:lnTo>
                  <a:pt x="357" y="1859"/>
                </a:lnTo>
                <a:lnTo>
                  <a:pt x="370" y="1872"/>
                </a:lnTo>
                <a:lnTo>
                  <a:pt x="377" y="1890"/>
                </a:lnTo>
                <a:lnTo>
                  <a:pt x="382" y="1909"/>
                </a:lnTo>
                <a:lnTo>
                  <a:pt x="383" y="1929"/>
                </a:lnTo>
                <a:lnTo>
                  <a:pt x="380" y="1947"/>
                </a:lnTo>
                <a:lnTo>
                  <a:pt x="376" y="1966"/>
                </a:lnTo>
                <a:lnTo>
                  <a:pt x="374" y="1984"/>
                </a:lnTo>
                <a:lnTo>
                  <a:pt x="382" y="2002"/>
                </a:lnTo>
                <a:lnTo>
                  <a:pt x="391" y="2018"/>
                </a:lnTo>
                <a:lnTo>
                  <a:pt x="401" y="2036"/>
                </a:lnTo>
                <a:lnTo>
                  <a:pt x="461" y="2050"/>
                </a:lnTo>
                <a:lnTo>
                  <a:pt x="519" y="2068"/>
                </a:lnTo>
                <a:lnTo>
                  <a:pt x="523" y="2070"/>
                </a:lnTo>
                <a:lnTo>
                  <a:pt x="532" y="2071"/>
                </a:lnTo>
                <a:lnTo>
                  <a:pt x="542" y="2073"/>
                </a:lnTo>
                <a:lnTo>
                  <a:pt x="551" y="2073"/>
                </a:lnTo>
                <a:lnTo>
                  <a:pt x="559" y="2071"/>
                </a:lnTo>
                <a:lnTo>
                  <a:pt x="559" y="2068"/>
                </a:lnTo>
                <a:lnTo>
                  <a:pt x="520" y="2012"/>
                </a:lnTo>
                <a:lnTo>
                  <a:pt x="481" y="1950"/>
                </a:lnTo>
                <a:lnTo>
                  <a:pt x="436" y="1888"/>
                </a:lnTo>
                <a:lnTo>
                  <a:pt x="430" y="1878"/>
                </a:lnTo>
                <a:lnTo>
                  <a:pt x="422" y="1865"/>
                </a:lnTo>
                <a:lnTo>
                  <a:pt x="411" y="1848"/>
                </a:lnTo>
                <a:lnTo>
                  <a:pt x="401" y="1834"/>
                </a:lnTo>
                <a:lnTo>
                  <a:pt x="389" y="1819"/>
                </a:lnTo>
                <a:lnTo>
                  <a:pt x="380" y="1809"/>
                </a:lnTo>
                <a:lnTo>
                  <a:pt x="373" y="1803"/>
                </a:lnTo>
                <a:lnTo>
                  <a:pt x="355" y="1800"/>
                </a:lnTo>
                <a:lnTo>
                  <a:pt x="338" y="1798"/>
                </a:lnTo>
                <a:lnTo>
                  <a:pt x="320" y="1800"/>
                </a:lnTo>
                <a:lnTo>
                  <a:pt x="302" y="1797"/>
                </a:lnTo>
                <a:lnTo>
                  <a:pt x="284" y="1791"/>
                </a:lnTo>
                <a:lnTo>
                  <a:pt x="268" y="1779"/>
                </a:lnTo>
                <a:lnTo>
                  <a:pt x="255" y="1764"/>
                </a:lnTo>
                <a:lnTo>
                  <a:pt x="248" y="1747"/>
                </a:lnTo>
                <a:lnTo>
                  <a:pt x="243" y="1729"/>
                </a:lnTo>
                <a:lnTo>
                  <a:pt x="243" y="1708"/>
                </a:lnTo>
                <a:lnTo>
                  <a:pt x="249" y="1688"/>
                </a:lnTo>
                <a:lnTo>
                  <a:pt x="259" y="1671"/>
                </a:lnTo>
                <a:lnTo>
                  <a:pt x="276" y="1657"/>
                </a:lnTo>
                <a:lnTo>
                  <a:pt x="293" y="1645"/>
                </a:lnTo>
                <a:lnTo>
                  <a:pt x="313" y="1636"/>
                </a:lnTo>
                <a:lnTo>
                  <a:pt x="333" y="1632"/>
                </a:lnTo>
                <a:lnTo>
                  <a:pt x="352" y="1629"/>
                </a:lnTo>
                <a:lnTo>
                  <a:pt x="370" y="1630"/>
                </a:lnTo>
                <a:lnTo>
                  <a:pt x="383" y="1635"/>
                </a:lnTo>
                <a:lnTo>
                  <a:pt x="404" y="1649"/>
                </a:lnTo>
                <a:lnTo>
                  <a:pt x="419" y="1669"/>
                </a:lnTo>
                <a:lnTo>
                  <a:pt x="426" y="1692"/>
                </a:lnTo>
                <a:lnTo>
                  <a:pt x="427" y="1716"/>
                </a:lnTo>
                <a:lnTo>
                  <a:pt x="425" y="1728"/>
                </a:lnTo>
                <a:lnTo>
                  <a:pt x="419" y="1741"/>
                </a:lnTo>
                <a:lnTo>
                  <a:pt x="411" y="1756"/>
                </a:lnTo>
                <a:lnTo>
                  <a:pt x="407" y="1769"/>
                </a:lnTo>
                <a:lnTo>
                  <a:pt x="404" y="1782"/>
                </a:lnTo>
                <a:lnTo>
                  <a:pt x="405" y="1794"/>
                </a:lnTo>
                <a:lnTo>
                  <a:pt x="408" y="1800"/>
                </a:lnTo>
                <a:lnTo>
                  <a:pt x="414" y="1810"/>
                </a:lnTo>
                <a:lnTo>
                  <a:pt x="422" y="1822"/>
                </a:lnTo>
                <a:lnTo>
                  <a:pt x="430" y="1837"/>
                </a:lnTo>
                <a:lnTo>
                  <a:pt x="439" y="1850"/>
                </a:lnTo>
                <a:lnTo>
                  <a:pt x="448" y="1860"/>
                </a:lnTo>
                <a:lnTo>
                  <a:pt x="454" y="1869"/>
                </a:lnTo>
                <a:lnTo>
                  <a:pt x="458" y="1871"/>
                </a:lnTo>
                <a:lnTo>
                  <a:pt x="463" y="1866"/>
                </a:lnTo>
                <a:lnTo>
                  <a:pt x="467" y="1857"/>
                </a:lnTo>
                <a:lnTo>
                  <a:pt x="473" y="1848"/>
                </a:lnTo>
                <a:lnTo>
                  <a:pt x="478" y="1843"/>
                </a:lnTo>
                <a:lnTo>
                  <a:pt x="485" y="1837"/>
                </a:lnTo>
                <a:lnTo>
                  <a:pt x="494" y="1829"/>
                </a:lnTo>
                <a:lnTo>
                  <a:pt x="506" y="1820"/>
                </a:lnTo>
                <a:lnTo>
                  <a:pt x="514" y="1814"/>
                </a:lnTo>
                <a:lnTo>
                  <a:pt x="522" y="1812"/>
                </a:lnTo>
                <a:lnTo>
                  <a:pt x="540" y="1810"/>
                </a:lnTo>
                <a:lnTo>
                  <a:pt x="557" y="1807"/>
                </a:lnTo>
                <a:lnTo>
                  <a:pt x="575" y="1806"/>
                </a:lnTo>
                <a:lnTo>
                  <a:pt x="593" y="1807"/>
                </a:lnTo>
                <a:lnTo>
                  <a:pt x="597" y="1809"/>
                </a:lnTo>
                <a:lnTo>
                  <a:pt x="612" y="1814"/>
                </a:lnTo>
                <a:lnTo>
                  <a:pt x="616" y="1814"/>
                </a:lnTo>
                <a:lnTo>
                  <a:pt x="621" y="1807"/>
                </a:lnTo>
                <a:lnTo>
                  <a:pt x="622" y="1794"/>
                </a:lnTo>
                <a:lnTo>
                  <a:pt x="624" y="1779"/>
                </a:lnTo>
                <a:lnTo>
                  <a:pt x="624" y="1756"/>
                </a:lnTo>
                <a:lnTo>
                  <a:pt x="625" y="1735"/>
                </a:lnTo>
                <a:lnTo>
                  <a:pt x="625" y="1714"/>
                </a:lnTo>
                <a:lnTo>
                  <a:pt x="622" y="1694"/>
                </a:lnTo>
                <a:lnTo>
                  <a:pt x="616" y="1680"/>
                </a:lnTo>
                <a:lnTo>
                  <a:pt x="607" y="1671"/>
                </a:lnTo>
                <a:lnTo>
                  <a:pt x="587" y="1654"/>
                </a:lnTo>
                <a:lnTo>
                  <a:pt x="573" y="1638"/>
                </a:lnTo>
                <a:lnTo>
                  <a:pt x="565" y="1618"/>
                </a:lnTo>
                <a:lnTo>
                  <a:pt x="563" y="1596"/>
                </a:lnTo>
                <a:lnTo>
                  <a:pt x="566" y="1580"/>
                </a:lnTo>
                <a:lnTo>
                  <a:pt x="575" y="1562"/>
                </a:lnTo>
                <a:lnTo>
                  <a:pt x="588" y="1546"/>
                </a:lnTo>
                <a:lnTo>
                  <a:pt x="604" y="1530"/>
                </a:lnTo>
                <a:lnTo>
                  <a:pt x="624" y="1518"/>
                </a:lnTo>
                <a:lnTo>
                  <a:pt x="644" y="1512"/>
                </a:lnTo>
                <a:lnTo>
                  <a:pt x="668" y="1512"/>
                </a:lnTo>
                <a:lnTo>
                  <a:pt x="691" y="1521"/>
                </a:lnTo>
                <a:lnTo>
                  <a:pt x="708" y="1533"/>
                </a:lnTo>
                <a:lnTo>
                  <a:pt x="721" y="1545"/>
                </a:lnTo>
                <a:lnTo>
                  <a:pt x="731" y="1559"/>
                </a:lnTo>
                <a:lnTo>
                  <a:pt x="737" y="1576"/>
                </a:lnTo>
                <a:lnTo>
                  <a:pt x="737" y="1595"/>
                </a:lnTo>
                <a:lnTo>
                  <a:pt x="731" y="1615"/>
                </a:lnTo>
                <a:lnTo>
                  <a:pt x="722" y="1632"/>
                </a:lnTo>
                <a:lnTo>
                  <a:pt x="709" y="1646"/>
                </a:lnTo>
                <a:lnTo>
                  <a:pt x="696" y="1660"/>
                </a:lnTo>
                <a:lnTo>
                  <a:pt x="681" y="1671"/>
                </a:lnTo>
                <a:lnTo>
                  <a:pt x="669" y="1686"/>
                </a:lnTo>
                <a:lnTo>
                  <a:pt x="660" y="1704"/>
                </a:lnTo>
                <a:lnTo>
                  <a:pt x="650" y="1747"/>
                </a:lnTo>
                <a:lnTo>
                  <a:pt x="644" y="1791"/>
                </a:lnTo>
                <a:lnTo>
                  <a:pt x="640" y="1834"/>
                </a:lnTo>
                <a:lnTo>
                  <a:pt x="640" y="1851"/>
                </a:lnTo>
                <a:lnTo>
                  <a:pt x="644" y="1868"/>
                </a:lnTo>
                <a:lnTo>
                  <a:pt x="647" y="1885"/>
                </a:lnTo>
                <a:lnTo>
                  <a:pt x="644" y="1900"/>
                </a:lnTo>
                <a:lnTo>
                  <a:pt x="635" y="1929"/>
                </a:lnTo>
                <a:lnTo>
                  <a:pt x="632" y="1944"/>
                </a:lnTo>
                <a:lnTo>
                  <a:pt x="635" y="1958"/>
                </a:lnTo>
                <a:lnTo>
                  <a:pt x="643" y="1971"/>
                </a:lnTo>
                <a:lnTo>
                  <a:pt x="652" y="1981"/>
                </a:lnTo>
                <a:lnTo>
                  <a:pt x="660" y="1993"/>
                </a:lnTo>
                <a:lnTo>
                  <a:pt x="680" y="2019"/>
                </a:lnTo>
                <a:lnTo>
                  <a:pt x="699" y="2047"/>
                </a:lnTo>
                <a:lnTo>
                  <a:pt x="746" y="2106"/>
                </a:lnTo>
                <a:lnTo>
                  <a:pt x="796" y="2164"/>
                </a:lnTo>
                <a:lnTo>
                  <a:pt x="800" y="2171"/>
                </a:lnTo>
                <a:lnTo>
                  <a:pt x="809" y="2180"/>
                </a:lnTo>
                <a:lnTo>
                  <a:pt x="818" y="2190"/>
                </a:lnTo>
                <a:lnTo>
                  <a:pt x="827" y="2199"/>
                </a:lnTo>
                <a:lnTo>
                  <a:pt x="836" y="2202"/>
                </a:lnTo>
                <a:lnTo>
                  <a:pt x="843" y="2198"/>
                </a:lnTo>
                <a:lnTo>
                  <a:pt x="852" y="2190"/>
                </a:lnTo>
                <a:lnTo>
                  <a:pt x="859" y="2180"/>
                </a:lnTo>
                <a:lnTo>
                  <a:pt x="867" y="2171"/>
                </a:lnTo>
                <a:lnTo>
                  <a:pt x="871" y="2165"/>
                </a:lnTo>
                <a:lnTo>
                  <a:pt x="889" y="2140"/>
                </a:lnTo>
                <a:lnTo>
                  <a:pt x="899" y="2117"/>
                </a:lnTo>
                <a:lnTo>
                  <a:pt x="904" y="2090"/>
                </a:lnTo>
                <a:lnTo>
                  <a:pt x="902" y="2061"/>
                </a:lnTo>
                <a:lnTo>
                  <a:pt x="895" y="2016"/>
                </a:lnTo>
                <a:lnTo>
                  <a:pt x="886" y="1972"/>
                </a:lnTo>
                <a:lnTo>
                  <a:pt x="876" y="1928"/>
                </a:lnTo>
                <a:lnTo>
                  <a:pt x="861" y="1857"/>
                </a:lnTo>
                <a:lnTo>
                  <a:pt x="858" y="1843"/>
                </a:lnTo>
                <a:lnTo>
                  <a:pt x="856" y="1828"/>
                </a:lnTo>
                <a:lnTo>
                  <a:pt x="853" y="1812"/>
                </a:lnTo>
                <a:lnTo>
                  <a:pt x="848" y="1798"/>
                </a:lnTo>
                <a:lnTo>
                  <a:pt x="839" y="1786"/>
                </a:lnTo>
                <a:lnTo>
                  <a:pt x="830" y="1779"/>
                </a:lnTo>
                <a:lnTo>
                  <a:pt x="821" y="1775"/>
                </a:lnTo>
                <a:lnTo>
                  <a:pt x="811" y="1772"/>
                </a:lnTo>
                <a:lnTo>
                  <a:pt x="799" y="1767"/>
                </a:lnTo>
                <a:lnTo>
                  <a:pt x="778" y="1757"/>
                </a:lnTo>
                <a:lnTo>
                  <a:pt x="764" y="1742"/>
                </a:lnTo>
                <a:lnTo>
                  <a:pt x="752" y="1725"/>
                </a:lnTo>
                <a:lnTo>
                  <a:pt x="743" y="1702"/>
                </a:lnTo>
                <a:lnTo>
                  <a:pt x="743" y="1680"/>
                </a:lnTo>
                <a:lnTo>
                  <a:pt x="747" y="1660"/>
                </a:lnTo>
                <a:lnTo>
                  <a:pt x="759" y="1639"/>
                </a:lnTo>
                <a:lnTo>
                  <a:pt x="777" y="1620"/>
                </a:lnTo>
                <a:lnTo>
                  <a:pt x="784" y="1614"/>
                </a:lnTo>
                <a:lnTo>
                  <a:pt x="796" y="1607"/>
                </a:lnTo>
                <a:lnTo>
                  <a:pt x="812" y="1599"/>
                </a:lnTo>
                <a:lnTo>
                  <a:pt x="830" y="1595"/>
                </a:lnTo>
                <a:lnTo>
                  <a:pt x="851" y="1593"/>
                </a:lnTo>
                <a:lnTo>
                  <a:pt x="870" y="1596"/>
                </a:lnTo>
                <a:lnTo>
                  <a:pt x="890" y="1607"/>
                </a:lnTo>
                <a:lnTo>
                  <a:pt x="910" y="1626"/>
                </a:lnTo>
                <a:lnTo>
                  <a:pt x="924" y="1648"/>
                </a:lnTo>
                <a:lnTo>
                  <a:pt x="930" y="1667"/>
                </a:lnTo>
                <a:lnTo>
                  <a:pt x="933" y="1689"/>
                </a:lnTo>
                <a:lnTo>
                  <a:pt x="930" y="1711"/>
                </a:lnTo>
                <a:lnTo>
                  <a:pt x="923" y="1723"/>
                </a:lnTo>
                <a:lnTo>
                  <a:pt x="914" y="1733"/>
                </a:lnTo>
                <a:lnTo>
                  <a:pt x="904" y="1744"/>
                </a:lnTo>
                <a:lnTo>
                  <a:pt x="896" y="1756"/>
                </a:lnTo>
                <a:lnTo>
                  <a:pt x="895" y="1760"/>
                </a:lnTo>
                <a:lnTo>
                  <a:pt x="895" y="1772"/>
                </a:lnTo>
                <a:lnTo>
                  <a:pt x="893" y="1776"/>
                </a:lnTo>
                <a:lnTo>
                  <a:pt x="890" y="1779"/>
                </a:lnTo>
                <a:lnTo>
                  <a:pt x="889" y="1782"/>
                </a:lnTo>
                <a:lnTo>
                  <a:pt x="883" y="1788"/>
                </a:lnTo>
                <a:lnTo>
                  <a:pt x="881" y="1791"/>
                </a:lnTo>
                <a:lnTo>
                  <a:pt x="881" y="1816"/>
                </a:lnTo>
                <a:lnTo>
                  <a:pt x="884" y="1838"/>
                </a:lnTo>
                <a:lnTo>
                  <a:pt x="887" y="1859"/>
                </a:lnTo>
                <a:lnTo>
                  <a:pt x="895" y="1912"/>
                </a:lnTo>
                <a:lnTo>
                  <a:pt x="904" y="1966"/>
                </a:lnTo>
                <a:lnTo>
                  <a:pt x="915" y="2016"/>
                </a:lnTo>
                <a:lnTo>
                  <a:pt x="918" y="2036"/>
                </a:lnTo>
                <a:lnTo>
                  <a:pt x="923" y="2053"/>
                </a:lnTo>
                <a:lnTo>
                  <a:pt x="926" y="2070"/>
                </a:lnTo>
                <a:lnTo>
                  <a:pt x="932" y="2083"/>
                </a:lnTo>
                <a:lnTo>
                  <a:pt x="938" y="2092"/>
                </a:lnTo>
                <a:lnTo>
                  <a:pt x="945" y="2093"/>
                </a:lnTo>
                <a:lnTo>
                  <a:pt x="963" y="2089"/>
                </a:lnTo>
                <a:lnTo>
                  <a:pt x="980" y="2080"/>
                </a:lnTo>
                <a:lnTo>
                  <a:pt x="996" y="2073"/>
                </a:lnTo>
                <a:lnTo>
                  <a:pt x="1033" y="2053"/>
                </a:lnTo>
                <a:lnTo>
                  <a:pt x="1070" y="2033"/>
                </a:lnTo>
                <a:lnTo>
                  <a:pt x="1125" y="2000"/>
                </a:lnTo>
                <a:lnTo>
                  <a:pt x="1176" y="1968"/>
                </a:lnTo>
                <a:lnTo>
                  <a:pt x="1191" y="1866"/>
                </a:lnTo>
                <a:lnTo>
                  <a:pt x="1232" y="1624"/>
                </a:lnTo>
                <a:lnTo>
                  <a:pt x="1277" y="1382"/>
                </a:lnTo>
                <a:lnTo>
                  <a:pt x="1281" y="1359"/>
                </a:lnTo>
                <a:lnTo>
                  <a:pt x="1287" y="1329"/>
                </a:lnTo>
                <a:lnTo>
                  <a:pt x="1293" y="1297"/>
                </a:lnTo>
                <a:lnTo>
                  <a:pt x="1299" y="1263"/>
                </a:lnTo>
                <a:lnTo>
                  <a:pt x="1303" y="1229"/>
                </a:lnTo>
                <a:lnTo>
                  <a:pt x="1306" y="1195"/>
                </a:lnTo>
                <a:lnTo>
                  <a:pt x="1306" y="1164"/>
                </a:lnTo>
                <a:lnTo>
                  <a:pt x="1305" y="1138"/>
                </a:lnTo>
                <a:lnTo>
                  <a:pt x="1299" y="1117"/>
                </a:lnTo>
                <a:lnTo>
                  <a:pt x="1290" y="1096"/>
                </a:lnTo>
                <a:lnTo>
                  <a:pt x="1279" y="1077"/>
                </a:lnTo>
                <a:lnTo>
                  <a:pt x="1268" y="1060"/>
                </a:lnTo>
                <a:lnTo>
                  <a:pt x="1254" y="1045"/>
                </a:lnTo>
                <a:lnTo>
                  <a:pt x="1237" y="1033"/>
                </a:lnTo>
                <a:lnTo>
                  <a:pt x="1216" y="1024"/>
                </a:lnTo>
                <a:lnTo>
                  <a:pt x="1185" y="1015"/>
                </a:lnTo>
                <a:lnTo>
                  <a:pt x="1154" y="1004"/>
                </a:lnTo>
                <a:lnTo>
                  <a:pt x="1145" y="1001"/>
                </a:lnTo>
                <a:lnTo>
                  <a:pt x="1129" y="998"/>
                </a:lnTo>
                <a:lnTo>
                  <a:pt x="1106" y="992"/>
                </a:lnTo>
                <a:lnTo>
                  <a:pt x="1078" y="986"/>
                </a:lnTo>
                <a:lnTo>
                  <a:pt x="1045" y="980"/>
                </a:lnTo>
                <a:lnTo>
                  <a:pt x="1008" y="973"/>
                </a:lnTo>
                <a:lnTo>
                  <a:pt x="970" y="965"/>
                </a:lnTo>
                <a:lnTo>
                  <a:pt x="930" y="958"/>
                </a:lnTo>
                <a:lnTo>
                  <a:pt x="853" y="943"/>
                </a:lnTo>
                <a:lnTo>
                  <a:pt x="817" y="936"/>
                </a:lnTo>
                <a:lnTo>
                  <a:pt x="784" y="930"/>
                </a:lnTo>
                <a:lnTo>
                  <a:pt x="756" y="924"/>
                </a:lnTo>
                <a:lnTo>
                  <a:pt x="733" y="920"/>
                </a:lnTo>
                <a:lnTo>
                  <a:pt x="716" y="917"/>
                </a:lnTo>
                <a:lnTo>
                  <a:pt x="708" y="915"/>
                </a:lnTo>
                <a:lnTo>
                  <a:pt x="678" y="908"/>
                </a:lnTo>
                <a:lnTo>
                  <a:pt x="650" y="896"/>
                </a:lnTo>
                <a:lnTo>
                  <a:pt x="621" y="886"/>
                </a:lnTo>
                <a:lnTo>
                  <a:pt x="584" y="869"/>
                </a:lnTo>
                <a:lnTo>
                  <a:pt x="547" y="846"/>
                </a:lnTo>
                <a:lnTo>
                  <a:pt x="513" y="819"/>
                </a:lnTo>
                <a:lnTo>
                  <a:pt x="483" y="791"/>
                </a:lnTo>
                <a:lnTo>
                  <a:pt x="453" y="760"/>
                </a:lnTo>
                <a:lnTo>
                  <a:pt x="420" y="731"/>
                </a:lnTo>
                <a:lnTo>
                  <a:pt x="386" y="703"/>
                </a:lnTo>
                <a:lnTo>
                  <a:pt x="349" y="679"/>
                </a:lnTo>
                <a:lnTo>
                  <a:pt x="311" y="656"/>
                </a:lnTo>
                <a:lnTo>
                  <a:pt x="274" y="629"/>
                </a:lnTo>
                <a:lnTo>
                  <a:pt x="276" y="626"/>
                </a:lnTo>
                <a:lnTo>
                  <a:pt x="283" y="620"/>
                </a:lnTo>
                <a:lnTo>
                  <a:pt x="296" y="613"/>
                </a:lnTo>
                <a:lnTo>
                  <a:pt x="313" y="604"/>
                </a:lnTo>
                <a:lnTo>
                  <a:pt x="332" y="595"/>
                </a:lnTo>
                <a:lnTo>
                  <a:pt x="376" y="580"/>
                </a:lnTo>
                <a:lnTo>
                  <a:pt x="399" y="576"/>
                </a:lnTo>
                <a:lnTo>
                  <a:pt x="422" y="575"/>
                </a:lnTo>
                <a:lnTo>
                  <a:pt x="450" y="576"/>
                </a:lnTo>
                <a:lnTo>
                  <a:pt x="482" y="579"/>
                </a:lnTo>
                <a:lnTo>
                  <a:pt x="516" y="583"/>
                </a:lnTo>
                <a:lnTo>
                  <a:pt x="551" y="588"/>
                </a:lnTo>
                <a:lnTo>
                  <a:pt x="587" y="594"/>
                </a:lnTo>
                <a:lnTo>
                  <a:pt x="618" y="600"/>
                </a:lnTo>
                <a:lnTo>
                  <a:pt x="646" y="605"/>
                </a:lnTo>
                <a:lnTo>
                  <a:pt x="668" y="611"/>
                </a:lnTo>
                <a:lnTo>
                  <a:pt x="699" y="623"/>
                </a:lnTo>
                <a:lnTo>
                  <a:pt x="734" y="639"/>
                </a:lnTo>
                <a:lnTo>
                  <a:pt x="772" y="659"/>
                </a:lnTo>
                <a:lnTo>
                  <a:pt x="812" y="682"/>
                </a:lnTo>
                <a:lnTo>
                  <a:pt x="853" y="709"/>
                </a:lnTo>
                <a:lnTo>
                  <a:pt x="898" y="738"/>
                </a:lnTo>
                <a:lnTo>
                  <a:pt x="986" y="800"/>
                </a:lnTo>
                <a:lnTo>
                  <a:pt x="1072" y="865"/>
                </a:lnTo>
                <a:lnTo>
                  <a:pt x="1113" y="897"/>
                </a:lnTo>
                <a:lnTo>
                  <a:pt x="1153" y="928"/>
                </a:lnTo>
                <a:lnTo>
                  <a:pt x="1190" y="958"/>
                </a:lnTo>
                <a:lnTo>
                  <a:pt x="1222" y="984"/>
                </a:lnTo>
                <a:lnTo>
                  <a:pt x="1253" y="1009"/>
                </a:lnTo>
                <a:lnTo>
                  <a:pt x="1278" y="1030"/>
                </a:lnTo>
                <a:lnTo>
                  <a:pt x="1299" y="1048"/>
                </a:lnTo>
                <a:lnTo>
                  <a:pt x="1313" y="1061"/>
                </a:lnTo>
                <a:lnTo>
                  <a:pt x="1300" y="1029"/>
                </a:lnTo>
                <a:lnTo>
                  <a:pt x="1284" y="1001"/>
                </a:lnTo>
                <a:lnTo>
                  <a:pt x="1268" y="971"/>
                </a:lnTo>
                <a:lnTo>
                  <a:pt x="1247" y="943"/>
                </a:lnTo>
                <a:lnTo>
                  <a:pt x="1221" y="918"/>
                </a:lnTo>
                <a:lnTo>
                  <a:pt x="1188" y="894"/>
                </a:lnTo>
                <a:lnTo>
                  <a:pt x="1153" y="871"/>
                </a:lnTo>
                <a:lnTo>
                  <a:pt x="1116" y="847"/>
                </a:lnTo>
                <a:lnTo>
                  <a:pt x="1082" y="825"/>
                </a:lnTo>
                <a:lnTo>
                  <a:pt x="1050" y="803"/>
                </a:lnTo>
                <a:lnTo>
                  <a:pt x="1024" y="781"/>
                </a:lnTo>
                <a:lnTo>
                  <a:pt x="986" y="741"/>
                </a:lnTo>
                <a:lnTo>
                  <a:pt x="952" y="706"/>
                </a:lnTo>
                <a:lnTo>
                  <a:pt x="924" y="673"/>
                </a:lnTo>
                <a:lnTo>
                  <a:pt x="901" y="645"/>
                </a:lnTo>
                <a:lnTo>
                  <a:pt x="880" y="619"/>
                </a:lnTo>
                <a:lnTo>
                  <a:pt x="862" y="594"/>
                </a:lnTo>
                <a:lnTo>
                  <a:pt x="848" y="570"/>
                </a:lnTo>
                <a:lnTo>
                  <a:pt x="833" y="548"/>
                </a:lnTo>
                <a:lnTo>
                  <a:pt x="806" y="504"/>
                </a:lnTo>
                <a:lnTo>
                  <a:pt x="777" y="457"/>
                </a:lnTo>
                <a:lnTo>
                  <a:pt x="759" y="432"/>
                </a:lnTo>
                <a:lnTo>
                  <a:pt x="739" y="404"/>
                </a:lnTo>
                <a:lnTo>
                  <a:pt x="712" y="374"/>
                </a:lnTo>
                <a:lnTo>
                  <a:pt x="684" y="349"/>
                </a:lnTo>
                <a:lnTo>
                  <a:pt x="656" y="330"/>
                </a:lnTo>
                <a:lnTo>
                  <a:pt x="628" y="314"/>
                </a:lnTo>
                <a:lnTo>
                  <a:pt x="600" y="299"/>
                </a:lnTo>
                <a:lnTo>
                  <a:pt x="598" y="296"/>
                </a:lnTo>
                <a:lnTo>
                  <a:pt x="603" y="290"/>
                </a:lnTo>
                <a:lnTo>
                  <a:pt x="616" y="286"/>
                </a:lnTo>
                <a:lnTo>
                  <a:pt x="632" y="280"/>
                </a:lnTo>
                <a:lnTo>
                  <a:pt x="653" y="274"/>
                </a:lnTo>
                <a:lnTo>
                  <a:pt x="675" y="268"/>
                </a:lnTo>
                <a:lnTo>
                  <a:pt x="716" y="256"/>
                </a:lnTo>
                <a:lnTo>
                  <a:pt x="734" y="252"/>
                </a:lnTo>
                <a:lnTo>
                  <a:pt x="747" y="249"/>
                </a:lnTo>
                <a:lnTo>
                  <a:pt x="802" y="241"/>
                </a:lnTo>
                <a:lnTo>
                  <a:pt x="855" y="243"/>
                </a:lnTo>
                <a:lnTo>
                  <a:pt x="907" y="255"/>
                </a:lnTo>
                <a:lnTo>
                  <a:pt x="958" y="277"/>
                </a:lnTo>
                <a:lnTo>
                  <a:pt x="1007" y="306"/>
                </a:lnTo>
                <a:lnTo>
                  <a:pt x="1054" y="343"/>
                </a:lnTo>
                <a:lnTo>
                  <a:pt x="1098" y="387"/>
                </a:lnTo>
                <a:lnTo>
                  <a:pt x="1138" y="439"/>
                </a:lnTo>
                <a:lnTo>
                  <a:pt x="1172" y="493"/>
                </a:lnTo>
                <a:lnTo>
                  <a:pt x="1203" y="552"/>
                </a:lnTo>
                <a:lnTo>
                  <a:pt x="1231" y="619"/>
                </a:lnTo>
                <a:lnTo>
                  <a:pt x="1254" y="688"/>
                </a:lnTo>
                <a:lnTo>
                  <a:pt x="1275" y="759"/>
                </a:lnTo>
                <a:lnTo>
                  <a:pt x="1291" y="834"/>
                </a:lnTo>
                <a:lnTo>
                  <a:pt x="1306" y="914"/>
                </a:lnTo>
                <a:lnTo>
                  <a:pt x="1315" y="995"/>
                </a:lnTo>
                <a:lnTo>
                  <a:pt x="1319" y="1017"/>
                </a:lnTo>
                <a:lnTo>
                  <a:pt x="1328" y="1045"/>
                </a:lnTo>
                <a:lnTo>
                  <a:pt x="1330" y="1023"/>
                </a:lnTo>
                <a:lnTo>
                  <a:pt x="1333" y="996"/>
                </a:lnTo>
                <a:lnTo>
                  <a:pt x="1336" y="968"/>
                </a:lnTo>
                <a:lnTo>
                  <a:pt x="1341" y="909"/>
                </a:lnTo>
                <a:lnTo>
                  <a:pt x="1343" y="883"/>
                </a:lnTo>
                <a:lnTo>
                  <a:pt x="1344" y="861"/>
                </a:lnTo>
                <a:lnTo>
                  <a:pt x="1346" y="843"/>
                </a:lnTo>
                <a:lnTo>
                  <a:pt x="1346" y="819"/>
                </a:lnTo>
                <a:lnTo>
                  <a:pt x="1349" y="799"/>
                </a:lnTo>
                <a:lnTo>
                  <a:pt x="1355" y="772"/>
                </a:lnTo>
                <a:lnTo>
                  <a:pt x="1361" y="740"/>
                </a:lnTo>
                <a:lnTo>
                  <a:pt x="1369" y="703"/>
                </a:lnTo>
                <a:lnTo>
                  <a:pt x="1378" y="662"/>
                </a:lnTo>
                <a:lnTo>
                  <a:pt x="1390" y="617"/>
                </a:lnTo>
                <a:lnTo>
                  <a:pt x="1400" y="573"/>
                </a:lnTo>
                <a:lnTo>
                  <a:pt x="1412" y="526"/>
                </a:lnTo>
                <a:lnTo>
                  <a:pt x="1425" y="480"/>
                </a:lnTo>
                <a:lnTo>
                  <a:pt x="1437" y="434"/>
                </a:lnTo>
                <a:lnTo>
                  <a:pt x="1450" y="392"/>
                </a:lnTo>
                <a:lnTo>
                  <a:pt x="1462" y="350"/>
                </a:lnTo>
                <a:lnTo>
                  <a:pt x="1474" y="314"/>
                </a:lnTo>
                <a:lnTo>
                  <a:pt x="1484" y="281"/>
                </a:lnTo>
                <a:lnTo>
                  <a:pt x="1495" y="255"/>
                </a:lnTo>
                <a:lnTo>
                  <a:pt x="1502" y="235"/>
                </a:lnTo>
                <a:lnTo>
                  <a:pt x="1509" y="222"/>
                </a:lnTo>
                <a:lnTo>
                  <a:pt x="1537" y="187"/>
                </a:lnTo>
                <a:lnTo>
                  <a:pt x="1565" y="159"/>
                </a:lnTo>
                <a:lnTo>
                  <a:pt x="1595" y="132"/>
                </a:lnTo>
                <a:lnTo>
                  <a:pt x="1624" y="109"/>
                </a:lnTo>
                <a:lnTo>
                  <a:pt x="1663" y="81"/>
                </a:lnTo>
                <a:lnTo>
                  <a:pt x="1704" y="57"/>
                </a:lnTo>
                <a:lnTo>
                  <a:pt x="1747" y="38"/>
                </a:lnTo>
                <a:lnTo>
                  <a:pt x="1759" y="33"/>
                </a:lnTo>
                <a:lnTo>
                  <a:pt x="1775" y="28"/>
                </a:lnTo>
                <a:lnTo>
                  <a:pt x="1816" y="13"/>
                </a:lnTo>
                <a:lnTo>
                  <a:pt x="1835" y="5"/>
                </a:lnTo>
                <a:lnTo>
                  <a:pt x="1851" y="1"/>
                </a:lnTo>
                <a:lnTo>
                  <a:pt x="1862" y="0"/>
                </a:lnTo>
                <a:close/>
              </a:path>
            </a:pathLst>
          </a:custGeom>
          <a:solidFill>
            <a:schemeClr val="bg1">
              <a:alpha val="8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3733800" y="2895599"/>
            <a:ext cx="5129543" cy="2667001"/>
          </a:xfrm>
        </p:spPr>
        <p:txBody>
          <a:bodyPr anchor="t">
            <a:normAutofit/>
          </a:bodyPr>
          <a:lstStyle>
            <a:lvl1pPr>
              <a:defRPr kumimoji="0" lang="en-US" sz="4000" b="0" i="0" u="none" strike="noStrike" kern="1200" cap="all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Tunga" pitchFamily="2"/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1C279-206D-4DF2-982C-E07265F9D288}" type="datetime1">
              <a:rPr lang="cs-CZ" smtClean="0"/>
              <a:t>8.5.2018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276225" y="228601"/>
            <a:ext cx="8591550" cy="10668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3"/>
          </p:nvPr>
        </p:nvSpPr>
        <p:spPr>
          <a:xfrm>
            <a:off x="276225" y="1298448"/>
            <a:ext cx="4251960" cy="493776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13" name="Content Placeholder 11"/>
          <p:cNvSpPr>
            <a:spLocks noGrp="1"/>
          </p:cNvSpPr>
          <p:nvPr>
            <p:ph sz="quarter" idx="14"/>
          </p:nvPr>
        </p:nvSpPr>
        <p:spPr>
          <a:xfrm>
            <a:off x="4615815" y="1298448"/>
            <a:ext cx="4251960" cy="493776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6DF62-E9D1-4591-8CD6-05BDA58C79F0}" type="datetime1">
              <a:rPr lang="cs-CZ" smtClean="0"/>
              <a:t>8.5.2018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12" name="Title Placeholder 1"/>
          <p:cNvSpPr>
            <a:spLocks noGrp="1"/>
          </p:cNvSpPr>
          <p:nvPr>
            <p:ph type="title"/>
          </p:nvPr>
        </p:nvSpPr>
        <p:spPr>
          <a:xfrm>
            <a:off x="276225" y="228601"/>
            <a:ext cx="8591550" cy="10668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14" name="Content Placeholder 11"/>
          <p:cNvSpPr>
            <a:spLocks noGrp="1"/>
          </p:cNvSpPr>
          <p:nvPr>
            <p:ph sz="quarter" idx="13"/>
          </p:nvPr>
        </p:nvSpPr>
        <p:spPr>
          <a:xfrm>
            <a:off x="276225" y="1810512"/>
            <a:ext cx="4251960" cy="442569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15" name="Content Placeholder 11"/>
          <p:cNvSpPr>
            <a:spLocks noGrp="1"/>
          </p:cNvSpPr>
          <p:nvPr>
            <p:ph sz="quarter" idx="14"/>
          </p:nvPr>
        </p:nvSpPr>
        <p:spPr>
          <a:xfrm>
            <a:off x="4615815" y="1810512"/>
            <a:ext cx="4251960" cy="442569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2"/>
          </p:nvPr>
        </p:nvSpPr>
        <p:spPr>
          <a:xfrm>
            <a:off x="276225" y="1298448"/>
            <a:ext cx="4248150" cy="509587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 b="0" i="0" spc="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5"/>
          </p:nvPr>
        </p:nvSpPr>
        <p:spPr>
          <a:xfrm>
            <a:off x="4615815" y="1298448"/>
            <a:ext cx="4248150" cy="509587"/>
          </a:xfrm>
        </p:spPr>
        <p:txBody>
          <a:bodyPr anchor="ctr">
            <a:normAutofit/>
          </a:bodyPr>
          <a:lstStyle>
            <a:lvl1pPr marL="0" indent="0">
              <a:buNone/>
              <a:defRPr sz="2000" b="0" i="0" spc="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05B8173-C01B-4E36-937F-4F2AA5AEA443}" type="datetime1">
              <a:rPr lang="cs-CZ" smtClean="0"/>
              <a:t>8.5.2018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17" name="Title Placeholder 1"/>
          <p:cNvSpPr>
            <a:spLocks noGrp="1"/>
          </p:cNvSpPr>
          <p:nvPr>
            <p:ph type="title"/>
          </p:nvPr>
        </p:nvSpPr>
        <p:spPr>
          <a:xfrm>
            <a:off x="276225" y="228601"/>
            <a:ext cx="8591550" cy="10668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63308-CBC8-4ABF-BE07-9671ABAA1735}" type="datetime1">
              <a:rPr lang="cs-CZ" smtClean="0"/>
              <a:t>8.5.2018</a:t>
            </a:fld>
            <a:endParaRPr lang="cs-C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-1"/>
            <a:ext cx="3409950" cy="6858000"/>
          </a:xfrm>
          <a:prstGeom prst="rect">
            <a:avLst/>
          </a:prstGeom>
          <a:solidFill>
            <a:schemeClr val="tx2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17D52126-1CF9-4E7A-B75C-CF7625D21BA5}" type="datetime1">
              <a:rPr lang="cs-CZ" smtClean="0"/>
              <a:t>8.5.2018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276225" y="228601"/>
            <a:ext cx="2834640" cy="129844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>
              <a:defRPr sz="2400">
                <a:solidFill>
                  <a:schemeClr val="bg2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10" name="Content Placeholder 11"/>
          <p:cNvSpPr>
            <a:spLocks noGrp="1"/>
          </p:cNvSpPr>
          <p:nvPr>
            <p:ph sz="quarter" idx="14"/>
          </p:nvPr>
        </p:nvSpPr>
        <p:spPr>
          <a:xfrm>
            <a:off x="3775935" y="533400"/>
            <a:ext cx="5063266" cy="570280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2"/>
          </p:nvPr>
        </p:nvSpPr>
        <p:spPr>
          <a:xfrm>
            <a:off x="276224" y="1539240"/>
            <a:ext cx="2834640" cy="4709160"/>
          </a:xfrm>
        </p:spPr>
        <p:txBody>
          <a:bodyPr>
            <a:normAutofit/>
          </a:bodyPr>
          <a:lstStyle>
            <a:lvl1pPr marL="0" indent="0">
              <a:buNone/>
              <a:defRPr lang="en-US" sz="1600" b="0" i="0" kern="1200" cap="none" spc="30" baseline="0" dirty="0" smtClean="0">
                <a:solidFill>
                  <a:schemeClr val="bg2"/>
                </a:solidFill>
                <a:latin typeface="+mn-lt"/>
                <a:ea typeface="+mn-ea"/>
                <a:cs typeface="Tahoma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cs-CZ"/>
              <a:t>Kliknutím lze upravit styly předlohy textu.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0" y="-1"/>
            <a:ext cx="3409950" cy="6858000"/>
          </a:xfrm>
          <a:prstGeom prst="rect">
            <a:avLst/>
          </a:prstGeom>
          <a:solidFill>
            <a:schemeClr val="tx2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409950" y="0"/>
            <a:ext cx="5734050" cy="6858000"/>
          </a:xfrm>
        </p:spPr>
        <p:txBody>
          <a:bodyPr anchor="ctr" anchorCtr="0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53799E33-5A59-48EE-8FEC-37DE2B81919B}" type="datetime1">
              <a:rPr lang="cs-CZ" smtClean="0"/>
              <a:t>8.5.2018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21" name="Title Placeholder 1"/>
          <p:cNvSpPr>
            <a:spLocks noGrp="1"/>
          </p:cNvSpPr>
          <p:nvPr>
            <p:ph type="title"/>
          </p:nvPr>
        </p:nvSpPr>
        <p:spPr>
          <a:xfrm>
            <a:off x="276224" y="228600"/>
            <a:ext cx="2834640" cy="1295399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>
              <a:defRPr sz="2400">
                <a:solidFill>
                  <a:schemeClr val="bg2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13"/>
          </p:nvPr>
        </p:nvSpPr>
        <p:spPr>
          <a:xfrm>
            <a:off x="274320" y="1536192"/>
            <a:ext cx="2834640" cy="4712208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2"/>
                </a:solidFill>
              </a:defRPr>
            </a:lvl1pPr>
            <a:lvl2pPr marL="171450" indent="1588">
              <a:buNone/>
              <a:defRPr>
                <a:solidFill>
                  <a:schemeClr val="bg2"/>
                </a:solidFill>
              </a:defRPr>
            </a:lvl2pPr>
            <a:lvl3pPr marL="344488" indent="6350">
              <a:buNone/>
              <a:defRPr>
                <a:solidFill>
                  <a:schemeClr val="bg2"/>
                </a:solidFill>
              </a:defRPr>
            </a:lvl3pPr>
            <a:lvl4pPr marL="515938" indent="3175">
              <a:buNone/>
              <a:defRPr>
                <a:solidFill>
                  <a:schemeClr val="bg2"/>
                </a:solidFill>
              </a:defRPr>
            </a:lvl4pPr>
            <a:lvl5pPr marL="688975" indent="-1588">
              <a:buNone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cs-CZ"/>
              <a:t>Kliknutím lze upravit styly předlohy textu.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F28B6-E41E-4664-824D-A907A4FA279C}" type="datetime1">
              <a:rPr lang="cs-CZ" smtClean="0"/>
              <a:t>8.5.2018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764B1-6258-474F-A4D5-7DA00BD4B394}" type="datetime1">
              <a:rPr lang="cs-CZ" smtClean="0"/>
              <a:t>8.5.2018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6225" y="228601"/>
            <a:ext cx="8591550" cy="10668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6225" y="1295400"/>
            <a:ext cx="8591550" cy="49339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6225" y="6429375"/>
            <a:ext cx="2133600" cy="2921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50" b="1">
                <a:solidFill>
                  <a:schemeClr val="tx2"/>
                </a:solidFill>
              </a:defRPr>
            </a:lvl1pPr>
          </a:lstStyle>
          <a:p>
            <a:fld id="{879E6175-E6C7-4FA7-A189-614C8C462AAF}" type="datetime1">
              <a:rPr lang="cs-CZ" smtClean="0"/>
              <a:t>8.5.2018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743324" y="6429375"/>
            <a:ext cx="4086225" cy="2921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50" b="1">
                <a:solidFill>
                  <a:schemeClr val="tx2"/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91475" y="6429375"/>
            <a:ext cx="876300" cy="2921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600" b="1">
                <a:solidFill>
                  <a:schemeClr val="tx2"/>
                </a:solidFill>
              </a:defRPr>
            </a:lvl1pPr>
          </a:lstStyle>
          <a:p>
            <a:fld id="{D93EF35A-D726-4DB8-9993-BA3B69B5C5CF}" type="slidenum">
              <a:rPr lang="cs-CZ" smtClean="0"/>
              <a:pPr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hdr="0" ftr="0" dt="0"/>
  <p:txStyles>
    <p:titleStyle>
      <a:lvl1pPr algn="l" defTabSz="914400" rtl="0" eaLnBrk="1" latinLnBrk="0" hangingPunct="1">
        <a:spcBef>
          <a:spcPts val="400"/>
        </a:spcBef>
        <a:buNone/>
        <a:defRPr sz="3600" b="0" kern="1200" cap="none" spc="0" baseline="0">
          <a:solidFill>
            <a:schemeClr val="tx2"/>
          </a:solidFill>
          <a:latin typeface="+mj-lt"/>
          <a:ea typeface="+mj-ea"/>
          <a:cs typeface="Tunga" pitchFamily="2"/>
        </a:defRPr>
      </a:lvl1pPr>
    </p:titleStyle>
    <p:bodyStyle>
      <a:lvl1pPr marL="171450" indent="-173736" algn="l" defTabSz="914400" rtl="0" eaLnBrk="1" latinLnBrk="0" hangingPunct="1">
        <a:spcBef>
          <a:spcPts val="600"/>
        </a:spcBef>
        <a:spcAft>
          <a:spcPts val="0"/>
        </a:spcAft>
        <a:buClr>
          <a:schemeClr val="accent1"/>
        </a:buClr>
        <a:buFont typeface="Arial" pitchFamily="34" charset="0"/>
        <a:buChar char="•"/>
        <a:defRPr sz="2200" b="0" i="0" kern="1200" cap="none" spc="30" baseline="0">
          <a:solidFill>
            <a:schemeClr val="tx2"/>
          </a:solidFill>
          <a:latin typeface="+mn-lt"/>
          <a:ea typeface="+mn-ea"/>
          <a:cs typeface="Tahoma" pitchFamily="34" charset="0"/>
        </a:defRPr>
      </a:lvl1pPr>
      <a:lvl2pPr marL="344488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Tahoma" pitchFamily="34" charset="0"/>
        </a:defRPr>
      </a:lvl2pPr>
      <a:lvl3pPr marL="515938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Tahoma" pitchFamily="34" charset="0"/>
        </a:defRPr>
      </a:lvl3pPr>
      <a:lvl4pPr marL="688975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Tahoma" pitchFamily="34" charset="0"/>
        </a:defRPr>
      </a:lvl4pPr>
      <a:lvl5pPr marL="860425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 baseline="0">
          <a:solidFill>
            <a:schemeClr val="tx2"/>
          </a:solidFill>
          <a:latin typeface="+mn-lt"/>
          <a:ea typeface="+mn-ea"/>
          <a:cs typeface="Tahoma" pitchFamily="34" charset="0"/>
        </a:defRPr>
      </a:lvl5pPr>
      <a:lvl6pPr marL="1051560" indent="-173736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234440" indent="-173736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417320" indent="-173736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1600200" indent="-173736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audio" Target="../media/audio2.wav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5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6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dnadpis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dirty="0"/>
              <a:t>2. ročník</a:t>
            </a:r>
          </a:p>
        </p:txBody>
      </p:sp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Přechody a Animace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840"/>
    </mc:Choice>
    <mc:Fallback>
      <p:transition spd="slow" advTm="484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Přechody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3"/>
          </p:nvPr>
        </p:nvSpPr>
        <p:spPr>
          <a:xfrm>
            <a:off x="683568" y="1337189"/>
            <a:ext cx="8595360" cy="4937760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cs-CZ" sz="2400" dirty="0"/>
              <a:t>Jedná se o vizuální efekty mezi snímky.</a:t>
            </a:r>
          </a:p>
          <a:p>
            <a:pPr>
              <a:lnSpc>
                <a:spcPct val="200000"/>
              </a:lnSpc>
            </a:pPr>
            <a:r>
              <a:rPr lang="cs-CZ" sz="2400" dirty="0"/>
              <a:t>Karta Přechody, kde můžete nastavit:</a:t>
            </a:r>
          </a:p>
          <a:p>
            <a:pPr lvl="2">
              <a:lnSpc>
                <a:spcPct val="150000"/>
              </a:lnSpc>
            </a:pPr>
            <a:r>
              <a:rPr lang="cs-CZ" sz="2200" dirty="0"/>
              <a:t>Typ přechodu</a:t>
            </a:r>
          </a:p>
          <a:p>
            <a:pPr lvl="2">
              <a:lnSpc>
                <a:spcPct val="150000"/>
              </a:lnSpc>
            </a:pPr>
            <a:r>
              <a:rPr lang="cs-CZ" sz="2200" dirty="0"/>
              <a:t>Časování</a:t>
            </a:r>
          </a:p>
          <a:p>
            <a:pPr lvl="2">
              <a:lnSpc>
                <a:spcPct val="150000"/>
              </a:lnSpc>
            </a:pPr>
            <a:r>
              <a:rPr lang="cs-CZ" sz="2200" dirty="0"/>
              <a:t>Zvuky</a:t>
            </a: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DE3232FE-617D-4319-8EB5-23F376CCB2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3226"/>
          <a:stretch/>
        </p:blipFill>
        <p:spPr>
          <a:xfrm>
            <a:off x="274319" y="4773906"/>
            <a:ext cx="8343127" cy="1066801"/>
          </a:xfrm>
          <a:prstGeom prst="rect">
            <a:avLst/>
          </a:prstGeom>
        </p:spPr>
      </p:pic>
      <p:pic>
        <p:nvPicPr>
          <p:cNvPr id="6" name="Obrázek 5">
            <a:extLst>
              <a:ext uri="{FF2B5EF4-FFF2-40B4-BE49-F238E27FC236}">
                <a16:creationId xmlns:a16="http://schemas.microsoft.com/office/drawing/2014/main" id="{909A6BCF-3BC1-40FA-9440-6C41D096D98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5125"/>
          <a:stretch/>
        </p:blipFill>
        <p:spPr>
          <a:xfrm>
            <a:off x="6087242" y="5680386"/>
            <a:ext cx="2801400" cy="1105550"/>
          </a:xfrm>
          <a:prstGeom prst="rect">
            <a:avLst/>
          </a:prstGeom>
        </p:spPr>
      </p:pic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8D1D0009-98DF-4F5C-BD0D-790367D8B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D93EF35A-D726-4DB8-9993-BA3B69B5C5CF}" type="slidenum">
              <a:rPr lang="cs-CZ" smtClean="0"/>
              <a:pPr/>
              <a:t>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726582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2271"/>
    </mc:Choice>
    <mc:Fallback>
      <p:transition advTm="227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Animace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3"/>
          </p:nvPr>
        </p:nvSpPr>
        <p:spPr>
          <a:xfrm>
            <a:off x="755576" y="1361528"/>
            <a:ext cx="7920880" cy="3797950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cs-CZ" sz="2400" dirty="0"/>
              <a:t>Jedná se o vizuální a zvukové efekty objektů snímku.</a:t>
            </a:r>
          </a:p>
          <a:p>
            <a:pPr>
              <a:lnSpc>
                <a:spcPct val="200000"/>
              </a:lnSpc>
            </a:pPr>
            <a:r>
              <a:rPr lang="cs-CZ" sz="2400" dirty="0"/>
              <a:t>Karta Animace, kde můžete nastavit:</a:t>
            </a:r>
          </a:p>
          <a:p>
            <a:pPr lvl="1">
              <a:lnSpc>
                <a:spcPct val="150000"/>
              </a:lnSpc>
            </a:pPr>
            <a:r>
              <a:rPr lang="cs-CZ" sz="2200" dirty="0"/>
              <a:t>Typ s pořadí animace </a:t>
            </a:r>
          </a:p>
          <a:p>
            <a:pPr lvl="1">
              <a:lnSpc>
                <a:spcPct val="150000"/>
              </a:lnSpc>
            </a:pPr>
            <a:r>
              <a:rPr lang="cs-CZ" sz="2200" dirty="0"/>
              <a:t>Časování a délku animace</a:t>
            </a:r>
          </a:p>
          <a:p>
            <a:pPr>
              <a:lnSpc>
                <a:spcPct val="200000"/>
              </a:lnSpc>
            </a:pPr>
            <a:endParaRPr lang="cs-CZ" sz="2400" dirty="0"/>
          </a:p>
          <a:p>
            <a:pPr>
              <a:lnSpc>
                <a:spcPct val="200000"/>
              </a:lnSpc>
            </a:pPr>
            <a:endParaRPr lang="cs-CZ" sz="2400" dirty="0"/>
          </a:p>
        </p:txBody>
      </p:sp>
      <p:pic>
        <p:nvPicPr>
          <p:cNvPr id="7" name="Obrázek 6" descr="Obsah obrázku snímek obrazovky&#10;&#10;Popis vygenerován s velmi vysokou mírou spolehlivosti">
            <a:extLst>
              <a:ext uri="{FF2B5EF4-FFF2-40B4-BE49-F238E27FC236}">
                <a16:creationId xmlns:a16="http://schemas.microsoft.com/office/drawing/2014/main" id="{24CFF6E9-28FE-4DD9-9545-05C918BBE87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7877" r="36613"/>
          <a:stretch/>
        </p:blipFill>
        <p:spPr>
          <a:xfrm>
            <a:off x="0" y="4186920"/>
            <a:ext cx="7422220" cy="1366088"/>
          </a:xfrm>
          <a:prstGeom prst="rect">
            <a:avLst/>
          </a:prstGeom>
        </p:spPr>
      </p:pic>
      <p:pic>
        <p:nvPicPr>
          <p:cNvPr id="9" name="Obrázek 8" descr="Obsah obrázku snímek obrazovky&#10;&#10;Popis vygenerován s velmi vysokou mírou spolehlivosti">
            <a:extLst>
              <a:ext uri="{FF2B5EF4-FFF2-40B4-BE49-F238E27FC236}">
                <a16:creationId xmlns:a16="http://schemas.microsoft.com/office/drawing/2014/main" id="{8E8C95B6-D3F4-404C-BE23-27A8089A902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662" t="-7196"/>
          <a:stretch/>
        </p:blipFill>
        <p:spPr>
          <a:xfrm>
            <a:off x="3935275" y="5472490"/>
            <a:ext cx="4943427" cy="1268760"/>
          </a:xfrm>
          <a:prstGeom prst="rect">
            <a:avLst/>
          </a:prstGeom>
        </p:spPr>
      </p:pic>
      <p:sp>
        <p:nvSpPr>
          <p:cNvPr id="10" name="Zástupný symbol pro číslo snímku 9">
            <a:extLst>
              <a:ext uri="{FF2B5EF4-FFF2-40B4-BE49-F238E27FC236}">
                <a16:creationId xmlns:a16="http://schemas.microsoft.com/office/drawing/2014/main" id="{3F480195-EC98-4798-8639-989794CC5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D93EF35A-D726-4DB8-9993-BA3B69B5C5CF}" type="slidenum">
              <a:rPr lang="cs-CZ" smtClean="0"/>
              <a:pPr/>
              <a:t>3</a:t>
            </a:fld>
            <a:endParaRPr lang="cs-CZ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56">
        <p14:switch dir="r"/>
        <p:sndAc>
          <p:stSnd>
            <p:snd r:embed="rId2" name="chimes.wav"/>
          </p:stSnd>
        </p:sndAc>
      </p:transition>
    </mc:Choice>
    <mc:Fallback>
      <p:transition spd="slow" advTm="456">
        <p:fade/>
        <p:sndAc>
          <p:stSnd>
            <p:snd r:embed="rId2" name="chimes.wav"/>
          </p:stSnd>
        </p:sndAc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Animace užití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3"/>
          </p:nvPr>
        </p:nvSpPr>
        <p:spPr>
          <a:xfrm>
            <a:off x="755576" y="1361528"/>
            <a:ext cx="7056784" cy="1698522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cs-CZ" sz="2400" dirty="0"/>
              <a:t>K obohacení prezentace.</a:t>
            </a:r>
          </a:p>
          <a:p>
            <a:pPr>
              <a:lnSpc>
                <a:spcPct val="200000"/>
              </a:lnSpc>
            </a:pPr>
            <a:r>
              <a:rPr lang="cs-CZ" sz="2400" dirty="0"/>
              <a:t>K upozornění na jednotlivé vybrané prvky.</a:t>
            </a:r>
          </a:p>
          <a:p>
            <a:pPr>
              <a:lnSpc>
                <a:spcPct val="200000"/>
              </a:lnSpc>
            </a:pPr>
            <a:endParaRPr lang="cs-CZ" sz="2400" dirty="0"/>
          </a:p>
          <a:p>
            <a:pPr>
              <a:lnSpc>
                <a:spcPct val="200000"/>
              </a:lnSpc>
            </a:pPr>
            <a:endParaRPr lang="cs-CZ" sz="2400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3F36E84D-861C-47FB-93C0-0D58798B6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D93EF35A-D726-4DB8-9993-BA3B69B5C5CF}" type="slidenum">
              <a:rPr lang="cs-CZ" smtClean="0"/>
              <a:pPr/>
              <a:t>4</a:t>
            </a:fld>
            <a:endParaRPr lang="cs-CZ"/>
          </a:p>
        </p:txBody>
      </p:sp>
      <p:sp>
        <p:nvSpPr>
          <p:cNvPr id="8" name="Zástupný symbol pro obsah 2">
            <a:extLst>
              <a:ext uri="{FF2B5EF4-FFF2-40B4-BE49-F238E27FC236}">
                <a16:creationId xmlns:a16="http://schemas.microsoft.com/office/drawing/2014/main" id="{973EC785-2F67-4E01-A2DB-A297E78716D1}"/>
              </a:ext>
            </a:extLst>
          </p:cNvPr>
          <p:cNvSpPr txBox="1">
            <a:spLocks/>
          </p:cNvSpPr>
          <p:nvPr/>
        </p:nvSpPr>
        <p:spPr>
          <a:xfrm>
            <a:off x="755576" y="3060050"/>
            <a:ext cx="6336704" cy="40413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3736" algn="l" defTabSz="914400" rtl="0" eaLnBrk="1" latinLnBrk="0" hangingPunct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Char char="•"/>
              <a:defRPr sz="2200" b="0" i="0" kern="1200" cap="none" spc="30" baseline="0">
                <a:solidFill>
                  <a:schemeClr val="tx2"/>
                </a:solidFill>
                <a:latin typeface="+mn-lt"/>
                <a:ea typeface="+mn-ea"/>
                <a:cs typeface="Tahoma" pitchFamily="34" charset="0"/>
              </a:defRPr>
            </a:lvl1pPr>
            <a:lvl2pPr marL="344488" indent="-173736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Tahoma" pitchFamily="34" charset="0"/>
              </a:defRPr>
            </a:lvl2pPr>
            <a:lvl3pPr marL="515938" indent="-173736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Tahoma" pitchFamily="34" charset="0"/>
              </a:defRPr>
            </a:lvl3pPr>
            <a:lvl4pPr marL="688975" indent="-173736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Tahoma" pitchFamily="34" charset="0"/>
              </a:defRPr>
            </a:lvl4pPr>
            <a:lvl5pPr marL="860425" indent="-173736" algn="l" defTabSz="914400" rtl="0" eaLnBrk="1" latinLnBrk="0" hangingPunct="1"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Tahoma" pitchFamily="34" charset="0"/>
              </a:defRPr>
            </a:lvl5pPr>
            <a:lvl6pPr marL="1051560" indent="-173736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234440" indent="-173736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417320" indent="-173736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600200" indent="-173736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sz="2400" dirty="0"/>
              <a:t>Animovat můžete:</a:t>
            </a:r>
          </a:p>
          <a:p>
            <a:pPr lvl="1"/>
            <a:r>
              <a:rPr lang="cs-CZ" dirty="0"/>
              <a:t>Jednotlivé objekty </a:t>
            </a:r>
          </a:p>
          <a:p>
            <a:r>
              <a:rPr lang="cs-CZ" sz="2000" dirty="0"/>
              <a:t> </a:t>
            </a:r>
            <a:r>
              <a:rPr lang="cs-CZ" sz="2400" dirty="0"/>
              <a:t>Lze využít na všechny typy objektů:</a:t>
            </a:r>
          </a:p>
          <a:p>
            <a:pPr lvl="2"/>
            <a:r>
              <a:rPr lang="cs-CZ" dirty="0"/>
              <a:t>Nadpis</a:t>
            </a:r>
          </a:p>
          <a:p>
            <a:pPr lvl="2"/>
            <a:r>
              <a:rPr lang="cs-CZ" dirty="0"/>
              <a:t>Obrázky</a:t>
            </a:r>
          </a:p>
          <a:p>
            <a:pPr lvl="2"/>
            <a:r>
              <a:rPr lang="cs-CZ" dirty="0"/>
              <a:t>Snímky</a:t>
            </a:r>
          </a:p>
          <a:p>
            <a:pPr lvl="2"/>
            <a:r>
              <a:rPr lang="cs-CZ" dirty="0"/>
              <a:t>Seznamy</a:t>
            </a:r>
          </a:p>
          <a:p>
            <a:pPr lvl="2"/>
            <a:r>
              <a:rPr lang="cs-CZ" dirty="0"/>
              <a:t>Tabulky</a:t>
            </a:r>
          </a:p>
          <a:p>
            <a:pPr lvl="2"/>
            <a:r>
              <a:rPr lang="cs-CZ" dirty="0"/>
              <a:t>Atd.</a:t>
            </a:r>
          </a:p>
          <a:p>
            <a:pPr>
              <a:buFont typeface="Arial" pitchFamily="34" charset="0"/>
              <a:buNone/>
            </a:pPr>
            <a:endParaRPr lang="cs-CZ" sz="20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404666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51">
        <p14:switch dir="r"/>
        <p:sndAc>
          <p:stSnd>
            <p:snd r:embed="rId3" name="chimes.wav"/>
          </p:stSnd>
        </p:sndAc>
      </p:transition>
    </mc:Choice>
    <mc:Fallback>
      <p:transition spd="slow" advTm="7051">
        <p:fade/>
        <p:sndAc>
          <p:stSnd>
            <p:snd r:embed="rId3" name="chimes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1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2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4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3.05556E-6 4.81481E-6 L 3.05556E-6 -0.07223 " pathEditMode="relative" rAng="0" ptsTypes="AA">
                                      <p:cBhvr>
                                        <p:cTn id="27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28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9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0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31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35" dur="indefinite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9" dur="5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pplaus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3" dur="5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4" dur="5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5" dur="5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Nastavení animace</a:t>
            </a:r>
          </a:p>
        </p:txBody>
      </p:sp>
      <p:graphicFrame>
        <p:nvGraphicFramePr>
          <p:cNvPr id="5" name="Zástupný symbol pro obsah 4">
            <a:extLst>
              <a:ext uri="{FF2B5EF4-FFF2-40B4-BE49-F238E27FC236}">
                <a16:creationId xmlns:a16="http://schemas.microsoft.com/office/drawing/2014/main" id="{51CEEF75-1A2E-40AF-92C4-3E0E60689287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451986373"/>
              </p:ext>
            </p:extLst>
          </p:nvPr>
        </p:nvGraphicFramePr>
        <p:xfrm>
          <a:off x="274320" y="1295401"/>
          <a:ext cx="8595360" cy="49377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155145C4-0BF8-42BB-BFB9-88F8629BD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D93EF35A-D726-4DB8-9993-BA3B69B5C5CF}" type="slidenum">
              <a:rPr lang="cs-CZ" smtClean="0"/>
              <a:pPr/>
              <a:t>5</a:t>
            </a:fld>
            <a:endParaRPr lang="cs-CZ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32"/>
    </mc:Choice>
    <mc:Fallback>
      <p:transition spd="slow" advTm="1332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Animační schéma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3"/>
          </p:nvPr>
        </p:nvSpPr>
        <p:spPr>
          <a:xfrm>
            <a:off x="274320" y="1295401"/>
            <a:ext cx="8595360" cy="493776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cs-CZ" sz="2400" dirty="0"/>
              <a:t>Slouží pro rychlé nastavení.</a:t>
            </a:r>
          </a:p>
          <a:p>
            <a:pPr>
              <a:lnSpc>
                <a:spcPct val="150000"/>
              </a:lnSpc>
            </a:pPr>
            <a:r>
              <a:rPr lang="cs-CZ" sz="2400" dirty="0"/>
              <a:t>K nastavení použijete kartu Animace skupinu Animace.</a:t>
            </a:r>
          </a:p>
          <a:p>
            <a:pPr>
              <a:lnSpc>
                <a:spcPct val="150000"/>
              </a:lnSpc>
            </a:pPr>
            <a:r>
              <a:rPr lang="cs-CZ" sz="2400" dirty="0"/>
              <a:t> Zde si můžete vybrat z řady efektů a dále můžete provést další nastavení přes  šipku.</a:t>
            </a:r>
          </a:p>
          <a:p>
            <a:pPr lvl="1">
              <a:lnSpc>
                <a:spcPct val="150000"/>
              </a:lnSpc>
            </a:pPr>
            <a:r>
              <a:rPr lang="cs-CZ" sz="2400" dirty="0"/>
              <a:t>Efekt</a:t>
            </a:r>
          </a:p>
          <a:p>
            <a:pPr lvl="1">
              <a:lnSpc>
                <a:spcPct val="150000"/>
              </a:lnSpc>
            </a:pPr>
            <a:r>
              <a:rPr lang="cs-CZ" sz="2400" dirty="0"/>
              <a:t>Časování</a:t>
            </a:r>
          </a:p>
          <a:p>
            <a:pPr lvl="1">
              <a:lnSpc>
                <a:spcPct val="150000"/>
              </a:lnSpc>
            </a:pPr>
            <a:r>
              <a:rPr lang="cs-CZ" sz="2400" dirty="0"/>
              <a:t>Animace textu</a:t>
            </a:r>
          </a:p>
          <a:p>
            <a:pPr lvl="1">
              <a:lnSpc>
                <a:spcPct val="150000"/>
              </a:lnSpc>
            </a:pPr>
            <a:endParaRPr lang="cs-CZ" sz="2400" dirty="0"/>
          </a:p>
          <a:p>
            <a:pPr lvl="1"/>
            <a:endParaRPr lang="cs-CZ" sz="2400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3429000"/>
            <a:ext cx="3590925" cy="302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C13ECC83-D04E-4736-AD0A-E4BF6166F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D93EF35A-D726-4DB8-9993-BA3B69B5C5CF}" type="slidenum">
              <a:rPr lang="cs-CZ" smtClean="0"/>
              <a:pPr/>
              <a:t>6</a:t>
            </a:fld>
            <a:endParaRPr lang="cs-CZ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507"/>
    </mc:Choice>
    <mc:Fallback>
      <p:transition spd="slow" advTm="450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2172611"/>
            <a:ext cx="4864588" cy="44765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Zástupný symbol pro číslo snímku 1">
            <a:extLst>
              <a:ext uri="{FF2B5EF4-FFF2-40B4-BE49-F238E27FC236}">
                <a16:creationId xmlns:a16="http://schemas.microsoft.com/office/drawing/2014/main" id="{613BF54F-9C6F-4268-B9EF-EA33B5AAA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D93EF35A-D726-4DB8-9993-BA3B69B5C5CF}" type="slidenum">
              <a:rPr lang="cs-CZ" smtClean="0"/>
              <a:pPr/>
              <a:t>7</a:t>
            </a:fld>
            <a:endParaRPr lang="cs-CZ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49C7DAC9-BD7C-4C69-AFD2-121FBA2E45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4315" y="620688"/>
            <a:ext cx="9144000" cy="895934"/>
          </a:xfrm>
          <a:prstGeom prst="rect">
            <a:avLst/>
          </a:prstGeom>
        </p:spPr>
      </p:pic>
      <p:sp>
        <p:nvSpPr>
          <p:cNvPr id="6" name="Šipka: nahoru 5">
            <a:extLst>
              <a:ext uri="{FF2B5EF4-FFF2-40B4-BE49-F238E27FC236}">
                <a16:creationId xmlns:a16="http://schemas.microsoft.com/office/drawing/2014/main" id="{BCFB33D9-DC4B-4D6B-8ED6-97B9836AA5AA}"/>
              </a:ext>
            </a:extLst>
          </p:cNvPr>
          <p:cNvSpPr/>
          <p:nvPr/>
        </p:nvSpPr>
        <p:spPr>
          <a:xfrm rot="2320573">
            <a:off x="4151822" y="1224937"/>
            <a:ext cx="568397" cy="1389742"/>
          </a:xfrm>
          <a:prstGeom prst="upArrow">
            <a:avLst>
              <a:gd name="adj1" fmla="val 35714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</p:cSld>
  <p:clrMapOvr>
    <a:masterClrMapping/>
  </p:clrMapOvr>
  <p:transition spd="med" advClick="0" advTm="348">
    <p:dissolv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Animace jednotlivých objektů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3"/>
          </p:nvPr>
        </p:nvSpPr>
        <p:spPr>
          <a:xfrm>
            <a:off x="274320" y="1295401"/>
            <a:ext cx="8595360" cy="4937760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cs-CZ" sz="2400" dirty="0"/>
              <a:t>Pro tvorbu vlastní animace využijete kartu Animace skupinu Rozšířené možnosti animace.</a:t>
            </a:r>
          </a:p>
          <a:p>
            <a:pPr>
              <a:lnSpc>
                <a:spcPct val="200000"/>
              </a:lnSpc>
            </a:pPr>
            <a:r>
              <a:rPr lang="cs-CZ" sz="2400" dirty="0"/>
              <a:t>Pro jeho využití musíte označit daný objekt, dále kliknout tlačítko Přidat efekt.</a:t>
            </a:r>
          </a:p>
          <a:p>
            <a:pPr>
              <a:lnSpc>
                <a:spcPct val="200000"/>
              </a:lnSpc>
              <a:buNone/>
            </a:pPr>
            <a:r>
              <a:rPr lang="cs-CZ" sz="2400" dirty="0"/>
              <a:t> 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726" t="6247" r="28968" b="82065"/>
          <a:stretch/>
        </p:blipFill>
        <p:spPr bwMode="auto">
          <a:xfrm>
            <a:off x="4572000" y="4509119"/>
            <a:ext cx="3888432" cy="1920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99628548-148E-491A-9AD7-8D0183CA8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D93EF35A-D726-4DB8-9993-BA3B69B5C5CF}" type="slidenum">
              <a:rPr lang="cs-CZ" smtClean="0"/>
              <a:pPr/>
              <a:t>8</a:t>
            </a:fld>
            <a:endParaRPr lang="cs-CZ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263"/>
    </mc:Choice>
    <mc:Fallback>
      <p:transition spd="slow" advTm="1326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4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2.5E-6 -3.33333E-6 L 2.5E-6 -0.07222 " pathEditMode="relative" rAng="0" ptsTypes="AA">
                                      <p:cBhvr>
                                        <p:cTn id="13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14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5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6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7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00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9" dur="2000" fill="hold"/>
                                        <p:tgtEl>
                                          <p:spTgt spid="4098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sz="quarter" idx="13"/>
          </p:nvPr>
        </p:nvSpPr>
        <p:spPr>
          <a:xfrm>
            <a:off x="573678" y="915068"/>
            <a:ext cx="8595360" cy="4937760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cs-CZ" sz="2400" dirty="0"/>
              <a:t>Dále můžete nastavit:</a:t>
            </a:r>
          </a:p>
          <a:p>
            <a:pPr lvl="2">
              <a:lnSpc>
                <a:spcPct val="150000"/>
              </a:lnSpc>
            </a:pPr>
            <a:r>
              <a:rPr lang="cs-CZ" sz="2200" dirty="0"/>
              <a:t>Efekty</a:t>
            </a:r>
          </a:p>
          <a:p>
            <a:pPr lvl="2">
              <a:lnSpc>
                <a:spcPct val="150000"/>
              </a:lnSpc>
            </a:pPr>
            <a:r>
              <a:rPr lang="cs-CZ" sz="2200" dirty="0"/>
              <a:t>Časování</a:t>
            </a:r>
          </a:p>
          <a:p>
            <a:pPr lvl="2">
              <a:lnSpc>
                <a:spcPct val="150000"/>
              </a:lnSpc>
            </a:pPr>
            <a:r>
              <a:rPr lang="cs-CZ" sz="2200" dirty="0"/>
              <a:t>Možnosti efektu</a:t>
            </a:r>
          </a:p>
          <a:p>
            <a:pPr lvl="2">
              <a:lnSpc>
                <a:spcPct val="150000"/>
              </a:lnSpc>
            </a:pPr>
            <a:r>
              <a:rPr lang="cs-CZ" sz="2200" dirty="0"/>
              <a:t>...</a:t>
            </a:r>
          </a:p>
          <a:p>
            <a:pPr lvl="1">
              <a:lnSpc>
                <a:spcPct val="200000"/>
              </a:lnSpc>
              <a:buNone/>
            </a:pPr>
            <a:endParaRPr lang="cs-CZ" sz="2400" dirty="0"/>
          </a:p>
          <a:p>
            <a:pPr lvl="1">
              <a:lnSpc>
                <a:spcPct val="200000"/>
              </a:lnSpc>
            </a:pPr>
            <a:endParaRPr lang="cs-CZ" sz="2400" dirty="0"/>
          </a:p>
        </p:txBody>
      </p:sp>
      <p:sp>
        <p:nvSpPr>
          <p:cNvPr id="2" name="Zástupný symbol pro číslo snímku 1">
            <a:extLst>
              <a:ext uri="{FF2B5EF4-FFF2-40B4-BE49-F238E27FC236}">
                <a16:creationId xmlns:a16="http://schemas.microsoft.com/office/drawing/2014/main" id="{1A7A7144-AB7A-4833-A8EC-89AEB1510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D93EF35A-D726-4DB8-9993-BA3B69B5C5CF}" type="slidenum">
              <a:rPr lang="cs-CZ" smtClean="0"/>
              <a:pPr/>
              <a:t>9</a:t>
            </a:fld>
            <a:endParaRPr lang="cs-CZ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1765E113-CFE7-4803-BC75-AD7982F891B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1500" t="3778" b="33192"/>
          <a:stretch/>
        </p:blipFill>
        <p:spPr>
          <a:xfrm>
            <a:off x="5508104" y="422124"/>
            <a:ext cx="3092532" cy="5923648"/>
          </a:xfrm>
          <a:prstGeom prst="rect">
            <a:avLst/>
          </a:prstGeom>
        </p:spPr>
      </p:pic>
      <p:pic>
        <p:nvPicPr>
          <p:cNvPr id="5" name="Obrázek 4">
            <a:extLst>
              <a:ext uri="{FF2B5EF4-FFF2-40B4-BE49-F238E27FC236}">
                <a16:creationId xmlns:a16="http://schemas.microsoft.com/office/drawing/2014/main" id="{EEFD8D16-2C28-4236-8914-85EAA6534C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9672" y="3734163"/>
            <a:ext cx="3749771" cy="3121684"/>
          </a:xfrm>
          <a:prstGeom prst="rect">
            <a:avLst/>
          </a:prstGeom>
        </p:spPr>
      </p:pic>
      <p:sp>
        <p:nvSpPr>
          <p:cNvPr id="8" name="Šipka: nahoru 7">
            <a:extLst>
              <a:ext uri="{FF2B5EF4-FFF2-40B4-BE49-F238E27FC236}">
                <a16:creationId xmlns:a16="http://schemas.microsoft.com/office/drawing/2014/main" id="{A9DF89CE-E464-4F6C-ACDB-2B09A4E08B2A}"/>
              </a:ext>
            </a:extLst>
          </p:cNvPr>
          <p:cNvSpPr/>
          <p:nvPr/>
        </p:nvSpPr>
        <p:spPr>
          <a:xfrm rot="15495088">
            <a:off x="5371163" y="4638040"/>
            <a:ext cx="564064" cy="1002093"/>
          </a:xfrm>
          <a:prstGeom prst="upArrow">
            <a:avLst>
              <a:gd name="adj1" fmla="val 35714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405"/>
    </mc:Choice>
    <mc:Fallback>
      <p:transition spd="slow" advTm="340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adpis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Efekty – úvodní </a:t>
            </a:r>
          </a:p>
        </p:txBody>
      </p:sp>
      <p:sp>
        <p:nvSpPr>
          <p:cNvPr id="2" name="Zástupný symbol pro číslo snímku 1">
            <a:extLst>
              <a:ext uri="{FF2B5EF4-FFF2-40B4-BE49-F238E27FC236}">
                <a16:creationId xmlns:a16="http://schemas.microsoft.com/office/drawing/2014/main" id="{4C7EF2B2-CA5D-4C75-8DDF-EC57BF4E9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D93EF35A-D726-4DB8-9993-BA3B69B5C5CF}" type="slidenum">
              <a:rPr lang="cs-CZ" smtClean="0"/>
              <a:pPr/>
              <a:t>10</a:t>
            </a:fld>
            <a:endParaRPr lang="cs-CZ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922A31B0-A427-41BD-821B-6CE7BE1BA1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9792" y="1494004"/>
            <a:ext cx="4033614" cy="5227471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402"/>
    </mc:Choice>
    <mc:Fallback>
      <p:transition spd="slow" advTm="240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Efekty - zvýraznění</a:t>
            </a:r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89B2CC6D-C88E-42F0-97AE-C27198BFE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D93EF35A-D726-4DB8-9993-BA3B69B5C5CF}" type="slidenum">
              <a:rPr lang="cs-CZ" smtClean="0"/>
              <a:pPr/>
              <a:t>11</a:t>
            </a:fld>
            <a:endParaRPr lang="cs-CZ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94F38F09-99AF-4A68-B61C-AF325176C6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9752" y="1295401"/>
            <a:ext cx="4144292" cy="5493314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64"/>
    </mc:Choice>
    <mc:Fallback>
      <p:transition spd="slow" advTm="206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Efekty - závěrečné</a:t>
            </a:r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7D2602AD-FFBC-46AE-82FA-4A90FC0AF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D93EF35A-D726-4DB8-9993-BA3B69B5C5CF}" type="slidenum">
              <a:rPr lang="cs-CZ" smtClean="0"/>
              <a:pPr/>
              <a:t>12</a:t>
            </a:fld>
            <a:endParaRPr lang="cs-CZ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B660D58D-7676-4089-B101-CF5DD6CFDB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9712" y="1326994"/>
            <a:ext cx="4493666" cy="5553148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235"/>
    </mc:Choice>
    <mc:Fallback>
      <p:transition spd="slow" advTm="323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idx="4294967295"/>
          </p:nvPr>
        </p:nvSpPr>
        <p:spPr>
          <a:xfrm>
            <a:off x="323528" y="359932"/>
            <a:ext cx="8820472" cy="923925"/>
          </a:xfrm>
        </p:spPr>
        <p:txBody>
          <a:bodyPr/>
          <a:lstStyle/>
          <a:p>
            <a:r>
              <a:rPr lang="cs-CZ" dirty="0"/>
              <a:t>Efekt – dráha pohybu</a:t>
            </a:r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E3E54128-85F4-4DB8-BAE4-7FF5893F8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D93EF35A-D726-4DB8-9993-BA3B69B5C5CF}" type="slidenum">
              <a:rPr lang="cs-CZ" smtClean="0"/>
              <a:pPr/>
              <a:t>13</a:t>
            </a:fld>
            <a:endParaRPr lang="cs-CZ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B16C5DA1-D301-4B0D-83DE-F37DF2F272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33" y="1452120"/>
            <a:ext cx="4794845" cy="5403146"/>
          </a:xfrm>
          <a:prstGeom prst="rect">
            <a:avLst/>
          </a:prstGeom>
        </p:spPr>
      </p:pic>
      <p:pic>
        <p:nvPicPr>
          <p:cNvPr id="9" name="Obrázek 8">
            <a:extLst>
              <a:ext uri="{FF2B5EF4-FFF2-40B4-BE49-F238E27FC236}">
                <a16:creationId xmlns:a16="http://schemas.microsoft.com/office/drawing/2014/main" id="{942D32DD-B679-4078-B267-3349025CC8E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5825" t="17785" r="35038" b="23387"/>
          <a:stretch/>
        </p:blipFill>
        <p:spPr>
          <a:xfrm>
            <a:off x="4643023" y="1052736"/>
            <a:ext cx="4500977" cy="5109219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252"/>
    </mc:Choice>
    <mc:Fallback>
      <p:transition spd="slow" advTm="625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4.44444E-6 L 0.01702 4.44444E-6 C 0.025 4.44444E-6 0.03403 -0.01389 0.04202 -0.01598 C 0.04792 -0.01598 0.05903 -0.00301 0.06407 -0.00301 C 0.07101 -0.00301 0.07796 -0.00695 0.09098 -0.00695 L 0.1 -0.16204 L 0.11007 0.025 L 0.12205 4.44444E-6 L 0.13195 -0.00695 L 0.15608 -0.00093 C 0.16702 -0.00394 0.17605 -0.0169 0.18698 -0.022 C 0.19098 -0.02292 0.2 -0.02408 0.20608 -0.022 C 0.21198 -0.01991 0.21702 -0.00602 0.21893 -0.0051 C 0.22205 -0.00093 0.229 -0.0051 0.23299 -0.00301 L 0.23907 4.44444E-6 L 0.25 4.44444E-6 " pathEditMode="relative" rAng="0" ptsTypes="AAAAAAAAAAAAAAAA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-685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8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08 0.008 0.017 0.016 0.021 0.026 C 0.025 0.037 0.027 0.05 0.029 0.063 C 0.031 0.076 0.029 0.087 0.027 0.099 C 0.025 0.11 0.022 0.122 0.015 0.132 C 0.009 0.142 -0.001 0.15 -0.012 0.156 C -0.022 0.162 -0.034 0.166 -0.046 0.168 C -0.058 0.17 -0.07 0.17 -0.081 0.168 C -0.093 0.166 -0.104 0.161 -0.113 0.153 C -0.122 0.146 -0.13 0.137 -0.134 0.126 C -0.139 0.116 -0.141 0.102 -0.141 0.091 C -0.142 0.08 -0.141 0.067 -0.136 0.056 C -0.131 0.046 -0.122 0.038 -0.11 0.034 C -0.098 0.031 -0.086 0.035 -0.078 0.042 C -0.071 0.049 -0.066 0.06 -0.065 0.073 C -0.065 0.086 -0.066 0.098 -0.071 0.108 C -0.076 0.118 -0.075 0.12 -0.095 0.133 C -0.113 0.147 -0.131 0.143 -0.142 0.144 C -0.153 0.144 -0.162 0.14 -0.173 0.136 C -0.185 0.131 -0.195 0.122 -0.202 0.114 C -0.209 0.106 -0.212 0.096 -0.216 0.08 C -0.219 0.064 -0.219 0.056 -0.219 0.044 C -0.219 0.032 -0.219 0.02 -0.219 0.008 E" pathEditMode="relative" ptsTypes="">
                                      <p:cBhvr>
                                        <p:cTn id="1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Vlastní cesta pohybu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3"/>
          </p:nvPr>
        </p:nvSpPr>
        <p:spPr>
          <a:xfrm>
            <a:off x="714375" y="1412776"/>
            <a:ext cx="7858331" cy="4545999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cs-CZ" sz="2400" dirty="0"/>
              <a:t>Přidat animaci =&gt; Další dráhy pohybu =&gt; Možnosti efektu =&gt; Dráha: upravit body</a:t>
            </a:r>
          </a:p>
          <a:p>
            <a:pPr>
              <a:lnSpc>
                <a:spcPct val="200000"/>
              </a:lnSpc>
            </a:pPr>
            <a:endParaRPr lang="cs-CZ" sz="2800" dirty="0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AD8EE0F4-6F65-4F5D-A15F-95135ECE8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D93EF35A-D726-4DB8-9993-BA3B69B5C5CF}" type="slidenum">
              <a:rPr lang="cs-CZ" smtClean="0"/>
              <a:pPr/>
              <a:t>14</a:t>
            </a:fld>
            <a:endParaRPr lang="cs-CZ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E9A98DB9-A4AE-4747-99EB-C110CF3D7DC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737" t="24788" r="27951" b="47198"/>
          <a:stretch/>
        </p:blipFill>
        <p:spPr>
          <a:xfrm>
            <a:off x="263353" y="3142307"/>
            <a:ext cx="3960440" cy="144016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Obrázek 6">
            <a:extLst>
              <a:ext uri="{FF2B5EF4-FFF2-40B4-BE49-F238E27FC236}">
                <a16:creationId xmlns:a16="http://schemas.microsoft.com/office/drawing/2014/main" id="{E22E8690-8900-4B64-811D-7E3E33C2A46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8876" t="5693" r="29525" b="6579"/>
          <a:stretch/>
        </p:blipFill>
        <p:spPr>
          <a:xfrm>
            <a:off x="5070102" y="2145840"/>
            <a:ext cx="2003724" cy="457563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462"/>
    </mc:Choice>
    <mc:Fallback>
      <p:transition spd="slow" advTm="646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2256 -0.15324 C -0.30069 -0.14004 0.0073 -0.19097 0.02969 -0.17777 C 0.04393 -0.16875 0.09809 0.01736 0.12379 0.05348 C 0.14896 0.08982 0.16875 0.04838 0.18282 0.03935 C 0.20521 0.02593 0.37761 -0.11412 0.4 -0.12754 " pathEditMode="relative" rAng="0" ptsTypes="AAAAA">
                                      <p:cBhvr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128" y="97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4.44444E-6 C 0.06893 -4.44444E-6 0.125 0.05602 0.125 0.125 C 0.125 0.19399 0.06893 0.25 -2.5E-6 0.25 C -0.06892 0.25 -0.125 0.19399 -0.125 0.125 C -0.125 0.05602 -0.06892 -4.44444E-6 -2.5E-6 -4.44444E-6 Z " pathEditMode="relative" rAng="0" ptsTypes="AAAAA">
                                      <p:cBhvr>
                                        <p:cTn id="1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Zástupný symbol pro obsah 3" descr="P120510_19.19[04].JPG"/>
          <p:cNvPicPr>
            <a:picLocks noGrp="1" noChangeAspect="1"/>
          </p:cNvPicPr>
          <p:nvPr>
            <p:ph idx="4294967295"/>
          </p:nvPr>
        </p:nvPicPr>
        <p:blipFill>
          <a:blip r:embed="rId3" cstate="print"/>
          <a:stretch>
            <a:fillRect/>
          </a:stretch>
        </p:blipFill>
        <p:spPr>
          <a:xfrm>
            <a:off x="0" y="3500438"/>
            <a:ext cx="3336925" cy="2501900"/>
          </a:xfrm>
        </p:spPr>
      </p:pic>
      <p:sp>
        <p:nvSpPr>
          <p:cNvPr id="2" name="Zástupný symbol pro číslo snímku 1">
            <a:extLst>
              <a:ext uri="{FF2B5EF4-FFF2-40B4-BE49-F238E27FC236}">
                <a16:creationId xmlns:a16="http://schemas.microsoft.com/office/drawing/2014/main" id="{DCD2B58F-7C8D-4E7C-8B29-B8AAD9CA3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D93EF35A-D726-4DB8-9993-BA3B69B5C5CF}" type="slidenum">
              <a:rPr lang="cs-CZ" smtClean="0"/>
              <a:pPr/>
              <a:t>15</a:t>
            </a:fld>
            <a:endParaRPr lang="cs-CZ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246"/>
    </mc:Choice>
    <mc:Fallback>
      <p:transition spd="slow" advTm="324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8177 0.0294 C 0.56979 0.06343 0.75798 0.09769 0.78767 0.03542 C 0.81753 -0.02662 0.73576 -0.30555 0.56076 -0.34259 C 0.38576 -0.37939 -0.21476 -0.15301 -0.26164 -0.18611 C -0.30851 -0.21898 0.14791 -0.47708 0.27951 -0.53981 C 0.41145 -0.60231 0.47013 -0.58217 0.52916 -0.56203 " pathEditMode="relative" rAng="0" ptsTypes="aaaaaA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726" y="-2817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číslo snímku 1">
            <a:extLst>
              <a:ext uri="{FF2B5EF4-FFF2-40B4-BE49-F238E27FC236}">
                <a16:creationId xmlns:a16="http://schemas.microsoft.com/office/drawing/2014/main" id="{75F45979-C2F4-44DE-B98B-4F12FBB47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D93EF35A-D726-4DB8-9993-BA3B69B5C5CF}" type="slidenum">
              <a:rPr lang="cs-CZ" smtClean="0"/>
              <a:pPr/>
              <a:t>16</a:t>
            </a:fld>
            <a:endParaRPr lang="cs-CZ"/>
          </a:p>
        </p:txBody>
      </p:sp>
      <p:sp>
        <p:nvSpPr>
          <p:cNvPr id="3" name="Nadpis 2">
            <a:extLst>
              <a:ext uri="{FF2B5EF4-FFF2-40B4-BE49-F238E27FC236}">
                <a16:creationId xmlns:a16="http://schemas.microsoft.com/office/drawing/2014/main" id="{63654CE5-C8FC-4124-BE61-D05BD9FE7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Vlastní dráha</a:t>
            </a:r>
          </a:p>
        </p:txBody>
      </p:sp>
      <p:sp>
        <p:nvSpPr>
          <p:cNvPr id="4" name="Zástupný symbol pro obsah 3">
            <a:extLst>
              <a:ext uri="{FF2B5EF4-FFF2-40B4-BE49-F238E27FC236}">
                <a16:creationId xmlns:a16="http://schemas.microsoft.com/office/drawing/2014/main" id="{E19FCA4E-25AE-4361-B6DB-67FFB2C2E7D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65990614-5B85-4E0F-9469-D40DA6B118E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800" r="30313" b="17785"/>
          <a:stretch/>
        </p:blipFill>
        <p:spPr>
          <a:xfrm>
            <a:off x="477705" y="1488859"/>
            <a:ext cx="8188590" cy="5114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3715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937"/>
    </mc:Choice>
    <mc:Fallback>
      <p:transition spd="slow" advTm="1937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Způsoby aktivace animací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cs-CZ" sz="2400" dirty="0"/>
              <a:t>Existují 4 způsoby:</a:t>
            </a:r>
          </a:p>
          <a:p>
            <a:pPr lvl="1">
              <a:lnSpc>
                <a:spcPct val="200000"/>
              </a:lnSpc>
            </a:pPr>
            <a:r>
              <a:rPr lang="cs-CZ" sz="2400" dirty="0"/>
              <a:t>Při klepnutí</a:t>
            </a:r>
          </a:p>
          <a:p>
            <a:pPr lvl="1">
              <a:lnSpc>
                <a:spcPct val="200000"/>
              </a:lnSpc>
            </a:pPr>
            <a:r>
              <a:rPr lang="cs-CZ" sz="2400" dirty="0"/>
              <a:t>S předchozím</a:t>
            </a:r>
          </a:p>
          <a:p>
            <a:pPr lvl="1">
              <a:lnSpc>
                <a:spcPct val="200000"/>
              </a:lnSpc>
            </a:pPr>
            <a:r>
              <a:rPr lang="cs-CZ" sz="2400" dirty="0"/>
              <a:t>Po předchozím</a:t>
            </a:r>
          </a:p>
          <a:p>
            <a:pPr lvl="1">
              <a:lnSpc>
                <a:spcPct val="200000"/>
              </a:lnSpc>
              <a:buNone/>
            </a:pPr>
            <a:endParaRPr lang="cs-CZ" sz="24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215" t="34821" r="11316" b="16071"/>
          <a:stretch/>
        </p:blipFill>
        <p:spPr bwMode="auto">
          <a:xfrm>
            <a:off x="3944711" y="1967265"/>
            <a:ext cx="4484914" cy="359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BC7B5B44-1E2E-43C0-8B58-6B029856D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D93EF35A-D726-4DB8-9993-BA3B69B5C5CF}" type="slidenum">
              <a:rPr lang="cs-CZ" smtClean="0"/>
              <a:pPr/>
              <a:t>17</a:t>
            </a:fld>
            <a:endParaRPr lang="cs-CZ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626"/>
    </mc:Choice>
    <mc:Fallback>
      <p:transition spd="slow" advTm="462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4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3.05556E-6 3.33333E-6 L 3.05556E-6 -0.07223 " pathEditMode="relative" rAng="0" ptsTypes="AA">
                                      <p:cBhvr>
                                        <p:cTn id="17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18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9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0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21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20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0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Časování jednotlivých efektů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3"/>
          </p:nvPr>
        </p:nvSpPr>
        <p:spPr>
          <a:xfrm>
            <a:off x="274320" y="1295401"/>
            <a:ext cx="8595360" cy="4937760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cs-CZ" sz="2400" dirty="0"/>
              <a:t>Podokno animací =&gt; šipka vedle efektu a v dialogové okně vybrat Časování nebo Možnosti efektu, karta časování.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7434" y="2961055"/>
            <a:ext cx="4483319" cy="37816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7896CF40-1609-48DD-A860-3B69FC76F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D93EF35A-D726-4DB8-9993-BA3B69B5C5CF}" type="slidenum">
              <a:rPr lang="cs-CZ" smtClean="0"/>
              <a:pPr/>
              <a:t>18</a:t>
            </a:fld>
            <a:endParaRPr lang="cs-CZ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A1A7E1BD-EE0B-4C9F-98CE-0DEC6C2D38E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0712" t="20586" b="40195"/>
          <a:stretch/>
        </p:blipFill>
        <p:spPr>
          <a:xfrm>
            <a:off x="663247" y="2884167"/>
            <a:ext cx="2948127" cy="337026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669"/>
    </mc:Choice>
    <mc:Fallback>
      <p:transition spd="slow" advTm="466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6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sz="quarter" idx="13"/>
          </p:nvPr>
        </p:nvSpPr>
        <p:spPr>
          <a:xfrm>
            <a:off x="395536" y="692696"/>
            <a:ext cx="7125112" cy="5022086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cs-CZ" sz="2600" dirty="0"/>
              <a:t>Zde můžete nastavit:</a:t>
            </a:r>
          </a:p>
          <a:p>
            <a:pPr lvl="2">
              <a:lnSpc>
                <a:spcPct val="200000"/>
              </a:lnSpc>
            </a:pPr>
            <a:r>
              <a:rPr lang="cs-CZ" sz="2600" dirty="0"/>
              <a:t>Způsob spuštění</a:t>
            </a:r>
          </a:p>
          <a:p>
            <a:pPr lvl="2">
              <a:lnSpc>
                <a:spcPct val="200000"/>
              </a:lnSpc>
            </a:pPr>
            <a:r>
              <a:rPr lang="cs-CZ" sz="2600" dirty="0"/>
              <a:t>Zpoždění</a:t>
            </a:r>
          </a:p>
          <a:p>
            <a:pPr lvl="2">
              <a:lnSpc>
                <a:spcPct val="200000"/>
              </a:lnSpc>
            </a:pPr>
            <a:r>
              <a:rPr lang="cs-CZ" sz="2600" dirty="0"/>
              <a:t>Opakování</a:t>
            </a:r>
          </a:p>
          <a:p>
            <a:pPr lvl="2">
              <a:lnSpc>
                <a:spcPct val="200000"/>
              </a:lnSpc>
            </a:pPr>
            <a:r>
              <a:rPr lang="cs-CZ" sz="2600" dirty="0"/>
              <a:t>...</a:t>
            </a:r>
          </a:p>
          <a:p>
            <a:pPr lvl="2">
              <a:lnSpc>
                <a:spcPct val="200000"/>
              </a:lnSpc>
              <a:buNone/>
            </a:pPr>
            <a:endParaRPr lang="cs-CZ" sz="2400" dirty="0"/>
          </a:p>
          <a:p>
            <a:pPr lvl="2">
              <a:lnSpc>
                <a:spcPct val="200000"/>
              </a:lnSpc>
            </a:pPr>
            <a:endParaRPr lang="cs-CZ" sz="2400" dirty="0"/>
          </a:p>
          <a:p>
            <a:pPr lvl="2">
              <a:lnSpc>
                <a:spcPct val="200000"/>
              </a:lnSpc>
            </a:pPr>
            <a:endParaRPr lang="cs-CZ" sz="2400" dirty="0"/>
          </a:p>
          <a:p>
            <a:pPr lvl="1">
              <a:lnSpc>
                <a:spcPct val="200000"/>
              </a:lnSpc>
            </a:pPr>
            <a:endParaRPr lang="cs-CZ" sz="2400" dirty="0"/>
          </a:p>
        </p:txBody>
      </p:sp>
      <p:sp>
        <p:nvSpPr>
          <p:cNvPr id="2" name="Zástupný symbol pro číslo snímku 1">
            <a:extLst>
              <a:ext uri="{FF2B5EF4-FFF2-40B4-BE49-F238E27FC236}">
                <a16:creationId xmlns:a16="http://schemas.microsoft.com/office/drawing/2014/main" id="{4759065B-7BC2-485C-B1E3-FF68B0BC1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D93EF35A-D726-4DB8-9993-BA3B69B5C5CF}" type="slidenum">
              <a:rPr lang="cs-CZ" smtClean="0"/>
              <a:pPr/>
              <a:t>19</a:t>
            </a:fld>
            <a:endParaRPr lang="cs-CZ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870EE49C-B5F8-4104-A62B-45AE8518A9B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825" t="24788" r="35038" b="31791"/>
          <a:stretch/>
        </p:blipFill>
        <p:spPr>
          <a:xfrm>
            <a:off x="3401614" y="1642129"/>
            <a:ext cx="5716377" cy="47893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3"/>
    </mc:Choice>
    <mc:Fallback>
      <p:transition spd="slow" advTm="1003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Textové animace</a:t>
            </a:r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2252769A-8C91-42D2-BDD3-1D53E80CD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D93EF35A-D726-4DB8-9993-BA3B69B5C5CF}" type="slidenum">
              <a:rPr lang="cs-CZ" smtClean="0"/>
              <a:pPr/>
              <a:t>20</a:t>
            </a:fld>
            <a:endParaRPr lang="cs-CZ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6FEF24DC-3B2C-4378-AA3E-B3B8A6B9528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013" t="3778" b="10781"/>
          <a:stretch/>
        </p:blipFill>
        <p:spPr>
          <a:xfrm>
            <a:off x="719572" y="1558592"/>
            <a:ext cx="7704856" cy="487078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56"/>
    </mc:Choice>
    <mc:Fallback>
      <p:transition spd="slow" advTm="1156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Grafické animace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3"/>
          </p:nvPr>
        </p:nvSpPr>
        <p:spPr>
          <a:xfrm>
            <a:off x="755576" y="1491615"/>
            <a:ext cx="8595360" cy="493776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cs-CZ" sz="2400" dirty="0"/>
              <a:t>Graf označit a přiřadit mu animaci.</a:t>
            </a:r>
          </a:p>
          <a:p>
            <a:pPr>
              <a:lnSpc>
                <a:spcPct val="150000"/>
              </a:lnSpc>
            </a:pPr>
            <a:r>
              <a:rPr lang="cs-CZ" sz="2400" dirty="0"/>
              <a:t>Podokno animací =&gt; šipka vedle efektu =&gt; dialogové okno, kde vyberete Možnosti efektu.</a:t>
            </a:r>
          </a:p>
          <a:p>
            <a:pPr>
              <a:lnSpc>
                <a:spcPct val="150000"/>
              </a:lnSpc>
            </a:pPr>
            <a:endParaRPr lang="cs-CZ" sz="2400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EF209016-2D4D-4832-AADF-0FFC099A3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D93EF35A-D726-4DB8-9993-BA3B69B5C5CF}" type="slidenum">
              <a:rPr lang="cs-CZ" smtClean="0"/>
              <a:pPr/>
              <a:t>21</a:t>
            </a:fld>
            <a:endParaRPr lang="cs-CZ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58DDBFF5-1BC5-47D7-9148-7032AD0D492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887" t="20586" r="31888" b="51573"/>
          <a:stretch/>
        </p:blipFill>
        <p:spPr>
          <a:xfrm>
            <a:off x="1403648" y="3454565"/>
            <a:ext cx="6884528" cy="29748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43"/>
    </mc:Choice>
    <mc:Fallback>
      <p:transition spd="slow" advTm="1043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číslo snímku 1">
            <a:extLst>
              <a:ext uri="{FF2B5EF4-FFF2-40B4-BE49-F238E27FC236}">
                <a16:creationId xmlns:a16="http://schemas.microsoft.com/office/drawing/2014/main" id="{116994D7-30E0-4D72-876D-6DBB3810C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D93EF35A-D726-4DB8-9993-BA3B69B5C5CF}" type="slidenum">
              <a:rPr lang="cs-CZ" smtClean="0"/>
              <a:pPr/>
              <a:t>22</a:t>
            </a:fld>
            <a:endParaRPr lang="cs-CZ"/>
          </a:p>
        </p:txBody>
      </p:sp>
      <p:sp>
        <p:nvSpPr>
          <p:cNvPr id="6" name="Nadpis 5">
            <a:extLst>
              <a:ext uri="{FF2B5EF4-FFF2-40B4-BE49-F238E27FC236}">
                <a16:creationId xmlns:a16="http://schemas.microsoft.com/office/drawing/2014/main" id="{352C2E8D-16F5-455D-B9AD-84C9FDB1E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 řadách</a:t>
            </a:r>
          </a:p>
        </p:txBody>
      </p:sp>
      <p:graphicFrame>
        <p:nvGraphicFramePr>
          <p:cNvPr id="5" name="Graf 4">
            <a:extLst>
              <a:ext uri="{FF2B5EF4-FFF2-40B4-BE49-F238E27FC236}">
                <a16:creationId xmlns:a16="http://schemas.microsoft.com/office/drawing/2014/main" id="{BABEA464-1B86-4F13-9935-B4A7EB01C343}"/>
              </a:ext>
            </a:extLst>
          </p:cNvPr>
          <p:cNvGraphicFramePr/>
          <p:nvPr/>
        </p:nvGraphicFramePr>
        <p:xfrm>
          <a:off x="1524000" y="1397000"/>
          <a:ext cx="6096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399"/>
    </mc:Choice>
    <mc:Fallback>
      <p:transition spd="slow" advTm="1339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5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2000" fill="hold"/>
                                        <p:tgtEl>
                                          <p:spTgt spid="5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4" dur="2000" fill="hold"/>
                                        <p:tgtEl>
                                          <p:spTgt spid="5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2000" fill="hold"/>
                                        <p:tgtEl>
                                          <p:spTgt spid="5">
                                            <p:graphicEl>
                                              <a:chart seriesIdx="2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Chart bld="series"/>
        </p:bldSub>
      </p:bldGraphic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číslo snímku 1">
            <a:extLst>
              <a:ext uri="{FF2B5EF4-FFF2-40B4-BE49-F238E27FC236}">
                <a16:creationId xmlns:a16="http://schemas.microsoft.com/office/drawing/2014/main" id="{F6087551-4E05-4978-91C0-276A5764B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D93EF35A-D726-4DB8-9993-BA3B69B5C5CF}" type="slidenum">
              <a:rPr lang="cs-CZ" smtClean="0"/>
              <a:pPr/>
              <a:t>23</a:t>
            </a:fld>
            <a:endParaRPr lang="cs-CZ"/>
          </a:p>
        </p:txBody>
      </p:sp>
      <p:sp>
        <p:nvSpPr>
          <p:cNvPr id="3" name="Nadpis 2">
            <a:extLst>
              <a:ext uri="{FF2B5EF4-FFF2-40B4-BE49-F238E27FC236}">
                <a16:creationId xmlns:a16="http://schemas.microsoft.com/office/drawing/2014/main" id="{3ADCE4C6-CD5A-463D-B965-EBE8FAA49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Podle kategorie</a:t>
            </a:r>
          </a:p>
        </p:txBody>
      </p:sp>
      <p:graphicFrame>
        <p:nvGraphicFramePr>
          <p:cNvPr id="4" name="Zástupný symbol pro obsah 3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250876947"/>
              </p:ext>
            </p:extLst>
          </p:nvPr>
        </p:nvGraphicFramePr>
        <p:xfrm>
          <a:off x="0" y="1628775"/>
          <a:ext cx="7124700" cy="40528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97"/>
    </mc:Choice>
    <mc:Fallback>
      <p:transition spd="slow" advTm="509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Chart bld="category"/>
        </p:bldSub>
      </p:bldGraphic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Diagram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3"/>
          </p:nvPr>
        </p:nvSpPr>
        <p:spPr>
          <a:xfrm>
            <a:off x="755576" y="1196752"/>
            <a:ext cx="8595360" cy="4937760"/>
          </a:xfrm>
        </p:spPr>
        <p:txBody>
          <a:bodyPr>
            <a:normAutofit/>
          </a:bodyPr>
          <a:lstStyle/>
          <a:p>
            <a:pPr>
              <a:lnSpc>
                <a:spcPct val="250000"/>
              </a:lnSpc>
            </a:pPr>
            <a:r>
              <a:rPr lang="cs-CZ" sz="2400" dirty="0"/>
              <a:t>Diagram vytvoříte přes </a:t>
            </a:r>
            <a:r>
              <a:rPr lang="cs-CZ" sz="2400" dirty="0" err="1"/>
              <a:t>SmartArt</a:t>
            </a:r>
            <a:r>
              <a:rPr lang="cs-CZ" sz="2400" dirty="0"/>
              <a:t>.</a:t>
            </a:r>
          </a:p>
          <a:p>
            <a:pPr>
              <a:lnSpc>
                <a:spcPct val="250000"/>
              </a:lnSpc>
            </a:pPr>
            <a:r>
              <a:rPr lang="cs-CZ" sz="2400" dirty="0"/>
              <a:t>Postup přidání efektu je stejný jako u grafu.  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263CE5E6-E418-4092-8F0D-AE06C6276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D93EF35A-D726-4DB8-9993-BA3B69B5C5CF}" type="slidenum">
              <a:rPr lang="cs-CZ" smtClean="0"/>
              <a:pPr/>
              <a:t>24</a:t>
            </a:fld>
            <a:endParaRPr lang="cs-CZ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68A10A50-07ED-4F02-A55F-F4FA5EF275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/>
          <a:srcRect b="38824"/>
          <a:stretch/>
        </p:blipFill>
        <p:spPr bwMode="auto">
          <a:xfrm>
            <a:off x="1146376" y="3422051"/>
            <a:ext cx="6605423" cy="31533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710"/>
    </mc:Choice>
    <mc:Fallback>
      <p:transition spd="slow" advTm="1710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číslo snímku 1">
            <a:extLst>
              <a:ext uri="{FF2B5EF4-FFF2-40B4-BE49-F238E27FC236}">
                <a16:creationId xmlns:a16="http://schemas.microsoft.com/office/drawing/2014/main" id="{16C1537F-E320-4D3D-88FA-0349314DE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D93EF35A-D726-4DB8-9993-BA3B69B5C5CF}" type="slidenum">
              <a:rPr lang="cs-CZ" smtClean="0"/>
              <a:pPr/>
              <a:t>25</a:t>
            </a:fld>
            <a:endParaRPr lang="cs-CZ"/>
          </a:p>
        </p:txBody>
      </p:sp>
      <p:sp>
        <p:nvSpPr>
          <p:cNvPr id="3" name="Nadpis 2">
            <a:extLst>
              <a:ext uri="{FF2B5EF4-FFF2-40B4-BE49-F238E27FC236}">
                <a16:creationId xmlns:a16="http://schemas.microsoft.com/office/drawing/2014/main" id="{65FC7D1B-D15A-42B1-96D0-ED1DAB1E4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 větvích</a:t>
            </a:r>
          </a:p>
        </p:txBody>
      </p:sp>
      <p:graphicFrame>
        <p:nvGraphicFramePr>
          <p:cNvPr id="4" name="Zástupný symbol pro obsah 3"/>
          <p:cNvGraphicFramePr>
            <a:graphicFrameLocks noGrp="1"/>
          </p:cNvGraphicFramePr>
          <p:nvPr>
            <p:ph sz="quarter" idx="4294967295"/>
          </p:nvPr>
        </p:nvGraphicFramePr>
        <p:xfrm>
          <a:off x="0" y="1298575"/>
          <a:ext cx="8594725" cy="49371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171"/>
    </mc:Choice>
    <mc:Fallback>
      <p:transition spd="slow" advTm="1017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A3BEC1A-D499-4F1A-83A0-45207DAAB08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4">
                                            <p:graphicEl>
                                              <a:dgm id="{EA3BEC1A-D499-4F1A-83A0-45207DAAB08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4">
                                            <p:graphicEl>
                                              <a:dgm id="{EA3BEC1A-D499-4F1A-83A0-45207DAAB08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4">
                                            <p:graphicEl>
                                              <a:dgm id="{EA3BEC1A-D499-4F1A-83A0-45207DAAB08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4">
                                            <p:graphicEl>
                                              <a:dgm id="{EA3BEC1A-D499-4F1A-83A0-45207DAAB08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A3BEC1A-D499-4F1A-83A0-45207DAAB08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A3BEC1A-D499-4F1A-83A0-45207DAAB08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3453958-66E2-4E0E-AF8A-432A27582C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800" decel="100000"/>
                                        <p:tgtEl>
                                          <p:spTgt spid="4">
                                            <p:graphicEl>
                                              <a:dgm id="{83453958-66E2-4E0E-AF8A-432A27582C3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800" decel="100000" fill="hold"/>
                                        <p:tgtEl>
                                          <p:spTgt spid="4">
                                            <p:graphicEl>
                                              <a:dgm id="{83453958-66E2-4E0E-AF8A-432A27582C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00" decel="100000" fill="hold"/>
                                        <p:tgtEl>
                                          <p:spTgt spid="4">
                                            <p:graphicEl>
                                              <a:dgm id="{83453958-66E2-4E0E-AF8A-432A27582C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800" decel="100000" fill="hold"/>
                                        <p:tgtEl>
                                          <p:spTgt spid="4">
                                            <p:graphicEl>
                                              <a:dgm id="{83453958-66E2-4E0E-AF8A-432A27582C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3453958-66E2-4E0E-AF8A-432A27582C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3453958-66E2-4E0E-AF8A-432A27582C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C393607-ED81-4B21-89C5-7E2CF31AA0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800" decel="100000"/>
                                        <p:tgtEl>
                                          <p:spTgt spid="4">
                                            <p:graphicEl>
                                              <a:dgm id="{7C393607-ED81-4B21-89C5-7E2CF31AA01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800" decel="100000" fill="hold"/>
                                        <p:tgtEl>
                                          <p:spTgt spid="4">
                                            <p:graphicEl>
                                              <a:dgm id="{7C393607-ED81-4B21-89C5-7E2CF31AA0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800" decel="100000" fill="hold"/>
                                        <p:tgtEl>
                                          <p:spTgt spid="4">
                                            <p:graphicEl>
                                              <a:dgm id="{7C393607-ED81-4B21-89C5-7E2CF31AA0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800" decel="100000" fill="hold"/>
                                        <p:tgtEl>
                                          <p:spTgt spid="4">
                                            <p:graphicEl>
                                              <a:dgm id="{7C393607-ED81-4B21-89C5-7E2CF31AA0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C393607-ED81-4B21-89C5-7E2CF31AA0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C393607-ED81-4B21-89C5-7E2CF31AA0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8A0BD1D-6FCB-4CED-B50E-BAE09BD6C8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800" decel="100000"/>
                                        <p:tgtEl>
                                          <p:spTgt spid="4">
                                            <p:graphicEl>
                                              <a:dgm id="{B8A0BD1D-6FCB-4CED-B50E-BAE09BD6C82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800" decel="100000" fill="hold"/>
                                        <p:tgtEl>
                                          <p:spTgt spid="4">
                                            <p:graphicEl>
                                              <a:dgm id="{B8A0BD1D-6FCB-4CED-B50E-BAE09BD6C8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00" decel="100000" fill="hold"/>
                                        <p:tgtEl>
                                          <p:spTgt spid="4">
                                            <p:graphicEl>
                                              <a:dgm id="{B8A0BD1D-6FCB-4CED-B50E-BAE09BD6C8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800" decel="100000" fill="hold"/>
                                        <p:tgtEl>
                                          <p:spTgt spid="4">
                                            <p:graphicEl>
                                              <a:dgm id="{B8A0BD1D-6FCB-4CED-B50E-BAE09BD6C8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8A0BD1D-6FCB-4CED-B50E-BAE09BD6C8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8A0BD1D-6FCB-4CED-B50E-BAE09BD6C8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BE9AA44-FF99-4D27-B91B-BF0DB96139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800" decel="100000"/>
                                        <p:tgtEl>
                                          <p:spTgt spid="4">
                                            <p:graphicEl>
                                              <a:dgm id="{3BE9AA44-FF99-4D27-B91B-BF0DB96139E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800" decel="100000" fill="hold"/>
                                        <p:tgtEl>
                                          <p:spTgt spid="4">
                                            <p:graphicEl>
                                              <a:dgm id="{3BE9AA44-FF99-4D27-B91B-BF0DB96139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800" decel="100000" fill="hold"/>
                                        <p:tgtEl>
                                          <p:spTgt spid="4">
                                            <p:graphicEl>
                                              <a:dgm id="{3BE9AA44-FF99-4D27-B91B-BF0DB96139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800" decel="100000" fill="hold"/>
                                        <p:tgtEl>
                                          <p:spTgt spid="4">
                                            <p:graphicEl>
                                              <a:dgm id="{3BE9AA44-FF99-4D27-B91B-BF0DB96139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BE9AA44-FF99-4D27-B91B-BF0DB96139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BE9AA44-FF99-4D27-B91B-BF0DB96139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743CAB5-6F84-492F-9177-E5DBD7E911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800" decel="100000"/>
                                        <p:tgtEl>
                                          <p:spTgt spid="4">
                                            <p:graphicEl>
                                              <a:dgm id="{F743CAB5-6F84-492F-9177-E5DBD7E9116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800" decel="100000" fill="hold"/>
                                        <p:tgtEl>
                                          <p:spTgt spid="4">
                                            <p:graphicEl>
                                              <a:dgm id="{F743CAB5-6F84-492F-9177-E5DBD7E911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800" decel="100000" fill="hold"/>
                                        <p:tgtEl>
                                          <p:spTgt spid="4">
                                            <p:graphicEl>
                                              <a:dgm id="{F743CAB5-6F84-492F-9177-E5DBD7E911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800" decel="100000" fill="hold"/>
                                        <p:tgtEl>
                                          <p:spTgt spid="4">
                                            <p:graphicEl>
                                              <a:dgm id="{F743CAB5-6F84-492F-9177-E5DBD7E911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743CAB5-6F84-492F-9177-E5DBD7E911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743CAB5-6F84-492F-9177-E5DBD7E911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8AFE247-9A0C-40DA-BE14-509189E0528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800" decel="100000"/>
                                        <p:tgtEl>
                                          <p:spTgt spid="4">
                                            <p:graphicEl>
                                              <a:dgm id="{C8AFE247-9A0C-40DA-BE14-509189E0528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800" decel="100000" fill="hold"/>
                                        <p:tgtEl>
                                          <p:spTgt spid="4">
                                            <p:graphicEl>
                                              <a:dgm id="{C8AFE247-9A0C-40DA-BE14-509189E0528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800" decel="100000" fill="hold"/>
                                        <p:tgtEl>
                                          <p:spTgt spid="4">
                                            <p:graphicEl>
                                              <a:dgm id="{C8AFE247-9A0C-40DA-BE14-509189E0528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800" decel="100000" fill="hold"/>
                                        <p:tgtEl>
                                          <p:spTgt spid="4">
                                            <p:graphicEl>
                                              <a:dgm id="{C8AFE247-9A0C-40DA-BE14-509189E0528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8AFE247-9A0C-40DA-BE14-509189E0528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8AFE247-9A0C-40DA-BE14-509189E0528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91C5DBC-24C9-4744-85D3-9D5A7C779C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800" decel="100000"/>
                                        <p:tgtEl>
                                          <p:spTgt spid="4">
                                            <p:graphicEl>
                                              <a:dgm id="{791C5DBC-24C9-4744-85D3-9D5A7C779CE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800" decel="100000" fill="hold"/>
                                        <p:tgtEl>
                                          <p:spTgt spid="4">
                                            <p:graphicEl>
                                              <a:dgm id="{791C5DBC-24C9-4744-85D3-9D5A7C779C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800" decel="100000" fill="hold"/>
                                        <p:tgtEl>
                                          <p:spTgt spid="4">
                                            <p:graphicEl>
                                              <a:dgm id="{791C5DBC-24C9-4744-85D3-9D5A7C779C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800" decel="100000" fill="hold"/>
                                        <p:tgtEl>
                                          <p:spTgt spid="4">
                                            <p:graphicEl>
                                              <a:dgm id="{791C5DBC-24C9-4744-85D3-9D5A7C779C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91C5DBC-24C9-4744-85D3-9D5A7C779C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91C5DBC-24C9-4744-85D3-9D5A7C779C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E33B864-7C16-4B11-BE82-E05ECC2E4E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800" decel="100000"/>
                                        <p:tgtEl>
                                          <p:spTgt spid="4">
                                            <p:graphicEl>
                                              <a:dgm id="{BE33B864-7C16-4B11-BE82-E05ECC2E4E4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800" decel="100000" fill="hold"/>
                                        <p:tgtEl>
                                          <p:spTgt spid="4">
                                            <p:graphicEl>
                                              <a:dgm id="{BE33B864-7C16-4B11-BE82-E05ECC2E4E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800" decel="100000" fill="hold"/>
                                        <p:tgtEl>
                                          <p:spTgt spid="4">
                                            <p:graphicEl>
                                              <a:dgm id="{BE33B864-7C16-4B11-BE82-E05ECC2E4E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800" decel="100000" fill="hold"/>
                                        <p:tgtEl>
                                          <p:spTgt spid="4">
                                            <p:graphicEl>
                                              <a:dgm id="{BE33B864-7C16-4B11-BE82-E05ECC2E4E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E33B864-7C16-4B11-BE82-E05ECC2E4E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E33B864-7C16-4B11-BE82-E05ECC2E4E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398172A-B086-426A-9064-9DB7D3E385D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800" decel="100000"/>
                                        <p:tgtEl>
                                          <p:spTgt spid="4">
                                            <p:graphicEl>
                                              <a:dgm id="{3398172A-B086-426A-9064-9DB7D3E385D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800" decel="100000" fill="hold"/>
                                        <p:tgtEl>
                                          <p:spTgt spid="4">
                                            <p:graphicEl>
                                              <a:dgm id="{3398172A-B086-426A-9064-9DB7D3E385D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800" decel="100000" fill="hold"/>
                                        <p:tgtEl>
                                          <p:spTgt spid="4">
                                            <p:graphicEl>
                                              <a:dgm id="{3398172A-B086-426A-9064-9DB7D3E385D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800" decel="100000" fill="hold"/>
                                        <p:tgtEl>
                                          <p:spTgt spid="4">
                                            <p:graphicEl>
                                              <a:dgm id="{3398172A-B086-426A-9064-9DB7D3E385D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398172A-B086-426A-9064-9DB7D3E385D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398172A-B086-426A-9064-9DB7D3E385D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9147D17-E1BE-4D76-BC40-4C2F09F26B8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800" decel="100000"/>
                                        <p:tgtEl>
                                          <p:spTgt spid="4">
                                            <p:graphicEl>
                                              <a:dgm id="{F9147D17-E1BE-4D76-BC40-4C2F09F26B8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800" decel="100000" fill="hold"/>
                                        <p:tgtEl>
                                          <p:spTgt spid="4">
                                            <p:graphicEl>
                                              <a:dgm id="{F9147D17-E1BE-4D76-BC40-4C2F09F26B8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800" decel="100000" fill="hold"/>
                                        <p:tgtEl>
                                          <p:spTgt spid="4">
                                            <p:graphicEl>
                                              <a:dgm id="{F9147D17-E1BE-4D76-BC40-4C2F09F26B8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800" decel="100000" fill="hold"/>
                                        <p:tgtEl>
                                          <p:spTgt spid="4">
                                            <p:graphicEl>
                                              <a:dgm id="{F9147D17-E1BE-4D76-BC40-4C2F09F26B8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9147D17-E1BE-4D76-BC40-4C2F09F26B8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9147D17-E1BE-4D76-BC40-4C2F09F26B8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2C2DF20-7AEB-46CA-90F0-FDC7867677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800" decel="100000"/>
                                        <p:tgtEl>
                                          <p:spTgt spid="4">
                                            <p:graphicEl>
                                              <a:dgm id="{A2C2DF20-7AEB-46CA-90F0-FDC78676773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800" decel="100000" fill="hold"/>
                                        <p:tgtEl>
                                          <p:spTgt spid="4">
                                            <p:graphicEl>
                                              <a:dgm id="{A2C2DF20-7AEB-46CA-90F0-FDC7867677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800" decel="100000" fill="hold"/>
                                        <p:tgtEl>
                                          <p:spTgt spid="4">
                                            <p:graphicEl>
                                              <a:dgm id="{A2C2DF20-7AEB-46CA-90F0-FDC7867677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800" decel="100000" fill="hold"/>
                                        <p:tgtEl>
                                          <p:spTgt spid="4">
                                            <p:graphicEl>
                                              <a:dgm id="{A2C2DF20-7AEB-46CA-90F0-FDC7867677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2C2DF20-7AEB-46CA-90F0-FDC7867677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2C2DF20-7AEB-46CA-90F0-FDC7867677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5B2F3E9-D669-49E8-8FD3-6748D0EA8A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800" decel="100000"/>
                                        <p:tgtEl>
                                          <p:spTgt spid="4">
                                            <p:graphicEl>
                                              <a:dgm id="{D5B2F3E9-D669-49E8-8FD3-6748D0EA8A2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800" decel="100000" fill="hold"/>
                                        <p:tgtEl>
                                          <p:spTgt spid="4">
                                            <p:graphicEl>
                                              <a:dgm id="{D5B2F3E9-D669-49E8-8FD3-6748D0EA8A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800" decel="100000" fill="hold"/>
                                        <p:tgtEl>
                                          <p:spTgt spid="4">
                                            <p:graphicEl>
                                              <a:dgm id="{D5B2F3E9-D669-49E8-8FD3-6748D0EA8A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800" decel="100000" fill="hold"/>
                                        <p:tgtEl>
                                          <p:spTgt spid="4">
                                            <p:graphicEl>
                                              <a:dgm id="{D5B2F3E9-D669-49E8-8FD3-6748D0EA8A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5B2F3E9-D669-49E8-8FD3-6748D0EA8A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5B2F3E9-D669-49E8-8FD3-6748D0EA8A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B127F13-A6E7-4F6F-B245-E9F117A8311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800" decel="100000"/>
                                        <p:tgtEl>
                                          <p:spTgt spid="4">
                                            <p:graphicEl>
                                              <a:dgm id="{2B127F13-A6E7-4F6F-B245-E9F117A8311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800" decel="100000" fill="hold"/>
                                        <p:tgtEl>
                                          <p:spTgt spid="4">
                                            <p:graphicEl>
                                              <a:dgm id="{2B127F13-A6E7-4F6F-B245-E9F117A8311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800" decel="100000" fill="hold"/>
                                        <p:tgtEl>
                                          <p:spTgt spid="4">
                                            <p:graphicEl>
                                              <a:dgm id="{2B127F13-A6E7-4F6F-B245-E9F117A8311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800" decel="100000" fill="hold"/>
                                        <p:tgtEl>
                                          <p:spTgt spid="4">
                                            <p:graphicEl>
                                              <a:dgm id="{2B127F13-A6E7-4F6F-B245-E9F117A8311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B127F13-A6E7-4F6F-B245-E9F117A8311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B127F13-A6E7-4F6F-B245-E9F117A8311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1EACFF5-4AAE-4B61-A10B-7BFADCC062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800" decel="100000"/>
                                        <p:tgtEl>
                                          <p:spTgt spid="4">
                                            <p:graphicEl>
                                              <a:dgm id="{F1EACFF5-4AAE-4B61-A10B-7BFADCC0629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800" decel="100000" fill="hold"/>
                                        <p:tgtEl>
                                          <p:spTgt spid="4">
                                            <p:graphicEl>
                                              <a:dgm id="{F1EACFF5-4AAE-4B61-A10B-7BFADCC062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800" decel="100000" fill="hold"/>
                                        <p:tgtEl>
                                          <p:spTgt spid="4">
                                            <p:graphicEl>
                                              <a:dgm id="{F1EACFF5-4AAE-4B61-A10B-7BFADCC062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800" decel="100000" fill="hold"/>
                                        <p:tgtEl>
                                          <p:spTgt spid="4">
                                            <p:graphicEl>
                                              <a:dgm id="{F1EACFF5-4AAE-4B61-A10B-7BFADCC062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1EACFF5-4AAE-4B61-A10B-7BFADCC062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1EACFF5-4AAE-4B61-A10B-7BFADCC062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4C48991-E32A-4834-B2EE-5BD43E3D76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800" decel="100000"/>
                                        <p:tgtEl>
                                          <p:spTgt spid="4">
                                            <p:graphicEl>
                                              <a:dgm id="{B4C48991-E32A-4834-B2EE-5BD43E3D764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800" decel="100000" fill="hold"/>
                                        <p:tgtEl>
                                          <p:spTgt spid="4">
                                            <p:graphicEl>
                                              <a:dgm id="{B4C48991-E32A-4834-B2EE-5BD43E3D76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800" decel="100000" fill="hold"/>
                                        <p:tgtEl>
                                          <p:spTgt spid="4">
                                            <p:graphicEl>
                                              <a:dgm id="{B4C48991-E32A-4834-B2EE-5BD43E3D76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800" decel="100000" fill="hold"/>
                                        <p:tgtEl>
                                          <p:spTgt spid="4">
                                            <p:graphicEl>
                                              <a:dgm id="{B4C48991-E32A-4834-B2EE-5BD43E3D76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4C48991-E32A-4834-B2EE-5BD43E3D76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4C48991-E32A-4834-B2EE-5BD43E3D76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776E36A-D477-4451-9CF4-6417BD014C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800" decel="100000"/>
                                        <p:tgtEl>
                                          <p:spTgt spid="4">
                                            <p:graphicEl>
                                              <a:dgm id="{B776E36A-D477-4451-9CF4-6417BD014CE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6" dur="800" decel="100000" fill="hold"/>
                                        <p:tgtEl>
                                          <p:spTgt spid="4">
                                            <p:graphicEl>
                                              <a:dgm id="{B776E36A-D477-4451-9CF4-6417BD014C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800" decel="100000" fill="hold"/>
                                        <p:tgtEl>
                                          <p:spTgt spid="4">
                                            <p:graphicEl>
                                              <a:dgm id="{B776E36A-D477-4451-9CF4-6417BD014C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800" decel="100000" fill="hold"/>
                                        <p:tgtEl>
                                          <p:spTgt spid="4">
                                            <p:graphicEl>
                                              <a:dgm id="{B776E36A-D477-4451-9CF4-6417BD014C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776E36A-D477-4451-9CF4-6417BD014C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776E36A-D477-4451-9CF4-6417BD014C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číslo snímku 1">
            <a:extLst>
              <a:ext uri="{FF2B5EF4-FFF2-40B4-BE49-F238E27FC236}">
                <a16:creationId xmlns:a16="http://schemas.microsoft.com/office/drawing/2014/main" id="{16C1537F-E320-4D3D-88FA-0349314DE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D93EF35A-D726-4DB8-9993-BA3B69B5C5CF}" type="slidenum">
              <a:rPr lang="cs-CZ" smtClean="0"/>
              <a:pPr/>
              <a:t>26</a:t>
            </a:fld>
            <a:endParaRPr lang="cs-CZ"/>
          </a:p>
        </p:txBody>
      </p:sp>
      <p:sp>
        <p:nvSpPr>
          <p:cNvPr id="3" name="Nadpis 2">
            <a:extLst>
              <a:ext uri="{FF2B5EF4-FFF2-40B4-BE49-F238E27FC236}">
                <a16:creationId xmlns:a16="http://schemas.microsoft.com/office/drawing/2014/main" id="{65FC7D1B-D15A-42B1-96D0-ED1DAB1E4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Najednou po úrovních</a:t>
            </a:r>
          </a:p>
        </p:txBody>
      </p:sp>
      <p:graphicFrame>
        <p:nvGraphicFramePr>
          <p:cNvPr id="4" name="Zástupný symbol pro obsah 3"/>
          <p:cNvGraphicFramePr>
            <a:graphicFrameLocks noGrp="1"/>
          </p:cNvGraphicFramePr>
          <p:nvPr>
            <p:ph sz="quarter" idx="4294967295"/>
          </p:nvPr>
        </p:nvGraphicFramePr>
        <p:xfrm>
          <a:off x="0" y="1298575"/>
          <a:ext cx="8594725" cy="49371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2525467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544"/>
    </mc:Choice>
    <mc:Fallback>
      <p:transition spd="slow" advTm="654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A3BEC1A-D499-4F1A-83A0-45207DAAB08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4">
                                            <p:graphicEl>
                                              <a:dgm id="{EA3BEC1A-D499-4F1A-83A0-45207DAAB08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4">
                                            <p:graphicEl>
                                              <a:dgm id="{EA3BEC1A-D499-4F1A-83A0-45207DAAB08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4">
                                            <p:graphicEl>
                                              <a:dgm id="{EA3BEC1A-D499-4F1A-83A0-45207DAAB08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4">
                                            <p:graphicEl>
                                              <a:dgm id="{EA3BEC1A-D499-4F1A-83A0-45207DAAB08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A3BEC1A-D499-4F1A-83A0-45207DAAB08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A3BEC1A-D499-4F1A-83A0-45207DAAB08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3453958-66E2-4E0E-AF8A-432A27582C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800" decel="100000"/>
                                        <p:tgtEl>
                                          <p:spTgt spid="4">
                                            <p:graphicEl>
                                              <a:dgm id="{83453958-66E2-4E0E-AF8A-432A27582C3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800" decel="100000" fill="hold"/>
                                        <p:tgtEl>
                                          <p:spTgt spid="4">
                                            <p:graphicEl>
                                              <a:dgm id="{83453958-66E2-4E0E-AF8A-432A27582C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00" decel="100000" fill="hold"/>
                                        <p:tgtEl>
                                          <p:spTgt spid="4">
                                            <p:graphicEl>
                                              <a:dgm id="{83453958-66E2-4E0E-AF8A-432A27582C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800" decel="100000" fill="hold"/>
                                        <p:tgtEl>
                                          <p:spTgt spid="4">
                                            <p:graphicEl>
                                              <a:dgm id="{83453958-66E2-4E0E-AF8A-432A27582C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3453958-66E2-4E0E-AF8A-432A27582C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3453958-66E2-4E0E-AF8A-432A27582C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C393607-ED81-4B21-89C5-7E2CF31AA0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800" decel="100000"/>
                                        <p:tgtEl>
                                          <p:spTgt spid="4">
                                            <p:graphicEl>
                                              <a:dgm id="{7C393607-ED81-4B21-89C5-7E2CF31AA01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800" decel="100000" fill="hold"/>
                                        <p:tgtEl>
                                          <p:spTgt spid="4">
                                            <p:graphicEl>
                                              <a:dgm id="{7C393607-ED81-4B21-89C5-7E2CF31AA0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800" decel="100000" fill="hold"/>
                                        <p:tgtEl>
                                          <p:spTgt spid="4">
                                            <p:graphicEl>
                                              <a:dgm id="{7C393607-ED81-4B21-89C5-7E2CF31AA0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800" decel="100000" fill="hold"/>
                                        <p:tgtEl>
                                          <p:spTgt spid="4">
                                            <p:graphicEl>
                                              <a:dgm id="{7C393607-ED81-4B21-89C5-7E2CF31AA0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C393607-ED81-4B21-89C5-7E2CF31AA0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C393607-ED81-4B21-89C5-7E2CF31AA0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8A0BD1D-6FCB-4CED-B50E-BAE09BD6C8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800" decel="100000"/>
                                        <p:tgtEl>
                                          <p:spTgt spid="4">
                                            <p:graphicEl>
                                              <a:dgm id="{B8A0BD1D-6FCB-4CED-B50E-BAE09BD6C82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800" decel="100000" fill="hold"/>
                                        <p:tgtEl>
                                          <p:spTgt spid="4">
                                            <p:graphicEl>
                                              <a:dgm id="{B8A0BD1D-6FCB-4CED-B50E-BAE09BD6C8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00" decel="100000" fill="hold"/>
                                        <p:tgtEl>
                                          <p:spTgt spid="4">
                                            <p:graphicEl>
                                              <a:dgm id="{B8A0BD1D-6FCB-4CED-B50E-BAE09BD6C8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800" decel="100000" fill="hold"/>
                                        <p:tgtEl>
                                          <p:spTgt spid="4">
                                            <p:graphicEl>
                                              <a:dgm id="{B8A0BD1D-6FCB-4CED-B50E-BAE09BD6C8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8A0BD1D-6FCB-4CED-B50E-BAE09BD6C8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8A0BD1D-6FCB-4CED-B50E-BAE09BD6C8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BE9AA44-FF99-4D27-B91B-BF0DB96139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800" decel="100000"/>
                                        <p:tgtEl>
                                          <p:spTgt spid="4">
                                            <p:graphicEl>
                                              <a:dgm id="{3BE9AA44-FF99-4D27-B91B-BF0DB96139E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800" decel="100000" fill="hold"/>
                                        <p:tgtEl>
                                          <p:spTgt spid="4">
                                            <p:graphicEl>
                                              <a:dgm id="{3BE9AA44-FF99-4D27-B91B-BF0DB96139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800" decel="100000" fill="hold"/>
                                        <p:tgtEl>
                                          <p:spTgt spid="4">
                                            <p:graphicEl>
                                              <a:dgm id="{3BE9AA44-FF99-4D27-B91B-BF0DB96139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800" decel="100000" fill="hold"/>
                                        <p:tgtEl>
                                          <p:spTgt spid="4">
                                            <p:graphicEl>
                                              <a:dgm id="{3BE9AA44-FF99-4D27-B91B-BF0DB96139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BE9AA44-FF99-4D27-B91B-BF0DB96139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BE9AA44-FF99-4D27-B91B-BF0DB96139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2C2DF20-7AEB-46CA-90F0-FDC7867677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800" decel="100000"/>
                                        <p:tgtEl>
                                          <p:spTgt spid="4">
                                            <p:graphicEl>
                                              <a:dgm id="{A2C2DF20-7AEB-46CA-90F0-FDC78676773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800" decel="100000" fill="hold"/>
                                        <p:tgtEl>
                                          <p:spTgt spid="4">
                                            <p:graphicEl>
                                              <a:dgm id="{A2C2DF20-7AEB-46CA-90F0-FDC7867677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800" decel="100000" fill="hold"/>
                                        <p:tgtEl>
                                          <p:spTgt spid="4">
                                            <p:graphicEl>
                                              <a:dgm id="{A2C2DF20-7AEB-46CA-90F0-FDC7867677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800" decel="100000" fill="hold"/>
                                        <p:tgtEl>
                                          <p:spTgt spid="4">
                                            <p:graphicEl>
                                              <a:dgm id="{A2C2DF20-7AEB-46CA-90F0-FDC7867677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2C2DF20-7AEB-46CA-90F0-FDC7867677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2C2DF20-7AEB-46CA-90F0-FDC7867677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5B2F3E9-D669-49E8-8FD3-6748D0EA8A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800" decel="100000"/>
                                        <p:tgtEl>
                                          <p:spTgt spid="4">
                                            <p:graphicEl>
                                              <a:dgm id="{D5B2F3E9-D669-49E8-8FD3-6748D0EA8A2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800" decel="100000" fill="hold"/>
                                        <p:tgtEl>
                                          <p:spTgt spid="4">
                                            <p:graphicEl>
                                              <a:dgm id="{D5B2F3E9-D669-49E8-8FD3-6748D0EA8A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800" decel="100000" fill="hold"/>
                                        <p:tgtEl>
                                          <p:spTgt spid="4">
                                            <p:graphicEl>
                                              <a:dgm id="{D5B2F3E9-D669-49E8-8FD3-6748D0EA8A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800" decel="100000" fill="hold"/>
                                        <p:tgtEl>
                                          <p:spTgt spid="4">
                                            <p:graphicEl>
                                              <a:dgm id="{D5B2F3E9-D669-49E8-8FD3-6748D0EA8A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5B2F3E9-D669-49E8-8FD3-6748D0EA8A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5B2F3E9-D669-49E8-8FD3-6748D0EA8A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B127F13-A6E7-4F6F-B245-E9F117A8311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800" decel="100000"/>
                                        <p:tgtEl>
                                          <p:spTgt spid="4">
                                            <p:graphicEl>
                                              <a:dgm id="{2B127F13-A6E7-4F6F-B245-E9F117A8311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800" decel="100000" fill="hold"/>
                                        <p:tgtEl>
                                          <p:spTgt spid="4">
                                            <p:graphicEl>
                                              <a:dgm id="{2B127F13-A6E7-4F6F-B245-E9F117A8311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800" decel="100000" fill="hold"/>
                                        <p:tgtEl>
                                          <p:spTgt spid="4">
                                            <p:graphicEl>
                                              <a:dgm id="{2B127F13-A6E7-4F6F-B245-E9F117A8311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800" decel="100000" fill="hold"/>
                                        <p:tgtEl>
                                          <p:spTgt spid="4">
                                            <p:graphicEl>
                                              <a:dgm id="{2B127F13-A6E7-4F6F-B245-E9F117A8311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B127F13-A6E7-4F6F-B245-E9F117A8311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B127F13-A6E7-4F6F-B245-E9F117A8311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743CAB5-6F84-492F-9177-E5DBD7E911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800" decel="100000"/>
                                        <p:tgtEl>
                                          <p:spTgt spid="4">
                                            <p:graphicEl>
                                              <a:dgm id="{F743CAB5-6F84-492F-9177-E5DBD7E9116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800" decel="100000" fill="hold"/>
                                        <p:tgtEl>
                                          <p:spTgt spid="4">
                                            <p:graphicEl>
                                              <a:dgm id="{F743CAB5-6F84-492F-9177-E5DBD7E911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800" decel="100000" fill="hold"/>
                                        <p:tgtEl>
                                          <p:spTgt spid="4">
                                            <p:graphicEl>
                                              <a:dgm id="{F743CAB5-6F84-492F-9177-E5DBD7E911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800" decel="100000" fill="hold"/>
                                        <p:tgtEl>
                                          <p:spTgt spid="4">
                                            <p:graphicEl>
                                              <a:dgm id="{F743CAB5-6F84-492F-9177-E5DBD7E911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743CAB5-6F84-492F-9177-E5DBD7E911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743CAB5-6F84-492F-9177-E5DBD7E911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8AFE247-9A0C-40DA-BE14-509189E0528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800" decel="100000"/>
                                        <p:tgtEl>
                                          <p:spTgt spid="4">
                                            <p:graphicEl>
                                              <a:dgm id="{C8AFE247-9A0C-40DA-BE14-509189E0528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800" decel="100000" fill="hold"/>
                                        <p:tgtEl>
                                          <p:spTgt spid="4">
                                            <p:graphicEl>
                                              <a:dgm id="{C8AFE247-9A0C-40DA-BE14-509189E0528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800" decel="100000" fill="hold"/>
                                        <p:tgtEl>
                                          <p:spTgt spid="4">
                                            <p:graphicEl>
                                              <a:dgm id="{C8AFE247-9A0C-40DA-BE14-509189E0528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800" decel="100000" fill="hold"/>
                                        <p:tgtEl>
                                          <p:spTgt spid="4">
                                            <p:graphicEl>
                                              <a:dgm id="{C8AFE247-9A0C-40DA-BE14-509189E0528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8AFE247-9A0C-40DA-BE14-509189E0528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8AFE247-9A0C-40DA-BE14-509189E0528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91C5DBC-24C9-4744-85D3-9D5A7C779C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800" decel="100000"/>
                                        <p:tgtEl>
                                          <p:spTgt spid="4">
                                            <p:graphicEl>
                                              <a:dgm id="{791C5DBC-24C9-4744-85D3-9D5A7C779CE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800" decel="100000" fill="hold"/>
                                        <p:tgtEl>
                                          <p:spTgt spid="4">
                                            <p:graphicEl>
                                              <a:dgm id="{791C5DBC-24C9-4744-85D3-9D5A7C779C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800" decel="100000" fill="hold"/>
                                        <p:tgtEl>
                                          <p:spTgt spid="4">
                                            <p:graphicEl>
                                              <a:dgm id="{791C5DBC-24C9-4744-85D3-9D5A7C779C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800" decel="100000" fill="hold"/>
                                        <p:tgtEl>
                                          <p:spTgt spid="4">
                                            <p:graphicEl>
                                              <a:dgm id="{791C5DBC-24C9-4744-85D3-9D5A7C779C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91C5DBC-24C9-4744-85D3-9D5A7C779C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91C5DBC-24C9-4744-85D3-9D5A7C779C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E33B864-7C16-4B11-BE82-E05ECC2E4E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800" decel="100000"/>
                                        <p:tgtEl>
                                          <p:spTgt spid="4">
                                            <p:graphicEl>
                                              <a:dgm id="{BE33B864-7C16-4B11-BE82-E05ECC2E4E4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800" decel="100000" fill="hold"/>
                                        <p:tgtEl>
                                          <p:spTgt spid="4">
                                            <p:graphicEl>
                                              <a:dgm id="{BE33B864-7C16-4B11-BE82-E05ECC2E4E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800" decel="100000" fill="hold"/>
                                        <p:tgtEl>
                                          <p:spTgt spid="4">
                                            <p:graphicEl>
                                              <a:dgm id="{BE33B864-7C16-4B11-BE82-E05ECC2E4E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800" decel="100000" fill="hold"/>
                                        <p:tgtEl>
                                          <p:spTgt spid="4">
                                            <p:graphicEl>
                                              <a:dgm id="{BE33B864-7C16-4B11-BE82-E05ECC2E4E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E33B864-7C16-4B11-BE82-E05ECC2E4E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E33B864-7C16-4B11-BE82-E05ECC2E4E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398172A-B086-426A-9064-9DB7D3E385D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800" decel="100000"/>
                                        <p:tgtEl>
                                          <p:spTgt spid="4">
                                            <p:graphicEl>
                                              <a:dgm id="{3398172A-B086-426A-9064-9DB7D3E385D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800" decel="100000" fill="hold"/>
                                        <p:tgtEl>
                                          <p:spTgt spid="4">
                                            <p:graphicEl>
                                              <a:dgm id="{3398172A-B086-426A-9064-9DB7D3E385D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800" decel="100000" fill="hold"/>
                                        <p:tgtEl>
                                          <p:spTgt spid="4">
                                            <p:graphicEl>
                                              <a:dgm id="{3398172A-B086-426A-9064-9DB7D3E385D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800" decel="100000" fill="hold"/>
                                        <p:tgtEl>
                                          <p:spTgt spid="4">
                                            <p:graphicEl>
                                              <a:dgm id="{3398172A-B086-426A-9064-9DB7D3E385D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398172A-B086-426A-9064-9DB7D3E385D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398172A-B086-426A-9064-9DB7D3E385D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9147D17-E1BE-4D76-BC40-4C2F09F26B8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800" decel="100000"/>
                                        <p:tgtEl>
                                          <p:spTgt spid="4">
                                            <p:graphicEl>
                                              <a:dgm id="{F9147D17-E1BE-4D76-BC40-4C2F09F26B8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800" decel="100000" fill="hold"/>
                                        <p:tgtEl>
                                          <p:spTgt spid="4">
                                            <p:graphicEl>
                                              <a:dgm id="{F9147D17-E1BE-4D76-BC40-4C2F09F26B8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800" decel="100000" fill="hold"/>
                                        <p:tgtEl>
                                          <p:spTgt spid="4">
                                            <p:graphicEl>
                                              <a:dgm id="{F9147D17-E1BE-4D76-BC40-4C2F09F26B8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800" decel="100000" fill="hold"/>
                                        <p:tgtEl>
                                          <p:spTgt spid="4">
                                            <p:graphicEl>
                                              <a:dgm id="{F9147D17-E1BE-4D76-BC40-4C2F09F26B8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9147D17-E1BE-4D76-BC40-4C2F09F26B8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9147D17-E1BE-4D76-BC40-4C2F09F26B8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1EACFF5-4AAE-4B61-A10B-7BFADCC062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800" decel="100000"/>
                                        <p:tgtEl>
                                          <p:spTgt spid="4">
                                            <p:graphicEl>
                                              <a:dgm id="{F1EACFF5-4AAE-4B61-A10B-7BFADCC0629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800" decel="100000" fill="hold"/>
                                        <p:tgtEl>
                                          <p:spTgt spid="4">
                                            <p:graphicEl>
                                              <a:dgm id="{F1EACFF5-4AAE-4B61-A10B-7BFADCC062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800" decel="100000" fill="hold"/>
                                        <p:tgtEl>
                                          <p:spTgt spid="4">
                                            <p:graphicEl>
                                              <a:dgm id="{F1EACFF5-4AAE-4B61-A10B-7BFADCC062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800" decel="100000" fill="hold"/>
                                        <p:tgtEl>
                                          <p:spTgt spid="4">
                                            <p:graphicEl>
                                              <a:dgm id="{F1EACFF5-4AAE-4B61-A10B-7BFADCC062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1EACFF5-4AAE-4B61-A10B-7BFADCC062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1EACFF5-4AAE-4B61-A10B-7BFADCC062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4C48991-E32A-4834-B2EE-5BD43E3D76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800" decel="100000"/>
                                        <p:tgtEl>
                                          <p:spTgt spid="4">
                                            <p:graphicEl>
                                              <a:dgm id="{B4C48991-E32A-4834-B2EE-5BD43E3D764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800" decel="100000" fill="hold"/>
                                        <p:tgtEl>
                                          <p:spTgt spid="4">
                                            <p:graphicEl>
                                              <a:dgm id="{B4C48991-E32A-4834-B2EE-5BD43E3D76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800" decel="100000" fill="hold"/>
                                        <p:tgtEl>
                                          <p:spTgt spid="4">
                                            <p:graphicEl>
                                              <a:dgm id="{B4C48991-E32A-4834-B2EE-5BD43E3D76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800" decel="100000" fill="hold"/>
                                        <p:tgtEl>
                                          <p:spTgt spid="4">
                                            <p:graphicEl>
                                              <a:dgm id="{B4C48991-E32A-4834-B2EE-5BD43E3D76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4C48991-E32A-4834-B2EE-5BD43E3D76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4C48991-E32A-4834-B2EE-5BD43E3D76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776E36A-D477-4451-9CF4-6417BD014C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800" decel="100000"/>
                                        <p:tgtEl>
                                          <p:spTgt spid="4">
                                            <p:graphicEl>
                                              <a:dgm id="{B776E36A-D477-4451-9CF4-6417BD014CE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800" decel="100000" fill="hold"/>
                                        <p:tgtEl>
                                          <p:spTgt spid="4">
                                            <p:graphicEl>
                                              <a:dgm id="{B776E36A-D477-4451-9CF4-6417BD014C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800" decel="100000" fill="hold"/>
                                        <p:tgtEl>
                                          <p:spTgt spid="4">
                                            <p:graphicEl>
                                              <a:dgm id="{B776E36A-D477-4451-9CF4-6417BD014C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800" decel="100000" fill="hold"/>
                                        <p:tgtEl>
                                          <p:spTgt spid="4">
                                            <p:graphicEl>
                                              <a:dgm id="{B776E36A-D477-4451-9CF4-6417BD014C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776E36A-D477-4451-9CF4-6417BD014C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776E36A-D477-4451-9CF4-6417BD014C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lvlAtOnce"/>
        </p:bldSub>
      </p:bldGraphic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číslo snímku 1">
            <a:extLst>
              <a:ext uri="{FF2B5EF4-FFF2-40B4-BE49-F238E27FC236}">
                <a16:creationId xmlns:a16="http://schemas.microsoft.com/office/drawing/2014/main" id="{11D5BAE5-A4A6-4CBC-8659-F99A42C80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20000"/>
          </a:bodyPr>
          <a:lstStyle/>
          <a:p>
            <a:fld id="{D93EF35A-D726-4DB8-9993-BA3B69B5C5CF}" type="slidenum">
              <a:rPr lang="cs-CZ" smtClean="0"/>
              <a:pPr/>
              <a:t>27</a:t>
            </a:fld>
            <a:endParaRPr lang="cs-CZ"/>
          </a:p>
        </p:txBody>
      </p:sp>
      <p:sp>
        <p:nvSpPr>
          <p:cNvPr id="3" name="Nadpis 2">
            <a:extLst>
              <a:ext uri="{FF2B5EF4-FFF2-40B4-BE49-F238E27FC236}">
                <a16:creationId xmlns:a16="http://schemas.microsoft.com/office/drawing/2014/main" id="{B5D6C76B-4533-4E12-A625-751D52E41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Časování prezentace</a:t>
            </a:r>
          </a:p>
        </p:txBody>
      </p:sp>
      <p:sp>
        <p:nvSpPr>
          <p:cNvPr id="5" name="Zástupný symbol pro obsah 4">
            <a:extLst>
              <a:ext uri="{FF2B5EF4-FFF2-40B4-BE49-F238E27FC236}">
                <a16:creationId xmlns:a16="http://schemas.microsoft.com/office/drawing/2014/main" id="{EE61AEDA-F0E4-41E7-9A5E-9B393EA30C2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cs-CZ" sz="2400" dirty="0"/>
              <a:t>Karta Prezentace =&gt; skupina Nastavení =&gt; Vyzkoušet časování</a:t>
            </a: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5A5966B0-DC54-474E-B90B-B1C7F8B711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36672"/>
            <a:ext cx="9144000" cy="1214219"/>
          </a:xfrm>
          <a:prstGeom prst="rect">
            <a:avLst/>
          </a:prstGeom>
        </p:spPr>
      </p:pic>
      <p:pic>
        <p:nvPicPr>
          <p:cNvPr id="6" name="Obrázek 5">
            <a:extLst>
              <a:ext uri="{FF2B5EF4-FFF2-40B4-BE49-F238E27FC236}">
                <a16:creationId xmlns:a16="http://schemas.microsoft.com/office/drawing/2014/main" id="{AAF45825-1351-41FA-98BF-B0559115478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800" r="12604" b="8557"/>
          <a:stretch/>
        </p:blipFill>
        <p:spPr>
          <a:xfrm>
            <a:off x="1237844" y="3152388"/>
            <a:ext cx="6498364" cy="362204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133485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758"/>
    </mc:Choice>
    <mc:Fallback>
      <p:transition spd="slow" advTm="1758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3|1.1|1.3|1.3|1|0.6|0.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2|1.1|1.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|0.9|5.3|1.9|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7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6|2.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3|2.7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4|0.5|0.6|0.5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6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2|4|3|2.4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|1.2|1.4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1.8|1.5|1.4|1.4|1.3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3|1.4|1.3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ho">
  <a:themeElements>
    <a:clrScheme name="SOHO">
      <a:dk1>
        <a:srgbClr val="2E2224"/>
      </a:dk1>
      <a:lt1>
        <a:sysClr val="window" lastClr="FFFFFF"/>
      </a:lt1>
      <a:dk2>
        <a:srgbClr val="48231E"/>
      </a:dk2>
      <a:lt2>
        <a:srgbClr val="CBD8DD"/>
      </a:lt2>
      <a:accent1>
        <a:srgbClr val="61625E"/>
      </a:accent1>
      <a:accent2>
        <a:srgbClr val="964D2C"/>
      </a:accent2>
      <a:accent3>
        <a:srgbClr val="66553E"/>
      </a:accent3>
      <a:accent4>
        <a:srgbClr val="848058"/>
      </a:accent4>
      <a:accent5>
        <a:srgbClr val="AFA14B"/>
      </a:accent5>
      <a:accent6>
        <a:srgbClr val="AD7D4D"/>
      </a:accent6>
      <a:hlink>
        <a:srgbClr val="FFDE66"/>
      </a:hlink>
      <a:folHlink>
        <a:srgbClr val="C0AEBC"/>
      </a:folHlink>
    </a:clrScheme>
    <a:fontScheme name="SOHO">
      <a:majorFont>
        <a:latin typeface="Candara"/>
        <a:ea typeface=""/>
        <a:cs typeface=""/>
        <a:font script="Jpan" typeface="ＭＳ Ｐゴシック"/>
        <a:font script="Hang" typeface="HY견명조"/>
        <a:font script="Hans" typeface="华文新魏"/>
        <a:font script="Hant" typeface="新細明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Ｐゴシック"/>
        <a:font script="Hang" typeface="HY견명조"/>
        <a:font script="Hans" typeface="华文楷体"/>
        <a:font script="Hant" typeface="新細明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HO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7000"/>
                <a:satMod val="150000"/>
              </a:schemeClr>
            </a:gs>
            <a:gs pos="30000">
              <a:schemeClr val="phClr">
                <a:shade val="94000"/>
                <a:satMod val="130000"/>
              </a:schemeClr>
            </a:gs>
            <a:gs pos="45000">
              <a:schemeClr val="phClr">
                <a:shade val="100000"/>
                <a:satMod val="120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4000"/>
                <a:satMod val="130000"/>
              </a:schemeClr>
            </a:gs>
            <a:gs pos="100000">
              <a:schemeClr val="phClr">
                <a:shade val="67000"/>
                <a:satMod val="150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2700000" algn="br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38100" dir="2700000" algn="br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38100" dir="2700000" algn="b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2700000"/>
            </a:lightRig>
          </a:scene3d>
          <a:sp3d contourW="19050">
            <a:bevelT w="31750" h="38100"/>
            <a:contourClr>
              <a:schemeClr val="phClr">
                <a:shade val="15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4000"/>
                <a:satMod val="210000"/>
              </a:schemeClr>
            </a:gs>
            <a:gs pos="40000">
              <a:schemeClr val="phClr">
                <a:tint val="72000"/>
                <a:shade val="99000"/>
                <a:satMod val="200000"/>
              </a:schemeClr>
            </a:gs>
            <a:gs pos="100000">
              <a:schemeClr val="phClr">
                <a:tint val="100000"/>
                <a:shade val="30000"/>
                <a:alpha val="100000"/>
                <a:satMod val="175000"/>
                <a:lumMod val="100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86000"/>
                <a:alpha val="90000"/>
              </a:schemeClr>
              <a:schemeClr val="phClr">
                <a:shade val="49000"/>
                <a:sat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tiv sady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otiv sady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Malé pracoviště, domácnost (SoHo)</Template>
  <TotalTime>1669</TotalTime>
  <Words>376</Words>
  <Application>Microsoft Office PowerPoint</Application>
  <PresentationFormat>Předvádění na obrazovce (4:3)</PresentationFormat>
  <Paragraphs>119</Paragraphs>
  <Slides>27</Slides>
  <Notes>1</Notes>
  <HiddenSlides>0</HiddenSlides>
  <MMClips>0</MMClips>
  <ScaleCrop>false</ScaleCrop>
  <HeadingPairs>
    <vt:vector size="6" baseType="variant">
      <vt:variant>
        <vt:lpstr>Použitá písma</vt:lpstr>
      </vt:variant>
      <vt:variant>
        <vt:i4>5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27</vt:i4>
      </vt:variant>
    </vt:vector>
  </HeadingPairs>
  <TitlesOfParts>
    <vt:vector size="33" baseType="lpstr">
      <vt:lpstr>Arial</vt:lpstr>
      <vt:lpstr>Calibri</vt:lpstr>
      <vt:lpstr>Candara</vt:lpstr>
      <vt:lpstr>Tahoma</vt:lpstr>
      <vt:lpstr>Tunga</vt:lpstr>
      <vt:lpstr>Soho</vt:lpstr>
      <vt:lpstr>Přechody a Animace </vt:lpstr>
      <vt:lpstr>Přechody</vt:lpstr>
      <vt:lpstr>Animace</vt:lpstr>
      <vt:lpstr>Animace užití</vt:lpstr>
      <vt:lpstr>Nastavení animace</vt:lpstr>
      <vt:lpstr>Animační schéma</vt:lpstr>
      <vt:lpstr>Prezentace aplikace PowerPoint</vt:lpstr>
      <vt:lpstr>Animace jednotlivých objektů</vt:lpstr>
      <vt:lpstr>Prezentace aplikace PowerPoint</vt:lpstr>
      <vt:lpstr>Efekty – úvodní </vt:lpstr>
      <vt:lpstr>Efekty - zvýraznění</vt:lpstr>
      <vt:lpstr>Efekty - závěrečné</vt:lpstr>
      <vt:lpstr>Efekt – dráha pohybu</vt:lpstr>
      <vt:lpstr>Vlastní cesta pohybu</vt:lpstr>
      <vt:lpstr>Prezentace aplikace PowerPoint</vt:lpstr>
      <vt:lpstr>Vlastní dráha</vt:lpstr>
      <vt:lpstr>Způsoby aktivace animací</vt:lpstr>
      <vt:lpstr>Časování jednotlivých efektů</vt:lpstr>
      <vt:lpstr>Prezentace aplikace PowerPoint</vt:lpstr>
      <vt:lpstr>Textové animace</vt:lpstr>
      <vt:lpstr>Grafické animace</vt:lpstr>
      <vt:lpstr>Po řadách</vt:lpstr>
      <vt:lpstr>Podle kategorie</vt:lpstr>
      <vt:lpstr>Diagram</vt:lpstr>
      <vt:lpstr>Po větvích</vt:lpstr>
      <vt:lpstr>Najednou po úrovních</vt:lpstr>
      <vt:lpstr>Časování prezentace</vt:lpstr>
    </vt:vector>
  </TitlesOfParts>
  <Company>Univerzita Pardubice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Úvod do PowerPointu</dc:title>
  <dc:creator>UPa</dc:creator>
  <cp:lastModifiedBy>Votavová Gabriela</cp:lastModifiedBy>
  <cp:revision>76</cp:revision>
  <cp:lastPrinted>2018-05-09T05:15:16Z</cp:lastPrinted>
  <dcterms:created xsi:type="dcterms:W3CDTF">2012-06-27T10:00:20Z</dcterms:created>
  <dcterms:modified xsi:type="dcterms:W3CDTF">2018-05-09T07:25:04Z</dcterms:modified>
</cp:coreProperties>
</file>