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9"/>
  </p:notesMasterIdLst>
  <p:sldIdLst>
    <p:sldId id="259" r:id="rId3"/>
    <p:sldId id="256" r:id="rId4"/>
    <p:sldId id="257" r:id="rId5"/>
    <p:sldId id="260" r:id="rId6"/>
    <p:sldId id="261" r:id="rId7"/>
    <p:sldId id="262" r:id="rId8"/>
  </p:sldIdLst>
  <p:sldSz cx="12192000" cy="6858000"/>
  <p:notesSz cx="6735763" cy="9866313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3" autoAdjust="0"/>
    <p:restoredTop sz="94599" autoAdjust="0"/>
  </p:normalViewPr>
  <p:slideViewPr>
    <p:cSldViewPr snapToGrid="0">
      <p:cViewPr varScale="1">
        <p:scale>
          <a:sx n="65" d="100"/>
          <a:sy n="65" d="100"/>
        </p:scale>
        <p:origin x="60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3CF9D2-C65C-44F4-9A42-F3C81059606D}" type="datetimeFigureOut">
              <a:rPr lang="cs-CZ" smtClean="0"/>
              <a:t>20.2.2018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B2F49B-8F22-4ED0-AB78-109BB8A5BB4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04723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Tento snímek přesuňte na konec prezentace. Doplňte své jméno a příjmení. Motiv tohoto snímku aplikujte na všechny snímky prezentace. Změňte jeho barevnost na jinou. 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EA1120-2CA3-4FA0-95F9-EBCB1FEA642C}" type="slidenum">
              <a:rPr kumimoji="0" lang="cs-CZ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cs-CZ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07234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Nastavte v prezentaci volbu, aby se nepsalo na začátku automaticky velké písmeno. Za tento snímek vložte snímek s rozložením Prázdný, do kterého vložte </a:t>
            </a:r>
            <a:r>
              <a:rPr lang="cs-CZ" dirty="0" err="1"/>
              <a:t>PrintScreen</a:t>
            </a:r>
            <a:r>
              <a:rPr lang="cs-CZ" dirty="0"/>
              <a:t> obrazovky s předcházejícím úkolem. Upravte velikost tak, aby šířka snímky byla 25 cm a zarovnejte ho doprostřed snímku.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B2F49B-8F22-4ED0-AB78-109BB8A5BB49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606872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Nově vzniklý snímek duplikujte a změňte:</a:t>
            </a:r>
          </a:p>
          <a:p>
            <a:r>
              <a:rPr lang="cs-CZ" dirty="0"/>
              <a:t>nadpis na Karty PowerPointu, </a:t>
            </a:r>
          </a:p>
          <a:p>
            <a:r>
              <a:rPr lang="cs-CZ" dirty="0"/>
              <a:t>odrážky na fajfky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B2F49B-8F22-4ED0-AB78-109BB8A5BB49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937429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Nastavte libovolné animace takto:</a:t>
            </a:r>
          </a:p>
          <a:p>
            <a:pPr marL="171450" indent="-171450">
              <a:buFontTx/>
              <a:buChar char="-"/>
            </a:pPr>
            <a:r>
              <a:rPr lang="cs-CZ" dirty="0"/>
              <a:t>nadpis – po kliknutí</a:t>
            </a:r>
          </a:p>
          <a:p>
            <a:pPr marL="171450" indent="-171450">
              <a:buFontTx/>
              <a:buChar char="-"/>
            </a:pPr>
            <a:r>
              <a:rPr lang="cs-CZ" dirty="0"/>
              <a:t>Lze vkládat – s předchozím, zpoždění 1,3</a:t>
            </a:r>
          </a:p>
          <a:p>
            <a:pPr marL="171450" indent="-171450">
              <a:buFontTx/>
              <a:buChar char="-"/>
            </a:pPr>
            <a:r>
              <a:rPr lang="cs-CZ" dirty="0"/>
              <a:t>jednotlivé odrážky v levém rámečku – objevení se při kliknutí, zmizení automaticky se zpožděním 1, doba trvání 3; každá další s časem o 0,15 delším</a:t>
            </a:r>
          </a:p>
          <a:p>
            <a:pPr marL="171450" indent="-171450">
              <a:buFontTx/>
              <a:buChar char="-"/>
            </a:pPr>
            <a:r>
              <a:rPr lang="cs-CZ" dirty="0"/>
              <a:t>odrážky v pravém rámečku – všechny najednou objevení se</a:t>
            </a:r>
          </a:p>
          <a:p>
            <a:pPr marL="171450" indent="-171450">
              <a:buFontTx/>
              <a:buChar char="-"/>
            </a:pPr>
            <a:r>
              <a:rPr lang="cs-CZ" dirty="0"/>
              <a:t>odrážky v levém rámečku – nakonec objevení se všech po předchozím, tj. po objevení se odrážek v pravém rámečku</a:t>
            </a:r>
          </a:p>
          <a:p>
            <a:pPr marL="0" indent="0">
              <a:buFontTx/>
              <a:buNone/>
            </a:pPr>
            <a:r>
              <a:rPr lang="cs-CZ" dirty="0"/>
              <a:t>Odstraňte nevyužité textové pole.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B2F49B-8F22-4ED0-AB78-109BB8A5BB49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259330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B2F49B-8F22-4ED0-AB78-109BB8A5BB49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22315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B2F49B-8F22-4ED0-AB78-109BB8A5BB49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467053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31E65F9-64AD-4B82-8ACB-794F0B68BD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0CB2C37-646E-4A12-AB36-90D27EAFE9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BEDE236-219C-4623-A1E3-5FA0053A5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67510-E620-42E8-BB30-EC3603E7A4F8}" type="datetimeFigureOut">
              <a:rPr lang="cs-CZ" smtClean="0"/>
              <a:t>20.2.2018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6B6372F-5198-43DA-BC1D-F6D04FF78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76546EC-4F67-4B83-B122-97F43A1DC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A51A8-6A26-4EA9-86A3-9B8D08A0930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3792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CAA22BC-E7F6-42D0-82F8-FBB2AE001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F9F8BD22-4C80-444D-8DF2-8B8970F04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06D8A9F-488D-469A-84E4-6F76C69B8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67510-E620-42E8-BB30-EC3603E7A4F8}" type="datetimeFigureOut">
              <a:rPr lang="cs-CZ" smtClean="0"/>
              <a:t>20.2.2018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C44BB9D-2CB4-4152-AE78-56A6AD1B3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5ADA41A-ACF5-4C15-94D6-348980A01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A51A8-6A26-4EA9-86A3-9B8D08A0930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78701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80FF571-A721-49B6-9BD9-9A621C44B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0EA8B7A1-404E-408B-9501-9104D42A7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0C253A3-0619-4F1C-B9D1-516D642B9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67510-E620-42E8-BB30-EC3603E7A4F8}" type="datetimeFigureOut">
              <a:rPr lang="cs-CZ" smtClean="0"/>
              <a:t>20.2.2018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CE91A08-F04E-482E-9B16-CFA91E2C9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78ABD14-0AF7-4CDC-82A0-4578FE01B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A51A8-6A26-4EA9-86A3-9B8D08A0930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51865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030D417-E826-4381-A09C-2ED7AEA28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CE608FDE-47AE-4E03-AC28-37B1946DDF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>
            <a:extLst>
              <a:ext uri="{FF2B5EF4-FFF2-40B4-BE49-F238E27FC236}">
                <a16:creationId xmlns:a16="http://schemas.microsoft.com/office/drawing/2014/main" id="{6A4A8AFF-C020-46E7-9AC6-C1D31CE9CE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FF3012FC-6A85-4FB1-8894-0CC7C38C3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67510-E620-42E8-BB30-EC3603E7A4F8}" type="datetimeFigureOut">
              <a:rPr lang="cs-CZ" smtClean="0"/>
              <a:t>20.2.2018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F773D940-84DD-49ED-AD3F-C3063AA0D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C4F6838-BC6D-4A84-B072-ACACDE6EE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A51A8-6A26-4EA9-86A3-9B8D08A0930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23824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9532D10-C78E-4EFB-A766-E2CB9F555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E0218866-4ED5-4164-8252-B941D72C79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obsah 3">
            <a:extLst>
              <a:ext uri="{FF2B5EF4-FFF2-40B4-BE49-F238E27FC236}">
                <a16:creationId xmlns:a16="http://schemas.microsoft.com/office/drawing/2014/main" id="{7008B7B0-F9D6-4DE5-825F-9205E18FF1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>
            <a:extLst>
              <a:ext uri="{FF2B5EF4-FFF2-40B4-BE49-F238E27FC236}">
                <a16:creationId xmlns:a16="http://schemas.microsoft.com/office/drawing/2014/main" id="{4607653C-3271-4693-A784-037512165D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" name="Zástupný symbol pro obsah 5">
            <a:extLst>
              <a:ext uri="{FF2B5EF4-FFF2-40B4-BE49-F238E27FC236}">
                <a16:creationId xmlns:a16="http://schemas.microsoft.com/office/drawing/2014/main" id="{AB93AD88-89F6-4E85-A307-4BBD47AEB0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1BAD816B-5F1B-49C4-8716-5A155F219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67510-E620-42E8-BB30-EC3603E7A4F8}" type="datetimeFigureOut">
              <a:rPr lang="cs-CZ" smtClean="0"/>
              <a:t>20.2.2018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251E24B5-94DD-4B16-9881-675726318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1E3E46D5-2CB0-47C8-9D25-14DBDE961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A51A8-6A26-4EA9-86A3-9B8D08A0930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69918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D767F88-CAB7-4C71-BC9E-21BE164A0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8A0E5CE3-A1AD-4B90-8DCC-F21199722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67510-E620-42E8-BB30-EC3603E7A4F8}" type="datetimeFigureOut">
              <a:rPr lang="cs-CZ" smtClean="0"/>
              <a:t>20.2.2018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E153FE49-A8BC-4FE6-B631-3BB6DF4D8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E969D76F-96EB-42B4-91F1-B363C3072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A51A8-6A26-4EA9-86A3-9B8D08A0930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27888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1A244D87-B299-4F26-B652-F2A19E329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67510-E620-42E8-BB30-EC3603E7A4F8}" type="datetimeFigureOut">
              <a:rPr lang="cs-CZ" smtClean="0"/>
              <a:t>20.2.2018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C83F3C3C-480C-4A24-8DA7-8B2E11A3E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D7438D3C-05FC-48C0-8C75-72609E688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A51A8-6A26-4EA9-86A3-9B8D08A0930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42301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7142C0E-7211-4342-A3D2-CD8CF221B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76CE380E-D11C-43A0-BCD6-EA002A2622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>
            <a:extLst>
              <a:ext uri="{FF2B5EF4-FFF2-40B4-BE49-F238E27FC236}">
                <a16:creationId xmlns:a16="http://schemas.microsoft.com/office/drawing/2014/main" id="{C25370A1-64F1-4072-9F2A-B3E04A2C7E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6C020146-05B9-4BEB-81E7-0C2E3C92C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67510-E620-42E8-BB30-EC3603E7A4F8}" type="datetimeFigureOut">
              <a:rPr lang="cs-CZ" smtClean="0"/>
              <a:t>20.2.2018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BDBC2543-63CA-4033-AFA0-CD1FED74F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17A3597C-0A96-4310-8FA2-D0BC1DCFE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A51A8-6A26-4EA9-86A3-9B8D08A0930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12626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6E08AEF-7A36-456B-A229-912BD62C0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C0B12CAA-1FA4-4DB6-B1BA-810A7660F9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>
            <a:extLst>
              <a:ext uri="{FF2B5EF4-FFF2-40B4-BE49-F238E27FC236}">
                <a16:creationId xmlns:a16="http://schemas.microsoft.com/office/drawing/2014/main" id="{ACD503F3-A018-4642-977A-9B20DE8A31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2978D0F9-66D2-4844-B867-1E4CD6B76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67510-E620-42E8-BB30-EC3603E7A4F8}" type="datetimeFigureOut">
              <a:rPr lang="cs-CZ" smtClean="0"/>
              <a:t>20.2.2018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800EE887-4E41-4EAE-861A-87B8E2FF4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A5EA6A9-75C9-4553-9D8F-BEE334500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A51A8-6A26-4EA9-86A3-9B8D08A0930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58753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B12E5F4-6DC7-4BAF-8E74-602A6B4A1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BF2DF416-C4EB-4596-9DE7-C23DBC6AF5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C1EE930-7296-46D6-AD1F-C14329AE1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67510-E620-42E8-BB30-EC3603E7A4F8}" type="datetimeFigureOut">
              <a:rPr lang="cs-CZ" smtClean="0"/>
              <a:t>20.2.2018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729CEC3-8322-4BDE-A366-9CE2B42AD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511BD3B-C48F-4AA4-BDFD-BDF905FC4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A51A8-6A26-4EA9-86A3-9B8D08A0930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75566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BE427F40-5449-4041-A349-3F53904B8D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F7B71A49-7DEB-43FE-A8A3-70B05756E8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0FDCB3A-F480-46FB-9994-5090E1CB6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67510-E620-42E8-BB30-EC3603E7A4F8}" type="datetimeFigureOut">
              <a:rPr lang="cs-CZ" smtClean="0"/>
              <a:t>20.2.2018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5D3D067-6124-4EFD-9036-21AA90A4A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79EF0EF-F12D-4B8F-84A1-B146B5A9D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A51A8-6A26-4EA9-86A3-9B8D08A0930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274339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22AD1-7237-400D-9B2F-A2FECA75AC33}" type="datetime1">
              <a:rPr lang="cs-CZ" smtClean="0"/>
              <a:t>20.2.2018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Prezentace o Praze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3726C-B508-4FFE-8034-71E34BB90E4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875473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86D0C-8C07-4830-96E4-498783F970C4}" type="datetime1">
              <a:rPr lang="cs-CZ" smtClean="0"/>
              <a:t>20.2.2018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r>
              <a:rPr lang="cs-CZ"/>
              <a:t>Prezentace o Praze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3726C-B508-4FFE-8034-71E34BB90E4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66887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EE24E-1A7C-42E3-A9AC-398E2A74D581}" type="datetime1">
              <a:rPr lang="cs-CZ" smtClean="0"/>
              <a:t>20.2.2018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Prezentace o Praze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5AE3726C-B508-4FFE-8034-71E34BB90E4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4420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1253B-C25F-4EE9-B22D-8A6385A90115}" type="datetime1">
              <a:rPr lang="cs-CZ" smtClean="0"/>
              <a:t>20.2.2018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Prezentace o Praze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3726C-B508-4FFE-8034-71E34BB90E4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950129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325CD-10CC-4B6F-875B-4A4959232B6D}" type="datetime1">
              <a:rPr lang="cs-CZ" smtClean="0"/>
              <a:t>20.2.2018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Prezentace o Praze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3726C-B508-4FFE-8034-71E34BB90E4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198501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DFA60-8E2E-4ABB-9159-650F96DA85CA}" type="datetime1">
              <a:rPr lang="cs-CZ" smtClean="0"/>
              <a:t>20.2.2018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Prezentace o Praze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3726C-B508-4FFE-8034-71E34BB90E4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606501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56F12-93C7-42E9-9118-136BBF9F9999}" type="datetime1">
              <a:rPr lang="cs-CZ" smtClean="0"/>
              <a:t>20.2.2018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Prezentace o Praze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3726C-B508-4FFE-8034-71E34BB90E4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822861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38732-C9B7-452F-8619-E0374C4AAA01}" type="datetime1">
              <a:rPr lang="cs-CZ" smtClean="0"/>
              <a:t>20.2.2018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Prezentace o Praze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3726C-B508-4FFE-8034-71E34BB90E4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861405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55D96-13B3-4751-9772-D62388611304}" type="datetime1">
              <a:rPr lang="cs-CZ" smtClean="0"/>
              <a:t>20.2.2018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Prezentace o Praze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3726C-B508-4FFE-8034-71E34BB90E4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320054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7D70F-93E5-4DAE-BA21-119877E8F47A}" type="datetime1">
              <a:rPr lang="cs-CZ" smtClean="0"/>
              <a:t>20.2.2018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Prezentace o Praze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3726C-B508-4FFE-8034-71E34BB90E4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339613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tický obrázek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82EDF-65DB-4014-949D-FF9445ABF76C}" type="datetime1">
              <a:rPr lang="cs-CZ" smtClean="0"/>
              <a:t>20.2.2018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Prezentace o Praze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3726C-B508-4FFE-8034-71E34BB90E4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303436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ázev a popis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75725-61D0-43FD-AB08-AD57E5BE1B5B}" type="datetime1">
              <a:rPr lang="cs-CZ" smtClean="0"/>
              <a:t>20.2.2018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Prezentace o Praze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3726C-B508-4FFE-8034-71E34BB90E4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815568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1B2E3-1BDF-4766-8EF7-3FB3E81D6E12}" type="datetime1">
              <a:rPr lang="cs-CZ" smtClean="0"/>
              <a:t>20.2.2018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Prezentace o Praze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3726C-B508-4FFE-8034-71E34BB90E4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49569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22AD1-7237-400D-9B2F-A2FECA75AC33}" type="datetime1">
              <a:rPr lang="cs-CZ" smtClean="0"/>
              <a:t>20.2.2018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Prezentace o Praze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3726C-B508-4FFE-8034-71E34BB90E4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311370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 s citac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cs-CZ"/>
              <a:t>Kliknutím lze upravit styly předlohy textu.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02938-FD2B-4BEF-88C6-3C9FB898E813}" type="datetime1">
              <a:rPr lang="cs-CZ" smtClean="0"/>
              <a:t>20.2.2018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Prezentace o Praze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3726C-B508-4FFE-8034-71E34BB90E4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66461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vda nebo neprav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cs-CZ"/>
              <a:t>Kliknutím lze upravit styly předlohy textu.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598F5-9A6B-4614-B237-19A39F1F2575}" type="datetime1">
              <a:rPr lang="cs-CZ" smtClean="0"/>
              <a:t>20.2.2018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Prezentace o Praze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3726C-B508-4FFE-8034-71E34BB90E4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952592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6DCF1-7B3D-457C-A86A-48AD5AAE27D7}" type="datetime1">
              <a:rPr lang="cs-CZ" smtClean="0"/>
              <a:t>20.2.2018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Prezentace o Praze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3726C-B508-4FFE-8034-71E34BB90E4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4614619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FC85D-E61F-4356-843F-5AE851B0D1C8}" type="datetime1">
              <a:rPr lang="cs-CZ" smtClean="0"/>
              <a:t>20.2.2018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Prezentace o Praze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3726C-B508-4FFE-8034-71E34BB90E4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36180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DDF3E506-A3D5-48B7-929E-F08AEEF3F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003CA608-B102-4DB5-9457-B0252ECD67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8A894FC-6C40-4855-B3A4-F8656D987D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367510-E620-42E8-BB30-EC3603E7A4F8}" type="datetimeFigureOut">
              <a:rPr lang="cs-CZ" smtClean="0"/>
              <a:t>20.2.2018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F74279F-3CD1-402D-A822-A77E95B33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511B4CD-7C16-4C40-A2E3-6B9584BAEE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0A51A8-6A26-4EA9-86A3-9B8D08A0930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19978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26BE388-4B39-42FF-881D-2C28496B8F45}" type="datetime1">
              <a:rPr lang="cs-CZ" smtClean="0"/>
              <a:t>20.2.2018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cs-CZ"/>
              <a:t>Prezentace o Praze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AE3726C-B508-4FFE-8034-71E34BB90E4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10340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Děkuji za pozornost</a:t>
            </a:r>
          </a:p>
        </p:txBody>
      </p:sp>
      <p:sp>
        <p:nvSpPr>
          <p:cNvPr id="3" name="Podnadpi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Jméno Příjmení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Prezentace o PowerPointu</a:t>
            </a:r>
          </a:p>
        </p:txBody>
      </p:sp>
    </p:spTree>
    <p:extLst>
      <p:ext uri="{BB962C8B-B14F-4D97-AF65-F5344CB8AC3E}">
        <p14:creationId xmlns:p14="http://schemas.microsoft.com/office/powerpoint/2010/main" val="3315378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8B01264-D50B-474B-9F15-CAA7D7892B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PowerPoint	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9AB6464-BA03-463D-929B-F7FACE1F3A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práce se snímky</a:t>
            </a:r>
          </a:p>
        </p:txBody>
      </p:sp>
    </p:spTree>
    <p:extLst>
      <p:ext uri="{BB962C8B-B14F-4D97-AF65-F5344CB8AC3E}">
        <p14:creationId xmlns:p14="http://schemas.microsoft.com/office/powerpoint/2010/main" val="2611372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BDA289D-DB16-49B9-9332-ACC12F1E1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/>
              <a:t>Změňte rozložení tohoto snímku na nadpis a dva obsahy. Obsah levého rámečku rovnoměrně rozložte mezi dva nově vzniklé rámečky.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39CA9090-FE50-4EB2-BDCC-C9E990AD6E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Domů</a:t>
            </a:r>
          </a:p>
          <a:p>
            <a:r>
              <a:rPr lang="cs-CZ" dirty="0"/>
              <a:t>Vložení</a:t>
            </a:r>
          </a:p>
          <a:p>
            <a:r>
              <a:rPr lang="cs-CZ" dirty="0"/>
              <a:t>Návrh</a:t>
            </a:r>
          </a:p>
          <a:p>
            <a:r>
              <a:rPr lang="cs-CZ" dirty="0"/>
              <a:t>Přechody</a:t>
            </a:r>
          </a:p>
          <a:p>
            <a:r>
              <a:rPr lang="cs-CZ" dirty="0"/>
              <a:t>Animace</a:t>
            </a:r>
          </a:p>
          <a:p>
            <a:r>
              <a:rPr lang="cs-CZ" dirty="0"/>
              <a:t>Prezentace</a:t>
            </a:r>
          </a:p>
          <a:p>
            <a:r>
              <a:rPr lang="cs-CZ" dirty="0"/>
              <a:t>Revize</a:t>
            </a:r>
          </a:p>
          <a:p>
            <a:r>
              <a:rPr lang="cs-CZ" dirty="0"/>
              <a:t>Zobrazení</a:t>
            </a:r>
          </a:p>
        </p:txBody>
      </p:sp>
    </p:spTree>
    <p:extLst>
      <p:ext uri="{BB962C8B-B14F-4D97-AF65-F5344CB8AC3E}">
        <p14:creationId xmlns:p14="http://schemas.microsoft.com/office/powerpoint/2010/main" val="832495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6217CFF9-9696-4A5C-85FE-C80AC3FA7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dirty="0"/>
              <a:t>karta Vložení</a:t>
            </a:r>
          </a:p>
        </p:txBody>
      </p:sp>
      <p:sp>
        <p:nvSpPr>
          <p:cNvPr id="5" name="Zástupný symbol pro text 4">
            <a:extLst>
              <a:ext uri="{FF2B5EF4-FFF2-40B4-BE49-F238E27FC236}">
                <a16:creationId xmlns:a16="http://schemas.microsoft.com/office/drawing/2014/main" id="{CC7CC368-6360-48D2-92D6-DC8E59B88F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Lze vkládat</a:t>
            </a:r>
          </a:p>
        </p:txBody>
      </p:sp>
      <p:sp>
        <p:nvSpPr>
          <p:cNvPr id="6" name="Zástupný symbol pro obsah 5">
            <a:extLst>
              <a:ext uri="{FF2B5EF4-FFF2-40B4-BE49-F238E27FC236}">
                <a16:creationId xmlns:a16="http://schemas.microsoft.com/office/drawing/2014/main" id="{067A4CBC-9437-42F8-B286-EE4750B9EDC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cs-CZ" dirty="0"/>
              <a:t>tabulky</a:t>
            </a:r>
          </a:p>
          <a:p>
            <a:r>
              <a:rPr lang="cs-CZ" dirty="0"/>
              <a:t>obrázky</a:t>
            </a:r>
          </a:p>
          <a:p>
            <a:r>
              <a:rPr lang="cs-CZ" dirty="0"/>
              <a:t>obrazce</a:t>
            </a:r>
          </a:p>
          <a:p>
            <a:r>
              <a:rPr lang="cs-CZ" dirty="0"/>
              <a:t>ikony</a:t>
            </a:r>
          </a:p>
          <a:p>
            <a:r>
              <a:rPr lang="cs-CZ" dirty="0" err="1"/>
              <a:t>SmartArt</a:t>
            </a:r>
            <a:endParaRPr lang="cs-CZ" dirty="0"/>
          </a:p>
          <a:p>
            <a:r>
              <a:rPr lang="cs-CZ" dirty="0"/>
              <a:t>grafy</a:t>
            </a:r>
          </a:p>
        </p:txBody>
      </p:sp>
      <p:sp>
        <p:nvSpPr>
          <p:cNvPr id="7" name="Zástupný symbol pro text 6">
            <a:extLst>
              <a:ext uri="{FF2B5EF4-FFF2-40B4-BE49-F238E27FC236}">
                <a16:creationId xmlns:a16="http://schemas.microsoft.com/office/drawing/2014/main" id="{E9F11EA5-C570-472B-B4C9-EED88B15A1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8" name="Zástupný symbol pro obsah 7">
            <a:extLst>
              <a:ext uri="{FF2B5EF4-FFF2-40B4-BE49-F238E27FC236}">
                <a16:creationId xmlns:a16="http://schemas.microsoft.com/office/drawing/2014/main" id="{8B6A573B-C58D-49B8-A39E-A64668728F4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cs-CZ" dirty="0"/>
              <a:t>odkazy</a:t>
            </a:r>
          </a:p>
          <a:p>
            <a:r>
              <a:rPr lang="cs-CZ" dirty="0"/>
              <a:t>komentáře</a:t>
            </a:r>
          </a:p>
          <a:p>
            <a:r>
              <a:rPr lang="cs-CZ" dirty="0"/>
              <a:t>textová pole</a:t>
            </a:r>
          </a:p>
          <a:p>
            <a:r>
              <a:rPr lang="cs-CZ" dirty="0" err="1"/>
              <a:t>WordArt</a:t>
            </a:r>
            <a:endParaRPr lang="cs-CZ" dirty="0"/>
          </a:p>
          <a:p>
            <a:r>
              <a:rPr lang="cs-CZ" dirty="0"/>
              <a:t>rovnice</a:t>
            </a:r>
          </a:p>
          <a:p>
            <a:r>
              <a:rPr lang="cs-CZ" dirty="0"/>
              <a:t>symboly</a:t>
            </a:r>
          </a:p>
        </p:txBody>
      </p:sp>
    </p:spTree>
    <p:extLst>
      <p:ext uri="{BB962C8B-B14F-4D97-AF65-F5344CB8AC3E}">
        <p14:creationId xmlns:p14="http://schemas.microsoft.com/office/powerpoint/2010/main" val="4077969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Nadpis 6">
            <a:extLst>
              <a:ext uri="{FF2B5EF4-FFF2-40B4-BE49-F238E27FC236}">
                <a16:creationId xmlns:a16="http://schemas.microsoft.com/office/drawing/2014/main" id="{A69E8986-A1C0-4BB2-AC5A-F0624A397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karta Přechody</a:t>
            </a:r>
          </a:p>
        </p:txBody>
      </p:sp>
      <p:sp>
        <p:nvSpPr>
          <p:cNvPr id="9" name="Zástupný symbol pro text 8">
            <a:extLst>
              <a:ext uri="{FF2B5EF4-FFF2-40B4-BE49-F238E27FC236}">
                <a16:creationId xmlns:a16="http://schemas.microsoft.com/office/drawing/2014/main" id="{5A46CCB5-3312-4CA8-A146-5064F74138B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cs-CZ" dirty="0"/>
              <a:t>na všechny snímky aplikujte přechod Dveře a nastavte jeho časování:</a:t>
            </a:r>
          </a:p>
          <a:p>
            <a:r>
              <a:rPr lang="cs-CZ" dirty="0"/>
              <a:t>zvuk – Sání s dobou trvání 2</a:t>
            </a:r>
          </a:p>
          <a:p>
            <a:r>
              <a:rPr lang="cs-CZ" dirty="0"/>
              <a:t>každý další bude o 0,3 delší</a:t>
            </a:r>
          </a:p>
          <a:p>
            <a:r>
              <a:rPr lang="cs-CZ" dirty="0"/>
              <a:t>všechny přechody budou při kliknutí, pouze přechod z prvního snímku na druhý bude automatický za 00:07</a:t>
            </a:r>
          </a:p>
          <a:p>
            <a:endParaRPr lang="cs-CZ" dirty="0"/>
          </a:p>
        </p:txBody>
      </p:sp>
      <p:sp>
        <p:nvSpPr>
          <p:cNvPr id="13" name="Zástupný symbol pro obsah 12">
            <a:extLst>
              <a:ext uri="{FF2B5EF4-FFF2-40B4-BE49-F238E27FC236}">
                <a16:creationId xmlns:a16="http://schemas.microsoft.com/office/drawing/2014/main" id="{E2911B98-B4AC-44FD-B953-45DC14BCBA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sem překopírujte z nápovědy informaci o uložení návrhu snímku jako šablony</a:t>
            </a:r>
          </a:p>
        </p:txBody>
      </p:sp>
    </p:spTree>
    <p:extLst>
      <p:ext uri="{BB962C8B-B14F-4D97-AF65-F5344CB8AC3E}">
        <p14:creationId xmlns:p14="http://schemas.microsoft.com/office/powerpoint/2010/main" val="365472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>
            <a:extLst>
              <a:ext uri="{FF2B5EF4-FFF2-40B4-BE49-F238E27FC236}">
                <a16:creationId xmlns:a16="http://schemas.microsoft.com/office/drawing/2014/main" id="{D1B7C135-FC26-4285-86AA-53D0959EB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obsah 5">
            <a:extLst>
              <a:ext uri="{FF2B5EF4-FFF2-40B4-BE49-F238E27FC236}">
                <a16:creationId xmlns:a16="http://schemas.microsoft.com/office/drawing/2014/main" id="{222E2114-A141-412F-AE42-7B4E1A058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prezentaci uložte </a:t>
            </a:r>
          </a:p>
          <a:p>
            <a:pPr lvl="1"/>
            <a:r>
              <a:rPr lang="cs-CZ" dirty="0"/>
              <a:t>pod názvem </a:t>
            </a:r>
            <a:r>
              <a:rPr lang="cs-CZ" dirty="0" err="1"/>
              <a:t>PP_prijmeni</a:t>
            </a:r>
            <a:r>
              <a:rPr lang="cs-CZ" dirty="0"/>
              <a:t> jako prezentaci</a:t>
            </a:r>
          </a:p>
          <a:p>
            <a:pPr lvl="1"/>
            <a:r>
              <a:rPr lang="cs-CZ" dirty="0"/>
              <a:t>pod názvem </a:t>
            </a:r>
            <a:r>
              <a:rPr lang="cs-CZ" dirty="0" err="1"/>
              <a:t>PP_prijmeni_jmeno</a:t>
            </a:r>
            <a:r>
              <a:rPr lang="cs-CZ" dirty="0"/>
              <a:t> jako </a:t>
            </a:r>
            <a:r>
              <a:rPr lang="cs-CZ" dirty="0" err="1"/>
              <a:t>pdf</a:t>
            </a:r>
            <a:endParaRPr lang="cs-CZ" dirty="0"/>
          </a:p>
          <a:p>
            <a:pPr lvl="1"/>
            <a:r>
              <a:rPr lang="cs-CZ" dirty="0"/>
              <a:t>pod názvem </a:t>
            </a:r>
            <a:r>
              <a:rPr lang="cs-CZ" dirty="0" err="1"/>
              <a:t>PP_jmeno_prijmeni</a:t>
            </a:r>
            <a:r>
              <a:rPr lang="cs-CZ" dirty="0"/>
              <a:t> jako textový soubor</a:t>
            </a:r>
          </a:p>
        </p:txBody>
      </p:sp>
    </p:spTree>
    <p:extLst>
      <p:ext uri="{BB962C8B-B14F-4D97-AF65-F5344CB8AC3E}">
        <p14:creationId xmlns:p14="http://schemas.microsoft.com/office/powerpoint/2010/main" val="3517473660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aralaxa">
  <a:themeElements>
    <a:clrScheme name="Paralaxa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axa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ax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3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1382</TotalTime>
  <Words>307</Words>
  <Application>Microsoft Office PowerPoint</Application>
  <PresentationFormat>Širokoúhlá obrazovka</PresentationFormat>
  <Paragraphs>56</Paragraphs>
  <Slides>6</Slides>
  <Notes>6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2</vt:i4>
      </vt:variant>
      <vt:variant>
        <vt:lpstr>Nadpisy snímků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Corbel</vt:lpstr>
      <vt:lpstr>Motiv Office</vt:lpstr>
      <vt:lpstr>Paralaxa</vt:lpstr>
      <vt:lpstr>Děkuji za pozornost</vt:lpstr>
      <vt:lpstr>PowerPoint </vt:lpstr>
      <vt:lpstr>Změňte rozložení tohoto snímku na nadpis a dva obsahy. Obsah levého rámečku rovnoměrně rozložte mezi dva nově vzniklé rámečky.</vt:lpstr>
      <vt:lpstr>karta Vložení</vt:lpstr>
      <vt:lpstr>karta Přechody</vt:lpstr>
      <vt:lpstr>Prezentace aplikace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</dc:title>
  <dc:creator>Richard</dc:creator>
  <cp:lastModifiedBy>Votavová Gabriela</cp:lastModifiedBy>
  <cp:revision>9</cp:revision>
  <cp:lastPrinted>2018-02-20T11:56:38Z</cp:lastPrinted>
  <dcterms:created xsi:type="dcterms:W3CDTF">2018-02-07T17:04:53Z</dcterms:created>
  <dcterms:modified xsi:type="dcterms:W3CDTF">2018-02-21T09:25:51Z</dcterms:modified>
</cp:coreProperties>
</file>