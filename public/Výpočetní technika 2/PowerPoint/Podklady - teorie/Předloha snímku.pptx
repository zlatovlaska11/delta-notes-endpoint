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4"/>
  </p:sldMasterIdLst>
  <p:notesMasterIdLst>
    <p:notesMasterId r:id="rId14"/>
  </p:notesMasterIdLst>
  <p:sldIdLst>
    <p:sldId id="256" r:id="rId5"/>
    <p:sldId id="266" r:id="rId6"/>
    <p:sldId id="272" r:id="rId7"/>
    <p:sldId id="262" r:id="rId8"/>
    <p:sldId id="263" r:id="rId9"/>
    <p:sldId id="273" r:id="rId10"/>
    <p:sldId id="267" r:id="rId11"/>
    <p:sldId id="264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E4BC7-72BF-4A1B-AE3E-6DA7368B1EE0}" v="69" dt="2021-03-01T14:35:59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318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1C7E4BC7-72BF-4A1B-AE3E-6DA7368B1EE0}"/>
    <pc:docChg chg="undo custSel addSld modSld modMainMaster">
      <pc:chgData name="Votavová Gabriela" userId="f151b92f-625a-445a-9d4b-1ed80f6e2b7e" providerId="ADAL" clId="{1C7E4BC7-72BF-4A1B-AE3E-6DA7368B1EE0}" dt="2021-03-01T14:35:59.051" v="155" actId="20577"/>
      <pc:docMkLst>
        <pc:docMk/>
      </pc:docMkLst>
      <pc:sldChg chg="modSp mod">
        <pc:chgData name="Votavová Gabriela" userId="f151b92f-625a-445a-9d4b-1ed80f6e2b7e" providerId="ADAL" clId="{1C7E4BC7-72BF-4A1B-AE3E-6DA7368B1EE0}" dt="2021-03-01T14:32:15.853" v="78" actId="20577"/>
        <pc:sldMkLst>
          <pc:docMk/>
          <pc:sldMk cId="0" sldId="262"/>
        </pc:sldMkLst>
        <pc:spChg chg="mod">
          <ac:chgData name="Votavová Gabriela" userId="f151b92f-625a-445a-9d4b-1ed80f6e2b7e" providerId="ADAL" clId="{1C7E4BC7-72BF-4A1B-AE3E-6DA7368B1EE0}" dt="2021-03-01T14:32:15.853" v="78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 modAnim">
        <pc:chgData name="Votavová Gabriela" userId="f151b92f-625a-445a-9d4b-1ed80f6e2b7e" providerId="ADAL" clId="{1C7E4BC7-72BF-4A1B-AE3E-6DA7368B1EE0}" dt="2021-03-01T14:34:14.750" v="114" actId="1076"/>
        <pc:sldMkLst>
          <pc:docMk/>
          <pc:sldMk cId="0" sldId="263"/>
        </pc:sldMkLst>
        <pc:spChg chg="mod">
          <ac:chgData name="Votavová Gabriela" userId="f151b92f-625a-445a-9d4b-1ed80f6e2b7e" providerId="ADAL" clId="{1C7E4BC7-72BF-4A1B-AE3E-6DA7368B1EE0}" dt="2021-03-01T14:34:14.750" v="114" actId="1076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Votavová Gabriela" userId="f151b92f-625a-445a-9d4b-1ed80f6e2b7e" providerId="ADAL" clId="{1C7E4BC7-72BF-4A1B-AE3E-6DA7368B1EE0}" dt="2021-03-01T14:28:14.312" v="9" actId="20577"/>
        <pc:sldMkLst>
          <pc:docMk/>
          <pc:sldMk cId="0" sldId="264"/>
        </pc:sldMkLst>
        <pc:spChg chg="mod">
          <ac:chgData name="Votavová Gabriela" userId="f151b92f-625a-445a-9d4b-1ed80f6e2b7e" providerId="ADAL" clId="{1C7E4BC7-72BF-4A1B-AE3E-6DA7368B1EE0}" dt="2021-03-01T14:28:14.312" v="9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modSp mod modAnim">
        <pc:chgData name="Votavová Gabriela" userId="f151b92f-625a-445a-9d4b-1ed80f6e2b7e" providerId="ADAL" clId="{1C7E4BC7-72BF-4A1B-AE3E-6DA7368B1EE0}" dt="2021-03-01T14:35:59.051" v="155" actId="20577"/>
        <pc:sldMkLst>
          <pc:docMk/>
          <pc:sldMk cId="0" sldId="267"/>
        </pc:sldMkLst>
        <pc:spChg chg="mod">
          <ac:chgData name="Votavová Gabriela" userId="f151b92f-625a-445a-9d4b-1ed80f6e2b7e" providerId="ADAL" clId="{1C7E4BC7-72BF-4A1B-AE3E-6DA7368B1EE0}" dt="2021-03-01T14:35:15.254" v="132" actId="14100"/>
          <ac:spMkLst>
            <pc:docMk/>
            <pc:sldMk cId="0" sldId="267"/>
            <ac:spMk id="6" creationId="{00000000-0000-0000-0000-000000000000}"/>
          </ac:spMkLst>
        </pc:spChg>
        <pc:spChg chg="mod">
          <ac:chgData name="Votavová Gabriela" userId="f151b92f-625a-445a-9d4b-1ed80f6e2b7e" providerId="ADAL" clId="{1C7E4BC7-72BF-4A1B-AE3E-6DA7368B1EE0}" dt="2021-03-01T14:35:50.054" v="138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Votavová Gabriela" userId="f151b92f-625a-445a-9d4b-1ed80f6e2b7e" providerId="ADAL" clId="{1C7E4BC7-72BF-4A1B-AE3E-6DA7368B1EE0}" dt="2021-03-01T14:35:47.590" v="137" actId="1076"/>
          <ac:spMkLst>
            <pc:docMk/>
            <pc:sldMk cId="0" sldId="267"/>
            <ac:spMk id="8" creationId="{00000000-0000-0000-0000-000000000000}"/>
          </ac:spMkLst>
        </pc:spChg>
        <pc:spChg chg="add mod">
          <ac:chgData name="Votavová Gabriela" userId="f151b92f-625a-445a-9d4b-1ed80f6e2b7e" providerId="ADAL" clId="{1C7E4BC7-72BF-4A1B-AE3E-6DA7368B1EE0}" dt="2021-03-01T14:35:59.051" v="155" actId="20577"/>
          <ac:spMkLst>
            <pc:docMk/>
            <pc:sldMk cId="0" sldId="267"/>
            <ac:spMk id="9" creationId="{236C5DEC-46F9-4894-BCF4-7172DDD0E810}"/>
          </ac:spMkLst>
        </pc:spChg>
        <pc:picChg chg="mod">
          <ac:chgData name="Votavová Gabriela" userId="f151b92f-625a-445a-9d4b-1ed80f6e2b7e" providerId="ADAL" clId="{1C7E4BC7-72BF-4A1B-AE3E-6DA7368B1EE0}" dt="2021-03-01T14:35:07.886" v="131" actId="1076"/>
          <ac:picMkLst>
            <pc:docMk/>
            <pc:sldMk cId="0" sldId="267"/>
            <ac:picMk id="3" creationId="{ED0F7CE1-475F-46F5-99DA-307F14DD495C}"/>
          </ac:picMkLst>
        </pc:picChg>
      </pc:sldChg>
      <pc:sldChg chg="modSp mod">
        <pc:chgData name="Votavová Gabriela" userId="f151b92f-625a-445a-9d4b-1ed80f6e2b7e" providerId="ADAL" clId="{1C7E4BC7-72BF-4A1B-AE3E-6DA7368B1EE0}" dt="2021-03-01T14:28:33.864" v="20" actId="20577"/>
        <pc:sldMkLst>
          <pc:docMk/>
          <pc:sldMk cId="0" sldId="271"/>
        </pc:sldMkLst>
        <pc:spChg chg="mod">
          <ac:chgData name="Votavová Gabriela" userId="f151b92f-625a-445a-9d4b-1ed80f6e2b7e" providerId="ADAL" clId="{1C7E4BC7-72BF-4A1B-AE3E-6DA7368B1EE0}" dt="2021-03-01T14:28:33.864" v="20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add mod modAnim">
        <pc:chgData name="Votavová Gabriela" userId="f151b92f-625a-445a-9d4b-1ed80f6e2b7e" providerId="ADAL" clId="{1C7E4BC7-72BF-4A1B-AE3E-6DA7368B1EE0}" dt="2021-03-01T14:34:20.383" v="115" actId="1076"/>
        <pc:sldMkLst>
          <pc:docMk/>
          <pc:sldMk cId="985374782" sldId="273"/>
        </pc:sldMkLst>
        <pc:spChg chg="mod">
          <ac:chgData name="Votavová Gabriela" userId="f151b92f-625a-445a-9d4b-1ed80f6e2b7e" providerId="ADAL" clId="{1C7E4BC7-72BF-4A1B-AE3E-6DA7368B1EE0}" dt="2021-03-01T14:34:20.383" v="115" actId="1076"/>
          <ac:spMkLst>
            <pc:docMk/>
            <pc:sldMk cId="985374782" sldId="273"/>
            <ac:spMk id="2" creationId="{00000000-0000-0000-0000-000000000000}"/>
          </ac:spMkLst>
        </pc:spChg>
      </pc:sldChg>
      <pc:sldMasterChg chg="modSldLayout">
        <pc:chgData name="Votavová Gabriela" userId="f151b92f-625a-445a-9d4b-1ed80f6e2b7e" providerId="ADAL" clId="{1C7E4BC7-72BF-4A1B-AE3E-6DA7368B1EE0}" dt="2021-03-01T14:29:30.251" v="24" actId="207"/>
        <pc:sldMasterMkLst>
          <pc:docMk/>
          <pc:sldMasterMk cId="2094516290" sldId="2147483690"/>
        </pc:sldMasterMkLst>
        <pc:sldLayoutChg chg="modSp">
          <pc:chgData name="Votavová Gabriela" userId="f151b92f-625a-445a-9d4b-1ed80f6e2b7e" providerId="ADAL" clId="{1C7E4BC7-72BF-4A1B-AE3E-6DA7368B1EE0}" dt="2021-03-01T14:29:30.251" v="24" actId="207"/>
          <pc:sldLayoutMkLst>
            <pc:docMk/>
            <pc:sldMasterMk cId="2094516290" sldId="2147483690"/>
            <pc:sldLayoutMk cId="4106189674" sldId="2147483702"/>
          </pc:sldLayoutMkLst>
          <pc:spChg chg="mod">
            <ac:chgData name="Votavová Gabriela" userId="f151b92f-625a-445a-9d4b-1ed80f6e2b7e" providerId="ADAL" clId="{1C7E4BC7-72BF-4A1B-AE3E-6DA7368B1EE0}" dt="2021-03-01T14:29:30.251" v="24" actId="207"/>
            <ac:spMkLst>
              <pc:docMk/>
              <pc:sldMasterMk cId="2094516290" sldId="2147483690"/>
              <pc:sldLayoutMk cId="4106189674" sldId="2147483702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35D34-2AD8-40EE-AE72-66AC871F1922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D4812-5E08-4BCE-9B6A-3AD68F4B289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1903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99841-81B5-4A87-BA00-0D25E4D63F69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746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6C6C7-24D9-4C5D-8EF8-3ACDFA4C6768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249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5839-7E8F-4DBB-A86E-0A465492DF26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800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43D34-3EF4-4D9F-B176-BCFD83F87738}" type="datetime1">
              <a:rPr lang="cs-CZ" smtClean="0"/>
              <a:t>01.03.2021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5506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FD9A-0898-463B-9C38-C8BF78BE1689}" type="datetime1">
              <a:rPr lang="cs-CZ" smtClean="0"/>
              <a:t>01.03.2021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27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26CE-D4CF-4A30-8554-B4976980BA64}" type="datetime1">
              <a:rPr lang="cs-CZ" smtClean="0"/>
              <a:t>01.03.2021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591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214B-6E6E-4840-9003-4B9FD62C5704}" type="datetime1">
              <a:rPr lang="cs-CZ" smtClean="0"/>
              <a:t>01.03.2021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63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C82A-CAB5-4A0E-B5B1-9596E862F4D0}" type="datetime1">
              <a:rPr lang="cs-CZ" smtClean="0"/>
              <a:t>01.03.2021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440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fld id="{761971AB-5589-495F-8EA2-A618E095E078}" type="datetime1">
              <a:rPr lang="cs-CZ" smtClean="0"/>
              <a:t>01.03.2021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002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F610-2C5C-46BE-8820-AAE4251291BB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511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006C3-FA12-413E-BFDF-45C1F657434A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5807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nímek s anim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55650" y="548680"/>
            <a:ext cx="7931150" cy="1143000"/>
          </a:xfrm>
        </p:spPr>
        <p:txBody>
          <a:bodyPr/>
          <a:lstStyle>
            <a:lvl1pPr>
              <a:defRPr cap="small" baseline="0"/>
            </a:lvl1pPr>
          </a:lstStyle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90BE-5470-4E2A-BC60-0691A443545C}" type="datetime1">
              <a:rPr lang="cs-CZ" smtClean="0"/>
              <a:t>01.03.2021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Zástupný symbol pro text 6"/>
          <p:cNvSpPr>
            <a:spLocks noGrp="1"/>
          </p:cNvSpPr>
          <p:nvPr>
            <p:ph type="body" sz="quarter" idx="13"/>
          </p:nvPr>
        </p:nvSpPr>
        <p:spPr>
          <a:xfrm>
            <a:off x="755650" y="1988839"/>
            <a:ext cx="7848600" cy="367218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3600"/>
            </a:lvl2pPr>
            <a:lvl3pPr>
              <a:defRPr sz="2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410618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lastní rozlož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06B25-76E2-4FF2-AA9D-8735BC52755C}" type="datetime1">
              <a:rPr lang="cs-CZ" smtClean="0"/>
              <a:t>01.03.2021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6605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nímek s animací_velké pís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AEA6F-40DD-47DD-BDF6-94C7C55B4413}" type="datetime1">
              <a:rPr lang="cs-CZ" smtClean="0"/>
              <a:t>01.03.2021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Zástupný symbol pro text 6"/>
          <p:cNvSpPr>
            <a:spLocks noGrp="1"/>
          </p:cNvSpPr>
          <p:nvPr>
            <p:ph type="body" sz="quarter" idx="13"/>
          </p:nvPr>
        </p:nvSpPr>
        <p:spPr>
          <a:xfrm>
            <a:off x="755650" y="1628775"/>
            <a:ext cx="7848600" cy="4032250"/>
          </a:xfrm>
        </p:spPr>
        <p:txBody>
          <a:bodyPr/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0" y="638923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21298-BEEE-4A12-B9B0-A5339CE375AA}" type="datetime1">
              <a:rPr lang="cs-CZ" smtClean="0"/>
              <a:t>01.03.2021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9375" y="638816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4419" y="619059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9451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673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sm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B5F9E98A-4FF4-43D6-9C48-6DF0E7F2D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D207A636-DC99-4588-80C4-9E069B97C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720700" y="960241"/>
            <a:ext cx="5023884" cy="4203872"/>
          </a:xfrm>
        </p:spPr>
        <p:txBody>
          <a:bodyPr anchor="ctr">
            <a:normAutofit/>
          </a:bodyPr>
          <a:lstStyle/>
          <a:p>
            <a:pPr algn="r"/>
            <a:r>
              <a:rPr lang="cs-CZ" cap="small" dirty="0"/>
              <a:t>Práce               s předlohou snímku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39803" y="964028"/>
            <a:ext cx="2078155" cy="4196299"/>
          </a:xfrm>
        </p:spPr>
        <p:txBody>
          <a:bodyPr anchor="ctr">
            <a:normAutofit/>
          </a:bodyPr>
          <a:lstStyle/>
          <a:p>
            <a:r>
              <a:rPr lang="cs-CZ" dirty="0"/>
              <a:t>Grafická úprava prezentace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93EE3FA7-D076-401B-8A65-CB95E276A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1" t="10889" r="38495" b="30830"/>
          <a:stretch/>
        </p:blipFill>
        <p:spPr>
          <a:xfrm rot="5400000">
            <a:off x="3949722" y="3060900"/>
            <a:ext cx="4288809" cy="1068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9A60B9D-8DAC-4DA9-88DE-9911621A2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5">
            <a:extLst>
              <a:ext uri="{FF2B5EF4-FFF2-40B4-BE49-F238E27FC236}">
                <a16:creationId xmlns:a16="http://schemas.microsoft.com/office/drawing/2014/main" id="{48395B4C-F7AE-4095-961A-96358840A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dirty="0"/>
              <a:t>Zobrazení předlohy snímku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A7DEDC41-B531-45E5-83F2-A25474C67D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65" r="48371" b="50595"/>
          <a:stretch/>
        </p:blipFill>
        <p:spPr>
          <a:xfrm>
            <a:off x="444788" y="1628800"/>
            <a:ext cx="8254424" cy="4176465"/>
          </a:xfrm>
          <a:prstGeom prst="rect">
            <a:avLst/>
          </a:prstGeom>
        </p:spPr>
      </p:pic>
      <p:sp>
        <p:nvSpPr>
          <p:cNvPr id="5" name="Ovál 4">
            <a:extLst>
              <a:ext uri="{FF2B5EF4-FFF2-40B4-BE49-F238E27FC236}">
                <a16:creationId xmlns:a16="http://schemas.microsoft.com/office/drawing/2014/main" id="{B16C371D-E77F-48AE-838B-65992085FC2A}"/>
              </a:ext>
            </a:extLst>
          </p:cNvPr>
          <p:cNvSpPr/>
          <p:nvPr/>
        </p:nvSpPr>
        <p:spPr>
          <a:xfrm>
            <a:off x="7493425" y="1528041"/>
            <a:ext cx="1205787" cy="1036751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936E032-BF19-494D-8B1A-4B92861C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2</a:t>
            </a:fld>
            <a:endParaRPr lang="cs-CZ"/>
          </a:p>
        </p:txBody>
      </p:sp>
      <p:sp>
        <p:nvSpPr>
          <p:cNvPr id="31" name="Ovál 30">
            <a:extLst>
              <a:ext uri="{FF2B5EF4-FFF2-40B4-BE49-F238E27FC236}">
                <a16:creationId xmlns:a16="http://schemas.microsoft.com/office/drawing/2014/main" id="{A910F28E-0176-4F36-852E-A5A5A68D6DA5}"/>
              </a:ext>
            </a:extLst>
          </p:cNvPr>
          <p:cNvSpPr/>
          <p:nvPr/>
        </p:nvSpPr>
        <p:spPr>
          <a:xfrm>
            <a:off x="3704436" y="2159659"/>
            <a:ext cx="1205787" cy="1036751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cs-CZ" dirty="0"/>
              <a:t>Předloha snímku</a:t>
            </a:r>
            <a:endParaRPr lang="en-US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45D010B-8156-4B15-BF25-2FA943FF54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96" r="21864" b="26383"/>
          <a:stretch/>
        </p:blipFill>
        <p:spPr>
          <a:xfrm>
            <a:off x="230953" y="1685586"/>
            <a:ext cx="8682094" cy="4351507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AEC0F5-9C59-4C11-AA0F-A6C1FD32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3</a:t>
            </a:fld>
            <a:endParaRPr lang="cs-CZ"/>
          </a:p>
        </p:txBody>
      </p:sp>
      <p:sp>
        <p:nvSpPr>
          <p:cNvPr id="12" name="Ovál 11">
            <a:extLst>
              <a:ext uri="{FF2B5EF4-FFF2-40B4-BE49-F238E27FC236}">
                <a16:creationId xmlns:a16="http://schemas.microsoft.com/office/drawing/2014/main" id="{647FE242-0A4D-4B71-B326-1C0094797693}"/>
              </a:ext>
            </a:extLst>
          </p:cNvPr>
          <p:cNvSpPr/>
          <p:nvPr/>
        </p:nvSpPr>
        <p:spPr>
          <a:xfrm>
            <a:off x="683568" y="1381220"/>
            <a:ext cx="1205787" cy="1036751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7306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755650" y="692696"/>
            <a:ext cx="7211070" cy="1143000"/>
          </a:xfrm>
        </p:spPr>
        <p:txBody>
          <a:bodyPr>
            <a:noAutofit/>
          </a:bodyPr>
          <a:lstStyle/>
          <a:p>
            <a:pPr marL="361950"/>
            <a:r>
              <a:rPr lang="cs-CZ" dirty="0"/>
              <a:t>práce s Předlohou snímku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jako se snímkem</a:t>
            </a:r>
          </a:p>
          <a:p>
            <a:r>
              <a:rPr lang="cs-CZ" sz="2400" dirty="0"/>
              <a:t>formát předlohy, bude na snímcích</a:t>
            </a:r>
          </a:p>
          <a:p>
            <a:r>
              <a:rPr lang="cs-CZ" sz="2400" dirty="0"/>
              <a:t>formáty, grafika, pozadí snímku</a:t>
            </a:r>
          </a:p>
          <a:p>
            <a:r>
              <a:rPr lang="cs-CZ" sz="2400" dirty="0"/>
              <a:t>objekty na pozadí snímku nelze ze snímku smazat, jde to pouze v předloze</a:t>
            </a:r>
          </a:p>
          <a:p>
            <a:pPr>
              <a:buNone/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FBBE574-44F9-4FE6-9265-35DC79010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1950"/>
            <a:r>
              <a:rPr lang="cs-CZ" dirty="0"/>
              <a:t>Co je součástí předlohy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type="body" sz="quarter" idx="4294967295"/>
          </p:nvPr>
        </p:nvSpPr>
        <p:spPr>
          <a:xfrm>
            <a:off x="715491" y="2005407"/>
            <a:ext cx="6228928" cy="3529162"/>
          </a:xfrm>
        </p:spPr>
        <p:txBody>
          <a:bodyPr>
            <a:noAutofit/>
          </a:bodyPr>
          <a:lstStyle/>
          <a:p>
            <a:r>
              <a:rPr lang="cs-CZ" sz="2400" dirty="0"/>
              <a:t>různá rozložení snímku</a:t>
            </a:r>
          </a:p>
          <a:p>
            <a:r>
              <a:rPr lang="cs-CZ" sz="2400" dirty="0"/>
              <a:t>zástupné symboly pro text, obrázek, graf, tabulku, </a:t>
            </a:r>
            <a:r>
              <a:rPr lang="cs-CZ" sz="2400" dirty="0" err="1"/>
              <a:t>SmartArt</a:t>
            </a:r>
            <a:r>
              <a:rPr lang="cs-CZ" sz="2400" dirty="0"/>
              <a:t>, …</a:t>
            </a:r>
          </a:p>
          <a:p>
            <a:r>
              <a:rPr lang="cs-CZ" sz="2400" dirty="0"/>
              <a:t>logo, obrázky na pozadí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307A5F2-8FBE-4AC4-98C4-E64852FE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946A43CE-A133-4237-B3FA-04947DD7C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7687"/>
            <a:ext cx="9144000" cy="13130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1950"/>
            <a:r>
              <a:rPr lang="cs-CZ" dirty="0"/>
              <a:t>Co je součástí předlohy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type="body" sz="quarter" idx="4294967295"/>
          </p:nvPr>
        </p:nvSpPr>
        <p:spPr>
          <a:xfrm>
            <a:off x="715491" y="2005407"/>
            <a:ext cx="6228928" cy="3529162"/>
          </a:xfrm>
        </p:spPr>
        <p:txBody>
          <a:bodyPr>
            <a:normAutofit/>
          </a:bodyPr>
          <a:lstStyle/>
          <a:p>
            <a:r>
              <a:rPr lang="cs-CZ" sz="2400" dirty="0"/>
              <a:t>motivy, písma, efekty</a:t>
            </a:r>
          </a:p>
          <a:p>
            <a:r>
              <a:rPr lang="cs-CZ" sz="2400" dirty="0"/>
              <a:t>záhlaví a zápatí přes kartu (Vložení)</a:t>
            </a:r>
          </a:p>
          <a:p>
            <a:r>
              <a:rPr lang="cs-CZ" sz="2400" dirty="0"/>
              <a:t>orientace snímku</a:t>
            </a:r>
          </a:p>
          <a:p>
            <a:r>
              <a:rPr lang="cs-CZ" sz="2400" dirty="0"/>
              <a:t>animace</a:t>
            </a:r>
          </a:p>
          <a:p>
            <a:pPr marL="0" indent="0">
              <a:buNone/>
            </a:pPr>
            <a:endParaRPr lang="cs-CZ" sz="2400" dirty="0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307A5F2-8FBE-4AC4-98C4-E64852FE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6</a:t>
            </a:fld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946A43CE-A133-4237-B3FA-04947DD7C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7687"/>
            <a:ext cx="9144000" cy="131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7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D0F7CE1-475F-46F5-99DA-307F14DD4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095158"/>
            <a:ext cx="3652701" cy="5688632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91264" cy="1143000"/>
          </a:xfrm>
        </p:spPr>
        <p:txBody>
          <a:bodyPr>
            <a:normAutofit/>
          </a:bodyPr>
          <a:lstStyle/>
          <a:p>
            <a:pPr marL="361950"/>
            <a:r>
              <a:rPr lang="cs-CZ" dirty="0"/>
              <a:t>  Předloha a rozložení snímku</a:t>
            </a:r>
          </a:p>
        </p:txBody>
      </p:sp>
      <p:sp>
        <p:nvSpPr>
          <p:cNvPr id="7" name="Obdélníkový popisek 6"/>
          <p:cNvSpPr/>
          <p:nvPr/>
        </p:nvSpPr>
        <p:spPr>
          <a:xfrm>
            <a:off x="6425211" y="2838549"/>
            <a:ext cx="2160000" cy="936104"/>
          </a:xfrm>
          <a:prstGeom prst="wedgeRectCallout">
            <a:avLst>
              <a:gd name="adj1" fmla="val -102104"/>
              <a:gd name="adj2" fmla="val 7927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Rozložení:</a:t>
            </a:r>
          </a:p>
          <a:p>
            <a:pPr algn="ctr"/>
            <a:r>
              <a:rPr lang="cs-CZ" dirty="0"/>
              <a:t>Úvodní snímek</a:t>
            </a:r>
          </a:p>
        </p:txBody>
      </p:sp>
      <p:sp>
        <p:nvSpPr>
          <p:cNvPr id="6" name="Obdélníkový popisek 5"/>
          <p:cNvSpPr/>
          <p:nvPr/>
        </p:nvSpPr>
        <p:spPr>
          <a:xfrm>
            <a:off x="558789" y="1930135"/>
            <a:ext cx="2160000" cy="936000"/>
          </a:xfrm>
          <a:prstGeom prst="wedgeRectCallout">
            <a:avLst>
              <a:gd name="adj1" fmla="val 47970"/>
              <a:gd name="adj2" fmla="val -7800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Označení oddílu</a:t>
            </a:r>
          </a:p>
        </p:txBody>
      </p:sp>
      <p:sp>
        <p:nvSpPr>
          <p:cNvPr id="8" name="Obdélníkový popisek 7"/>
          <p:cNvSpPr/>
          <p:nvPr/>
        </p:nvSpPr>
        <p:spPr>
          <a:xfrm>
            <a:off x="6526800" y="4552545"/>
            <a:ext cx="2160000" cy="936104"/>
          </a:xfrm>
          <a:prstGeom prst="wedgeRectCallout">
            <a:avLst>
              <a:gd name="adj1" fmla="val -105511"/>
              <a:gd name="adj2" fmla="val 85833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Rozložení:</a:t>
            </a:r>
          </a:p>
          <a:p>
            <a:pPr algn="ctr"/>
            <a:r>
              <a:rPr lang="cs-CZ" dirty="0"/>
              <a:t>Nadpis a obsah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C67D803-6524-4C2F-AD3A-8DDFA435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7</a:t>
            </a:fld>
            <a:endParaRPr lang="cs-CZ"/>
          </a:p>
        </p:txBody>
      </p:sp>
      <p:sp>
        <p:nvSpPr>
          <p:cNvPr id="9" name="Obdélníkový popisek 6">
            <a:extLst>
              <a:ext uri="{FF2B5EF4-FFF2-40B4-BE49-F238E27FC236}">
                <a16:creationId xmlns:a16="http://schemas.microsoft.com/office/drawing/2014/main" id="{236C5DEC-46F9-4894-BCF4-7172DDD0E810}"/>
              </a:ext>
            </a:extLst>
          </p:cNvPr>
          <p:cNvSpPr/>
          <p:nvPr/>
        </p:nvSpPr>
        <p:spPr>
          <a:xfrm>
            <a:off x="6331634" y="1009311"/>
            <a:ext cx="2160000" cy="936104"/>
          </a:xfrm>
          <a:prstGeom prst="wedgeRectCallout">
            <a:avLst>
              <a:gd name="adj1" fmla="val -102104"/>
              <a:gd name="adj2" fmla="val 7927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Označení předlohy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quarter" idx="13"/>
          </p:nvPr>
        </p:nvSpPr>
        <p:spPr>
          <a:xfrm>
            <a:off x="838200" y="2079146"/>
            <a:ext cx="7848600" cy="3672185"/>
          </a:xfrm>
        </p:spPr>
        <p:txBody>
          <a:bodyPr>
            <a:normAutofit/>
          </a:bodyPr>
          <a:lstStyle/>
          <a:p>
            <a:r>
              <a:rPr lang="cs-CZ" sz="2400" dirty="0"/>
              <a:t>práce s předlohou zrychluje vytváření nebo úpravu již hotové prezentace</a:t>
            </a:r>
          </a:p>
          <a:p>
            <a:r>
              <a:rPr lang="cs-CZ" sz="2400" dirty="0"/>
              <a:t>zajišťuje jednotný vzhled</a:t>
            </a:r>
          </a:p>
          <a:p>
            <a:r>
              <a:rPr lang="cs-CZ" sz="2400" dirty="0"/>
              <a:t>je vhodná pokud se opakuje typ snímků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8AA97C0-777F-4472-9C9D-66C8259F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8</a:t>
            </a:fld>
            <a:endParaRPr 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quarter" idx="13"/>
          </p:nvPr>
        </p:nvSpPr>
        <p:spPr>
          <a:xfrm>
            <a:off x="755650" y="1592907"/>
            <a:ext cx="8136830" cy="4428381"/>
          </a:xfrm>
        </p:spPr>
        <p:txBody>
          <a:bodyPr>
            <a:normAutofit/>
          </a:bodyPr>
          <a:lstStyle/>
          <a:p>
            <a:r>
              <a:rPr lang="cs-CZ" sz="2000" dirty="0"/>
              <a:t>KRÁL, Mojmír a Ivo MAGERA. </a:t>
            </a:r>
            <a:r>
              <a:rPr lang="cs-CZ" sz="2000" i="1" dirty="0"/>
              <a:t>Microsoft Office PowerPoint 2007: podrobná uživatelská příručka</a:t>
            </a:r>
            <a:r>
              <a:rPr lang="cs-CZ" sz="2000" dirty="0"/>
              <a:t>. </a:t>
            </a:r>
            <a:r>
              <a:rPr lang="cs-CZ" sz="2000" dirty="0" err="1"/>
              <a:t>Vyd</a:t>
            </a:r>
            <a:r>
              <a:rPr lang="cs-CZ" sz="2000" dirty="0"/>
              <a:t>. 1. Brno: </a:t>
            </a:r>
            <a:r>
              <a:rPr lang="cs-CZ" sz="2000" dirty="0" err="1"/>
              <a:t>Computer</a:t>
            </a:r>
            <a:r>
              <a:rPr lang="cs-CZ" sz="2000" dirty="0"/>
              <a:t> </a:t>
            </a:r>
            <a:r>
              <a:rPr lang="cs-CZ" sz="2000" dirty="0" err="1"/>
              <a:t>Press</a:t>
            </a:r>
            <a:r>
              <a:rPr lang="cs-CZ" sz="2000" dirty="0"/>
              <a:t>, 2007. ISBN 978-80-251-1619-7. </a:t>
            </a:r>
          </a:p>
          <a:p>
            <a:r>
              <a:rPr lang="cs-CZ" sz="2000" dirty="0"/>
              <a:t>Obrázky byly vytvořeny jako </a:t>
            </a:r>
            <a:r>
              <a:rPr lang="cs-CZ" sz="2000" dirty="0" err="1"/>
              <a:t>Print</a:t>
            </a:r>
            <a:r>
              <a:rPr lang="cs-CZ" sz="2000" dirty="0"/>
              <a:t> </a:t>
            </a:r>
            <a:r>
              <a:rPr lang="cs-CZ" sz="2000" dirty="0" err="1"/>
              <a:t>Screen</a:t>
            </a:r>
            <a:r>
              <a:rPr lang="cs-CZ" sz="2000" dirty="0"/>
              <a:t> v programu PowerPoint 2016</a:t>
            </a:r>
          </a:p>
          <a:p>
            <a:r>
              <a:rPr lang="cs-CZ" sz="2000" dirty="0"/>
              <a:t>Výukový DUM: VY_32_INOVACE_043.ICT.13.pptx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89174F3-8B4C-4A0F-B993-2A8A9660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9</a:t>
            </a:fld>
            <a:endParaRPr lang="cs-CZ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erie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AFE4CE-2AAF-4ABE-80E3-A97F93742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6F083D-9490-4D4C-822F-B61D1AEE82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F9CC75-F1A8-4B06-A510-917A1D82E18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a85f2e0-d32a-4312-be8a-c00aff2510cf"/>
    <ds:schemaRef ds:uri="http://purl.org/dc/elements/1.1/"/>
    <ds:schemaRef ds:uri="http://schemas.microsoft.com/office/2006/metadata/properties"/>
    <ds:schemaRef ds:uri="c52afa11-cb76-49c2-a807-b2856752eea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195</Words>
  <Application>Microsoft Office PowerPoint</Application>
  <PresentationFormat>Předvádění na obrazovce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Galerie</vt:lpstr>
      <vt:lpstr>Práce               s předlohou snímku</vt:lpstr>
      <vt:lpstr>Zobrazení předlohy snímku</vt:lpstr>
      <vt:lpstr>Předloha snímku</vt:lpstr>
      <vt:lpstr>práce s Předlohou snímku</vt:lpstr>
      <vt:lpstr>Co je součástí předlohy</vt:lpstr>
      <vt:lpstr>Co je součástí předlohy</vt:lpstr>
      <vt:lpstr>  Předloha a rozložení snímku</vt:lpstr>
      <vt:lpstr>Závěr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Práce s předlohou snímku</dc:title>
  <dc:creator>Votavová Gabriela</dc:creator>
  <cp:lastModifiedBy>Votavová Gabriela</cp:lastModifiedBy>
  <cp:revision>2</cp:revision>
  <dcterms:created xsi:type="dcterms:W3CDTF">2020-05-27T09:38:37Z</dcterms:created>
  <dcterms:modified xsi:type="dcterms:W3CDTF">2021-03-01T14:36:05Z</dcterms:modified>
</cp:coreProperties>
</file>