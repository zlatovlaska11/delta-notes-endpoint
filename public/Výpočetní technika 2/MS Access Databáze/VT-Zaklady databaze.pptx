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5"/>
  </p:notesMasterIdLst>
  <p:sldIdLst>
    <p:sldId id="256" r:id="rId2"/>
    <p:sldId id="257" r:id="rId3"/>
    <p:sldId id="275" r:id="rId4"/>
    <p:sldId id="258" r:id="rId5"/>
    <p:sldId id="270" r:id="rId6"/>
    <p:sldId id="260" r:id="rId7"/>
    <p:sldId id="271" r:id="rId8"/>
    <p:sldId id="272" r:id="rId9"/>
    <p:sldId id="273" r:id="rId10"/>
    <p:sldId id="274" r:id="rId11"/>
    <p:sldId id="264" r:id="rId12"/>
    <p:sldId id="277" r:id="rId13"/>
    <p:sldId id="284" r:id="rId14"/>
    <p:sldId id="285" r:id="rId15"/>
    <p:sldId id="286" r:id="rId16"/>
    <p:sldId id="287" r:id="rId17"/>
    <p:sldId id="288" r:id="rId18"/>
    <p:sldId id="289" r:id="rId19"/>
    <p:sldId id="276" r:id="rId20"/>
    <p:sldId id="261" r:id="rId21"/>
    <p:sldId id="262" r:id="rId22"/>
    <p:sldId id="290" r:id="rId23"/>
    <p:sldId id="278" r:id="rId24"/>
    <p:sldId id="265" r:id="rId25"/>
    <p:sldId id="280" r:id="rId26"/>
    <p:sldId id="281" r:id="rId27"/>
    <p:sldId id="282" r:id="rId28"/>
    <p:sldId id="267" r:id="rId29"/>
    <p:sldId id="279" r:id="rId30"/>
    <p:sldId id="291" r:id="rId31"/>
    <p:sldId id="292" r:id="rId32"/>
    <p:sldId id="293" r:id="rId33"/>
    <p:sldId id="268" r:id="rId3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D0B3C4-EB83-4E48-9269-BDE118308BF7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73DF2D12-B689-47A5-81EF-E46A17AE64B2}">
      <dgm:prSet phldrT="[Text]"/>
      <dgm:spPr/>
      <dgm:t>
        <a:bodyPr/>
        <a:lstStyle/>
        <a:p>
          <a:r>
            <a:rPr lang="cs-CZ" dirty="0"/>
            <a:t>data</a:t>
          </a:r>
        </a:p>
      </dgm:t>
    </dgm:pt>
    <dgm:pt modelId="{9E859545-3CBB-4B11-B8CF-E7452A3CCD45}" type="parTrans" cxnId="{E718D41E-173F-4216-8F77-926057825FF4}">
      <dgm:prSet/>
      <dgm:spPr/>
      <dgm:t>
        <a:bodyPr/>
        <a:lstStyle/>
        <a:p>
          <a:endParaRPr lang="cs-CZ"/>
        </a:p>
      </dgm:t>
    </dgm:pt>
    <dgm:pt modelId="{DA691BB1-B9B9-4D61-91B7-F25A2171175B}" type="sibTrans" cxnId="{E718D41E-173F-4216-8F77-926057825FF4}">
      <dgm:prSet/>
      <dgm:spPr/>
      <dgm:t>
        <a:bodyPr/>
        <a:lstStyle/>
        <a:p>
          <a:endParaRPr lang="cs-CZ"/>
        </a:p>
      </dgm:t>
    </dgm:pt>
    <dgm:pt modelId="{EB31567D-5299-4A72-88C8-8FAB2C66219F}">
      <dgm:prSet phldrT="[Text]"/>
      <dgm:spPr/>
      <dgm:t>
        <a:bodyPr/>
        <a:lstStyle/>
        <a:p>
          <a:r>
            <a:rPr lang="cs-CZ" dirty="0"/>
            <a:t>informace</a:t>
          </a:r>
        </a:p>
      </dgm:t>
    </dgm:pt>
    <dgm:pt modelId="{7AAB7100-08F8-4F07-B209-677F81094288}" type="parTrans" cxnId="{AB5BF855-F5BA-4F20-B1DB-CCA859234F11}">
      <dgm:prSet/>
      <dgm:spPr/>
      <dgm:t>
        <a:bodyPr/>
        <a:lstStyle/>
        <a:p>
          <a:endParaRPr lang="cs-CZ"/>
        </a:p>
      </dgm:t>
    </dgm:pt>
    <dgm:pt modelId="{96B34640-54F0-4046-8473-1C954B38C5DD}" type="sibTrans" cxnId="{AB5BF855-F5BA-4F20-B1DB-CCA859234F11}">
      <dgm:prSet/>
      <dgm:spPr/>
      <dgm:t>
        <a:bodyPr/>
        <a:lstStyle/>
        <a:p>
          <a:endParaRPr lang="cs-CZ"/>
        </a:p>
      </dgm:t>
    </dgm:pt>
    <dgm:pt modelId="{7126122E-1035-40C0-AC57-1BC9397C0D46}">
      <dgm:prSet phldrT="[Text]"/>
      <dgm:spPr/>
      <dgm:t>
        <a:bodyPr/>
        <a:lstStyle/>
        <a:p>
          <a:r>
            <a:rPr lang="cs-CZ" dirty="0"/>
            <a:t>znalost</a:t>
          </a:r>
        </a:p>
      </dgm:t>
    </dgm:pt>
    <dgm:pt modelId="{AD2DE624-7E30-436A-B4B1-62B817285A76}" type="parTrans" cxnId="{B93A6CAF-EDBE-4C84-96E6-86A68369E6C1}">
      <dgm:prSet/>
      <dgm:spPr/>
      <dgm:t>
        <a:bodyPr/>
        <a:lstStyle/>
        <a:p>
          <a:endParaRPr lang="cs-CZ"/>
        </a:p>
      </dgm:t>
    </dgm:pt>
    <dgm:pt modelId="{2BAD9255-F505-46DE-892B-0E58942AEC4A}" type="sibTrans" cxnId="{B93A6CAF-EDBE-4C84-96E6-86A68369E6C1}">
      <dgm:prSet/>
      <dgm:spPr/>
      <dgm:t>
        <a:bodyPr/>
        <a:lstStyle/>
        <a:p>
          <a:endParaRPr lang="cs-CZ"/>
        </a:p>
      </dgm:t>
    </dgm:pt>
    <dgm:pt modelId="{D3356577-CC0D-4124-8245-667438741172}">
      <dgm:prSet phldrT="[Text]"/>
      <dgm:spPr/>
      <dgm:t>
        <a:bodyPr/>
        <a:lstStyle/>
        <a:p>
          <a:r>
            <a:rPr lang="cs-CZ" dirty="0"/>
            <a:t>moudrost</a:t>
          </a:r>
        </a:p>
      </dgm:t>
    </dgm:pt>
    <dgm:pt modelId="{2F27070B-93D8-4784-848E-110AD96A4047}" type="parTrans" cxnId="{1E85BD26-0496-46D6-A98B-9CAB73B54C8D}">
      <dgm:prSet/>
      <dgm:spPr/>
      <dgm:t>
        <a:bodyPr/>
        <a:lstStyle/>
        <a:p>
          <a:endParaRPr lang="cs-CZ"/>
        </a:p>
      </dgm:t>
    </dgm:pt>
    <dgm:pt modelId="{618888E9-D663-456D-B6B1-DE05F71FB070}" type="sibTrans" cxnId="{1E85BD26-0496-46D6-A98B-9CAB73B54C8D}">
      <dgm:prSet/>
      <dgm:spPr/>
      <dgm:t>
        <a:bodyPr/>
        <a:lstStyle/>
        <a:p>
          <a:endParaRPr lang="cs-CZ"/>
        </a:p>
      </dgm:t>
    </dgm:pt>
    <dgm:pt modelId="{A05FF848-3C18-4585-B22B-16B67E6213B5}" type="pres">
      <dgm:prSet presAssocID="{9BD0B3C4-EB83-4E48-9269-BDE118308BF7}" presName="Name0" presStyleCnt="0">
        <dgm:presLayoutVars>
          <dgm:dir/>
          <dgm:resizeHandles val="exact"/>
        </dgm:presLayoutVars>
      </dgm:prSet>
      <dgm:spPr/>
    </dgm:pt>
    <dgm:pt modelId="{3669017A-5D56-4F74-A2BD-17E2D7878E1D}" type="pres">
      <dgm:prSet presAssocID="{73DF2D12-B689-47A5-81EF-E46A17AE64B2}" presName="node" presStyleLbl="node1" presStyleIdx="0" presStyleCnt="4">
        <dgm:presLayoutVars>
          <dgm:bulletEnabled val="1"/>
        </dgm:presLayoutVars>
      </dgm:prSet>
      <dgm:spPr/>
    </dgm:pt>
    <dgm:pt modelId="{14E106C7-B000-461E-9B57-00DB77E621DC}" type="pres">
      <dgm:prSet presAssocID="{DA691BB1-B9B9-4D61-91B7-F25A2171175B}" presName="sibTrans" presStyleLbl="sibTrans2D1" presStyleIdx="0" presStyleCnt="3"/>
      <dgm:spPr/>
    </dgm:pt>
    <dgm:pt modelId="{19F8B137-A666-43B5-8121-59729815A023}" type="pres">
      <dgm:prSet presAssocID="{DA691BB1-B9B9-4D61-91B7-F25A2171175B}" presName="connectorText" presStyleLbl="sibTrans2D1" presStyleIdx="0" presStyleCnt="3"/>
      <dgm:spPr/>
    </dgm:pt>
    <dgm:pt modelId="{2A47F011-4A0F-4D90-B682-4D431A60442D}" type="pres">
      <dgm:prSet presAssocID="{EB31567D-5299-4A72-88C8-8FAB2C66219F}" presName="node" presStyleLbl="node1" presStyleIdx="1" presStyleCnt="4">
        <dgm:presLayoutVars>
          <dgm:bulletEnabled val="1"/>
        </dgm:presLayoutVars>
      </dgm:prSet>
      <dgm:spPr/>
    </dgm:pt>
    <dgm:pt modelId="{7C269A89-B2F9-43E6-BAE9-5F1401470499}" type="pres">
      <dgm:prSet presAssocID="{96B34640-54F0-4046-8473-1C954B38C5DD}" presName="sibTrans" presStyleLbl="sibTrans2D1" presStyleIdx="1" presStyleCnt="3"/>
      <dgm:spPr/>
    </dgm:pt>
    <dgm:pt modelId="{33CBB2B7-713C-48F9-9CA3-BB2166EB4205}" type="pres">
      <dgm:prSet presAssocID="{96B34640-54F0-4046-8473-1C954B38C5DD}" presName="connectorText" presStyleLbl="sibTrans2D1" presStyleIdx="1" presStyleCnt="3"/>
      <dgm:spPr/>
    </dgm:pt>
    <dgm:pt modelId="{D49D3905-C72B-428B-B9C9-CE52BFE0C657}" type="pres">
      <dgm:prSet presAssocID="{7126122E-1035-40C0-AC57-1BC9397C0D46}" presName="node" presStyleLbl="node1" presStyleIdx="2" presStyleCnt="4">
        <dgm:presLayoutVars>
          <dgm:bulletEnabled val="1"/>
        </dgm:presLayoutVars>
      </dgm:prSet>
      <dgm:spPr/>
    </dgm:pt>
    <dgm:pt modelId="{3D3F4257-F6A7-45EB-BC23-D7AE1B46BF0F}" type="pres">
      <dgm:prSet presAssocID="{2BAD9255-F505-46DE-892B-0E58942AEC4A}" presName="sibTrans" presStyleLbl="sibTrans2D1" presStyleIdx="2" presStyleCnt="3"/>
      <dgm:spPr/>
    </dgm:pt>
    <dgm:pt modelId="{11882CBC-06A6-437E-9CE5-EA0EB0DA3585}" type="pres">
      <dgm:prSet presAssocID="{2BAD9255-F505-46DE-892B-0E58942AEC4A}" presName="connectorText" presStyleLbl="sibTrans2D1" presStyleIdx="2" presStyleCnt="3"/>
      <dgm:spPr/>
    </dgm:pt>
    <dgm:pt modelId="{6FF3DFBB-D04F-4A2A-A6B7-F87626EB5CBA}" type="pres">
      <dgm:prSet presAssocID="{D3356577-CC0D-4124-8245-667438741172}" presName="node" presStyleLbl="node1" presStyleIdx="3" presStyleCnt="4">
        <dgm:presLayoutVars>
          <dgm:bulletEnabled val="1"/>
        </dgm:presLayoutVars>
      </dgm:prSet>
      <dgm:spPr/>
    </dgm:pt>
  </dgm:ptLst>
  <dgm:cxnLst>
    <dgm:cxn modelId="{E718D41E-173F-4216-8F77-926057825FF4}" srcId="{9BD0B3C4-EB83-4E48-9269-BDE118308BF7}" destId="{73DF2D12-B689-47A5-81EF-E46A17AE64B2}" srcOrd="0" destOrd="0" parTransId="{9E859545-3CBB-4B11-B8CF-E7452A3CCD45}" sibTransId="{DA691BB1-B9B9-4D61-91B7-F25A2171175B}"/>
    <dgm:cxn modelId="{30F7F422-91EC-4E9D-97C1-EFD025C33EC8}" type="presOf" srcId="{D3356577-CC0D-4124-8245-667438741172}" destId="{6FF3DFBB-D04F-4A2A-A6B7-F87626EB5CBA}" srcOrd="0" destOrd="0" presId="urn:microsoft.com/office/officeart/2005/8/layout/process1"/>
    <dgm:cxn modelId="{BB9B7F25-5674-418B-9ABD-4A52867FF98B}" type="presOf" srcId="{96B34640-54F0-4046-8473-1C954B38C5DD}" destId="{7C269A89-B2F9-43E6-BAE9-5F1401470499}" srcOrd="0" destOrd="0" presId="urn:microsoft.com/office/officeart/2005/8/layout/process1"/>
    <dgm:cxn modelId="{1E85BD26-0496-46D6-A98B-9CAB73B54C8D}" srcId="{9BD0B3C4-EB83-4E48-9269-BDE118308BF7}" destId="{D3356577-CC0D-4124-8245-667438741172}" srcOrd="3" destOrd="0" parTransId="{2F27070B-93D8-4784-848E-110AD96A4047}" sibTransId="{618888E9-D663-456D-B6B1-DE05F71FB070}"/>
    <dgm:cxn modelId="{40BB8565-3E05-4C4D-9C42-EBF704BDA309}" type="presOf" srcId="{EB31567D-5299-4A72-88C8-8FAB2C66219F}" destId="{2A47F011-4A0F-4D90-B682-4D431A60442D}" srcOrd="0" destOrd="0" presId="urn:microsoft.com/office/officeart/2005/8/layout/process1"/>
    <dgm:cxn modelId="{2F14646B-1352-465E-BED3-33EB85C5DACE}" type="presOf" srcId="{DA691BB1-B9B9-4D61-91B7-F25A2171175B}" destId="{14E106C7-B000-461E-9B57-00DB77E621DC}" srcOrd="0" destOrd="0" presId="urn:microsoft.com/office/officeart/2005/8/layout/process1"/>
    <dgm:cxn modelId="{AB5BF855-F5BA-4F20-B1DB-CCA859234F11}" srcId="{9BD0B3C4-EB83-4E48-9269-BDE118308BF7}" destId="{EB31567D-5299-4A72-88C8-8FAB2C66219F}" srcOrd="1" destOrd="0" parTransId="{7AAB7100-08F8-4F07-B209-677F81094288}" sibTransId="{96B34640-54F0-4046-8473-1C954B38C5DD}"/>
    <dgm:cxn modelId="{457EBA7D-EA0C-4991-BEC8-EC385AFCF878}" type="presOf" srcId="{2BAD9255-F505-46DE-892B-0E58942AEC4A}" destId="{3D3F4257-F6A7-45EB-BC23-D7AE1B46BF0F}" srcOrd="0" destOrd="0" presId="urn:microsoft.com/office/officeart/2005/8/layout/process1"/>
    <dgm:cxn modelId="{F6AE7396-2E57-4D95-A375-8AA04F136921}" type="presOf" srcId="{73DF2D12-B689-47A5-81EF-E46A17AE64B2}" destId="{3669017A-5D56-4F74-A2BD-17E2D7878E1D}" srcOrd="0" destOrd="0" presId="urn:microsoft.com/office/officeart/2005/8/layout/process1"/>
    <dgm:cxn modelId="{62F885A1-7789-421A-AA1D-94CE0BBA2FFA}" type="presOf" srcId="{DA691BB1-B9B9-4D61-91B7-F25A2171175B}" destId="{19F8B137-A666-43B5-8121-59729815A023}" srcOrd="1" destOrd="0" presId="urn:microsoft.com/office/officeart/2005/8/layout/process1"/>
    <dgm:cxn modelId="{B93A6CAF-EDBE-4C84-96E6-86A68369E6C1}" srcId="{9BD0B3C4-EB83-4E48-9269-BDE118308BF7}" destId="{7126122E-1035-40C0-AC57-1BC9397C0D46}" srcOrd="2" destOrd="0" parTransId="{AD2DE624-7E30-436A-B4B1-62B817285A76}" sibTransId="{2BAD9255-F505-46DE-892B-0E58942AEC4A}"/>
    <dgm:cxn modelId="{6EEC09C4-CBB6-4081-9646-D7BA9735421F}" type="presOf" srcId="{96B34640-54F0-4046-8473-1C954B38C5DD}" destId="{33CBB2B7-713C-48F9-9CA3-BB2166EB4205}" srcOrd="1" destOrd="0" presId="urn:microsoft.com/office/officeart/2005/8/layout/process1"/>
    <dgm:cxn modelId="{02C545C9-D179-4CA1-8AB6-B9873FC49D78}" type="presOf" srcId="{7126122E-1035-40C0-AC57-1BC9397C0D46}" destId="{D49D3905-C72B-428B-B9C9-CE52BFE0C657}" srcOrd="0" destOrd="0" presId="urn:microsoft.com/office/officeart/2005/8/layout/process1"/>
    <dgm:cxn modelId="{0697ABE3-ED53-47BC-8F8D-1135747822F5}" type="presOf" srcId="{2BAD9255-F505-46DE-892B-0E58942AEC4A}" destId="{11882CBC-06A6-437E-9CE5-EA0EB0DA3585}" srcOrd="1" destOrd="0" presId="urn:microsoft.com/office/officeart/2005/8/layout/process1"/>
    <dgm:cxn modelId="{296414FB-F6B6-4A74-8A30-07EBD211E8CF}" type="presOf" srcId="{9BD0B3C4-EB83-4E48-9269-BDE118308BF7}" destId="{A05FF848-3C18-4585-B22B-16B67E6213B5}" srcOrd="0" destOrd="0" presId="urn:microsoft.com/office/officeart/2005/8/layout/process1"/>
    <dgm:cxn modelId="{ABC0B157-A876-4DC1-8400-15078083E263}" type="presParOf" srcId="{A05FF848-3C18-4585-B22B-16B67E6213B5}" destId="{3669017A-5D56-4F74-A2BD-17E2D7878E1D}" srcOrd="0" destOrd="0" presId="urn:microsoft.com/office/officeart/2005/8/layout/process1"/>
    <dgm:cxn modelId="{66989423-E623-4F8B-961B-89062D52F98B}" type="presParOf" srcId="{A05FF848-3C18-4585-B22B-16B67E6213B5}" destId="{14E106C7-B000-461E-9B57-00DB77E621DC}" srcOrd="1" destOrd="0" presId="urn:microsoft.com/office/officeart/2005/8/layout/process1"/>
    <dgm:cxn modelId="{23AA99BD-83A2-4DFD-BDF2-F7AD41C2A3B4}" type="presParOf" srcId="{14E106C7-B000-461E-9B57-00DB77E621DC}" destId="{19F8B137-A666-43B5-8121-59729815A023}" srcOrd="0" destOrd="0" presId="urn:microsoft.com/office/officeart/2005/8/layout/process1"/>
    <dgm:cxn modelId="{BA6D826B-7A82-4651-A68A-0A57A7502F0E}" type="presParOf" srcId="{A05FF848-3C18-4585-B22B-16B67E6213B5}" destId="{2A47F011-4A0F-4D90-B682-4D431A60442D}" srcOrd="2" destOrd="0" presId="urn:microsoft.com/office/officeart/2005/8/layout/process1"/>
    <dgm:cxn modelId="{CB8EC5F0-30FA-45D5-8835-BA65EB8DDE75}" type="presParOf" srcId="{A05FF848-3C18-4585-B22B-16B67E6213B5}" destId="{7C269A89-B2F9-43E6-BAE9-5F1401470499}" srcOrd="3" destOrd="0" presId="urn:microsoft.com/office/officeart/2005/8/layout/process1"/>
    <dgm:cxn modelId="{CCF04657-5DDB-479E-B92F-FF24E0891DEC}" type="presParOf" srcId="{7C269A89-B2F9-43E6-BAE9-5F1401470499}" destId="{33CBB2B7-713C-48F9-9CA3-BB2166EB4205}" srcOrd="0" destOrd="0" presId="urn:microsoft.com/office/officeart/2005/8/layout/process1"/>
    <dgm:cxn modelId="{CE7FBB4A-17EB-4E7F-811E-3E8CD83DDFDF}" type="presParOf" srcId="{A05FF848-3C18-4585-B22B-16B67E6213B5}" destId="{D49D3905-C72B-428B-B9C9-CE52BFE0C657}" srcOrd="4" destOrd="0" presId="urn:microsoft.com/office/officeart/2005/8/layout/process1"/>
    <dgm:cxn modelId="{14192923-D566-4559-A962-79B565B269DE}" type="presParOf" srcId="{A05FF848-3C18-4585-B22B-16B67E6213B5}" destId="{3D3F4257-F6A7-45EB-BC23-D7AE1B46BF0F}" srcOrd="5" destOrd="0" presId="urn:microsoft.com/office/officeart/2005/8/layout/process1"/>
    <dgm:cxn modelId="{1767078C-6D3C-4713-A4F5-B43B707B9162}" type="presParOf" srcId="{3D3F4257-F6A7-45EB-BC23-D7AE1B46BF0F}" destId="{11882CBC-06A6-437E-9CE5-EA0EB0DA3585}" srcOrd="0" destOrd="0" presId="urn:microsoft.com/office/officeart/2005/8/layout/process1"/>
    <dgm:cxn modelId="{34FB2886-CF4E-4912-AC95-FF05B02A2133}" type="presParOf" srcId="{A05FF848-3C18-4585-B22B-16B67E6213B5}" destId="{6FF3DFBB-D04F-4A2A-A6B7-F87626EB5CB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96C54E-A097-487C-9A05-41EF500F3865}" type="doc">
      <dgm:prSet loTypeId="urn:microsoft.com/office/officeart/2005/8/layout/process2" loCatId="process" qsTypeId="urn:microsoft.com/office/officeart/2005/8/quickstyle/simple1" qsCatId="simple" csTypeId="urn:microsoft.com/office/officeart/2005/8/colors/colorful4" csCatId="colorful" phldr="1"/>
      <dgm:spPr/>
    </dgm:pt>
    <dgm:pt modelId="{E60528AA-5BE7-4105-A0A4-EDFE91399DDF}">
      <dgm:prSet phldrT="[Text]"/>
      <dgm:spPr/>
      <dgm:t>
        <a:bodyPr/>
        <a:lstStyle/>
        <a:p>
          <a:r>
            <a:rPr lang="cs-CZ" dirty="0"/>
            <a:t>Analýza</a:t>
          </a:r>
        </a:p>
      </dgm:t>
    </dgm:pt>
    <dgm:pt modelId="{E5F48E6F-8CE4-4E69-A2B9-8AD0BB58144A}" type="parTrans" cxnId="{15958858-F7FB-4A7C-8808-88CE5DE98EA0}">
      <dgm:prSet/>
      <dgm:spPr/>
      <dgm:t>
        <a:bodyPr/>
        <a:lstStyle/>
        <a:p>
          <a:endParaRPr lang="cs-CZ"/>
        </a:p>
      </dgm:t>
    </dgm:pt>
    <dgm:pt modelId="{FB97A1D2-6481-4621-B4AC-125E3B5C2725}" type="sibTrans" cxnId="{15958858-F7FB-4A7C-8808-88CE5DE98EA0}">
      <dgm:prSet/>
      <dgm:spPr/>
      <dgm:t>
        <a:bodyPr/>
        <a:lstStyle/>
        <a:p>
          <a:endParaRPr lang="cs-CZ"/>
        </a:p>
      </dgm:t>
    </dgm:pt>
    <dgm:pt modelId="{004E192F-E715-4E7B-8F4C-7355006DA0D5}">
      <dgm:prSet phldrT="[Text]"/>
      <dgm:spPr/>
      <dgm:t>
        <a:bodyPr/>
        <a:lstStyle/>
        <a:p>
          <a:r>
            <a:rPr lang="cs-CZ" dirty="0"/>
            <a:t>Návrh</a:t>
          </a:r>
        </a:p>
      </dgm:t>
    </dgm:pt>
    <dgm:pt modelId="{727E56D4-09D4-4FF6-876A-991EE8873AAD}" type="parTrans" cxnId="{ADCF94ED-325F-4CC9-B2E2-04A302C949DF}">
      <dgm:prSet/>
      <dgm:spPr/>
      <dgm:t>
        <a:bodyPr/>
        <a:lstStyle/>
        <a:p>
          <a:endParaRPr lang="cs-CZ"/>
        </a:p>
      </dgm:t>
    </dgm:pt>
    <dgm:pt modelId="{771A2C3F-F0B0-45BC-89D8-B76ED826CF2B}" type="sibTrans" cxnId="{ADCF94ED-325F-4CC9-B2E2-04A302C949DF}">
      <dgm:prSet/>
      <dgm:spPr/>
      <dgm:t>
        <a:bodyPr/>
        <a:lstStyle/>
        <a:p>
          <a:endParaRPr lang="cs-CZ"/>
        </a:p>
      </dgm:t>
    </dgm:pt>
    <dgm:pt modelId="{7AD0BB97-E435-4E23-AD9D-AA91E6F9D1E6}">
      <dgm:prSet phldrT="[Text]"/>
      <dgm:spPr/>
      <dgm:t>
        <a:bodyPr/>
        <a:lstStyle/>
        <a:p>
          <a:r>
            <a:rPr lang="cs-CZ" dirty="0"/>
            <a:t>Implementace</a:t>
          </a:r>
        </a:p>
      </dgm:t>
    </dgm:pt>
    <dgm:pt modelId="{337F5769-565C-4133-8341-9C0A045DE2F6}" type="parTrans" cxnId="{360D2ABC-AF41-4EA4-9812-094CC3944BB1}">
      <dgm:prSet/>
      <dgm:spPr/>
      <dgm:t>
        <a:bodyPr/>
        <a:lstStyle/>
        <a:p>
          <a:endParaRPr lang="cs-CZ"/>
        </a:p>
      </dgm:t>
    </dgm:pt>
    <dgm:pt modelId="{1EBEE66D-7397-4500-BC8D-3C26C2C97C2C}" type="sibTrans" cxnId="{360D2ABC-AF41-4EA4-9812-094CC3944BB1}">
      <dgm:prSet/>
      <dgm:spPr/>
      <dgm:t>
        <a:bodyPr/>
        <a:lstStyle/>
        <a:p>
          <a:endParaRPr lang="cs-CZ"/>
        </a:p>
      </dgm:t>
    </dgm:pt>
    <dgm:pt modelId="{648E300B-776F-4875-B906-D9A19994DBD9}" type="pres">
      <dgm:prSet presAssocID="{8996C54E-A097-487C-9A05-41EF500F3865}" presName="linearFlow" presStyleCnt="0">
        <dgm:presLayoutVars>
          <dgm:resizeHandles val="exact"/>
        </dgm:presLayoutVars>
      </dgm:prSet>
      <dgm:spPr/>
    </dgm:pt>
    <dgm:pt modelId="{C69585DB-C206-4C35-9B65-995C46EE5BC9}" type="pres">
      <dgm:prSet presAssocID="{E60528AA-5BE7-4105-A0A4-EDFE91399DDF}" presName="node" presStyleLbl="node1" presStyleIdx="0" presStyleCnt="3">
        <dgm:presLayoutVars>
          <dgm:bulletEnabled val="1"/>
        </dgm:presLayoutVars>
      </dgm:prSet>
      <dgm:spPr/>
    </dgm:pt>
    <dgm:pt modelId="{930C67B5-CB34-4D64-8C7D-34A5E3C2D6A7}" type="pres">
      <dgm:prSet presAssocID="{FB97A1D2-6481-4621-B4AC-125E3B5C2725}" presName="sibTrans" presStyleLbl="sibTrans2D1" presStyleIdx="0" presStyleCnt="2"/>
      <dgm:spPr/>
    </dgm:pt>
    <dgm:pt modelId="{27A26CE2-768C-4A88-96A7-F9AC6660E9D1}" type="pres">
      <dgm:prSet presAssocID="{FB97A1D2-6481-4621-B4AC-125E3B5C2725}" presName="connectorText" presStyleLbl="sibTrans2D1" presStyleIdx="0" presStyleCnt="2"/>
      <dgm:spPr/>
    </dgm:pt>
    <dgm:pt modelId="{394F6FA4-16EC-4F90-9D06-D65D4364903F}" type="pres">
      <dgm:prSet presAssocID="{004E192F-E715-4E7B-8F4C-7355006DA0D5}" presName="node" presStyleLbl="node1" presStyleIdx="1" presStyleCnt="3">
        <dgm:presLayoutVars>
          <dgm:bulletEnabled val="1"/>
        </dgm:presLayoutVars>
      </dgm:prSet>
      <dgm:spPr/>
    </dgm:pt>
    <dgm:pt modelId="{0E298036-75DF-407B-8465-AE1350DDD044}" type="pres">
      <dgm:prSet presAssocID="{771A2C3F-F0B0-45BC-89D8-B76ED826CF2B}" presName="sibTrans" presStyleLbl="sibTrans2D1" presStyleIdx="1" presStyleCnt="2"/>
      <dgm:spPr/>
    </dgm:pt>
    <dgm:pt modelId="{3CFDCFAA-775B-483C-A58C-087616588264}" type="pres">
      <dgm:prSet presAssocID="{771A2C3F-F0B0-45BC-89D8-B76ED826CF2B}" presName="connectorText" presStyleLbl="sibTrans2D1" presStyleIdx="1" presStyleCnt="2"/>
      <dgm:spPr/>
    </dgm:pt>
    <dgm:pt modelId="{0CCF81F5-910A-42FA-9160-6D3555B7DBF9}" type="pres">
      <dgm:prSet presAssocID="{7AD0BB97-E435-4E23-AD9D-AA91E6F9D1E6}" presName="node" presStyleLbl="node1" presStyleIdx="2" presStyleCnt="3">
        <dgm:presLayoutVars>
          <dgm:bulletEnabled val="1"/>
        </dgm:presLayoutVars>
      </dgm:prSet>
      <dgm:spPr/>
    </dgm:pt>
  </dgm:ptLst>
  <dgm:cxnLst>
    <dgm:cxn modelId="{F5487614-1106-47D5-9430-512D12A1C80C}" type="presOf" srcId="{7AD0BB97-E435-4E23-AD9D-AA91E6F9D1E6}" destId="{0CCF81F5-910A-42FA-9160-6D3555B7DBF9}" srcOrd="0" destOrd="0" presId="urn:microsoft.com/office/officeart/2005/8/layout/process2"/>
    <dgm:cxn modelId="{A751E41F-D744-432B-BB46-20824A0B827C}" type="presOf" srcId="{E60528AA-5BE7-4105-A0A4-EDFE91399DDF}" destId="{C69585DB-C206-4C35-9B65-995C46EE5BC9}" srcOrd="0" destOrd="0" presId="urn:microsoft.com/office/officeart/2005/8/layout/process2"/>
    <dgm:cxn modelId="{60F5B771-D745-4820-B4D3-1FFD60EBF888}" type="presOf" srcId="{771A2C3F-F0B0-45BC-89D8-B76ED826CF2B}" destId="{3CFDCFAA-775B-483C-A58C-087616588264}" srcOrd="1" destOrd="0" presId="urn:microsoft.com/office/officeart/2005/8/layout/process2"/>
    <dgm:cxn modelId="{15958858-F7FB-4A7C-8808-88CE5DE98EA0}" srcId="{8996C54E-A097-487C-9A05-41EF500F3865}" destId="{E60528AA-5BE7-4105-A0A4-EDFE91399DDF}" srcOrd="0" destOrd="0" parTransId="{E5F48E6F-8CE4-4E69-A2B9-8AD0BB58144A}" sibTransId="{FB97A1D2-6481-4621-B4AC-125E3B5C2725}"/>
    <dgm:cxn modelId="{15873F89-2E49-4859-A3DC-5F6D7A4D015D}" type="presOf" srcId="{8996C54E-A097-487C-9A05-41EF500F3865}" destId="{648E300B-776F-4875-B906-D9A19994DBD9}" srcOrd="0" destOrd="0" presId="urn:microsoft.com/office/officeart/2005/8/layout/process2"/>
    <dgm:cxn modelId="{09B08CA6-820A-4963-A866-9D26C3887DFF}" type="presOf" srcId="{004E192F-E715-4E7B-8F4C-7355006DA0D5}" destId="{394F6FA4-16EC-4F90-9D06-D65D4364903F}" srcOrd="0" destOrd="0" presId="urn:microsoft.com/office/officeart/2005/8/layout/process2"/>
    <dgm:cxn modelId="{360D2ABC-AF41-4EA4-9812-094CC3944BB1}" srcId="{8996C54E-A097-487C-9A05-41EF500F3865}" destId="{7AD0BB97-E435-4E23-AD9D-AA91E6F9D1E6}" srcOrd="2" destOrd="0" parTransId="{337F5769-565C-4133-8341-9C0A045DE2F6}" sibTransId="{1EBEE66D-7397-4500-BC8D-3C26C2C97C2C}"/>
    <dgm:cxn modelId="{187CD5D8-7F9C-4BC3-BF1F-427D909AD7A3}" type="presOf" srcId="{FB97A1D2-6481-4621-B4AC-125E3B5C2725}" destId="{930C67B5-CB34-4D64-8C7D-34A5E3C2D6A7}" srcOrd="0" destOrd="0" presId="urn:microsoft.com/office/officeart/2005/8/layout/process2"/>
    <dgm:cxn modelId="{D2B9AEE0-A0DC-435C-9531-05079F5DB183}" type="presOf" srcId="{771A2C3F-F0B0-45BC-89D8-B76ED826CF2B}" destId="{0E298036-75DF-407B-8465-AE1350DDD044}" srcOrd="0" destOrd="0" presId="urn:microsoft.com/office/officeart/2005/8/layout/process2"/>
    <dgm:cxn modelId="{D8059FE8-BB52-42E9-A22A-F05374C91AB9}" type="presOf" srcId="{FB97A1D2-6481-4621-B4AC-125E3B5C2725}" destId="{27A26CE2-768C-4A88-96A7-F9AC6660E9D1}" srcOrd="1" destOrd="0" presId="urn:microsoft.com/office/officeart/2005/8/layout/process2"/>
    <dgm:cxn modelId="{ADCF94ED-325F-4CC9-B2E2-04A302C949DF}" srcId="{8996C54E-A097-487C-9A05-41EF500F3865}" destId="{004E192F-E715-4E7B-8F4C-7355006DA0D5}" srcOrd="1" destOrd="0" parTransId="{727E56D4-09D4-4FF6-876A-991EE8873AAD}" sibTransId="{771A2C3F-F0B0-45BC-89D8-B76ED826CF2B}"/>
    <dgm:cxn modelId="{C3088C7D-59CC-4DF5-BE9E-DDF993195260}" type="presParOf" srcId="{648E300B-776F-4875-B906-D9A19994DBD9}" destId="{C69585DB-C206-4C35-9B65-995C46EE5BC9}" srcOrd="0" destOrd="0" presId="urn:microsoft.com/office/officeart/2005/8/layout/process2"/>
    <dgm:cxn modelId="{47842C2A-42C0-43EC-8A88-33D2ADB2F9F5}" type="presParOf" srcId="{648E300B-776F-4875-B906-D9A19994DBD9}" destId="{930C67B5-CB34-4D64-8C7D-34A5E3C2D6A7}" srcOrd="1" destOrd="0" presId="urn:microsoft.com/office/officeart/2005/8/layout/process2"/>
    <dgm:cxn modelId="{48813E75-12A4-479E-B40E-7E23F8619E22}" type="presParOf" srcId="{930C67B5-CB34-4D64-8C7D-34A5E3C2D6A7}" destId="{27A26CE2-768C-4A88-96A7-F9AC6660E9D1}" srcOrd="0" destOrd="0" presId="urn:microsoft.com/office/officeart/2005/8/layout/process2"/>
    <dgm:cxn modelId="{0B050A74-4C37-485C-92DF-EF816DECC6D3}" type="presParOf" srcId="{648E300B-776F-4875-B906-D9A19994DBD9}" destId="{394F6FA4-16EC-4F90-9D06-D65D4364903F}" srcOrd="2" destOrd="0" presId="urn:microsoft.com/office/officeart/2005/8/layout/process2"/>
    <dgm:cxn modelId="{75942486-C11E-48A4-ABBE-CF7E79E11262}" type="presParOf" srcId="{648E300B-776F-4875-B906-D9A19994DBD9}" destId="{0E298036-75DF-407B-8465-AE1350DDD044}" srcOrd="3" destOrd="0" presId="urn:microsoft.com/office/officeart/2005/8/layout/process2"/>
    <dgm:cxn modelId="{5581740A-7670-416C-819C-9A3A0356D361}" type="presParOf" srcId="{0E298036-75DF-407B-8465-AE1350DDD044}" destId="{3CFDCFAA-775B-483C-A58C-087616588264}" srcOrd="0" destOrd="0" presId="urn:microsoft.com/office/officeart/2005/8/layout/process2"/>
    <dgm:cxn modelId="{CFE4F8C6-15E1-4B20-8679-9DB7DE8FC8B1}" type="presParOf" srcId="{648E300B-776F-4875-B906-D9A19994DBD9}" destId="{0CCF81F5-910A-42FA-9160-6D3555B7DBF9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96C54E-A097-487C-9A05-41EF500F3865}" type="doc">
      <dgm:prSet loTypeId="urn:microsoft.com/office/officeart/2005/8/layout/process2" loCatId="process" qsTypeId="urn:microsoft.com/office/officeart/2005/8/quickstyle/simple1" qsCatId="simple" csTypeId="urn:microsoft.com/office/officeart/2005/8/colors/colorful4" csCatId="colorful" phldr="1"/>
      <dgm:spPr/>
    </dgm:pt>
    <dgm:pt modelId="{E60528AA-5BE7-4105-A0A4-EDFE91399DDF}">
      <dgm:prSet phldrT="[Text]"/>
      <dgm:spPr/>
      <dgm:t>
        <a:bodyPr/>
        <a:lstStyle/>
        <a:p>
          <a:r>
            <a:rPr lang="cs-CZ" dirty="0"/>
            <a:t>Analýza</a:t>
          </a:r>
        </a:p>
      </dgm:t>
    </dgm:pt>
    <dgm:pt modelId="{FB97A1D2-6481-4621-B4AC-125E3B5C2725}" type="sibTrans" cxnId="{15958858-F7FB-4A7C-8808-88CE5DE98EA0}">
      <dgm:prSet/>
      <dgm:spPr/>
      <dgm:t>
        <a:bodyPr/>
        <a:lstStyle/>
        <a:p>
          <a:endParaRPr lang="cs-CZ"/>
        </a:p>
      </dgm:t>
    </dgm:pt>
    <dgm:pt modelId="{E5F48E6F-8CE4-4E69-A2B9-8AD0BB58144A}" type="parTrans" cxnId="{15958858-F7FB-4A7C-8808-88CE5DE98EA0}">
      <dgm:prSet/>
      <dgm:spPr/>
      <dgm:t>
        <a:bodyPr/>
        <a:lstStyle/>
        <a:p>
          <a:endParaRPr lang="cs-CZ"/>
        </a:p>
      </dgm:t>
    </dgm:pt>
    <dgm:pt modelId="{648E300B-776F-4875-B906-D9A19994DBD9}" type="pres">
      <dgm:prSet presAssocID="{8996C54E-A097-487C-9A05-41EF500F3865}" presName="linearFlow" presStyleCnt="0">
        <dgm:presLayoutVars>
          <dgm:resizeHandles val="exact"/>
        </dgm:presLayoutVars>
      </dgm:prSet>
      <dgm:spPr/>
    </dgm:pt>
    <dgm:pt modelId="{C69585DB-C206-4C35-9B65-995C46EE5BC9}" type="pres">
      <dgm:prSet presAssocID="{E60528AA-5BE7-4105-A0A4-EDFE91399DDF}" presName="node" presStyleLbl="node1" presStyleIdx="0" presStyleCnt="1" custLinFactNeighborX="2841" custLinFactNeighborY="-49">
        <dgm:presLayoutVars>
          <dgm:bulletEnabled val="1"/>
        </dgm:presLayoutVars>
      </dgm:prSet>
      <dgm:spPr/>
    </dgm:pt>
  </dgm:ptLst>
  <dgm:cxnLst>
    <dgm:cxn modelId="{A751E41F-D744-432B-BB46-20824A0B827C}" type="presOf" srcId="{E60528AA-5BE7-4105-A0A4-EDFE91399DDF}" destId="{C69585DB-C206-4C35-9B65-995C46EE5BC9}" srcOrd="0" destOrd="0" presId="urn:microsoft.com/office/officeart/2005/8/layout/process2"/>
    <dgm:cxn modelId="{15958858-F7FB-4A7C-8808-88CE5DE98EA0}" srcId="{8996C54E-A097-487C-9A05-41EF500F3865}" destId="{E60528AA-5BE7-4105-A0A4-EDFE91399DDF}" srcOrd="0" destOrd="0" parTransId="{E5F48E6F-8CE4-4E69-A2B9-8AD0BB58144A}" sibTransId="{FB97A1D2-6481-4621-B4AC-125E3B5C2725}"/>
    <dgm:cxn modelId="{15873F89-2E49-4859-A3DC-5F6D7A4D015D}" type="presOf" srcId="{8996C54E-A097-487C-9A05-41EF500F3865}" destId="{648E300B-776F-4875-B906-D9A19994DBD9}" srcOrd="0" destOrd="0" presId="urn:microsoft.com/office/officeart/2005/8/layout/process2"/>
    <dgm:cxn modelId="{C3088C7D-59CC-4DF5-BE9E-DDF993195260}" type="presParOf" srcId="{648E300B-776F-4875-B906-D9A19994DBD9}" destId="{C69585DB-C206-4C35-9B65-995C46EE5BC9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9017A-5D56-4F74-A2BD-17E2D7878E1D}">
      <dsp:nvSpPr>
        <dsp:cNvPr id="0" name=""/>
        <dsp:cNvSpPr/>
      </dsp:nvSpPr>
      <dsp:spPr>
        <a:xfrm>
          <a:off x="3354" y="1180082"/>
          <a:ext cx="1466536" cy="87992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data</a:t>
          </a:r>
        </a:p>
      </dsp:txBody>
      <dsp:txXfrm>
        <a:off x="29126" y="1205854"/>
        <a:ext cx="1414992" cy="828378"/>
      </dsp:txXfrm>
    </dsp:sp>
    <dsp:sp modelId="{14E106C7-B000-461E-9B57-00DB77E621DC}">
      <dsp:nvSpPr>
        <dsp:cNvPr id="0" name=""/>
        <dsp:cNvSpPr/>
      </dsp:nvSpPr>
      <dsp:spPr>
        <a:xfrm>
          <a:off x="1616544" y="1438192"/>
          <a:ext cx="310905" cy="363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>
        <a:off x="1616544" y="1510932"/>
        <a:ext cx="217634" cy="218221"/>
      </dsp:txXfrm>
    </dsp:sp>
    <dsp:sp modelId="{2A47F011-4A0F-4D90-B682-4D431A60442D}">
      <dsp:nvSpPr>
        <dsp:cNvPr id="0" name=""/>
        <dsp:cNvSpPr/>
      </dsp:nvSpPr>
      <dsp:spPr>
        <a:xfrm>
          <a:off x="2056505" y="1180082"/>
          <a:ext cx="1466536" cy="879922"/>
        </a:xfrm>
        <a:prstGeom prst="roundRect">
          <a:avLst>
            <a:gd name="adj" fmla="val 10000"/>
          </a:avLst>
        </a:prstGeom>
        <a:solidFill>
          <a:schemeClr val="accent4">
            <a:hueOff val="5745295"/>
            <a:satOff val="-14534"/>
            <a:lumOff val="653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informace</a:t>
          </a:r>
        </a:p>
      </dsp:txBody>
      <dsp:txXfrm>
        <a:off x="2082277" y="1205854"/>
        <a:ext cx="1414992" cy="828378"/>
      </dsp:txXfrm>
    </dsp:sp>
    <dsp:sp modelId="{7C269A89-B2F9-43E6-BAE9-5F1401470499}">
      <dsp:nvSpPr>
        <dsp:cNvPr id="0" name=""/>
        <dsp:cNvSpPr/>
      </dsp:nvSpPr>
      <dsp:spPr>
        <a:xfrm>
          <a:off x="3669696" y="1438192"/>
          <a:ext cx="310905" cy="363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8617942"/>
            <a:satOff val="-21801"/>
            <a:lumOff val="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>
        <a:off x="3669696" y="1510932"/>
        <a:ext cx="217634" cy="218221"/>
      </dsp:txXfrm>
    </dsp:sp>
    <dsp:sp modelId="{D49D3905-C72B-428B-B9C9-CE52BFE0C657}">
      <dsp:nvSpPr>
        <dsp:cNvPr id="0" name=""/>
        <dsp:cNvSpPr/>
      </dsp:nvSpPr>
      <dsp:spPr>
        <a:xfrm>
          <a:off x="4109657" y="1180082"/>
          <a:ext cx="1466536" cy="879922"/>
        </a:xfrm>
        <a:prstGeom prst="roundRect">
          <a:avLst>
            <a:gd name="adj" fmla="val 10000"/>
          </a:avLst>
        </a:prstGeom>
        <a:solidFill>
          <a:schemeClr val="accent4">
            <a:hueOff val="11490590"/>
            <a:satOff val="-29069"/>
            <a:lumOff val="1307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znalost</a:t>
          </a:r>
        </a:p>
      </dsp:txBody>
      <dsp:txXfrm>
        <a:off x="4135429" y="1205854"/>
        <a:ext cx="1414992" cy="828378"/>
      </dsp:txXfrm>
    </dsp:sp>
    <dsp:sp modelId="{3D3F4257-F6A7-45EB-BC23-D7AE1B46BF0F}">
      <dsp:nvSpPr>
        <dsp:cNvPr id="0" name=""/>
        <dsp:cNvSpPr/>
      </dsp:nvSpPr>
      <dsp:spPr>
        <a:xfrm>
          <a:off x="5722847" y="1438192"/>
          <a:ext cx="310905" cy="363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17235884"/>
            <a:satOff val="-43603"/>
            <a:lumOff val="19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>
        <a:off x="5722847" y="1510932"/>
        <a:ext cx="217634" cy="218221"/>
      </dsp:txXfrm>
    </dsp:sp>
    <dsp:sp modelId="{6FF3DFBB-D04F-4A2A-A6B7-F87626EB5CBA}">
      <dsp:nvSpPr>
        <dsp:cNvPr id="0" name=""/>
        <dsp:cNvSpPr/>
      </dsp:nvSpPr>
      <dsp:spPr>
        <a:xfrm>
          <a:off x="6162808" y="1180082"/>
          <a:ext cx="1466536" cy="879922"/>
        </a:xfrm>
        <a:prstGeom prst="roundRect">
          <a:avLst>
            <a:gd name="adj" fmla="val 10000"/>
          </a:avLst>
        </a:prstGeom>
        <a:solidFill>
          <a:schemeClr val="accent4">
            <a:hueOff val="17235884"/>
            <a:satOff val="-43603"/>
            <a:lumOff val="196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moudrost</a:t>
          </a:r>
        </a:p>
      </dsp:txBody>
      <dsp:txXfrm>
        <a:off x="6188580" y="1205854"/>
        <a:ext cx="1414992" cy="828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585DB-C206-4C35-9B65-995C46EE5BC9}">
      <dsp:nvSpPr>
        <dsp:cNvPr id="0" name=""/>
        <dsp:cNvSpPr/>
      </dsp:nvSpPr>
      <dsp:spPr>
        <a:xfrm>
          <a:off x="2529006" y="0"/>
          <a:ext cx="2180987" cy="12116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Analýza</a:t>
          </a:r>
        </a:p>
      </dsp:txBody>
      <dsp:txXfrm>
        <a:off x="2564494" y="35488"/>
        <a:ext cx="2110011" cy="1140683"/>
      </dsp:txXfrm>
    </dsp:sp>
    <dsp:sp modelId="{930C67B5-CB34-4D64-8C7D-34A5E3C2D6A7}">
      <dsp:nvSpPr>
        <dsp:cNvPr id="0" name=""/>
        <dsp:cNvSpPr/>
      </dsp:nvSpPr>
      <dsp:spPr>
        <a:xfrm rot="5400000">
          <a:off x="3392313" y="1241950"/>
          <a:ext cx="454372" cy="5452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800" kern="1200"/>
        </a:p>
      </dsp:txBody>
      <dsp:txXfrm rot="-5400000">
        <a:off x="3455925" y="1287387"/>
        <a:ext cx="327148" cy="318060"/>
      </dsp:txXfrm>
    </dsp:sp>
    <dsp:sp modelId="{394F6FA4-16EC-4F90-9D06-D65D4364903F}">
      <dsp:nvSpPr>
        <dsp:cNvPr id="0" name=""/>
        <dsp:cNvSpPr/>
      </dsp:nvSpPr>
      <dsp:spPr>
        <a:xfrm>
          <a:off x="2529006" y="1817489"/>
          <a:ext cx="2180987" cy="1211659"/>
        </a:xfrm>
        <a:prstGeom prst="roundRect">
          <a:avLst>
            <a:gd name="adj" fmla="val 10000"/>
          </a:avLst>
        </a:prstGeom>
        <a:solidFill>
          <a:schemeClr val="accent4">
            <a:hueOff val="8617942"/>
            <a:satOff val="-21801"/>
            <a:lumOff val="98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Návrh</a:t>
          </a:r>
        </a:p>
      </dsp:txBody>
      <dsp:txXfrm>
        <a:off x="2564494" y="1852977"/>
        <a:ext cx="2110011" cy="1140683"/>
      </dsp:txXfrm>
    </dsp:sp>
    <dsp:sp modelId="{0E298036-75DF-407B-8465-AE1350DDD044}">
      <dsp:nvSpPr>
        <dsp:cNvPr id="0" name=""/>
        <dsp:cNvSpPr/>
      </dsp:nvSpPr>
      <dsp:spPr>
        <a:xfrm rot="5400000">
          <a:off x="3392313" y="3059440"/>
          <a:ext cx="454372" cy="5452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17235884"/>
            <a:satOff val="-43603"/>
            <a:lumOff val="19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800" kern="1200"/>
        </a:p>
      </dsp:txBody>
      <dsp:txXfrm rot="-5400000">
        <a:off x="3455925" y="3104877"/>
        <a:ext cx="327148" cy="318060"/>
      </dsp:txXfrm>
    </dsp:sp>
    <dsp:sp modelId="{0CCF81F5-910A-42FA-9160-6D3555B7DBF9}">
      <dsp:nvSpPr>
        <dsp:cNvPr id="0" name=""/>
        <dsp:cNvSpPr/>
      </dsp:nvSpPr>
      <dsp:spPr>
        <a:xfrm>
          <a:off x="2529006" y="3634978"/>
          <a:ext cx="2180987" cy="1211659"/>
        </a:xfrm>
        <a:prstGeom prst="roundRect">
          <a:avLst>
            <a:gd name="adj" fmla="val 10000"/>
          </a:avLst>
        </a:prstGeom>
        <a:solidFill>
          <a:schemeClr val="accent4">
            <a:hueOff val="17235884"/>
            <a:satOff val="-43603"/>
            <a:lumOff val="196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Implementace</a:t>
          </a:r>
        </a:p>
      </dsp:txBody>
      <dsp:txXfrm>
        <a:off x="2564494" y="3670466"/>
        <a:ext cx="2110011" cy="1140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585DB-C206-4C35-9B65-995C46EE5BC9}">
      <dsp:nvSpPr>
        <dsp:cNvPr id="0" name=""/>
        <dsp:cNvSpPr/>
      </dsp:nvSpPr>
      <dsp:spPr>
        <a:xfrm>
          <a:off x="0" y="0"/>
          <a:ext cx="1800200" cy="144520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kern="1200" dirty="0"/>
            <a:t>Analýza</a:t>
          </a:r>
        </a:p>
      </dsp:txBody>
      <dsp:txXfrm>
        <a:off x="42329" y="42329"/>
        <a:ext cx="1715542" cy="1360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82BA9-B3A2-461A-BC50-F19D9584C621}" type="datetimeFigureOut">
              <a:rPr lang="cs-CZ" smtClean="0"/>
              <a:t>05.09.2019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3B86A-7B90-4179-9E43-077401F0A9B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5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Přímá spojovací čára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Nadpis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25" name="Podnadpis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31" name="Zástupný symbol pro datum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8ECA96C-962A-478D-8AFC-6D32DCDF33BD}" type="datetime1">
              <a:rPr lang="cs-CZ" smtClean="0"/>
              <a:t>05.09.2019</a:t>
            </a:fld>
            <a:endParaRPr lang="cs-CZ"/>
          </a:p>
        </p:txBody>
      </p:sp>
      <p:sp>
        <p:nvSpPr>
          <p:cNvPr id="18" name="Zástupný symbol pro zápatí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28518-4E05-4804-9022-95FCC0379E93}" type="datetime1">
              <a:rPr lang="cs-CZ" smtClean="0"/>
              <a:t>05.09.2019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E9420BA-62C1-46F4-AA99-537FBC7AB7A5}" type="datetime1">
              <a:rPr lang="cs-CZ" smtClean="0"/>
              <a:t>05.09.2019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256E-670E-4EA8-BADC-2A23CF874BF9}" type="datetime1">
              <a:rPr lang="cs-CZ" smtClean="0"/>
              <a:t>05.09.2019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BD84-3474-421F-B123-1C327BFA0B69}" type="datetime1">
              <a:rPr lang="cs-CZ" smtClean="0"/>
              <a:t>05.09.2019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AAFB5-D75B-4625-89BA-E70A98B4BA21}" type="datetime1">
              <a:rPr lang="cs-CZ" smtClean="0"/>
              <a:t>05.09.2019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F6F61C6-EAD9-4C70-BC1D-C8A222891D3C}" type="datetime1">
              <a:rPr lang="cs-CZ" smtClean="0"/>
              <a:t>05.09.2019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ABC3-31E1-474C-B130-0482F3559CDD}" type="datetime1">
              <a:rPr lang="cs-CZ" smtClean="0"/>
              <a:t>05.09.2019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897A9-E955-4579-8997-7E1CE7591A6B}" type="datetime1">
              <a:rPr lang="cs-CZ" smtClean="0"/>
              <a:t>05.09.2019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Zástupný symbol pro obrázek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1384-B4A8-451B-B245-40B6AEC20FDB}" type="datetime1">
              <a:rPr lang="cs-CZ" smtClean="0"/>
              <a:t>05.09.2019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9791CA95-146F-4197-B878-EFA0BDA433A1}" type="datetime1">
              <a:rPr lang="cs-CZ" smtClean="0"/>
              <a:t>05.09.2019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Zástupný symbol pro nadpis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1" name="Zástupný symbol pro text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27" name="Zástupný symbol pro datum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AD7C4E7A-EBF1-4B32-AC10-281C1EBEB154}" type="datetime1">
              <a:rPr lang="cs-CZ" smtClean="0"/>
              <a:t>05.09.2019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16" name="Zástupný symbol pro číslo snímku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DBEE231-2589-4A2D-990E-9909B9C68069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MS Access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cs-CZ" dirty="0"/>
              <a:t> Základní pojmy </a:t>
            </a:r>
            <a:endParaRPr lang="cs-CZ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800" dirty="0"/>
              <a:t>Základní</a:t>
            </a:r>
            <a:r>
              <a:rPr lang="cs-CZ" dirty="0"/>
              <a:t> </a:t>
            </a:r>
            <a:r>
              <a:rPr lang="cs-CZ" sz="3800" dirty="0"/>
              <a:t>pojmy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cs-CZ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cs-CZ" sz="25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67544" y="1700808"/>
            <a:ext cx="7632848" cy="4968552"/>
          </a:xfrm>
        </p:spPr>
        <p:txBody>
          <a:bodyPr>
            <a:normAutofit/>
          </a:bodyPr>
          <a:lstStyle/>
          <a:p>
            <a:r>
              <a:rPr lang="cs-CZ" sz="2600" dirty="0"/>
              <a:t>Hardware</a:t>
            </a:r>
            <a:r>
              <a:rPr lang="cs-CZ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r>
              <a:rPr lang="cs-CZ" sz="2300" dirty="0"/>
              <a:t>Označuje jakoukoliv součást počítače, kterou vidíte či se jí můžete dotknout</a:t>
            </a:r>
          </a:p>
          <a:p>
            <a:endParaRPr lang="cs-CZ" sz="2400" dirty="0">
              <a:latin typeface="Arial" pitchFamily="34" charset="0"/>
              <a:cs typeface="Arial" pitchFamily="34" charset="0"/>
            </a:endParaRPr>
          </a:p>
          <a:p>
            <a:r>
              <a:rPr lang="cs-CZ" sz="2600" dirty="0"/>
              <a:t>Software</a:t>
            </a:r>
          </a:p>
          <a:p>
            <a:pPr lvl="1"/>
            <a:r>
              <a:rPr lang="cs-CZ" sz="2300" dirty="0"/>
              <a:t>Označuje program jež je sadou elektronických instrukcí, říkající počítači co má dělat</a:t>
            </a:r>
          </a:p>
          <a:p>
            <a:pPr marL="0" indent="0">
              <a:buNone/>
            </a:pPr>
            <a:endParaRPr lang="cs-CZ" sz="2400" dirty="0">
              <a:latin typeface="Arial" pitchFamily="34" charset="0"/>
              <a:cs typeface="Arial" pitchFamily="34" charset="0"/>
            </a:endParaRPr>
          </a:p>
          <a:p>
            <a:r>
              <a:rPr lang="cs-CZ" sz="2600" dirty="0"/>
              <a:t>Operační systém</a:t>
            </a:r>
          </a:p>
          <a:p>
            <a:pPr lvl="1"/>
            <a:r>
              <a:rPr lang="cs-CZ" sz="2300" dirty="0"/>
              <a:t>Řídí celkový chod počítače</a:t>
            </a:r>
          </a:p>
          <a:p>
            <a:endParaRPr lang="cs-CZ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7FA5605-53CC-473F-BDC4-603A8CAB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Základní pojmy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Systém</a:t>
            </a:r>
          </a:p>
          <a:p>
            <a:pPr lvl="1"/>
            <a:r>
              <a:rPr lang="cs-CZ" dirty="0"/>
              <a:t>Je množina jednotlivých prvků a jejich vzájemných vazeb</a:t>
            </a:r>
          </a:p>
          <a:p>
            <a:pPr lvl="1"/>
            <a:endParaRPr lang="cs-CZ" dirty="0"/>
          </a:p>
          <a:p>
            <a:r>
              <a:rPr lang="cs-CZ" dirty="0"/>
              <a:t>Model</a:t>
            </a:r>
          </a:p>
          <a:p>
            <a:pPr lvl="1"/>
            <a:r>
              <a:rPr lang="cs-CZ" dirty="0"/>
              <a:t>Je zjednodušené vyjádření reality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0769554-732B-4743-B0B6-5273F7EF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Pojem Informace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499176" cy="4846320"/>
          </a:xfrm>
        </p:spPr>
        <p:txBody>
          <a:bodyPr>
            <a:normAutofit/>
          </a:bodyPr>
          <a:lstStyle/>
          <a:p>
            <a:pPr marL="502920" indent="-457200"/>
            <a:endParaRPr lang="cs-CZ" sz="2400" dirty="0"/>
          </a:p>
          <a:p>
            <a:pPr marL="502920" indent="-457200"/>
            <a:r>
              <a:rPr lang="cs-CZ" sz="2400" dirty="0"/>
              <a:t>Skupina (množina) informačních jednotek (signálů), které je příjemci interpretovatelná jako smysluplná</a:t>
            </a:r>
          </a:p>
          <a:p>
            <a:pPr marL="502920" indent="-457200"/>
            <a:endParaRPr lang="cs-CZ" sz="2400" dirty="0"/>
          </a:p>
          <a:p>
            <a:pPr marL="502920" indent="-457200"/>
            <a:endParaRPr lang="cs-CZ" sz="2400" dirty="0"/>
          </a:p>
          <a:p>
            <a:pPr marL="502920" indent="-457200"/>
            <a:r>
              <a:rPr lang="cs-CZ" sz="2400" dirty="0"/>
              <a:t>Předávána zpráva, údaj či poznatek o věcech, veličinách nebo událostech, které nastaly nebo nastanou</a:t>
            </a:r>
          </a:p>
          <a:p>
            <a:pPr marL="502920" indent="-457200" algn="just"/>
            <a:endParaRPr lang="cs-CZ" sz="2000" dirty="0"/>
          </a:p>
          <a:p>
            <a:pPr marL="502920" indent="-457200"/>
            <a:endParaRPr lang="cs-CZ" sz="1600" dirty="0"/>
          </a:p>
          <a:p>
            <a:pPr lvl="1">
              <a:buNone/>
            </a:pPr>
            <a:endParaRPr lang="cs-CZ" sz="1600" dirty="0"/>
          </a:p>
          <a:p>
            <a:pPr>
              <a:buNone/>
            </a:pPr>
            <a:endParaRPr lang="cs-CZ" sz="16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E714F3E-4121-4DBB-9BC6-B9AD46DD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499176" cy="2476871"/>
          </a:xfrm>
        </p:spPr>
        <p:txBody>
          <a:bodyPr>
            <a:normAutofit/>
          </a:bodyPr>
          <a:lstStyle/>
          <a:p>
            <a:r>
              <a:rPr lang="cs-CZ" dirty="0"/>
              <a:t>Informace sama o sobě nemá hodnotu – nabývá ji až v procesu využívání</a:t>
            </a:r>
          </a:p>
          <a:p>
            <a:endParaRPr lang="cs-CZ" dirty="0"/>
          </a:p>
          <a:p>
            <a:r>
              <a:rPr lang="cs-CZ" dirty="0"/>
              <a:t>Řetězec rostoucí kvality:</a:t>
            </a:r>
          </a:p>
          <a:p>
            <a:pPr lvl="1">
              <a:buNone/>
            </a:pPr>
            <a:endParaRPr lang="cs-CZ" dirty="0"/>
          </a:p>
          <a:p>
            <a:pPr lvl="1">
              <a:buNone/>
            </a:pPr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sz="half" idx="2"/>
          </p:nvPr>
        </p:nvGraphicFramePr>
        <p:xfrm>
          <a:off x="395288" y="3068638"/>
          <a:ext cx="7632700" cy="3240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B8E7220-24E7-4306-ACFF-EC600E23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5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2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4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Data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Data jsou nositelem informací</a:t>
            </a:r>
          </a:p>
          <a:p>
            <a:pPr>
              <a:buNone/>
            </a:pPr>
            <a:endParaRPr lang="cs-CZ" dirty="0"/>
          </a:p>
          <a:p>
            <a:r>
              <a:rPr lang="cs-CZ" dirty="0"/>
              <a:t>Důležité zásady pro práci s daty: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Správnost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Komplexnost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Stručnost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DF2B5A2-4DC0-40AB-BB4F-AA79B1DD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Kvalita dat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Správnost</a:t>
            </a:r>
          </a:p>
          <a:p>
            <a:pPr>
              <a:lnSpc>
                <a:spcPct val="150000"/>
              </a:lnSpc>
            </a:pPr>
            <a:r>
              <a:rPr lang="cs-CZ" dirty="0"/>
              <a:t>Přesnost</a:t>
            </a:r>
          </a:p>
          <a:p>
            <a:pPr>
              <a:lnSpc>
                <a:spcPct val="150000"/>
              </a:lnSpc>
            </a:pPr>
            <a:r>
              <a:rPr lang="cs-CZ" dirty="0"/>
              <a:t>Komplexnost</a:t>
            </a:r>
          </a:p>
          <a:p>
            <a:pPr>
              <a:lnSpc>
                <a:spcPct val="150000"/>
              </a:lnSpc>
            </a:pPr>
            <a:r>
              <a:rPr lang="cs-CZ" dirty="0"/>
              <a:t>Aktuálnost</a:t>
            </a:r>
          </a:p>
          <a:p>
            <a:pPr>
              <a:lnSpc>
                <a:spcPct val="150000"/>
              </a:lnSpc>
            </a:pPr>
            <a:r>
              <a:rPr lang="cs-CZ" dirty="0"/>
              <a:t>Dostupnost</a:t>
            </a:r>
          </a:p>
          <a:p>
            <a:pPr>
              <a:lnSpc>
                <a:spcPct val="150000"/>
              </a:lnSpc>
            </a:pPr>
            <a:r>
              <a:rPr lang="cs-CZ" dirty="0"/>
              <a:t>Zdroj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3522E04-39C0-487E-A549-035D34CC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7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Nesprávnost dat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643192" cy="48463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Zastaralá</a:t>
            </a:r>
          </a:p>
          <a:p>
            <a:pPr>
              <a:lnSpc>
                <a:spcPct val="150000"/>
              </a:lnSpc>
            </a:pPr>
            <a:r>
              <a:rPr lang="cs-CZ" dirty="0"/>
              <a:t>Chyba při zpracování, manipulaci, komunikaci</a:t>
            </a:r>
          </a:p>
          <a:p>
            <a:pPr>
              <a:lnSpc>
                <a:spcPct val="150000"/>
              </a:lnSpc>
            </a:pPr>
            <a:r>
              <a:rPr lang="cs-CZ" dirty="0"/>
              <a:t>Záměrná chyba - dezinformace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D9E3B74-D87F-4138-BA58-9F479A60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 ukládání dat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Mozek </a:t>
            </a:r>
          </a:p>
          <a:p>
            <a:pPr lvl="1"/>
            <a:r>
              <a:rPr lang="cs-CZ" dirty="0"/>
              <a:t>Vědomé, úmyslné, cílené ukládání znalostí</a:t>
            </a:r>
          </a:p>
          <a:p>
            <a:pPr>
              <a:buNone/>
            </a:pPr>
            <a:endParaRPr lang="cs-CZ" dirty="0"/>
          </a:p>
          <a:p>
            <a:r>
              <a:rPr lang="cs-CZ" dirty="0"/>
              <a:t>Knihy</a:t>
            </a:r>
          </a:p>
          <a:p>
            <a:pPr>
              <a:buNone/>
            </a:pPr>
            <a:endParaRPr lang="cs-CZ" dirty="0"/>
          </a:p>
          <a:p>
            <a:r>
              <a:rPr lang="cs-CZ" dirty="0"/>
              <a:t>Software</a:t>
            </a:r>
          </a:p>
          <a:p>
            <a:pPr lvl="1"/>
            <a:r>
              <a:rPr lang="cs-CZ" dirty="0"/>
              <a:t>Úmyslný vývoj, ukládání, přenos a využití znalostí</a:t>
            </a:r>
          </a:p>
          <a:p>
            <a:pPr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1E993FE-D490-44BC-98A2-DC9535B72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Operace s daty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Sběr a ukládání</a:t>
            </a:r>
          </a:p>
          <a:p>
            <a:pPr>
              <a:lnSpc>
                <a:spcPct val="200000"/>
              </a:lnSpc>
            </a:pPr>
            <a:r>
              <a:rPr lang="cs-CZ" dirty="0"/>
              <a:t>Uchovávání a údržba, jejich aktualizace</a:t>
            </a:r>
          </a:p>
          <a:p>
            <a:pPr>
              <a:lnSpc>
                <a:spcPct val="200000"/>
              </a:lnSpc>
            </a:pPr>
            <a:r>
              <a:rPr lang="cs-CZ" dirty="0"/>
              <a:t>Doplňování dat</a:t>
            </a:r>
          </a:p>
          <a:p>
            <a:pPr>
              <a:lnSpc>
                <a:spcPct val="200000"/>
              </a:lnSpc>
            </a:pPr>
            <a:r>
              <a:rPr lang="cs-CZ" dirty="0"/>
              <a:t>Zpracovávání dat</a:t>
            </a:r>
          </a:p>
          <a:p>
            <a:pPr>
              <a:lnSpc>
                <a:spcPct val="200000"/>
              </a:lnSpc>
            </a:pPr>
            <a:r>
              <a:rPr lang="cs-CZ" dirty="0"/>
              <a:t>Distribuce a využívání dat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4919756-9E68-4E70-AA6D-6D8FDD19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Databáze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643192" cy="48463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Je soubor informací skládající se ze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cs-CZ" dirty="0"/>
              <a:t>   4 komponentů: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Datové prvky	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Vztahy mezi prvky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Integritní omezení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Schéma databáze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7AC09F-87D2-4B14-A355-FEFE0D84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Vývoj databázového modelu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Síťové</a:t>
            </a:r>
          </a:p>
          <a:p>
            <a:pPr>
              <a:lnSpc>
                <a:spcPct val="150000"/>
              </a:lnSpc>
            </a:pPr>
            <a:r>
              <a:rPr lang="cs-CZ" dirty="0"/>
              <a:t>Hierarchické</a:t>
            </a:r>
          </a:p>
          <a:p>
            <a:pPr>
              <a:lnSpc>
                <a:spcPct val="150000"/>
              </a:lnSpc>
            </a:pPr>
            <a:r>
              <a:rPr lang="cs-CZ" dirty="0"/>
              <a:t>Relační</a:t>
            </a:r>
          </a:p>
          <a:p>
            <a:pPr>
              <a:lnSpc>
                <a:spcPct val="150000"/>
              </a:lnSpc>
            </a:pPr>
            <a:r>
              <a:rPr lang="cs-CZ" dirty="0"/>
              <a:t>Objektově orientované</a:t>
            </a:r>
          </a:p>
          <a:p>
            <a:pPr>
              <a:buNone/>
            </a:pPr>
            <a:r>
              <a:rPr lang="cs-CZ" dirty="0"/>
              <a:t> 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6CAC1B2-9739-4E90-8C7A-194D2E0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HIERACHICKÝ MODEL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Organizovaný ve stromové struktuře</a:t>
            </a:r>
          </a:p>
          <a:p>
            <a:r>
              <a:rPr lang="cs-CZ" dirty="0"/>
              <a:t>Založen na terminologii rodič – potomek (předek následník)</a:t>
            </a:r>
          </a:p>
          <a:p>
            <a:pPr>
              <a:buNone/>
            </a:pPr>
            <a:endParaRPr lang="cs-CZ" dirty="0"/>
          </a:p>
        </p:txBody>
      </p:sp>
      <p:pic>
        <p:nvPicPr>
          <p:cNvPr id="4" name="Picture 2" descr="Hierarchický model da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310" y="3465700"/>
            <a:ext cx="7892779" cy="3024336"/>
          </a:xfrm>
          <a:prstGeom prst="rect">
            <a:avLst/>
          </a:prstGeom>
          <a:noFill/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47EFADB-CDDF-429F-B222-CCDEC18C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13</a:t>
            </a:fld>
            <a:endParaRPr lang="cs-CZ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Síťový model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zobecněním modelu hierarchického</a:t>
            </a:r>
          </a:p>
          <a:p>
            <a:r>
              <a:rPr lang="cs-CZ" dirty="0"/>
              <a:t>Struktura síťové databáze je vyjádřena         v pojmech </a:t>
            </a:r>
            <a:r>
              <a:rPr lang="cs-CZ" i="1" dirty="0"/>
              <a:t>uzlů</a:t>
            </a:r>
            <a:r>
              <a:rPr lang="cs-CZ" dirty="0"/>
              <a:t> (někdy také označovaných jako záznamy) a </a:t>
            </a:r>
            <a:r>
              <a:rPr lang="cs-CZ" i="1" dirty="0"/>
              <a:t>množinových struktur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17" y="3697059"/>
            <a:ext cx="7627966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21CAC52-C425-4668-9162-7D9DDC21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14</a:t>
            </a:fld>
            <a:endParaRPr lang="cs-C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Relační model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nejoblíbenější technika tvorby databází</a:t>
            </a:r>
          </a:p>
          <a:p>
            <a:r>
              <a:rPr lang="cs-CZ" dirty="0"/>
              <a:t>Charakteristickou vlastností relačního modelu je realizace vazeb pomocí relací (tabulek),   v níž každou entitu do vazby vstupující zastupuje její primární klíč</a:t>
            </a:r>
          </a:p>
          <a:p>
            <a:r>
              <a:rPr lang="cs-CZ" dirty="0"/>
              <a:t>Tabulka slouží k uchovávání dat v databázi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260B042-ABF3-4ABF-9153-E1EC0291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15</a:t>
            </a:fld>
            <a:endParaRPr lang="cs-CZ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Relační model </a:t>
            </a:r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76493"/>
            <a:ext cx="7239000" cy="535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627B44C-FED1-4E9A-842C-D3723CC1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Objektový model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Objektově relační model databázového řízení dat přidává nové objekty do relačního systému jako jádro moderních informačních systémů</a:t>
            </a:r>
          </a:p>
          <a:p>
            <a:r>
              <a:rPr lang="cs-CZ" dirty="0"/>
              <a:t>Vychází ze známých principu objektově orientovaného modelování a programování</a:t>
            </a:r>
          </a:p>
          <a:p>
            <a:r>
              <a:rPr lang="cs-CZ" dirty="0"/>
              <a:t>Je však dále obohacen o techniky perzistence, reprezentace vztahu, dotazování, transakčního přístupu apod.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420D76B-9F3A-4DC3-8CF2-C2289566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Objektový model</a:t>
            </a:r>
          </a:p>
        </p:txBody>
      </p:sp>
      <p:pic>
        <p:nvPicPr>
          <p:cNvPr id="4096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b="1743"/>
          <a:stretch/>
        </p:blipFill>
        <p:spPr bwMode="auto">
          <a:xfrm>
            <a:off x="1763688" y="1463040"/>
            <a:ext cx="5044550" cy="5350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9189CA7-C460-4EF2-9265-A391A83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Databázový systém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Databáze + systém řízení dat</a:t>
            </a:r>
          </a:p>
          <a:p>
            <a:endParaRPr lang="cs-CZ" dirty="0"/>
          </a:p>
          <a:p>
            <a:endParaRPr lang="cs-CZ" dirty="0"/>
          </a:p>
          <a:p>
            <a:pPr lvl="0"/>
            <a:r>
              <a:rPr lang="cs-CZ" b="1" dirty="0"/>
              <a:t>Databáze je skupina dat vztahující se k nějakému reálnému objektu, účelu, tématu</a:t>
            </a:r>
            <a:endParaRPr lang="cs-CZ" dirty="0"/>
          </a:p>
          <a:p>
            <a:pPr lvl="0"/>
            <a:r>
              <a:rPr lang="cs-CZ" b="1" dirty="0"/>
              <a:t>Databázový systém je aplikace, která celou databázi řídí</a:t>
            </a:r>
          </a:p>
          <a:p>
            <a:pPr lvl="1"/>
            <a:r>
              <a:rPr lang="cs-CZ" b="1" dirty="0"/>
              <a:t>Např. v relačních databázích lze propojovat tabulky mezi sebou, vytvářet relace a přistupovat v jeden okamžik k hodnotám z více tabulek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F3F44A8-E367-410F-A944-44E300C2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Entita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cs-CZ" dirty="0"/>
              <a:t>Entita je objekt  reálného světa, která se stala předmětem našeho zájmu a o které má smysl uchovávat informace</a:t>
            </a:r>
          </a:p>
          <a:p>
            <a:pPr>
              <a:lnSpc>
                <a:spcPct val="160000"/>
              </a:lnSpc>
            </a:pPr>
            <a:r>
              <a:rPr lang="cs-CZ" dirty="0"/>
              <a:t>Entitou mohou být lidé, věci, události, pojmy</a:t>
            </a:r>
          </a:p>
          <a:p>
            <a:pPr>
              <a:lnSpc>
                <a:spcPct val="160000"/>
              </a:lnSpc>
            </a:pPr>
            <a:r>
              <a:rPr lang="cs-CZ" dirty="0"/>
              <a:t>Výskyt entity musí být jednoznačně identifikovatelný</a:t>
            </a:r>
          </a:p>
          <a:p>
            <a:pPr>
              <a:lnSpc>
                <a:spcPct val="160000"/>
              </a:lnSpc>
            </a:pPr>
            <a:r>
              <a:rPr lang="cs-CZ" dirty="0"/>
              <a:t>Každá entita musí mít uvedený identifikátor</a:t>
            </a:r>
          </a:p>
          <a:p>
            <a:pPr>
              <a:lnSpc>
                <a:spcPct val="16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A9F63F7-B810-4BA1-A2A9-A17D43DE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Atribut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Je vlastnost entity</a:t>
            </a:r>
          </a:p>
          <a:p>
            <a:pPr>
              <a:lnSpc>
                <a:spcPct val="200000"/>
              </a:lnSpc>
            </a:pPr>
            <a:r>
              <a:rPr lang="cs-CZ" dirty="0"/>
              <a:t>Je funkce přiřazující entitě či vztahu mezi entitami určitou hodnotu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Např.: u entity člověka jeho věk, výška, barva očí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80ACBDA-EB7A-4410-B1B9-56016ED1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21</a:t>
            </a:fld>
            <a:endParaRPr lang="cs-CZ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Hodnota Atributu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Je konkrétní vlastnost entity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Např.: u entity člověka jeho věk atributem a hodnota 39 hodnotou atributu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7B6445F-6932-4FDC-BDC5-A3D6E3F7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8623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je entita a co atribut?</a:t>
            </a:r>
          </a:p>
          <a:p>
            <a:pPr marL="1076325" indent="-442913"/>
            <a:r>
              <a:rPr lang="cs-CZ" dirty="0"/>
              <a:t>Pes</a:t>
            </a:r>
          </a:p>
          <a:p>
            <a:pPr marL="1254125" lvl="1" indent="-442913"/>
            <a:r>
              <a:rPr lang="cs-CZ" dirty="0"/>
              <a:t>Entita</a:t>
            </a:r>
          </a:p>
          <a:p>
            <a:pPr marL="1076325" indent="-442913"/>
            <a:r>
              <a:rPr lang="cs-CZ" dirty="0" err="1"/>
              <a:t>Spz</a:t>
            </a:r>
            <a:endParaRPr lang="cs-CZ" dirty="0"/>
          </a:p>
          <a:p>
            <a:pPr marL="1254125" lvl="1" indent="-442913"/>
            <a:r>
              <a:rPr lang="cs-CZ" dirty="0"/>
              <a:t>Atribut</a:t>
            </a:r>
          </a:p>
          <a:p>
            <a:pPr marL="1076325" indent="-442913"/>
            <a:r>
              <a:rPr lang="cs-CZ" dirty="0"/>
              <a:t>Byt</a:t>
            </a:r>
          </a:p>
          <a:p>
            <a:pPr marL="1254125" lvl="1" indent="-442913"/>
            <a:r>
              <a:rPr lang="cs-CZ" dirty="0"/>
              <a:t>Entita</a:t>
            </a:r>
          </a:p>
          <a:p>
            <a:pPr marL="1076325" indent="-442913"/>
            <a:r>
              <a:rPr lang="cs-CZ" dirty="0"/>
              <a:t>4 nohy</a:t>
            </a:r>
          </a:p>
          <a:p>
            <a:pPr marL="1254125" lvl="1" indent="-442913"/>
            <a:r>
              <a:rPr lang="cs-CZ" dirty="0"/>
              <a:t>Atribut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F6E5DB6-43AF-45E7-BBBF-A7EFA694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23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Klíče - druhy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Identifikátor:  minimální množina atributů zajišťující jednoznačnou identifikaci</a:t>
            </a:r>
          </a:p>
          <a:p>
            <a:pPr>
              <a:lnSpc>
                <a:spcPct val="200000"/>
              </a:lnSpc>
            </a:pPr>
            <a:r>
              <a:rPr lang="cs-CZ" dirty="0"/>
              <a:t>Někdy bává označen jako ID – Primární klíč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Např. u člověka je jeho identifikátor jeho rodné číslo, DNA, otisk prstu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558FC7A-C870-487F-8714-4D95C841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24</a:t>
            </a:fld>
            <a:endParaRPr 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Klíče - druhy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Kandidátních klíč: těch může mít entita několik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Např. u člověka je to věk, výška, váha, vzdělání, jméno, příjmení…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F16FDE1-6614-4F9A-ADE2-4C8F81E0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25</a:t>
            </a:fld>
            <a:endParaRPr lang="cs-CZ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Klíče - druhy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Cizí klíč: min. množina atributů, které jsou   v jiné entitě primárním klíčem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Např.: máme entitu auto kde jeho primární klíč je jeho SPZ, pak máme entitu vlastníka auta. Vlastník auta má primární klíč své rodné číslo a jako jeden z jeho atributů je i SPZ jeho auta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ECED6A4-95B0-4C78-A47A-EFB5F031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26</a:t>
            </a:fld>
            <a:endParaRPr lang="cs-CZ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idx="1"/>
          </p:nvPr>
        </p:nvSpPr>
        <p:spPr>
          <a:xfrm>
            <a:off x="323528" y="5877272"/>
            <a:ext cx="3520440" cy="457200"/>
          </a:xfrm>
          <a:solidFill>
            <a:schemeClr val="accent1"/>
          </a:solidFill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Auta</a:t>
            </a:r>
          </a:p>
        </p:txBody>
      </p:sp>
      <p:sp>
        <p:nvSpPr>
          <p:cNvPr id="6" name="Zástupný symbol pro text 5"/>
          <p:cNvSpPr>
            <a:spLocks noGrp="1"/>
          </p:cNvSpPr>
          <p:nvPr>
            <p:ph type="body" sz="half" idx="3"/>
          </p:nvPr>
        </p:nvSpPr>
        <p:spPr>
          <a:xfrm>
            <a:off x="4211960" y="5877272"/>
            <a:ext cx="3520440" cy="457200"/>
          </a:xfrm>
          <a:solidFill>
            <a:schemeClr val="accent2">
              <a:lumMod val="75000"/>
            </a:schemeClr>
          </a:solidFill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Vlastníci</a:t>
            </a:r>
          </a:p>
        </p:txBody>
      </p:sp>
      <p:graphicFrame>
        <p:nvGraphicFramePr>
          <p:cNvPr id="8" name="Zástupný symbol pro obsah 7"/>
          <p:cNvGraphicFramePr>
            <a:graphicFrameLocks noGrp="1"/>
          </p:cNvGraphicFramePr>
          <p:nvPr>
            <p:ph sz="quarter" idx="2"/>
          </p:nvPr>
        </p:nvGraphicFramePr>
        <p:xfrm>
          <a:off x="395536" y="2348880"/>
          <a:ext cx="35210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ID-SPZ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Barva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AD-34-89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Škodovka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černá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EP-40-09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bílá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Zástupný symbol pro obsah 8"/>
          <p:cNvGraphicFramePr>
            <a:graphicFrameLocks noGrp="1"/>
          </p:cNvGraphicFramePr>
          <p:nvPr>
            <p:ph sz="quarter" idx="4"/>
          </p:nvPr>
        </p:nvGraphicFramePr>
        <p:xfrm>
          <a:off x="4211960" y="2348880"/>
          <a:ext cx="3521076" cy="1651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73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ID_RČ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Příjmení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ID-SPZ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670909/9877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Novák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EP-40-09</a:t>
                      </a:r>
                    </a:p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560712/8977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Horák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AD-34-89</a:t>
                      </a:r>
                    </a:p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Elipsa 9"/>
          <p:cNvSpPr/>
          <p:nvPr/>
        </p:nvSpPr>
        <p:spPr>
          <a:xfrm>
            <a:off x="323528" y="2204864"/>
            <a:ext cx="1224136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Elipsa 10"/>
          <p:cNvSpPr/>
          <p:nvPr/>
        </p:nvSpPr>
        <p:spPr>
          <a:xfrm>
            <a:off x="6516216" y="2204864"/>
            <a:ext cx="1224136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16" name="Pravoúhlá spojovací čára 15"/>
          <p:cNvCxnSpPr>
            <a:stCxn id="10" idx="0"/>
            <a:endCxn id="11" idx="0"/>
          </p:cNvCxnSpPr>
          <p:nvPr/>
        </p:nvCxnSpPr>
        <p:spPr>
          <a:xfrm rot="5400000" flipH="1" flipV="1">
            <a:off x="4031940" y="-891480"/>
            <a:ext cx="1588" cy="6192688"/>
          </a:xfrm>
          <a:prstGeom prst="bentConnector3">
            <a:avLst>
              <a:gd name="adj1" fmla="val 34461850"/>
            </a:avLst>
          </a:prstGeom>
          <a:ln w="603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FEAAD2A-6F22-4AD6-9B6F-149BD346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27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je to?</a:t>
            </a:r>
          </a:p>
          <a:p>
            <a:endParaRPr lang="cs-CZ" dirty="0"/>
          </a:p>
          <a:p>
            <a:pPr marL="722313" indent="-279400"/>
            <a:r>
              <a:rPr lang="cs-CZ" dirty="0"/>
              <a:t>Datum narození</a:t>
            </a:r>
          </a:p>
          <a:p>
            <a:pPr marL="1254125" lvl="1" indent="-442913"/>
            <a:r>
              <a:rPr lang="cs-CZ" dirty="0"/>
              <a:t>Atribut, kandidátní klíč</a:t>
            </a:r>
          </a:p>
          <a:p>
            <a:pPr marL="722313" indent="-279400"/>
            <a:r>
              <a:rPr lang="cs-CZ" dirty="0"/>
              <a:t>ISBN</a:t>
            </a:r>
          </a:p>
          <a:p>
            <a:pPr marL="1254125" lvl="1" indent="-442913"/>
            <a:r>
              <a:rPr lang="cs-CZ" dirty="0"/>
              <a:t>Atribut, primární klíč</a:t>
            </a:r>
          </a:p>
          <a:p>
            <a:pPr marL="722313" indent="-279400"/>
            <a:r>
              <a:rPr lang="cs-CZ" dirty="0"/>
              <a:t>Kniha</a:t>
            </a:r>
          </a:p>
          <a:p>
            <a:pPr marL="1254125" lvl="1" indent="-442913"/>
            <a:r>
              <a:rPr lang="cs-CZ" dirty="0"/>
              <a:t>Entita</a:t>
            </a:r>
          </a:p>
          <a:p>
            <a:pPr lvl="1"/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49F35E3-A459-4D76-8AB1-EF8F83E0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28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dat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</p:nvPr>
        </p:nvGraphicFramePr>
        <p:xfrm>
          <a:off x="457200" y="1609725"/>
          <a:ext cx="7239000" cy="484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7390623-4B13-4AE6-8F4B-5ACA0CB9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29</a:t>
            </a:fld>
            <a:endParaRPr lang="cs-CZ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dat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482731"/>
              </p:ext>
            </p:extLst>
          </p:nvPr>
        </p:nvGraphicFramePr>
        <p:xfrm>
          <a:off x="6156176" y="293533"/>
          <a:ext cx="1800200" cy="1446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ástupný symbol pro obsah 2"/>
          <p:cNvSpPr txBox="1">
            <a:spLocks/>
          </p:cNvSpPr>
          <p:nvPr/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 kumimoji="0"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208" indent="-228600" algn="l" rtl="0" eaLnBrk="1" latinLnBrk="0" hangingPunct="1">
              <a:spcBef>
                <a:spcPts val="5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23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8952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0000"/>
              <a:buFont typeface="Wingdings"/>
              <a:buChar char="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70000"/>
              <a:buFont typeface="Wingdings"/>
              <a:buChar char="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72184" indent="-182880" algn="l" rtl="0" eaLnBrk="1" latinLnBrk="0" hangingPunct="1">
              <a:spcBef>
                <a:spcPts val="4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733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47088" indent="-182880" algn="l" rtl="0" eaLnBrk="1" latinLnBrk="0" hangingPunct="1">
              <a:spcBef>
                <a:spcPts val="300"/>
              </a:spcBef>
              <a:buClr>
                <a:schemeClr val="accent4"/>
              </a:buClr>
              <a:buSzPct val="100000"/>
              <a:buChar char="•"/>
              <a:defRPr kumimoji="0" sz="16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50000"/>
              </a:lnSpc>
            </a:pPr>
            <a:r>
              <a:rPr lang="cs-CZ" dirty="0"/>
              <a:t>Analýza = Konceptuální úroveň</a:t>
            </a:r>
          </a:p>
          <a:p>
            <a:pPr>
              <a:lnSpc>
                <a:spcPct val="150000"/>
              </a:lnSpc>
            </a:pPr>
            <a:r>
              <a:rPr lang="cs-CZ" dirty="0"/>
              <a:t>Vymezení informací, které budou uchovány v našem systému</a:t>
            </a:r>
          </a:p>
          <a:p>
            <a:pPr>
              <a:lnSpc>
                <a:spcPct val="150000"/>
              </a:lnSpc>
            </a:pPr>
            <a:r>
              <a:rPr lang="cs-CZ" dirty="0"/>
              <a:t>Vznik modelu reality, popisující čistě její obsahovou stránku</a:t>
            </a:r>
          </a:p>
          <a:p>
            <a:pPr>
              <a:lnSpc>
                <a:spcPct val="150000"/>
              </a:lnSpc>
            </a:pP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E3C6CD3-C153-47B7-8008-578AF0C3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333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dat</a:t>
            </a:r>
          </a:p>
        </p:txBody>
      </p:sp>
      <p:sp>
        <p:nvSpPr>
          <p:cNvPr id="5" name="Zástupný symbol pro obsah 2"/>
          <p:cNvSpPr txBox="1">
            <a:spLocks/>
          </p:cNvSpPr>
          <p:nvPr/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 kumimoji="0"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208" indent="-228600" algn="l" rtl="0" eaLnBrk="1" latinLnBrk="0" hangingPunct="1">
              <a:spcBef>
                <a:spcPts val="5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23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8952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0000"/>
              <a:buFont typeface="Wingdings"/>
              <a:buChar char="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70000"/>
              <a:buFont typeface="Wingdings"/>
              <a:buChar char="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72184" indent="-182880" algn="l" rtl="0" eaLnBrk="1" latinLnBrk="0" hangingPunct="1">
              <a:spcBef>
                <a:spcPts val="4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733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47088" indent="-182880" algn="l" rtl="0" eaLnBrk="1" latinLnBrk="0" hangingPunct="1">
              <a:spcBef>
                <a:spcPts val="300"/>
              </a:spcBef>
              <a:buClr>
                <a:schemeClr val="accent4"/>
              </a:buClr>
              <a:buSzPct val="100000"/>
              <a:buChar char="•"/>
              <a:defRPr kumimoji="0" sz="16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50000"/>
              </a:lnSpc>
            </a:pPr>
            <a:r>
              <a:rPr lang="cs-CZ" dirty="0"/>
              <a:t>Návrh = Technologická úroveň</a:t>
            </a:r>
          </a:p>
          <a:p>
            <a:pPr>
              <a:lnSpc>
                <a:spcPct val="150000"/>
              </a:lnSpc>
            </a:pPr>
            <a:r>
              <a:rPr lang="cs-CZ" dirty="0"/>
              <a:t>Označován jako logický či databázový model</a:t>
            </a:r>
          </a:p>
          <a:p>
            <a:pPr>
              <a:lnSpc>
                <a:spcPct val="150000"/>
              </a:lnSpc>
            </a:pPr>
            <a:r>
              <a:rPr lang="cs-CZ" dirty="0"/>
              <a:t>Určuje jak budou data strukturována (relační </a:t>
            </a:r>
            <a:r>
              <a:rPr lang="cs-CZ" dirty="0" err="1"/>
              <a:t>dtb</a:t>
            </a:r>
            <a:r>
              <a:rPr lang="cs-CZ" dirty="0"/>
              <a:t>, objektová </a:t>
            </a:r>
            <a:r>
              <a:rPr lang="cs-CZ" dirty="0" err="1"/>
              <a:t>dtb</a:t>
            </a:r>
            <a:r>
              <a:rPr lang="cs-CZ" dirty="0"/>
              <a:t>, …)</a:t>
            </a:r>
          </a:p>
          <a:p>
            <a:pPr>
              <a:lnSpc>
                <a:spcPct val="150000"/>
              </a:lnSpc>
            </a:pPr>
            <a:r>
              <a:rPr lang="cs-CZ" dirty="0"/>
              <a:t>Představuje popis způsobu realizace systému </a:t>
            </a:r>
          </a:p>
        </p:txBody>
      </p:sp>
      <p:grpSp>
        <p:nvGrpSpPr>
          <p:cNvPr id="6" name="Skupina 5"/>
          <p:cNvGrpSpPr/>
          <p:nvPr/>
        </p:nvGrpSpPr>
        <p:grpSpPr>
          <a:xfrm>
            <a:off x="5940152" y="165899"/>
            <a:ext cx="2026598" cy="1469925"/>
            <a:chOff x="2529006" y="1817489"/>
            <a:chExt cx="2180987" cy="1211659"/>
          </a:xfrm>
        </p:grpSpPr>
        <p:sp>
          <p:nvSpPr>
            <p:cNvPr id="7" name="Zaoblený obdélník 6"/>
            <p:cNvSpPr/>
            <p:nvPr/>
          </p:nvSpPr>
          <p:spPr>
            <a:xfrm>
              <a:off x="2529006" y="1817489"/>
              <a:ext cx="2180987" cy="121165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8617942"/>
                <a:satOff val="-21801"/>
                <a:lumOff val="980"/>
                <a:alphaOff val="0"/>
              </a:schemeClr>
            </a:fillRef>
            <a:effectRef idx="0">
              <a:schemeClr val="accent4">
                <a:hueOff val="8617942"/>
                <a:satOff val="-21801"/>
                <a:lumOff val="98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Zaoblený obdélník 4"/>
            <p:cNvSpPr txBox="1"/>
            <p:nvPr/>
          </p:nvSpPr>
          <p:spPr>
            <a:xfrm>
              <a:off x="2564494" y="1852977"/>
              <a:ext cx="2110011" cy="11406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3200" kern="1200" dirty="0"/>
                <a:t>Návrh</a:t>
              </a:r>
              <a:endParaRPr lang="cs-CZ" sz="2300" kern="1200" dirty="0"/>
            </a:p>
          </p:txBody>
        </p:sp>
      </p:grp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AD4BC64-0E02-45B6-97C5-BEAA9E69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982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dat</a:t>
            </a:r>
          </a:p>
        </p:txBody>
      </p:sp>
      <p:sp>
        <p:nvSpPr>
          <p:cNvPr id="5" name="Zástupný symbol pro obsah 2"/>
          <p:cNvSpPr txBox="1">
            <a:spLocks/>
          </p:cNvSpPr>
          <p:nvPr/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 kumimoji="0"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208" indent="-228600" algn="l" rtl="0" eaLnBrk="1" latinLnBrk="0" hangingPunct="1">
              <a:spcBef>
                <a:spcPts val="5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23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8952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0000"/>
              <a:buFont typeface="Wingdings"/>
              <a:buChar char="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70000"/>
              <a:buFont typeface="Wingdings"/>
              <a:buChar char="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72184" indent="-182880" algn="l" rtl="0" eaLnBrk="1" latinLnBrk="0" hangingPunct="1">
              <a:spcBef>
                <a:spcPts val="4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733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47088" indent="-182880" algn="l" rtl="0" eaLnBrk="1" latinLnBrk="0" hangingPunct="1">
              <a:spcBef>
                <a:spcPts val="300"/>
              </a:spcBef>
              <a:buClr>
                <a:schemeClr val="accent4"/>
              </a:buClr>
              <a:buSzPct val="100000"/>
              <a:buChar char="•"/>
              <a:defRPr kumimoji="0" sz="16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50000"/>
              </a:lnSpc>
            </a:pPr>
            <a:r>
              <a:rPr lang="cs-CZ" dirty="0"/>
              <a:t>Implementační úroveň</a:t>
            </a:r>
          </a:p>
          <a:p>
            <a:pPr>
              <a:lnSpc>
                <a:spcPct val="150000"/>
              </a:lnSpc>
            </a:pPr>
            <a:r>
              <a:rPr lang="cs-CZ" dirty="0"/>
              <a:t>Představuje popis vlastní realizace systému v konkrétním implementačním prostředí  </a:t>
            </a:r>
          </a:p>
        </p:txBody>
      </p:sp>
      <p:grpSp>
        <p:nvGrpSpPr>
          <p:cNvPr id="12" name="Skupina 11"/>
          <p:cNvGrpSpPr/>
          <p:nvPr/>
        </p:nvGrpSpPr>
        <p:grpSpPr>
          <a:xfrm>
            <a:off x="5652120" y="251381"/>
            <a:ext cx="2325003" cy="1521435"/>
            <a:chOff x="2529006" y="3634978"/>
            <a:chExt cx="2180987" cy="1211659"/>
          </a:xfrm>
        </p:grpSpPr>
        <p:sp>
          <p:nvSpPr>
            <p:cNvPr id="13" name="Zaoblený obdélník 12"/>
            <p:cNvSpPr/>
            <p:nvPr/>
          </p:nvSpPr>
          <p:spPr>
            <a:xfrm>
              <a:off x="2529006" y="3634978"/>
              <a:ext cx="2180987" cy="121165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17235884"/>
                <a:satOff val="-43603"/>
                <a:lumOff val="1960"/>
                <a:alphaOff val="0"/>
              </a:schemeClr>
            </a:fillRef>
            <a:effectRef idx="0">
              <a:schemeClr val="accent4">
                <a:hueOff val="17235884"/>
                <a:satOff val="-43603"/>
                <a:lumOff val="196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Zaoblený obdélník 4"/>
            <p:cNvSpPr txBox="1"/>
            <p:nvPr/>
          </p:nvSpPr>
          <p:spPr>
            <a:xfrm>
              <a:off x="2564494" y="3670466"/>
              <a:ext cx="2110011" cy="11406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2400" kern="1200" dirty="0"/>
                <a:t>Implementace</a:t>
              </a:r>
              <a:endParaRPr lang="cs-CZ" sz="2300" kern="1200" dirty="0"/>
            </a:p>
          </p:txBody>
        </p:sp>
      </p:grp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AEB0BC0-FFFA-4C52-B69D-3A9F13A7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32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747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Práce na projektu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Vytvoř entity (2)</a:t>
            </a:r>
          </a:p>
          <a:p>
            <a:pPr>
              <a:lnSpc>
                <a:spcPct val="150000"/>
              </a:lnSpc>
            </a:pPr>
            <a:r>
              <a:rPr lang="cs-CZ" dirty="0"/>
              <a:t>Vytvoř k nim atributy</a:t>
            </a:r>
          </a:p>
          <a:p>
            <a:pPr>
              <a:lnSpc>
                <a:spcPct val="150000"/>
              </a:lnSpc>
            </a:pPr>
            <a:r>
              <a:rPr lang="cs-CZ" dirty="0"/>
              <a:t>Urči primární a cizí klíč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AA9F018-3DD9-42B2-9CF0-68E60D6B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E231-2589-4A2D-990E-9909B9C68069}" type="slidenum">
              <a:rPr lang="cs-CZ" smtClean="0"/>
              <a:pPr/>
              <a:t>33</a:t>
            </a:fld>
            <a:endParaRPr lang="cs-CZ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hatý">
  <a:themeElements>
    <a:clrScheme name="Bohat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Bohat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ohat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406</TotalTime>
  <Words>741</Words>
  <Application>Microsoft Office PowerPoint</Application>
  <PresentationFormat>Předvádění na obrazovce (4:3)</PresentationFormat>
  <Paragraphs>221</Paragraphs>
  <Slides>33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33</vt:i4>
      </vt:variant>
    </vt:vector>
  </HeadingPairs>
  <TitlesOfParts>
    <vt:vector size="39" baseType="lpstr">
      <vt:lpstr>Arial</vt:lpstr>
      <vt:lpstr>Calibri</vt:lpstr>
      <vt:lpstr>Trebuchet MS</vt:lpstr>
      <vt:lpstr>Wingdings</vt:lpstr>
      <vt:lpstr>Wingdings 2</vt:lpstr>
      <vt:lpstr>Bohatý</vt:lpstr>
      <vt:lpstr>MS Access</vt:lpstr>
      <vt:lpstr>Základní pojmy</vt:lpstr>
      <vt:lpstr>Základní pojmy</vt:lpstr>
      <vt:lpstr>Pojem Informace</vt:lpstr>
      <vt:lpstr>Informace</vt:lpstr>
      <vt:lpstr>Data</vt:lpstr>
      <vt:lpstr>Kvalita dat</vt:lpstr>
      <vt:lpstr>Nesprávnost dat</vt:lpstr>
      <vt:lpstr>Způsob ukládání dat</vt:lpstr>
      <vt:lpstr>Operace s daty</vt:lpstr>
      <vt:lpstr>Databáze</vt:lpstr>
      <vt:lpstr>Vývoj databázového modelu</vt:lpstr>
      <vt:lpstr>HIERACHICKÝ MODEL</vt:lpstr>
      <vt:lpstr>Síťový model</vt:lpstr>
      <vt:lpstr>Relační model</vt:lpstr>
      <vt:lpstr>Relační model </vt:lpstr>
      <vt:lpstr>Objektový model</vt:lpstr>
      <vt:lpstr>Objektový model</vt:lpstr>
      <vt:lpstr>Databázový systém</vt:lpstr>
      <vt:lpstr>Entita</vt:lpstr>
      <vt:lpstr>Atribut</vt:lpstr>
      <vt:lpstr>Hodnota Atributu</vt:lpstr>
      <vt:lpstr>příklad</vt:lpstr>
      <vt:lpstr>Klíče - druhy</vt:lpstr>
      <vt:lpstr>Klíče - druhy</vt:lpstr>
      <vt:lpstr>Klíče - druhy</vt:lpstr>
      <vt:lpstr>Příklad</vt:lpstr>
      <vt:lpstr>příklad</vt:lpstr>
      <vt:lpstr>Modelování dat</vt:lpstr>
      <vt:lpstr>Modelování dat</vt:lpstr>
      <vt:lpstr>Modelování dat</vt:lpstr>
      <vt:lpstr>Modelování dat</vt:lpstr>
      <vt:lpstr>Práce na projektu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Pojmy</dc:title>
  <dc:creator>Denny</dc:creator>
  <cp:lastModifiedBy>Votavová Gabriela</cp:lastModifiedBy>
  <cp:revision>47</cp:revision>
  <dcterms:created xsi:type="dcterms:W3CDTF">2011-06-17T19:03:15Z</dcterms:created>
  <dcterms:modified xsi:type="dcterms:W3CDTF">2019-09-05T06:58:47Z</dcterms:modified>
</cp:coreProperties>
</file>