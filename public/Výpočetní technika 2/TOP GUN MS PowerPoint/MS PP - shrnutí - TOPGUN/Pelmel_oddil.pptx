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8" r:id="rId2"/>
    <p:sldId id="257" r:id="rId3"/>
    <p:sldId id="267" r:id="rId4"/>
    <p:sldId id="261" r:id="rId5"/>
    <p:sldId id="263" r:id="rId6"/>
    <p:sldId id="264" r:id="rId7"/>
    <p:sldId id="269" r:id="rId8"/>
    <p:sldId id="266" r:id="rId9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6094"/>
    <a:srgbClr val="DEEF3D"/>
    <a:srgbClr val="3596BE"/>
    <a:srgbClr val="60C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745E8-688F-466E-AF7B-822F1C292264}" v="3" dt="2021-03-23T09:57:20.441"/>
    <p1510:client id="{DBED0E6E-C412-4C68-B91B-FA53B24E3CF7}" v="46" dt="2021-03-22T15:39:54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Styl s motivem 1 – zvýraznění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FD4443E-F989-4FC4-A0C8-D5A2AF1F390B}" styleName="Tmavý styl 1 – zvýraznění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79671" autoAdjust="0"/>
  </p:normalViewPr>
  <p:slideViewPr>
    <p:cSldViewPr snapToGrid="0">
      <p:cViewPr varScale="1">
        <p:scale>
          <a:sx n="50" d="100"/>
          <a:sy n="50" d="100"/>
        </p:scale>
        <p:origin x="10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27AFD1-0EED-4032-A846-2AD27A025380}" type="doc">
      <dgm:prSet loTypeId="urn:microsoft.com/office/officeart/2009/layout/CirclePictureHierarchy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FB87992F-80C9-41C3-BD3A-7245E1BAC43B}">
      <dgm:prSet phldrT="[Text]"/>
      <dgm:spPr/>
      <dgm:t>
        <a:bodyPr/>
        <a:lstStyle/>
        <a:p>
          <a:r>
            <a:rPr lang="cs-CZ" dirty="0"/>
            <a:t>Ředitel</a:t>
          </a:r>
        </a:p>
      </dgm:t>
    </dgm:pt>
    <dgm:pt modelId="{9D513803-EC74-4688-9325-DA32812CC3F2}" type="parTrans" cxnId="{4E343842-128A-4B6D-980B-19312B81F8FE}">
      <dgm:prSet/>
      <dgm:spPr/>
      <dgm:t>
        <a:bodyPr/>
        <a:lstStyle/>
        <a:p>
          <a:endParaRPr lang="cs-CZ"/>
        </a:p>
      </dgm:t>
    </dgm:pt>
    <dgm:pt modelId="{23F0131D-BB8D-4082-B689-07B8FBB67C60}" type="sibTrans" cxnId="{4E343842-128A-4B6D-980B-19312B81F8FE}">
      <dgm:prSet/>
      <dgm:spPr/>
      <dgm:t>
        <a:bodyPr/>
        <a:lstStyle/>
        <a:p>
          <a:endParaRPr lang="cs-CZ"/>
        </a:p>
      </dgm:t>
    </dgm:pt>
    <dgm:pt modelId="{1D1DC7D4-292D-4ABA-B8AD-BD1AABF69D13}">
      <dgm:prSet phldrT="[Text]"/>
      <dgm:spPr/>
      <dgm:t>
        <a:bodyPr/>
        <a:lstStyle/>
        <a:p>
          <a:r>
            <a:rPr lang="cs-CZ" dirty="0"/>
            <a:t>Zástupce - škola</a:t>
          </a:r>
        </a:p>
      </dgm:t>
    </dgm:pt>
    <dgm:pt modelId="{1E2DB020-82EC-4F70-9B8F-96D4FCA72133}" type="parTrans" cxnId="{62EBCB64-C37A-4BD7-97B3-44FA5A22F023}">
      <dgm:prSet/>
      <dgm:spPr/>
      <dgm:t>
        <a:bodyPr/>
        <a:lstStyle/>
        <a:p>
          <a:endParaRPr lang="cs-CZ"/>
        </a:p>
      </dgm:t>
    </dgm:pt>
    <dgm:pt modelId="{72462945-5A27-4903-BD0C-0685473D5A2C}" type="sibTrans" cxnId="{62EBCB64-C37A-4BD7-97B3-44FA5A22F023}">
      <dgm:prSet/>
      <dgm:spPr/>
      <dgm:t>
        <a:bodyPr/>
        <a:lstStyle/>
        <a:p>
          <a:endParaRPr lang="cs-CZ"/>
        </a:p>
      </dgm:t>
    </dgm:pt>
    <dgm:pt modelId="{6D5E031D-0249-4E2A-82B6-BAE4B7112239}">
      <dgm:prSet phldrT="[Text]"/>
      <dgm:spPr/>
      <dgm:t>
        <a:bodyPr/>
        <a:lstStyle/>
        <a:p>
          <a:r>
            <a:rPr lang="cs-CZ" dirty="0"/>
            <a:t>Učitel - interní</a:t>
          </a:r>
        </a:p>
      </dgm:t>
    </dgm:pt>
    <dgm:pt modelId="{5919EC29-73C6-445B-9065-10AAC1097E7B}" type="parTrans" cxnId="{8706405E-2FDD-4E08-BB27-902AB5576488}">
      <dgm:prSet/>
      <dgm:spPr/>
      <dgm:t>
        <a:bodyPr/>
        <a:lstStyle/>
        <a:p>
          <a:endParaRPr lang="cs-CZ"/>
        </a:p>
      </dgm:t>
    </dgm:pt>
    <dgm:pt modelId="{F0C994A2-55D9-4CBC-AD6F-D6F65CA80E5C}" type="sibTrans" cxnId="{8706405E-2FDD-4E08-BB27-902AB5576488}">
      <dgm:prSet/>
      <dgm:spPr/>
      <dgm:t>
        <a:bodyPr/>
        <a:lstStyle/>
        <a:p>
          <a:endParaRPr lang="cs-CZ"/>
        </a:p>
      </dgm:t>
    </dgm:pt>
    <dgm:pt modelId="{8584C1FE-EC15-4DC8-8D73-E6E2EAC916A6}">
      <dgm:prSet phldrT="[Text]"/>
      <dgm:spPr/>
      <dgm:t>
        <a:bodyPr/>
        <a:lstStyle/>
        <a:p>
          <a:r>
            <a:rPr lang="cs-CZ" dirty="0"/>
            <a:t>Učitel - externí</a:t>
          </a:r>
        </a:p>
      </dgm:t>
    </dgm:pt>
    <dgm:pt modelId="{B0EB2FE7-C85D-4672-8D7F-C2E54FE0D9C5}" type="parTrans" cxnId="{8B0EA9AF-3463-414A-ABBA-C1A551FFE292}">
      <dgm:prSet/>
      <dgm:spPr/>
      <dgm:t>
        <a:bodyPr/>
        <a:lstStyle/>
        <a:p>
          <a:endParaRPr lang="cs-CZ"/>
        </a:p>
      </dgm:t>
    </dgm:pt>
    <dgm:pt modelId="{8B9EB502-76EF-46A6-A815-E875CF239819}" type="sibTrans" cxnId="{8B0EA9AF-3463-414A-ABBA-C1A551FFE292}">
      <dgm:prSet/>
      <dgm:spPr/>
      <dgm:t>
        <a:bodyPr/>
        <a:lstStyle/>
        <a:p>
          <a:endParaRPr lang="cs-CZ"/>
        </a:p>
      </dgm:t>
    </dgm:pt>
    <dgm:pt modelId="{D782EE53-76FA-4CAA-9D4A-E38BE1C5B035}">
      <dgm:prSet phldrT="[Text]"/>
      <dgm:spPr/>
      <dgm:t>
        <a:bodyPr/>
        <a:lstStyle/>
        <a:p>
          <a:r>
            <a:rPr lang="cs-CZ" dirty="0"/>
            <a:t>Zástupce - ekonom</a:t>
          </a:r>
        </a:p>
      </dgm:t>
    </dgm:pt>
    <dgm:pt modelId="{4E1BFAE6-28E4-4ADE-81C0-506E640C4B9C}" type="parTrans" cxnId="{10E35FA9-B907-48B0-ACBE-D95F65E66FC1}">
      <dgm:prSet/>
      <dgm:spPr/>
      <dgm:t>
        <a:bodyPr/>
        <a:lstStyle/>
        <a:p>
          <a:endParaRPr lang="cs-CZ"/>
        </a:p>
      </dgm:t>
    </dgm:pt>
    <dgm:pt modelId="{726B2057-3C61-4D1F-8C9E-8DC1C81673ED}" type="sibTrans" cxnId="{10E35FA9-B907-48B0-ACBE-D95F65E66FC1}">
      <dgm:prSet/>
      <dgm:spPr/>
      <dgm:t>
        <a:bodyPr/>
        <a:lstStyle/>
        <a:p>
          <a:endParaRPr lang="cs-CZ"/>
        </a:p>
      </dgm:t>
    </dgm:pt>
    <dgm:pt modelId="{16BB168F-4803-4BB6-A972-EFA60A254604}">
      <dgm:prSet phldrT="[Text]"/>
      <dgm:spPr/>
      <dgm:t>
        <a:bodyPr/>
        <a:lstStyle/>
        <a:p>
          <a:r>
            <a:rPr lang="cs-CZ" dirty="0"/>
            <a:t>Úklid</a:t>
          </a:r>
        </a:p>
      </dgm:t>
    </dgm:pt>
    <dgm:pt modelId="{5134054C-7629-4513-8535-FFBD7D982D77}" type="parTrans" cxnId="{1903CE3B-FFA0-4D88-BEDF-C7F74495A9C6}">
      <dgm:prSet/>
      <dgm:spPr/>
      <dgm:t>
        <a:bodyPr/>
        <a:lstStyle/>
        <a:p>
          <a:endParaRPr lang="cs-CZ"/>
        </a:p>
      </dgm:t>
    </dgm:pt>
    <dgm:pt modelId="{5A8DD028-42C8-44B5-B877-F74A8FE18AF1}" type="sibTrans" cxnId="{1903CE3B-FFA0-4D88-BEDF-C7F74495A9C6}">
      <dgm:prSet/>
      <dgm:spPr/>
      <dgm:t>
        <a:bodyPr/>
        <a:lstStyle/>
        <a:p>
          <a:endParaRPr lang="cs-CZ"/>
        </a:p>
      </dgm:t>
    </dgm:pt>
    <dgm:pt modelId="{40BFE85F-D9F3-4B06-A351-813180767939}" type="pres">
      <dgm:prSet presAssocID="{1D27AFD1-0EED-4032-A846-2AD27A02538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C53451-0089-4311-9771-CB38FD6CC00E}" type="pres">
      <dgm:prSet presAssocID="{FB87992F-80C9-41C3-BD3A-7245E1BAC43B}" presName="hierRoot1" presStyleCnt="0"/>
      <dgm:spPr/>
    </dgm:pt>
    <dgm:pt modelId="{6533A9F5-5954-45A3-A65B-12FB5C54BC1C}" type="pres">
      <dgm:prSet presAssocID="{FB87992F-80C9-41C3-BD3A-7245E1BAC43B}" presName="composite" presStyleCnt="0"/>
      <dgm:spPr/>
    </dgm:pt>
    <dgm:pt modelId="{2A501BBF-26C8-42DE-A89C-A3CC1161E530}" type="pres">
      <dgm:prSet presAssocID="{FB87992F-80C9-41C3-BD3A-7245E1BAC43B}" presName="image" presStyleLbl="node0" presStyleIdx="0" presStyleCnt="1"/>
      <dgm:spPr>
        <a:prstGeom prst="pie">
          <a:avLst/>
        </a:prstGeom>
      </dgm:spPr>
    </dgm:pt>
    <dgm:pt modelId="{495B7CBA-A501-4DBE-9527-0EDFF5B0964F}" type="pres">
      <dgm:prSet presAssocID="{FB87992F-80C9-41C3-BD3A-7245E1BAC43B}" presName="text" presStyleLbl="revTx" presStyleIdx="0" presStyleCnt="6">
        <dgm:presLayoutVars>
          <dgm:chPref val="3"/>
        </dgm:presLayoutVars>
      </dgm:prSet>
      <dgm:spPr/>
    </dgm:pt>
    <dgm:pt modelId="{54936395-5E66-47A2-9165-E101EABE1461}" type="pres">
      <dgm:prSet presAssocID="{FB87992F-80C9-41C3-BD3A-7245E1BAC43B}" presName="hierChild2" presStyleCnt="0"/>
      <dgm:spPr/>
    </dgm:pt>
    <dgm:pt modelId="{7255FA16-94D4-4CF5-A089-70DE71BF1DAA}" type="pres">
      <dgm:prSet presAssocID="{1E2DB020-82EC-4F70-9B8F-96D4FCA72133}" presName="Name10" presStyleLbl="parChTrans1D2" presStyleIdx="0" presStyleCnt="2"/>
      <dgm:spPr/>
    </dgm:pt>
    <dgm:pt modelId="{56FD947A-D3BA-46B0-B141-DA71046229F3}" type="pres">
      <dgm:prSet presAssocID="{1D1DC7D4-292D-4ABA-B8AD-BD1AABF69D13}" presName="hierRoot2" presStyleCnt="0"/>
      <dgm:spPr/>
    </dgm:pt>
    <dgm:pt modelId="{DEB78FD8-8A37-4A1D-AEF4-B187528A9115}" type="pres">
      <dgm:prSet presAssocID="{1D1DC7D4-292D-4ABA-B8AD-BD1AABF69D13}" presName="composite2" presStyleCnt="0"/>
      <dgm:spPr/>
    </dgm:pt>
    <dgm:pt modelId="{993387D0-97B9-4F3B-A37A-7D8D97D63A1A}" type="pres">
      <dgm:prSet presAssocID="{1D1DC7D4-292D-4ABA-B8AD-BD1AABF69D13}" presName="image2" presStyleLbl="node2" presStyleIdx="0" presStyleCnt="2"/>
      <dgm:spPr>
        <a:prstGeom prst="quadArrowCallout">
          <a:avLst/>
        </a:prstGeom>
      </dgm:spPr>
    </dgm:pt>
    <dgm:pt modelId="{C1FB4EAC-6E8E-4D31-8DE9-C502E8373E89}" type="pres">
      <dgm:prSet presAssocID="{1D1DC7D4-292D-4ABA-B8AD-BD1AABF69D13}" presName="text2" presStyleLbl="revTx" presStyleIdx="1" presStyleCnt="6">
        <dgm:presLayoutVars>
          <dgm:chPref val="3"/>
        </dgm:presLayoutVars>
      </dgm:prSet>
      <dgm:spPr/>
    </dgm:pt>
    <dgm:pt modelId="{AEF98162-C275-4253-8999-B498ED179831}" type="pres">
      <dgm:prSet presAssocID="{1D1DC7D4-292D-4ABA-B8AD-BD1AABF69D13}" presName="hierChild3" presStyleCnt="0"/>
      <dgm:spPr/>
    </dgm:pt>
    <dgm:pt modelId="{C7CA1783-C66B-4C11-8D3E-F126EDC959FF}" type="pres">
      <dgm:prSet presAssocID="{5919EC29-73C6-445B-9065-10AAC1097E7B}" presName="Name17" presStyleLbl="parChTrans1D3" presStyleIdx="0" presStyleCnt="3"/>
      <dgm:spPr/>
    </dgm:pt>
    <dgm:pt modelId="{E8561964-6B35-4430-9E69-D4E16BF5150A}" type="pres">
      <dgm:prSet presAssocID="{6D5E031D-0249-4E2A-82B6-BAE4B7112239}" presName="hierRoot3" presStyleCnt="0"/>
      <dgm:spPr/>
    </dgm:pt>
    <dgm:pt modelId="{DAA2B998-0E8A-47CD-A184-D928276113DE}" type="pres">
      <dgm:prSet presAssocID="{6D5E031D-0249-4E2A-82B6-BAE4B7112239}" presName="composite3" presStyleCnt="0"/>
      <dgm:spPr/>
    </dgm:pt>
    <dgm:pt modelId="{39FF743D-EC41-4BDF-B442-635E66796207}" type="pres">
      <dgm:prSet presAssocID="{6D5E031D-0249-4E2A-82B6-BAE4B7112239}" presName="image3" presStyleLbl="node3" presStyleIdx="0" presStyleCnt="3"/>
      <dgm:spPr>
        <a:prstGeom prst="mathPlus">
          <a:avLst/>
        </a:prstGeom>
      </dgm:spPr>
    </dgm:pt>
    <dgm:pt modelId="{BBB0AD31-BF62-4E2E-9763-077510F5C910}" type="pres">
      <dgm:prSet presAssocID="{6D5E031D-0249-4E2A-82B6-BAE4B7112239}" presName="text3" presStyleLbl="revTx" presStyleIdx="2" presStyleCnt="6">
        <dgm:presLayoutVars>
          <dgm:chPref val="3"/>
        </dgm:presLayoutVars>
      </dgm:prSet>
      <dgm:spPr/>
    </dgm:pt>
    <dgm:pt modelId="{1FF259C2-75E0-44F5-AC89-592186C16ED2}" type="pres">
      <dgm:prSet presAssocID="{6D5E031D-0249-4E2A-82B6-BAE4B7112239}" presName="hierChild4" presStyleCnt="0"/>
      <dgm:spPr/>
    </dgm:pt>
    <dgm:pt modelId="{1280ED54-7E40-4BBC-A312-5F662D0FDE81}" type="pres">
      <dgm:prSet presAssocID="{B0EB2FE7-C85D-4672-8D7F-C2E54FE0D9C5}" presName="Name17" presStyleLbl="parChTrans1D3" presStyleIdx="1" presStyleCnt="3"/>
      <dgm:spPr/>
    </dgm:pt>
    <dgm:pt modelId="{83282F2E-061E-44CD-833C-1F6818C0C558}" type="pres">
      <dgm:prSet presAssocID="{8584C1FE-EC15-4DC8-8D73-E6E2EAC916A6}" presName="hierRoot3" presStyleCnt="0"/>
      <dgm:spPr/>
    </dgm:pt>
    <dgm:pt modelId="{995B7CAF-BA17-4C3A-AA92-7ED9D5ED6CBA}" type="pres">
      <dgm:prSet presAssocID="{8584C1FE-EC15-4DC8-8D73-E6E2EAC916A6}" presName="composite3" presStyleCnt="0"/>
      <dgm:spPr/>
    </dgm:pt>
    <dgm:pt modelId="{6DE0118E-728D-4592-A09F-E7B2D7FF0DAD}" type="pres">
      <dgm:prSet presAssocID="{8584C1FE-EC15-4DC8-8D73-E6E2EAC916A6}" presName="image3" presStyleLbl="node3" presStyleIdx="1" presStyleCnt="3"/>
      <dgm:spPr>
        <a:prstGeom prst="mathMultiply">
          <a:avLst/>
        </a:prstGeom>
      </dgm:spPr>
    </dgm:pt>
    <dgm:pt modelId="{997CD0C2-0E4F-43E7-9C09-0F3766AB3FB3}" type="pres">
      <dgm:prSet presAssocID="{8584C1FE-EC15-4DC8-8D73-E6E2EAC916A6}" presName="text3" presStyleLbl="revTx" presStyleIdx="3" presStyleCnt="6">
        <dgm:presLayoutVars>
          <dgm:chPref val="3"/>
        </dgm:presLayoutVars>
      </dgm:prSet>
      <dgm:spPr/>
    </dgm:pt>
    <dgm:pt modelId="{948FB37D-EDA7-464A-B05F-2D95BCA0E580}" type="pres">
      <dgm:prSet presAssocID="{8584C1FE-EC15-4DC8-8D73-E6E2EAC916A6}" presName="hierChild4" presStyleCnt="0"/>
      <dgm:spPr/>
    </dgm:pt>
    <dgm:pt modelId="{5CE68B18-F38E-4CA8-A0D5-4108E8955ED2}" type="pres">
      <dgm:prSet presAssocID="{4E1BFAE6-28E4-4ADE-81C0-506E640C4B9C}" presName="Name10" presStyleLbl="parChTrans1D2" presStyleIdx="1" presStyleCnt="2"/>
      <dgm:spPr/>
    </dgm:pt>
    <dgm:pt modelId="{F334E491-D451-47C1-BBEA-8A5511A36575}" type="pres">
      <dgm:prSet presAssocID="{D782EE53-76FA-4CAA-9D4A-E38BE1C5B035}" presName="hierRoot2" presStyleCnt="0"/>
      <dgm:spPr/>
    </dgm:pt>
    <dgm:pt modelId="{F9A9374E-BFA6-481B-9A84-1808542CEB8A}" type="pres">
      <dgm:prSet presAssocID="{D782EE53-76FA-4CAA-9D4A-E38BE1C5B035}" presName="composite2" presStyleCnt="0"/>
      <dgm:spPr/>
    </dgm:pt>
    <dgm:pt modelId="{2AF48F2E-F276-4554-AB07-B4C9AABE74E2}" type="pres">
      <dgm:prSet presAssocID="{D782EE53-76FA-4CAA-9D4A-E38BE1C5B035}" presName="image2" presStyleLbl="node2" presStyleIdx="1" presStyleCnt="2"/>
      <dgm:spPr>
        <a:prstGeom prst="mathDivide">
          <a:avLst/>
        </a:prstGeom>
      </dgm:spPr>
    </dgm:pt>
    <dgm:pt modelId="{79FD4662-F5B2-4EAE-9F16-12B1E17789B1}" type="pres">
      <dgm:prSet presAssocID="{D782EE53-76FA-4CAA-9D4A-E38BE1C5B035}" presName="text2" presStyleLbl="revTx" presStyleIdx="4" presStyleCnt="6">
        <dgm:presLayoutVars>
          <dgm:chPref val="3"/>
        </dgm:presLayoutVars>
      </dgm:prSet>
      <dgm:spPr/>
    </dgm:pt>
    <dgm:pt modelId="{F5568125-A3D9-4564-A959-6E3D4DEC6FEC}" type="pres">
      <dgm:prSet presAssocID="{D782EE53-76FA-4CAA-9D4A-E38BE1C5B035}" presName="hierChild3" presStyleCnt="0"/>
      <dgm:spPr/>
    </dgm:pt>
    <dgm:pt modelId="{BF5346BE-3CA8-4C05-8306-C597DE52E833}" type="pres">
      <dgm:prSet presAssocID="{5134054C-7629-4513-8535-FFBD7D982D77}" presName="Name17" presStyleLbl="parChTrans1D3" presStyleIdx="2" presStyleCnt="3"/>
      <dgm:spPr/>
    </dgm:pt>
    <dgm:pt modelId="{2DDEC600-EE56-4522-B20D-8FCFFEFDD764}" type="pres">
      <dgm:prSet presAssocID="{16BB168F-4803-4BB6-A972-EFA60A254604}" presName="hierRoot3" presStyleCnt="0"/>
      <dgm:spPr/>
    </dgm:pt>
    <dgm:pt modelId="{D14BEA73-468E-4923-B72A-31420FCEBD89}" type="pres">
      <dgm:prSet presAssocID="{16BB168F-4803-4BB6-A972-EFA60A254604}" presName="composite3" presStyleCnt="0"/>
      <dgm:spPr/>
    </dgm:pt>
    <dgm:pt modelId="{E4F334B6-9F44-4C24-BC09-70A3C0D28499}" type="pres">
      <dgm:prSet presAssocID="{16BB168F-4803-4BB6-A972-EFA60A254604}" presName="image3" presStyleLbl="node3" presStyleIdx="2" presStyleCnt="3"/>
      <dgm:spPr>
        <a:prstGeom prst="lightningBolt">
          <a:avLst/>
        </a:prstGeom>
      </dgm:spPr>
    </dgm:pt>
    <dgm:pt modelId="{9471383E-95D9-443C-9045-12CB93F5E0EB}" type="pres">
      <dgm:prSet presAssocID="{16BB168F-4803-4BB6-A972-EFA60A254604}" presName="text3" presStyleLbl="revTx" presStyleIdx="5" presStyleCnt="6">
        <dgm:presLayoutVars>
          <dgm:chPref val="3"/>
        </dgm:presLayoutVars>
      </dgm:prSet>
      <dgm:spPr/>
    </dgm:pt>
    <dgm:pt modelId="{E43A5B70-EC64-464E-8169-E3BF0D196EFC}" type="pres">
      <dgm:prSet presAssocID="{16BB168F-4803-4BB6-A972-EFA60A254604}" presName="hierChild4" presStyleCnt="0"/>
      <dgm:spPr/>
    </dgm:pt>
  </dgm:ptLst>
  <dgm:cxnLst>
    <dgm:cxn modelId="{C1206B04-0237-47DD-8ACB-587F49D7E45A}" type="presOf" srcId="{8584C1FE-EC15-4DC8-8D73-E6E2EAC916A6}" destId="{997CD0C2-0E4F-43E7-9C09-0F3766AB3FB3}" srcOrd="0" destOrd="0" presId="urn:microsoft.com/office/officeart/2009/layout/CirclePictureHierarchy"/>
    <dgm:cxn modelId="{1903CE3B-FFA0-4D88-BEDF-C7F74495A9C6}" srcId="{D782EE53-76FA-4CAA-9D4A-E38BE1C5B035}" destId="{16BB168F-4803-4BB6-A972-EFA60A254604}" srcOrd="0" destOrd="0" parTransId="{5134054C-7629-4513-8535-FFBD7D982D77}" sibTransId="{5A8DD028-42C8-44B5-B877-F74A8FE18AF1}"/>
    <dgm:cxn modelId="{8706405E-2FDD-4E08-BB27-902AB5576488}" srcId="{1D1DC7D4-292D-4ABA-B8AD-BD1AABF69D13}" destId="{6D5E031D-0249-4E2A-82B6-BAE4B7112239}" srcOrd="0" destOrd="0" parTransId="{5919EC29-73C6-445B-9065-10AAC1097E7B}" sibTransId="{F0C994A2-55D9-4CBC-AD6F-D6F65CA80E5C}"/>
    <dgm:cxn modelId="{4E343842-128A-4B6D-980B-19312B81F8FE}" srcId="{1D27AFD1-0EED-4032-A846-2AD27A025380}" destId="{FB87992F-80C9-41C3-BD3A-7245E1BAC43B}" srcOrd="0" destOrd="0" parTransId="{9D513803-EC74-4688-9325-DA32812CC3F2}" sibTransId="{23F0131D-BB8D-4082-B689-07B8FBB67C60}"/>
    <dgm:cxn modelId="{62EBCB64-C37A-4BD7-97B3-44FA5A22F023}" srcId="{FB87992F-80C9-41C3-BD3A-7245E1BAC43B}" destId="{1D1DC7D4-292D-4ABA-B8AD-BD1AABF69D13}" srcOrd="0" destOrd="0" parTransId="{1E2DB020-82EC-4F70-9B8F-96D4FCA72133}" sibTransId="{72462945-5A27-4903-BD0C-0685473D5A2C}"/>
    <dgm:cxn modelId="{D3585C4E-399E-40A1-99F9-351EAC279194}" type="presOf" srcId="{5134054C-7629-4513-8535-FFBD7D982D77}" destId="{BF5346BE-3CA8-4C05-8306-C597DE52E833}" srcOrd="0" destOrd="0" presId="urn:microsoft.com/office/officeart/2009/layout/CirclePictureHierarchy"/>
    <dgm:cxn modelId="{796B3984-A8FB-4D5F-9930-0752C546147A}" type="presOf" srcId="{1D1DC7D4-292D-4ABA-B8AD-BD1AABF69D13}" destId="{C1FB4EAC-6E8E-4D31-8DE9-C502E8373E89}" srcOrd="0" destOrd="0" presId="urn:microsoft.com/office/officeart/2009/layout/CirclePictureHierarchy"/>
    <dgm:cxn modelId="{D13C438D-C14B-4555-8A9D-84C740FBC381}" type="presOf" srcId="{FB87992F-80C9-41C3-BD3A-7245E1BAC43B}" destId="{495B7CBA-A501-4DBE-9527-0EDFF5B0964F}" srcOrd="0" destOrd="0" presId="urn:microsoft.com/office/officeart/2009/layout/CirclePictureHierarchy"/>
    <dgm:cxn modelId="{11206291-BF58-48D1-AD56-488453FCC26A}" type="presOf" srcId="{16BB168F-4803-4BB6-A972-EFA60A254604}" destId="{9471383E-95D9-443C-9045-12CB93F5E0EB}" srcOrd="0" destOrd="0" presId="urn:microsoft.com/office/officeart/2009/layout/CirclePictureHierarchy"/>
    <dgm:cxn modelId="{A0496C92-03E0-4C09-BCEF-D6480E73F736}" type="presOf" srcId="{6D5E031D-0249-4E2A-82B6-BAE4B7112239}" destId="{BBB0AD31-BF62-4E2E-9763-077510F5C910}" srcOrd="0" destOrd="0" presId="urn:microsoft.com/office/officeart/2009/layout/CirclePictureHierarchy"/>
    <dgm:cxn modelId="{58BEEDA0-2524-40A1-BF48-98DBA1F6B7D5}" type="presOf" srcId="{4E1BFAE6-28E4-4ADE-81C0-506E640C4B9C}" destId="{5CE68B18-F38E-4CA8-A0D5-4108E8955ED2}" srcOrd="0" destOrd="0" presId="urn:microsoft.com/office/officeart/2009/layout/CirclePictureHierarchy"/>
    <dgm:cxn modelId="{10E35FA9-B907-48B0-ACBE-D95F65E66FC1}" srcId="{FB87992F-80C9-41C3-BD3A-7245E1BAC43B}" destId="{D782EE53-76FA-4CAA-9D4A-E38BE1C5B035}" srcOrd="1" destOrd="0" parTransId="{4E1BFAE6-28E4-4ADE-81C0-506E640C4B9C}" sibTransId="{726B2057-3C61-4D1F-8C9E-8DC1C81673ED}"/>
    <dgm:cxn modelId="{8B0EA9AF-3463-414A-ABBA-C1A551FFE292}" srcId="{1D1DC7D4-292D-4ABA-B8AD-BD1AABF69D13}" destId="{8584C1FE-EC15-4DC8-8D73-E6E2EAC916A6}" srcOrd="1" destOrd="0" parTransId="{B0EB2FE7-C85D-4672-8D7F-C2E54FE0D9C5}" sibTransId="{8B9EB502-76EF-46A6-A815-E875CF239819}"/>
    <dgm:cxn modelId="{B7345AC4-2ED9-4D29-9194-1DD957C6758F}" type="presOf" srcId="{B0EB2FE7-C85D-4672-8D7F-C2E54FE0D9C5}" destId="{1280ED54-7E40-4BBC-A312-5F662D0FDE81}" srcOrd="0" destOrd="0" presId="urn:microsoft.com/office/officeart/2009/layout/CirclePictureHierarchy"/>
    <dgm:cxn modelId="{4BC584D9-4195-4607-9FBE-1C276D580C1D}" type="presOf" srcId="{1E2DB020-82EC-4F70-9B8F-96D4FCA72133}" destId="{7255FA16-94D4-4CF5-A089-70DE71BF1DAA}" srcOrd="0" destOrd="0" presId="urn:microsoft.com/office/officeart/2009/layout/CirclePictureHierarchy"/>
    <dgm:cxn modelId="{6A7B18E7-8405-49A1-842E-51B341CC274C}" type="presOf" srcId="{1D27AFD1-0EED-4032-A846-2AD27A025380}" destId="{40BFE85F-D9F3-4B06-A351-813180767939}" srcOrd="0" destOrd="0" presId="urn:microsoft.com/office/officeart/2009/layout/CirclePictureHierarchy"/>
    <dgm:cxn modelId="{0F11D3EE-C411-4E8C-8738-8D2899A0AFB9}" type="presOf" srcId="{D782EE53-76FA-4CAA-9D4A-E38BE1C5B035}" destId="{79FD4662-F5B2-4EAE-9F16-12B1E17789B1}" srcOrd="0" destOrd="0" presId="urn:microsoft.com/office/officeart/2009/layout/CirclePictureHierarchy"/>
    <dgm:cxn modelId="{DC1D61F5-2D4C-4DCF-95AB-D6D3B47CDCA0}" type="presOf" srcId="{5919EC29-73C6-445B-9065-10AAC1097E7B}" destId="{C7CA1783-C66B-4C11-8D3E-F126EDC959FF}" srcOrd="0" destOrd="0" presId="urn:microsoft.com/office/officeart/2009/layout/CirclePictureHierarchy"/>
    <dgm:cxn modelId="{F2948F61-A9E8-40FE-A5FA-FAA39A05D50F}" type="presParOf" srcId="{40BFE85F-D9F3-4B06-A351-813180767939}" destId="{6EC53451-0089-4311-9771-CB38FD6CC00E}" srcOrd="0" destOrd="0" presId="urn:microsoft.com/office/officeart/2009/layout/CirclePictureHierarchy"/>
    <dgm:cxn modelId="{3F79FE8D-7BB5-4566-8BCA-A7A16B5971E9}" type="presParOf" srcId="{6EC53451-0089-4311-9771-CB38FD6CC00E}" destId="{6533A9F5-5954-45A3-A65B-12FB5C54BC1C}" srcOrd="0" destOrd="0" presId="urn:microsoft.com/office/officeart/2009/layout/CirclePictureHierarchy"/>
    <dgm:cxn modelId="{6A6C692B-275C-4419-BBA6-732CA15026B4}" type="presParOf" srcId="{6533A9F5-5954-45A3-A65B-12FB5C54BC1C}" destId="{2A501BBF-26C8-42DE-A89C-A3CC1161E530}" srcOrd="0" destOrd="0" presId="urn:microsoft.com/office/officeart/2009/layout/CirclePictureHierarchy"/>
    <dgm:cxn modelId="{23015FCD-7716-4812-8135-34997C03B4B7}" type="presParOf" srcId="{6533A9F5-5954-45A3-A65B-12FB5C54BC1C}" destId="{495B7CBA-A501-4DBE-9527-0EDFF5B0964F}" srcOrd="1" destOrd="0" presId="urn:microsoft.com/office/officeart/2009/layout/CirclePictureHierarchy"/>
    <dgm:cxn modelId="{79C4F12B-CCE8-4A93-A8A6-EB3F03E9A1FF}" type="presParOf" srcId="{6EC53451-0089-4311-9771-CB38FD6CC00E}" destId="{54936395-5E66-47A2-9165-E101EABE1461}" srcOrd="1" destOrd="0" presId="urn:microsoft.com/office/officeart/2009/layout/CirclePictureHierarchy"/>
    <dgm:cxn modelId="{1BE3ADDB-5763-411F-AF09-F5AE537FD831}" type="presParOf" srcId="{54936395-5E66-47A2-9165-E101EABE1461}" destId="{7255FA16-94D4-4CF5-A089-70DE71BF1DAA}" srcOrd="0" destOrd="0" presId="urn:microsoft.com/office/officeart/2009/layout/CirclePictureHierarchy"/>
    <dgm:cxn modelId="{A9D3CB0B-A36A-4DD3-A3CB-7E859AAED8F4}" type="presParOf" srcId="{54936395-5E66-47A2-9165-E101EABE1461}" destId="{56FD947A-D3BA-46B0-B141-DA71046229F3}" srcOrd="1" destOrd="0" presId="urn:microsoft.com/office/officeart/2009/layout/CirclePictureHierarchy"/>
    <dgm:cxn modelId="{CC040E4E-D992-4216-9ACB-0188916D9D83}" type="presParOf" srcId="{56FD947A-D3BA-46B0-B141-DA71046229F3}" destId="{DEB78FD8-8A37-4A1D-AEF4-B187528A9115}" srcOrd="0" destOrd="0" presId="urn:microsoft.com/office/officeart/2009/layout/CirclePictureHierarchy"/>
    <dgm:cxn modelId="{36F5A73E-4439-4BDC-B70C-2AF8034A46CF}" type="presParOf" srcId="{DEB78FD8-8A37-4A1D-AEF4-B187528A9115}" destId="{993387D0-97B9-4F3B-A37A-7D8D97D63A1A}" srcOrd="0" destOrd="0" presId="urn:microsoft.com/office/officeart/2009/layout/CirclePictureHierarchy"/>
    <dgm:cxn modelId="{A2D69CCD-0632-4072-8D1A-3C950AA14BC0}" type="presParOf" srcId="{DEB78FD8-8A37-4A1D-AEF4-B187528A9115}" destId="{C1FB4EAC-6E8E-4D31-8DE9-C502E8373E89}" srcOrd="1" destOrd="0" presId="urn:microsoft.com/office/officeart/2009/layout/CirclePictureHierarchy"/>
    <dgm:cxn modelId="{7177A6C6-D407-4263-87CA-0DAE9027C654}" type="presParOf" srcId="{56FD947A-D3BA-46B0-B141-DA71046229F3}" destId="{AEF98162-C275-4253-8999-B498ED179831}" srcOrd="1" destOrd="0" presId="urn:microsoft.com/office/officeart/2009/layout/CirclePictureHierarchy"/>
    <dgm:cxn modelId="{DED85DDB-ABCF-462E-8CF9-DEF6596B8BAE}" type="presParOf" srcId="{AEF98162-C275-4253-8999-B498ED179831}" destId="{C7CA1783-C66B-4C11-8D3E-F126EDC959FF}" srcOrd="0" destOrd="0" presId="urn:microsoft.com/office/officeart/2009/layout/CirclePictureHierarchy"/>
    <dgm:cxn modelId="{AC108357-EC72-46D2-AEE0-8299A1967834}" type="presParOf" srcId="{AEF98162-C275-4253-8999-B498ED179831}" destId="{E8561964-6B35-4430-9E69-D4E16BF5150A}" srcOrd="1" destOrd="0" presId="urn:microsoft.com/office/officeart/2009/layout/CirclePictureHierarchy"/>
    <dgm:cxn modelId="{B68D7481-8DCD-43A0-BE0F-4A9552F3B3AB}" type="presParOf" srcId="{E8561964-6B35-4430-9E69-D4E16BF5150A}" destId="{DAA2B998-0E8A-47CD-A184-D928276113DE}" srcOrd="0" destOrd="0" presId="urn:microsoft.com/office/officeart/2009/layout/CirclePictureHierarchy"/>
    <dgm:cxn modelId="{9DE5C97F-A5B5-4973-A663-C13CA494101D}" type="presParOf" srcId="{DAA2B998-0E8A-47CD-A184-D928276113DE}" destId="{39FF743D-EC41-4BDF-B442-635E66796207}" srcOrd="0" destOrd="0" presId="urn:microsoft.com/office/officeart/2009/layout/CirclePictureHierarchy"/>
    <dgm:cxn modelId="{22382C0F-B292-423E-9ABB-F964F13B71F3}" type="presParOf" srcId="{DAA2B998-0E8A-47CD-A184-D928276113DE}" destId="{BBB0AD31-BF62-4E2E-9763-077510F5C910}" srcOrd="1" destOrd="0" presId="urn:microsoft.com/office/officeart/2009/layout/CirclePictureHierarchy"/>
    <dgm:cxn modelId="{A07284AC-96A0-4BE4-BB2E-45EB81B1EEC5}" type="presParOf" srcId="{E8561964-6B35-4430-9E69-D4E16BF5150A}" destId="{1FF259C2-75E0-44F5-AC89-592186C16ED2}" srcOrd="1" destOrd="0" presId="urn:microsoft.com/office/officeart/2009/layout/CirclePictureHierarchy"/>
    <dgm:cxn modelId="{91C2E1EA-1815-4ACE-B33C-46DC58EE0683}" type="presParOf" srcId="{AEF98162-C275-4253-8999-B498ED179831}" destId="{1280ED54-7E40-4BBC-A312-5F662D0FDE81}" srcOrd="2" destOrd="0" presId="urn:microsoft.com/office/officeart/2009/layout/CirclePictureHierarchy"/>
    <dgm:cxn modelId="{BD8B960E-A90E-49AC-8D8A-F55D65BC6D43}" type="presParOf" srcId="{AEF98162-C275-4253-8999-B498ED179831}" destId="{83282F2E-061E-44CD-833C-1F6818C0C558}" srcOrd="3" destOrd="0" presId="urn:microsoft.com/office/officeart/2009/layout/CirclePictureHierarchy"/>
    <dgm:cxn modelId="{474F1C8E-5C70-455A-8B97-9B1A0946C83B}" type="presParOf" srcId="{83282F2E-061E-44CD-833C-1F6818C0C558}" destId="{995B7CAF-BA17-4C3A-AA92-7ED9D5ED6CBA}" srcOrd="0" destOrd="0" presId="urn:microsoft.com/office/officeart/2009/layout/CirclePictureHierarchy"/>
    <dgm:cxn modelId="{CD2D08F5-79C8-488C-B674-CBAAB5F4CF57}" type="presParOf" srcId="{995B7CAF-BA17-4C3A-AA92-7ED9D5ED6CBA}" destId="{6DE0118E-728D-4592-A09F-E7B2D7FF0DAD}" srcOrd="0" destOrd="0" presId="urn:microsoft.com/office/officeart/2009/layout/CirclePictureHierarchy"/>
    <dgm:cxn modelId="{62278389-A988-4C50-9163-69862D56B886}" type="presParOf" srcId="{995B7CAF-BA17-4C3A-AA92-7ED9D5ED6CBA}" destId="{997CD0C2-0E4F-43E7-9C09-0F3766AB3FB3}" srcOrd="1" destOrd="0" presId="urn:microsoft.com/office/officeart/2009/layout/CirclePictureHierarchy"/>
    <dgm:cxn modelId="{F448493B-27E3-47EB-A99A-34720B3FA322}" type="presParOf" srcId="{83282F2E-061E-44CD-833C-1F6818C0C558}" destId="{948FB37D-EDA7-464A-B05F-2D95BCA0E580}" srcOrd="1" destOrd="0" presId="urn:microsoft.com/office/officeart/2009/layout/CirclePictureHierarchy"/>
    <dgm:cxn modelId="{A5E716D5-9D4D-41E2-A2B2-AFC2C590B832}" type="presParOf" srcId="{54936395-5E66-47A2-9165-E101EABE1461}" destId="{5CE68B18-F38E-4CA8-A0D5-4108E8955ED2}" srcOrd="2" destOrd="0" presId="urn:microsoft.com/office/officeart/2009/layout/CirclePictureHierarchy"/>
    <dgm:cxn modelId="{B59007E9-F4A3-4B30-8A50-8BEFA7C76A24}" type="presParOf" srcId="{54936395-5E66-47A2-9165-E101EABE1461}" destId="{F334E491-D451-47C1-BBEA-8A5511A36575}" srcOrd="3" destOrd="0" presId="urn:microsoft.com/office/officeart/2009/layout/CirclePictureHierarchy"/>
    <dgm:cxn modelId="{DB4FB27A-4EEB-4E02-AF32-E48ADB50CE40}" type="presParOf" srcId="{F334E491-D451-47C1-BBEA-8A5511A36575}" destId="{F9A9374E-BFA6-481B-9A84-1808542CEB8A}" srcOrd="0" destOrd="0" presId="urn:microsoft.com/office/officeart/2009/layout/CirclePictureHierarchy"/>
    <dgm:cxn modelId="{3B3A4668-A850-4CEA-B002-1F9C8D12536E}" type="presParOf" srcId="{F9A9374E-BFA6-481B-9A84-1808542CEB8A}" destId="{2AF48F2E-F276-4554-AB07-B4C9AABE74E2}" srcOrd="0" destOrd="0" presId="urn:microsoft.com/office/officeart/2009/layout/CirclePictureHierarchy"/>
    <dgm:cxn modelId="{1171090A-D5E0-46CE-99B5-A8313E1CD92F}" type="presParOf" srcId="{F9A9374E-BFA6-481B-9A84-1808542CEB8A}" destId="{79FD4662-F5B2-4EAE-9F16-12B1E17789B1}" srcOrd="1" destOrd="0" presId="urn:microsoft.com/office/officeart/2009/layout/CirclePictureHierarchy"/>
    <dgm:cxn modelId="{07501405-2EDF-4B19-9B37-BB0B15BC5A08}" type="presParOf" srcId="{F334E491-D451-47C1-BBEA-8A5511A36575}" destId="{F5568125-A3D9-4564-A959-6E3D4DEC6FEC}" srcOrd="1" destOrd="0" presId="urn:microsoft.com/office/officeart/2009/layout/CirclePictureHierarchy"/>
    <dgm:cxn modelId="{A95C8B84-F0F0-48F2-87B2-9285ABA01CCF}" type="presParOf" srcId="{F5568125-A3D9-4564-A959-6E3D4DEC6FEC}" destId="{BF5346BE-3CA8-4C05-8306-C597DE52E833}" srcOrd="0" destOrd="0" presId="urn:microsoft.com/office/officeart/2009/layout/CirclePictureHierarchy"/>
    <dgm:cxn modelId="{BD55310B-E13C-4F3C-91D2-399459F56A24}" type="presParOf" srcId="{F5568125-A3D9-4564-A959-6E3D4DEC6FEC}" destId="{2DDEC600-EE56-4522-B20D-8FCFFEFDD764}" srcOrd="1" destOrd="0" presId="urn:microsoft.com/office/officeart/2009/layout/CirclePictureHierarchy"/>
    <dgm:cxn modelId="{A4100D86-8916-40D8-B350-5667B44A5BA9}" type="presParOf" srcId="{2DDEC600-EE56-4522-B20D-8FCFFEFDD764}" destId="{D14BEA73-468E-4923-B72A-31420FCEBD89}" srcOrd="0" destOrd="0" presId="urn:microsoft.com/office/officeart/2009/layout/CirclePictureHierarchy"/>
    <dgm:cxn modelId="{C6CDF05D-D6B8-4AB0-892D-2CB69169BC07}" type="presParOf" srcId="{D14BEA73-468E-4923-B72A-31420FCEBD89}" destId="{E4F334B6-9F44-4C24-BC09-70A3C0D28499}" srcOrd="0" destOrd="0" presId="urn:microsoft.com/office/officeart/2009/layout/CirclePictureHierarchy"/>
    <dgm:cxn modelId="{9B6C49AB-971B-4289-8997-6CFAF2DD3775}" type="presParOf" srcId="{D14BEA73-468E-4923-B72A-31420FCEBD89}" destId="{9471383E-95D9-443C-9045-12CB93F5E0EB}" srcOrd="1" destOrd="0" presId="urn:microsoft.com/office/officeart/2009/layout/CirclePictureHierarchy"/>
    <dgm:cxn modelId="{61FCC794-3C76-4286-A8B0-255CB6BE3F0A}" type="presParOf" srcId="{2DDEC600-EE56-4522-B20D-8FCFFEFDD764}" destId="{E43A5B70-EC64-464E-8169-E3BF0D196EFC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346BE-3CA8-4C05-8306-C597DE52E833}">
      <dsp:nvSpPr>
        <dsp:cNvPr id="0" name=""/>
        <dsp:cNvSpPr/>
      </dsp:nvSpPr>
      <dsp:spPr>
        <a:xfrm>
          <a:off x="4780499" y="2354173"/>
          <a:ext cx="91440" cy="2533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337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E68B18-F38E-4CA8-A0D5-4108E8955ED2}">
      <dsp:nvSpPr>
        <dsp:cNvPr id="0" name=""/>
        <dsp:cNvSpPr/>
      </dsp:nvSpPr>
      <dsp:spPr>
        <a:xfrm>
          <a:off x="3167206" y="1296427"/>
          <a:ext cx="1659012" cy="253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693"/>
              </a:lnTo>
              <a:lnTo>
                <a:pt x="1659012" y="127693"/>
              </a:lnTo>
              <a:lnTo>
                <a:pt x="1659012" y="25337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80ED54-7E40-4BBC-A312-5F662D0FDE81}">
      <dsp:nvSpPr>
        <dsp:cNvPr id="0" name=""/>
        <dsp:cNvSpPr/>
      </dsp:nvSpPr>
      <dsp:spPr>
        <a:xfrm>
          <a:off x="1508193" y="2354173"/>
          <a:ext cx="1106008" cy="2533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693"/>
              </a:lnTo>
              <a:lnTo>
                <a:pt x="1106008" y="127693"/>
              </a:lnTo>
              <a:lnTo>
                <a:pt x="1106008" y="25337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CA1783-C66B-4C11-8D3E-F126EDC959FF}">
      <dsp:nvSpPr>
        <dsp:cNvPr id="0" name=""/>
        <dsp:cNvSpPr/>
      </dsp:nvSpPr>
      <dsp:spPr>
        <a:xfrm>
          <a:off x="402184" y="2354173"/>
          <a:ext cx="1106008" cy="253376"/>
        </a:xfrm>
        <a:custGeom>
          <a:avLst/>
          <a:gdLst/>
          <a:ahLst/>
          <a:cxnLst/>
          <a:rect l="0" t="0" r="0" b="0"/>
          <a:pathLst>
            <a:path>
              <a:moveTo>
                <a:pt x="1106008" y="0"/>
              </a:moveTo>
              <a:lnTo>
                <a:pt x="1106008" y="127693"/>
              </a:lnTo>
              <a:lnTo>
                <a:pt x="0" y="127693"/>
              </a:lnTo>
              <a:lnTo>
                <a:pt x="0" y="25337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55FA16-94D4-4CF5-A089-70DE71BF1DAA}">
      <dsp:nvSpPr>
        <dsp:cNvPr id="0" name=""/>
        <dsp:cNvSpPr/>
      </dsp:nvSpPr>
      <dsp:spPr>
        <a:xfrm>
          <a:off x="1508193" y="1296427"/>
          <a:ext cx="1659012" cy="253376"/>
        </a:xfrm>
        <a:custGeom>
          <a:avLst/>
          <a:gdLst/>
          <a:ahLst/>
          <a:cxnLst/>
          <a:rect l="0" t="0" r="0" b="0"/>
          <a:pathLst>
            <a:path>
              <a:moveTo>
                <a:pt x="1659012" y="0"/>
              </a:moveTo>
              <a:lnTo>
                <a:pt x="1659012" y="127693"/>
              </a:lnTo>
              <a:lnTo>
                <a:pt x="0" y="127693"/>
              </a:lnTo>
              <a:lnTo>
                <a:pt x="0" y="25337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501BBF-26C8-42DE-A89C-A3CC1161E530}">
      <dsp:nvSpPr>
        <dsp:cNvPr id="0" name=""/>
        <dsp:cNvSpPr/>
      </dsp:nvSpPr>
      <dsp:spPr>
        <a:xfrm>
          <a:off x="2765021" y="492057"/>
          <a:ext cx="804369" cy="804369"/>
        </a:xfrm>
        <a:prstGeom prst="pi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95B7CBA-A501-4DBE-9527-0EDFF5B0964F}">
      <dsp:nvSpPr>
        <dsp:cNvPr id="0" name=""/>
        <dsp:cNvSpPr/>
      </dsp:nvSpPr>
      <dsp:spPr>
        <a:xfrm>
          <a:off x="3569391" y="490046"/>
          <a:ext cx="1206554" cy="80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Ředitel</a:t>
          </a:r>
        </a:p>
      </dsp:txBody>
      <dsp:txXfrm>
        <a:off x="3569391" y="490046"/>
        <a:ext cx="1206554" cy="804369"/>
      </dsp:txXfrm>
    </dsp:sp>
    <dsp:sp modelId="{993387D0-97B9-4F3B-A37A-7D8D97D63A1A}">
      <dsp:nvSpPr>
        <dsp:cNvPr id="0" name=""/>
        <dsp:cNvSpPr/>
      </dsp:nvSpPr>
      <dsp:spPr>
        <a:xfrm>
          <a:off x="1106008" y="1549803"/>
          <a:ext cx="804369" cy="804369"/>
        </a:xfrm>
        <a:prstGeom prst="quad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FB4EAC-6E8E-4D31-8DE9-C502E8373E89}">
      <dsp:nvSpPr>
        <dsp:cNvPr id="0" name=""/>
        <dsp:cNvSpPr/>
      </dsp:nvSpPr>
      <dsp:spPr>
        <a:xfrm>
          <a:off x="1910378" y="1547792"/>
          <a:ext cx="1206554" cy="80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Zástupce - škola</a:t>
          </a:r>
        </a:p>
      </dsp:txBody>
      <dsp:txXfrm>
        <a:off x="1910378" y="1547792"/>
        <a:ext cx="1206554" cy="804369"/>
      </dsp:txXfrm>
    </dsp:sp>
    <dsp:sp modelId="{39FF743D-EC41-4BDF-B442-635E66796207}">
      <dsp:nvSpPr>
        <dsp:cNvPr id="0" name=""/>
        <dsp:cNvSpPr/>
      </dsp:nvSpPr>
      <dsp:spPr>
        <a:xfrm>
          <a:off x="0" y="2607549"/>
          <a:ext cx="804369" cy="804369"/>
        </a:xfrm>
        <a:prstGeom prst="mathPlu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BB0AD31-BF62-4E2E-9763-077510F5C910}">
      <dsp:nvSpPr>
        <dsp:cNvPr id="0" name=""/>
        <dsp:cNvSpPr/>
      </dsp:nvSpPr>
      <dsp:spPr>
        <a:xfrm>
          <a:off x="804369" y="2605538"/>
          <a:ext cx="1206554" cy="80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Učitel - interní</a:t>
          </a:r>
        </a:p>
      </dsp:txBody>
      <dsp:txXfrm>
        <a:off x="804369" y="2605538"/>
        <a:ext cx="1206554" cy="804369"/>
      </dsp:txXfrm>
    </dsp:sp>
    <dsp:sp modelId="{6DE0118E-728D-4592-A09F-E7B2D7FF0DAD}">
      <dsp:nvSpPr>
        <dsp:cNvPr id="0" name=""/>
        <dsp:cNvSpPr/>
      </dsp:nvSpPr>
      <dsp:spPr>
        <a:xfrm>
          <a:off x="2212017" y="2607549"/>
          <a:ext cx="804369" cy="804369"/>
        </a:xfrm>
        <a:prstGeom prst="mathMultiply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97CD0C2-0E4F-43E7-9C09-0F3766AB3FB3}">
      <dsp:nvSpPr>
        <dsp:cNvPr id="0" name=""/>
        <dsp:cNvSpPr/>
      </dsp:nvSpPr>
      <dsp:spPr>
        <a:xfrm>
          <a:off x="3016387" y="2605538"/>
          <a:ext cx="1206554" cy="80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Učitel - externí</a:t>
          </a:r>
        </a:p>
      </dsp:txBody>
      <dsp:txXfrm>
        <a:off x="3016387" y="2605538"/>
        <a:ext cx="1206554" cy="804369"/>
      </dsp:txXfrm>
    </dsp:sp>
    <dsp:sp modelId="{2AF48F2E-F276-4554-AB07-B4C9AABE74E2}">
      <dsp:nvSpPr>
        <dsp:cNvPr id="0" name=""/>
        <dsp:cNvSpPr/>
      </dsp:nvSpPr>
      <dsp:spPr>
        <a:xfrm>
          <a:off x="4424034" y="1549803"/>
          <a:ext cx="804369" cy="804369"/>
        </a:xfrm>
        <a:prstGeom prst="mathDivid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FD4662-F5B2-4EAE-9F16-12B1E17789B1}">
      <dsp:nvSpPr>
        <dsp:cNvPr id="0" name=""/>
        <dsp:cNvSpPr/>
      </dsp:nvSpPr>
      <dsp:spPr>
        <a:xfrm>
          <a:off x="5228404" y="1547792"/>
          <a:ext cx="1206554" cy="80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Zástupce - ekonom</a:t>
          </a:r>
        </a:p>
      </dsp:txBody>
      <dsp:txXfrm>
        <a:off x="5228404" y="1547792"/>
        <a:ext cx="1206554" cy="804369"/>
      </dsp:txXfrm>
    </dsp:sp>
    <dsp:sp modelId="{E4F334B6-9F44-4C24-BC09-70A3C0D28499}">
      <dsp:nvSpPr>
        <dsp:cNvPr id="0" name=""/>
        <dsp:cNvSpPr/>
      </dsp:nvSpPr>
      <dsp:spPr>
        <a:xfrm>
          <a:off x="4424034" y="2607549"/>
          <a:ext cx="804369" cy="804369"/>
        </a:xfrm>
        <a:prstGeom prst="lightningBol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471383E-95D9-443C-9045-12CB93F5E0EB}">
      <dsp:nvSpPr>
        <dsp:cNvPr id="0" name=""/>
        <dsp:cNvSpPr/>
      </dsp:nvSpPr>
      <dsp:spPr>
        <a:xfrm>
          <a:off x="5228404" y="2605538"/>
          <a:ext cx="1206554" cy="80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Úklid</a:t>
          </a:r>
        </a:p>
      </dsp:txBody>
      <dsp:txXfrm>
        <a:off x="5228404" y="2605538"/>
        <a:ext cx="1206554" cy="80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8A725-2244-4310-B3EA-540ED3FA662A}" type="datetimeFigureOut">
              <a:rPr lang="cs-CZ" smtClean="0"/>
              <a:t>23.03.2021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C2BDC-D406-459E-9441-C6C63082AD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125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cs-CZ" dirty="0"/>
              <a:t>Očíslujte snímky a vložte do zápatí vaše jméno a příjmení. Zápatí nebude na prvním snímku.</a:t>
            </a:r>
          </a:p>
          <a:p>
            <a:pPr marL="0" indent="0">
              <a:buFont typeface="+mj-lt"/>
              <a:buNone/>
            </a:pP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Nastavte libovolný přechod mezi všechny snímky s časováním 2 sekundy.</a:t>
            </a:r>
          </a:p>
          <a:p>
            <a:pPr marL="0" indent="0">
              <a:buFont typeface="+mj-lt"/>
              <a:buNone/>
            </a:pP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Na úvodní snímek nastavte animace na oba objekty s textem, animace vyberte z oblasti Závěrečné.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1234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Vytvořte duplikát snímku a na něm nastavte animaci pro každý řádek nebo sloupec tabulky. </a:t>
            </a:r>
          </a:p>
          <a:p>
            <a:r>
              <a:rPr lang="cs-CZ" dirty="0"/>
              <a:t>Upravte duplikát tak, aby byla na snímku jenom animovaná tabulka. </a:t>
            </a:r>
          </a:p>
          <a:p>
            <a:r>
              <a:rPr lang="cs-CZ" dirty="0"/>
              <a:t>Původní snímek nechte beze změn.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3071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Vytvořte graf podle vzoru.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2389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cs-CZ" baseline="0" dirty="0"/>
              <a:t>Upravte obrázek:</a:t>
            </a:r>
          </a:p>
          <a:p>
            <a:pPr marL="171450" indent="-171450">
              <a:buFontTx/>
              <a:buChar char="-"/>
            </a:pPr>
            <a:r>
              <a:rPr lang="cs-CZ" baseline="0" dirty="0"/>
              <a:t>nastavte Grafický efekt obrázku Cement,</a:t>
            </a:r>
          </a:p>
          <a:p>
            <a:pPr marL="171450" indent="-171450">
              <a:buFontTx/>
              <a:buChar char="-"/>
            </a:pPr>
            <a:r>
              <a:rPr lang="cs-CZ" baseline="0" dirty="0"/>
              <a:t>obrázek ořízněte na obrazec Svitek: vodorovný (sekce Hvězdy a nápisy),</a:t>
            </a:r>
            <a:endParaRPr lang="cs-CZ" dirty="0"/>
          </a:p>
          <a:p>
            <a:pPr marL="171450" indent="-171450">
              <a:buFontTx/>
              <a:buChar char="-"/>
            </a:pPr>
            <a:r>
              <a:rPr lang="cs-CZ" baseline="0" dirty="0"/>
              <a:t>smažte pole s nadpisem snímku.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1075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Přidejte nový obrazec Jídelna na úroveň Úklidu (podřazený Zástupci ekonoma). </a:t>
            </a:r>
          </a:p>
          <a:p>
            <a:r>
              <a:rPr lang="cs-CZ" dirty="0"/>
              <a:t>Změňte styl celého </a:t>
            </a:r>
            <a:r>
              <a:rPr lang="cs-CZ" dirty="0" err="1"/>
              <a:t>SmartArtu</a:t>
            </a:r>
            <a:r>
              <a:rPr lang="cs-CZ" dirty="0"/>
              <a:t> na libovolný Barevný a Prostorový styl.</a:t>
            </a:r>
            <a:endParaRPr lang="cs-CZ" baseline="0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5B519-28EA-4F9B-9BAD-E1FB609647D8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1285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Tlačítko akce - info na snímku.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6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Převeďte uvedené odrážky na libovolný </a:t>
            </a:r>
            <a:r>
              <a:rPr lang="cs-CZ" dirty="0" err="1"/>
              <a:t>SmartArt</a:t>
            </a:r>
            <a:r>
              <a:rPr lang="cs-CZ"/>
              <a:t>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5645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Použijte </a:t>
            </a:r>
            <a:r>
              <a:rPr lang="cs-CZ"/>
              <a:t>libovolný Návrh </a:t>
            </a:r>
            <a:r>
              <a:rPr lang="cs-CZ" dirty="0"/>
              <a:t>designu.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C2BDC-D406-459E-9441-C6C63082AD57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348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9DCE344-DF67-4F49-A2BF-7E800ACB5A22}" type="datetime1">
              <a:rPr lang="cs-CZ" smtClean="0"/>
              <a:t>23.03.2021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95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F2BC1-8B48-44CA-A414-7CF2823F6A52}" type="datetime1">
              <a:rPr lang="cs-CZ" smtClean="0"/>
              <a:t>23.03.2021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45618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F2BC1-8B48-44CA-A414-7CF2823F6A52}" type="datetime1">
              <a:rPr lang="cs-CZ" smtClean="0"/>
              <a:t>23.03.2021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1778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6E72-4D61-41D6-95E4-FE0847B67BC7}" type="datetime1">
              <a:rPr lang="cs-CZ" smtClean="0"/>
              <a:t>23.03.2021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390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736B-9C79-475B-B746-16AF664D6AA5}" type="datetime1">
              <a:rPr lang="cs-CZ" smtClean="0"/>
              <a:t>23.03.2021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314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AC1EB-4F72-4539-B261-B8BB82874A0D}" type="datetime1">
              <a:rPr lang="cs-CZ" smtClean="0"/>
              <a:t>23.03.2021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1509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88542-434A-4011-B4A5-023ABEFDB42E}" type="datetime1">
              <a:rPr lang="cs-CZ" smtClean="0"/>
              <a:t>23.03.2021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21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1BF4F-2A14-42D7-9697-FD673BE2C0F1}" type="datetime1">
              <a:rPr lang="cs-CZ" smtClean="0"/>
              <a:t>23.03.2021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48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A10D-9C46-4534-981D-9CB2BB49A9D3}" type="datetime1">
              <a:rPr lang="cs-CZ" smtClean="0"/>
              <a:t>23.03.2021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39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D176-0DE7-42C9-B6D9-FE6578355CF6}" type="datetime1">
              <a:rPr lang="cs-CZ" smtClean="0"/>
              <a:t>23.03.2021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590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FD1A5-6681-40FC-BD18-D7CD1903448C}" type="datetime1">
              <a:rPr lang="cs-CZ" smtClean="0"/>
              <a:t>23.03.2021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24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94F2BC1-8B48-44CA-A414-7CF2823F6A52}" type="datetime1">
              <a:rPr lang="cs-CZ" smtClean="0"/>
              <a:t>23.03.2021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AD4A8D-8D0E-4BC0-962E-4F7659D76B9E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59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ECE08B39-4AE4-4196-B9B8-7BB640435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PowerPoint</a:t>
            </a:r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78A2C2-A86F-47A5-8736-476FEA875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solidFill>
                  <a:srgbClr val="0C6094"/>
                </a:solidFill>
              </a:rPr>
              <a:t>Postupujte podle zadání na snímku nebo v poznámce.</a:t>
            </a:r>
          </a:p>
        </p:txBody>
      </p:sp>
    </p:spTree>
    <p:extLst>
      <p:ext uri="{BB962C8B-B14F-4D97-AF65-F5344CB8AC3E}">
        <p14:creationId xmlns:p14="http://schemas.microsoft.com/office/powerpoint/2010/main" val="3295811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Animace částí tabulky</a:t>
            </a:r>
          </a:p>
        </p:txBody>
      </p:sp>
      <p:graphicFrame>
        <p:nvGraphicFramePr>
          <p:cNvPr id="6" name="Tabulka 6">
            <a:extLst>
              <a:ext uri="{FF2B5EF4-FFF2-40B4-BE49-F238E27FC236}">
                <a16:creationId xmlns:a16="http://schemas.microsoft.com/office/drawing/2014/main" id="{CC1D0306-1572-49E3-AB53-D10F50DB6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215340"/>
              </p:ext>
            </p:extLst>
          </p:nvPr>
        </p:nvGraphicFramePr>
        <p:xfrm>
          <a:off x="2120900" y="2224088"/>
          <a:ext cx="8127999" cy="233680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828484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424025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9305541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cs-CZ" sz="24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Vzdálenosti některých planet </a:t>
                      </a:r>
                      <a:r>
                        <a:rPr lang="cs-CZ" sz="24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od Slunce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906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2000" dirty="0"/>
                        <a:t>Minimální vzdálenost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2000" dirty="0"/>
                        <a:t>Maximální vzdálenost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80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Země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151,246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dirty="0"/>
                        <a:t>146,419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07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Venuše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107,803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dirty="0"/>
                        <a:t>106,194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53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Merkur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69,187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dirty="0"/>
                        <a:t>45,052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22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249,395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dirty="0"/>
                        <a:t>205,952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144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50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8AE19B5B-8E72-4F50-BE6A-1D73F2EE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Vytvořte graf podle vzoru.</a:t>
            </a: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25D02848-3545-4430-A711-C6BE8B3AF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1690688"/>
            <a:ext cx="52959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1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očka vektor 45 klipart zdarma ke stažení">
            <a:extLst>
              <a:ext uri="{FF2B5EF4-FFF2-40B4-BE49-F238E27FC236}">
                <a16:creationId xmlns:a16="http://schemas.microsoft.com/office/drawing/2014/main" id="{AA85D76E-F718-41AC-B3F6-5635E49D7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59202"/>
            <a:ext cx="6432432" cy="6120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C54970D4-9936-48CA-9259-AE7C9FD684BA}"/>
              </a:ext>
            </a:extLst>
          </p:cNvPr>
          <p:cNvSpPr txBox="1"/>
          <p:nvPr/>
        </p:nvSpPr>
        <p:spPr>
          <a:xfrm>
            <a:off x="226503" y="6283354"/>
            <a:ext cx="50501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800" dirty="0"/>
              <a:t>13.03.2021     https://cz.clipart.me/animals-wildlife/cat-vector-45-39613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6799105-DFBA-4B1E-A6B1-386EB62D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Upravte obrázek – viz. poznámky</a:t>
            </a:r>
          </a:p>
        </p:txBody>
      </p:sp>
    </p:spTree>
    <p:extLst>
      <p:ext uri="{BB962C8B-B14F-4D97-AF65-F5344CB8AC3E}">
        <p14:creationId xmlns:p14="http://schemas.microsoft.com/office/powerpoint/2010/main" val="22554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D10ECB8-44F3-4583-AA5F-4AF1F0BD5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5320293"/>
              </p:ext>
            </p:extLst>
          </p:nvPr>
        </p:nvGraphicFramePr>
        <p:xfrm>
          <a:off x="3192002" y="1478017"/>
          <a:ext cx="6434959" cy="390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Nadpis 4">
            <a:extLst>
              <a:ext uri="{FF2B5EF4-FFF2-40B4-BE49-F238E27FC236}">
                <a16:creationId xmlns:a16="http://schemas.microsoft.com/office/drawing/2014/main" id="{F327DAEF-B845-46FE-8B33-5303BA33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stylu </a:t>
            </a:r>
            <a:r>
              <a:rPr lang="cs-CZ" dirty="0" err="1"/>
              <a:t>SmartArtu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9637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526EED-9CE2-4C70-98C8-00E4F732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Tlačítko akce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6C67D33-D060-4566-9847-63A872C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vložte tlačítko akce „Získat informace“ a jako akci vyberte přechod </a:t>
            </a:r>
            <a:br>
              <a:rPr lang="cs-CZ" dirty="0"/>
            </a:br>
            <a:r>
              <a:rPr lang="cs-CZ" dirty="0"/>
              <a:t>na libovolný zpravodajský web</a:t>
            </a:r>
          </a:p>
          <a:p>
            <a:r>
              <a:rPr lang="cs-CZ" dirty="0"/>
              <a:t>tlačítko akce upravte – změňte výplň, obrys obrazce a nastavte libovolný efekt</a:t>
            </a:r>
          </a:p>
        </p:txBody>
      </p:sp>
    </p:spTree>
    <p:extLst>
      <p:ext uri="{BB962C8B-B14F-4D97-AF65-F5344CB8AC3E}">
        <p14:creationId xmlns:p14="http://schemas.microsoft.com/office/powerpoint/2010/main" val="52365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8C79D3-0A25-4F99-95A3-A8FB80CA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Převod textu na </a:t>
            </a:r>
            <a:r>
              <a:rPr lang="cs-CZ" dirty="0" err="1"/>
              <a:t>SmartArt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3B1B6D-8AC8-4A25-B289-07488B2AB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Škola</a:t>
            </a:r>
          </a:p>
          <a:p>
            <a:pPr lvl="0"/>
            <a:r>
              <a:rPr lang="cs-CZ" dirty="0"/>
              <a:t>Práce</a:t>
            </a:r>
          </a:p>
          <a:p>
            <a:pPr lvl="0"/>
            <a:r>
              <a:rPr lang="cs-CZ" dirty="0"/>
              <a:t>Zábava</a:t>
            </a:r>
          </a:p>
          <a:p>
            <a:pPr lvl="0"/>
            <a:r>
              <a:rPr lang="cs-CZ" dirty="0"/>
              <a:t>Sport</a:t>
            </a:r>
          </a:p>
          <a:p>
            <a:pPr lvl="0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361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B8D7CD78-109B-4889-B158-18356148E8BA}"/>
              </a:ext>
            </a:extLst>
          </p:cNvPr>
          <p:cNvSpPr txBox="1"/>
          <p:nvPr/>
        </p:nvSpPr>
        <p:spPr>
          <a:xfrm>
            <a:off x="3454400" y="2567226"/>
            <a:ext cx="6223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000" cap="all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2620173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ál">
  <a:themeElements>
    <a:clrScheme name="Integrá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á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á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721</TotalTime>
  <Words>278</Words>
  <Application>Microsoft Office PowerPoint</Application>
  <PresentationFormat>Širokoúhlá obrazovka</PresentationFormat>
  <Paragraphs>61</Paragraphs>
  <Slides>8</Slides>
  <Notes>8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4" baseType="lpstr">
      <vt:lpstr>-apple-system</vt:lpstr>
      <vt:lpstr>Calibri</vt:lpstr>
      <vt:lpstr>Tw Cen MT</vt:lpstr>
      <vt:lpstr>Tw Cen MT Condensed</vt:lpstr>
      <vt:lpstr>Wingdings 3</vt:lpstr>
      <vt:lpstr>Integrál</vt:lpstr>
      <vt:lpstr>PowerPoint</vt:lpstr>
      <vt:lpstr>Animace částí tabulky</vt:lpstr>
      <vt:lpstr>Vytvořte graf podle vzoru.</vt:lpstr>
      <vt:lpstr>Upravte obrázek – viz. poznámky</vt:lpstr>
      <vt:lpstr>Změna stylu SmartArtu</vt:lpstr>
      <vt:lpstr>Tlačítko akce</vt:lpstr>
      <vt:lpstr>Převod textu na SmartArt</vt:lpstr>
      <vt:lpstr>Prezentace aplikace PowerPoint</vt:lpstr>
    </vt:vector>
  </TitlesOfParts>
  <Company>DELTA - SŠIE, ZŠ a MŠ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Buhrová Jitka</dc:creator>
  <cp:lastModifiedBy>Votavová Gabriela</cp:lastModifiedBy>
  <cp:revision>45</cp:revision>
  <cp:lastPrinted>2018-05-14T09:20:55Z</cp:lastPrinted>
  <dcterms:created xsi:type="dcterms:W3CDTF">2018-02-21T12:31:57Z</dcterms:created>
  <dcterms:modified xsi:type="dcterms:W3CDTF">2021-03-23T10:21:58Z</dcterms:modified>
</cp:coreProperties>
</file>