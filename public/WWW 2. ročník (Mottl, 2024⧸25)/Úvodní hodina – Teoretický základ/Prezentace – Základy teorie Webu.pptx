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7" r:id="rId3"/>
    <p:sldId id="318" r:id="rId4"/>
    <p:sldId id="320" r:id="rId5"/>
    <p:sldId id="319" r:id="rId6"/>
    <p:sldId id="311" r:id="rId7"/>
    <p:sldId id="313" r:id="rId8"/>
    <p:sldId id="314" r:id="rId9"/>
    <p:sldId id="315" r:id="rId10"/>
    <p:sldId id="316" r:id="rId11"/>
    <p:sldId id="307" r:id="rId12"/>
    <p:sldId id="308" r:id="rId13"/>
    <p:sldId id="310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7"/>
            <p14:sldId id="318"/>
            <p14:sldId id="320"/>
            <p14:sldId id="319"/>
            <p14:sldId id="311"/>
            <p14:sldId id="313"/>
            <p14:sldId id="314"/>
            <p14:sldId id="315"/>
            <p14:sldId id="316"/>
            <p14:sldId id="307"/>
            <p14:sldId id="308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11.09.2023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hIQjrMHTv4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ck3BALhI5c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Základy teorie – Web</a:t>
            </a:r>
          </a:p>
        </p:txBody>
      </p:sp>
      <p:pic>
        <p:nvPicPr>
          <p:cNvPr id="1026" name="Picture 2" descr="illustration of man surrounded by floating websites">
            <a:extLst>
              <a:ext uri="{FF2B5EF4-FFF2-40B4-BE49-F238E27FC236}">
                <a16:creationId xmlns:a16="http://schemas.microsoft.com/office/drawing/2014/main" id="{73337D8A-2188-4C23-8443-4BEAF2F45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949" y="1686868"/>
            <a:ext cx="8190102" cy="4797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Trocha historie pro začátek...</a:t>
            </a:r>
          </a:p>
        </p:txBody>
      </p:sp>
      <p:pic>
        <p:nvPicPr>
          <p:cNvPr id="6" name="Online médium 5" title="History of the Internet">
            <a:hlinkClick r:id="" action="ppaction://media"/>
            <a:extLst>
              <a:ext uri="{FF2B5EF4-FFF2-40B4-BE49-F238E27FC236}">
                <a16:creationId xmlns:a16="http://schemas.microsoft.com/office/drawing/2014/main" id="{DF493AF0-C0E7-962F-D3B3-29C196CD0EC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95845" y="1438297"/>
            <a:ext cx="9400310" cy="531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0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he Web Works - YouTube">
            <a:extLst>
              <a:ext uri="{FF2B5EF4-FFF2-40B4-BE49-F238E27FC236}">
                <a16:creationId xmlns:a16="http://schemas.microsoft.com/office/drawing/2014/main" id="{34BE084C-19C7-D4A7-3892-10CB5575C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73" y="402092"/>
            <a:ext cx="10758853" cy="605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9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a browser? | Functionality and elements - IONOS">
            <a:extLst>
              <a:ext uri="{FF2B5EF4-FFF2-40B4-BE49-F238E27FC236}">
                <a16:creationId xmlns:a16="http://schemas.microsoft.com/office/drawing/2014/main" id="{AD7B71EA-3C52-16FD-D44C-3910AD43D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83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Webový prohlížeč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9922165" cy="1407102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Stojí mezi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uživatelem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serverem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Zobrazuje data, která mu server poskytne.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The 2020 Browser Battle: Surfing With Speed">
            <a:extLst>
              <a:ext uri="{FF2B5EF4-FFF2-40B4-BE49-F238E27FC236}">
                <a16:creationId xmlns:a16="http://schemas.microsoft.com/office/drawing/2014/main" id="{66992850-F7A2-0E77-2149-C51D51C25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367" y="2656600"/>
            <a:ext cx="6249266" cy="409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57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934528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Jednoduše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Počítač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 váš počítač se může stát serverem)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Slouží pro spuštění aplikací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 úložný prostor, svůj výkon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má 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vlastní </a:t>
            </a:r>
            <a:r>
              <a:rPr lang="cs-CZ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Linux (CLI); Windows server</a:t>
            </a:r>
          </a:p>
          <a:p>
            <a:r>
              <a:rPr lang="cs-CZ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Dedikovaný server</a:t>
            </a:r>
          </a:p>
        </p:txBody>
      </p:sp>
      <p:pic>
        <p:nvPicPr>
          <p:cNvPr id="2050" name="Picture 2" descr="České servery zažívají malou revoluci - ITBiz.cz">
            <a:extLst>
              <a:ext uri="{FF2B5EF4-FFF2-40B4-BE49-F238E27FC236}">
                <a16:creationId xmlns:a16="http://schemas.microsoft.com/office/drawing/2014/main" id="{E45E3641-8E01-4778-867C-3067E4769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964" y="365125"/>
            <a:ext cx="4782372" cy="3347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rvery | Alza.cz">
            <a:extLst>
              <a:ext uri="{FF2B5EF4-FFF2-40B4-BE49-F238E27FC236}">
                <a16:creationId xmlns:a16="http://schemas.microsoft.com/office/drawing/2014/main" id="{9E4DE10E-35AB-48C1-8257-12A20C456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326" y="3819469"/>
            <a:ext cx="3701474" cy="296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79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Dnes se používá častěji – Server fyzicky není u vás, ale u poskytovatele.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Dle toho kolik platíte, takový výkon/prostor dostanete.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What is Serverless Architecture? | Sumo Logic수모로직">
            <a:extLst>
              <a:ext uri="{FF2B5EF4-FFF2-40B4-BE49-F238E27FC236}">
                <a16:creationId xmlns:a16="http://schemas.microsoft.com/office/drawing/2014/main" id="{6DB50BE7-9414-4F87-86F8-A3BBAD802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566" y="3294535"/>
            <a:ext cx="8100868" cy="333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55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Webhosting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Připravené prostředí pro nahraní a provoz webu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Dá se sehnat free (doména druhého řádu), nebo placený (doména prvního řádu)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Domény a webhosting - SCOTeam L&amp;amp;K">
            <a:extLst>
              <a:ext uri="{FF2B5EF4-FFF2-40B4-BE49-F238E27FC236}">
                <a16:creationId xmlns:a16="http://schemas.microsoft.com/office/drawing/2014/main" id="{8F621380-3CC8-4B97-B5ED-52816A87D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536" y="3041073"/>
            <a:ext cx="3816927" cy="381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87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VPS (Virtual private server)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Virtuální PC (sdílený výkon)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Instalace všeho</a:t>
            </a:r>
          </a:p>
        </p:txBody>
      </p:sp>
      <p:pic>
        <p:nvPicPr>
          <p:cNvPr id="5122" name="Picture 2" descr="Seznamte se s porozuměním VPS a jeho funkcemi, silnými a slabými stránkami">
            <a:extLst>
              <a:ext uri="{FF2B5EF4-FFF2-40B4-BE49-F238E27FC236}">
                <a16:creationId xmlns:a16="http://schemas.microsoft.com/office/drawing/2014/main" id="{57ACD840-83D1-4C50-894F-4D7995DCA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99" y="2444750"/>
            <a:ext cx="76200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88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Domény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Unikátní název (nelze, aby existovali dvě stejné webovky)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Zastupuje IP adresu (řeší DNS)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úrovně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úroveň –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cz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úroveň – u8.cz; wz.cz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úroveň – in.u8.cz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úroveň placená</a:t>
            </a:r>
          </a:p>
        </p:txBody>
      </p:sp>
      <p:pic>
        <p:nvPicPr>
          <p:cNvPr id="7172" name="Picture 4" descr="What Are Domains? | Bluehost Resource Center">
            <a:extLst>
              <a:ext uri="{FF2B5EF4-FFF2-40B4-BE49-F238E27FC236}">
                <a16:creationId xmlns:a16="http://schemas.microsoft.com/office/drawing/2014/main" id="{E3D9C883-B862-4D0F-A122-39AB0C60D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092" y="2942387"/>
            <a:ext cx="6208424" cy="355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15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Protokol DNS </a:t>
            </a:r>
            <a:r>
              <a:rPr lang="pl-PL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(Domain Name System)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překlad IP adres na doménové názvy a obráceně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člověka je IP těžko zapamatovatelná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jsou přiřazeny symbolické názvy (doménové)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překlad probíhá od domény 1. řádu (.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cz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překlad zajišťují DNS servery, které si dotaz předávají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kořenové DNS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národní domény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obecné domény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lokální DNS servery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(servery providerů)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DB4FDB3-AB00-489D-9CF0-9E8DD0D69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4" y="4521200"/>
            <a:ext cx="40671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4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A20A23C8-C3C3-4742-8111-2F439DD3D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41" y="959827"/>
            <a:ext cx="10507117" cy="493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978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édium 1" title="DNS as Fast As Possible">
            <a:hlinkClick r:id="" action="ppaction://media"/>
            <a:extLst>
              <a:ext uri="{FF2B5EF4-FFF2-40B4-BE49-F238E27FC236}">
                <a16:creationId xmlns:a16="http://schemas.microsoft.com/office/drawing/2014/main" id="{9E922BBA-48B0-4B19-8583-FD192A4D94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74965" y="648616"/>
            <a:ext cx="9842069" cy="556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5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</TotalTime>
  <Words>250</Words>
  <Application>Microsoft Office PowerPoint</Application>
  <PresentationFormat>Širokoúhlá obrazovka</PresentationFormat>
  <Paragraphs>39</Paragraphs>
  <Slides>13</Slides>
  <Notes>0</Notes>
  <HiddenSlides>0</HiddenSlides>
  <MMClips>2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Motiv Office</vt:lpstr>
      <vt:lpstr>Základy teorie – Web</vt:lpstr>
      <vt:lpstr>Trocha historie pro začátek...</vt:lpstr>
      <vt:lpstr>Prezentace aplikace PowerPoint</vt:lpstr>
      <vt:lpstr>Prezentace aplikace PowerPoint</vt:lpstr>
      <vt:lpstr>Webový prohlížeč</vt:lpstr>
      <vt:lpstr>Server</vt:lpstr>
      <vt:lpstr>Serverless</vt:lpstr>
      <vt:lpstr>Webhosting</vt:lpstr>
      <vt:lpstr>VPS (Virtual private server)</vt:lpstr>
      <vt:lpstr>Domény</vt:lpstr>
      <vt:lpstr>Protokol DNS (Domain Name System)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172</cp:revision>
  <dcterms:created xsi:type="dcterms:W3CDTF">2020-09-17T19:44:13Z</dcterms:created>
  <dcterms:modified xsi:type="dcterms:W3CDTF">2023-09-11T11:53:00Z</dcterms:modified>
</cp:coreProperties>
</file>