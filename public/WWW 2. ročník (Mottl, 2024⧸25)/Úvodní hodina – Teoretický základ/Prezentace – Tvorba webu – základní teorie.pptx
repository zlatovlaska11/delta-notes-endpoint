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29" r:id="rId6"/>
    <p:sldId id="330" r:id="rId7"/>
    <p:sldId id="331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1"/>
            <p14:sldId id="312"/>
            <p14:sldId id="313"/>
            <p14:sldId id="329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04.09.2023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a CSS teorie</a:t>
            </a:r>
          </a:p>
        </p:txBody>
      </p:sp>
      <p:pic>
        <p:nvPicPr>
          <p:cNvPr id="3" name="Picture 4" descr="Hypertext Markup Language – Wikipedie">
            <a:extLst>
              <a:ext uri="{FF2B5EF4-FFF2-40B4-BE49-F238E27FC236}">
                <a16:creationId xmlns:a16="http://schemas.microsoft.com/office/drawing/2014/main" id="{60ACDF19-10DA-4BEB-BB24-2BB0F8C48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64" y="1886528"/>
            <a:ext cx="4657436" cy="46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7986CB18-3410-4F10-A88B-A8ED864C5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25DF3A63-A385-4D77-A0DE-1E0605E80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89675"/>
            <a:ext cx="3581400" cy="505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Wide Web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780087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 služba internetu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Provázanost WWW stránek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Funguje na protokolu HTTP 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HTTP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hypertextový odkaz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Provázanost odkazů</a:t>
            </a:r>
          </a:p>
        </p:txBody>
      </p:sp>
      <p:pic>
        <p:nvPicPr>
          <p:cNvPr id="2054" name="Picture 6" descr="Remembering the Day the World Wide Web Was Born - Scientific American">
            <a:extLst>
              <a:ext uri="{FF2B5EF4-FFF2-40B4-BE49-F238E27FC236}">
                <a16:creationId xmlns:a16="http://schemas.microsoft.com/office/drawing/2014/main" id="{DB9C7E20-425F-4E9A-9749-CFE515FB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921" y="2056209"/>
            <a:ext cx="6062180" cy="38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a CSS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= Hyper Text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Markup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Značkovací jazyk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popisuje strukturu webu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Určuje, co je nadpis, co je obrázek, atd.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CSS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Cascading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Style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Sheet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Jazyk pro popis způsobu zobrazení (vzhledu) stránek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P92 IT Solutions - HTML, CSS and JavaScript">
            <a:extLst>
              <a:ext uri="{FF2B5EF4-FFF2-40B4-BE49-F238E27FC236}">
                <a16:creationId xmlns:a16="http://schemas.microsoft.com/office/drawing/2014/main" id="{84F0A0BC-3000-4FB1-9772-247A47520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0" y="4529361"/>
            <a:ext cx="688657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66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Webová stránka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Textový soubor (lze napsat i Notepadu)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koncovka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htm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.html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Dynamické weby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rozčleňuje text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Párové a nepárové elementy</a:t>
            </a:r>
          </a:p>
          <a:p>
            <a:pPr lvl="2"/>
            <a:r>
              <a:rPr lang="pl-PL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&lt;h1&gt;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je nadpis </a:t>
            </a:r>
            <a:r>
              <a:rPr lang="pl-PL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&lt;/h1&gt; </a:t>
            </a:r>
          </a:p>
          <a:p>
            <a:pPr lvl="2"/>
            <a:r>
              <a:rPr lang="pl-PL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&lt;p&gt;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odstavce </a:t>
            </a:r>
            <a:r>
              <a:rPr lang="pl-PL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pPr lvl="2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&lt;br&gt;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řeší vzhled</a:t>
            </a:r>
          </a:p>
        </p:txBody>
      </p:sp>
    </p:spTree>
    <p:extLst>
      <p:ext uri="{BB962C8B-B14F-4D97-AF65-F5344CB8AC3E}">
        <p14:creationId xmlns:p14="http://schemas.microsoft.com/office/powerpoint/2010/main" val="323472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Využívejte prohlížeč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F12 – DevTool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– soubory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– detaily kódu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Nástroj zobrazí elementu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Nástroj na zobrazení dle obrazovky – kontrola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rezponiztivity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092792B-8CF1-4B85-B08D-CDAA71FE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4338638"/>
            <a:ext cx="104394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6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>
                <a:latin typeface="Times New Roman" panose="02020603050405020304" pitchFamily="18" charset="0"/>
                <a:cs typeface="Times New Roman" panose="02020603050405020304" pitchFamily="18" charset="0"/>
              </a:rPr>
              <a:t>Neumíte CSS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>
                <a:latin typeface="Times New Roman" panose="02020603050405020304" pitchFamily="18" charset="0"/>
                <a:cs typeface="Times New Roman" panose="02020603050405020304" pitchFamily="18" charset="0"/>
              </a:rPr>
              <a:t>Eixtuje mnoho šablon – stačí stáhnout a přizpůsobit</a:t>
            </a:r>
          </a:p>
          <a:p>
            <a:r>
              <a:rPr lang="pl-PL">
                <a:latin typeface="Times New Roman" panose="02020603050405020304" pitchFamily="18" charset="0"/>
                <a:cs typeface="Times New Roman" panose="02020603050405020304" pitchFamily="18" charset="0"/>
              </a:rPr>
              <a:t>Když umíte CSS a HTML lze šablony upravit</a:t>
            </a:r>
          </a:p>
          <a:p>
            <a:r>
              <a:rPr lang="pl-PL">
                <a:latin typeface="Times New Roman" panose="02020603050405020304" pitchFamily="18" charset="0"/>
                <a:cs typeface="Times New Roman" panose="02020603050405020304" pitchFamily="18" charset="0"/>
              </a:rPr>
              <a:t>Pokud používám komerčně (nebo jako vlastní práci), tak je nutné </a:t>
            </a:r>
            <a:r>
              <a:rPr lang="pl-PL" b="1">
                <a:latin typeface="Times New Roman" panose="02020603050405020304" pitchFamily="18" charset="0"/>
                <a:cs typeface="Times New Roman" panose="02020603050405020304" pitchFamily="18" charset="0"/>
              </a:rPr>
              <a:t>citovat</a:t>
            </a:r>
            <a:r>
              <a:rPr lang="pl-PL">
                <a:latin typeface="Times New Roman" panose="02020603050405020304" pitchFamily="18" charset="0"/>
                <a:cs typeface="Times New Roman" panose="02020603050405020304" pitchFamily="18" charset="0"/>
              </a:rPr>
              <a:t> a zjistit, že je opravdu free (nebo jaké podmínky zadal autor pro používání)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6" name="Picture 4" descr="W3.CSS Templates">
            <a:extLst>
              <a:ext uri="{FF2B5EF4-FFF2-40B4-BE49-F238E27FC236}">
                <a16:creationId xmlns:a16="http://schemas.microsoft.com/office/drawing/2014/main" id="{7C209708-275A-4FF1-8DA0-C391A2CE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416" y="3822123"/>
            <a:ext cx="6765906" cy="289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43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Neumíte HTML a CSS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52638" cy="4351338"/>
          </a:xfrm>
        </p:spPr>
        <p:txBody>
          <a:bodyPr>
            <a:normAutofit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Využíjte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redakční systém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Dnes již hodně nastavitelné + lze sáhnout do kódu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Drupal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Joomla</a:t>
            </a:r>
          </a:p>
        </p:txBody>
      </p:sp>
      <p:pic>
        <p:nvPicPr>
          <p:cNvPr id="15362" name="Picture 2" descr="WordPress – Wikipedie">
            <a:extLst>
              <a:ext uri="{FF2B5EF4-FFF2-40B4-BE49-F238E27FC236}">
                <a16:creationId xmlns:a16="http://schemas.microsoft.com/office/drawing/2014/main" id="{F91FF1BB-CA63-4203-9485-2F727C281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836" y="1808869"/>
            <a:ext cx="6908909" cy="468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208</Words>
  <Application>Microsoft Office PowerPoint</Application>
  <PresentationFormat>Širokoúhlá obrazovka</PresentationFormat>
  <Paragraphs>39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Motiv Office</vt:lpstr>
      <vt:lpstr>HTML a CSS teorie</vt:lpstr>
      <vt:lpstr>World Wide Web</vt:lpstr>
      <vt:lpstr>HTML a CSS</vt:lpstr>
      <vt:lpstr>Webová stránka</vt:lpstr>
      <vt:lpstr>Využívejte prohlížeč</vt:lpstr>
      <vt:lpstr>Neumíte CSS</vt:lpstr>
      <vt:lpstr>Neumíte HTML a CSS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174</cp:revision>
  <dcterms:created xsi:type="dcterms:W3CDTF">2020-09-17T19:44:13Z</dcterms:created>
  <dcterms:modified xsi:type="dcterms:W3CDTF">2023-09-04T09:50:05Z</dcterms:modified>
</cp:coreProperties>
</file>