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notesMasterIdLst>
    <p:notesMasterId r:id="rId16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an Koupil" initials="JK" lastIdx="2" clrIdx="0">
    <p:extLst>
      <p:ext uri="{19B8F6BF-5375-455C-9EA6-DF929625EA0E}">
        <p15:presenceInfo xmlns:p15="http://schemas.microsoft.com/office/powerpoint/2012/main" userId="8d1708348fb2b49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řední styl 2 – zvýraznění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Bez stylu, bez mřížky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DF18680-E054-41AD-8BC1-D1AEF772440D}" styleName="Střední styl 2 – zvýraznění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A107856-5554-42FB-B03E-39F5DBC370BA}" styleName="Střední styl 4 – zvýraznění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64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50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UPIL Jan" userId="e926d9f2-b86a-408f-b8de-77ef0706564a" providerId="ADAL" clId="{C390417D-CAE0-4CE5-A346-A6EACA082EEB}"/>
    <pc:docChg chg="undo custSel addSld delSld modSld">
      <pc:chgData name="KOUPIL Jan" userId="e926d9f2-b86a-408f-b8de-77ef0706564a" providerId="ADAL" clId="{C390417D-CAE0-4CE5-A346-A6EACA082EEB}" dt="2017-12-19T08:37:28.806" v="2298" actId="20577"/>
      <pc:docMkLst>
        <pc:docMk/>
      </pc:docMkLst>
      <pc:sldChg chg="modSp">
        <pc:chgData name="KOUPIL Jan" userId="e926d9f2-b86a-408f-b8de-77ef0706564a" providerId="ADAL" clId="{C390417D-CAE0-4CE5-A346-A6EACA082EEB}" dt="2017-12-19T08:13:26.780" v="81" actId="20577"/>
        <pc:sldMkLst>
          <pc:docMk/>
          <pc:sldMk cId="827965563" sldId="256"/>
        </pc:sldMkLst>
        <pc:spChg chg="mod">
          <ac:chgData name="KOUPIL Jan" userId="e926d9f2-b86a-408f-b8de-77ef0706564a" providerId="ADAL" clId="{C390417D-CAE0-4CE5-A346-A6EACA082EEB}" dt="2017-12-19T08:12:59.204" v="47" actId="20577"/>
          <ac:spMkLst>
            <pc:docMk/>
            <pc:sldMk cId="827965563" sldId="256"/>
            <ac:spMk id="2" creationId="{00000000-0000-0000-0000-000000000000}"/>
          </ac:spMkLst>
        </pc:spChg>
        <pc:spChg chg="mod">
          <ac:chgData name="KOUPIL Jan" userId="e926d9f2-b86a-408f-b8de-77ef0706564a" providerId="ADAL" clId="{C390417D-CAE0-4CE5-A346-A6EACA082EEB}" dt="2017-12-19T08:13:26.780" v="81" actId="20577"/>
          <ac:spMkLst>
            <pc:docMk/>
            <pc:sldMk cId="827965563" sldId="256"/>
            <ac:spMk id="5" creationId="{00000000-0000-0000-0000-000000000000}"/>
          </ac:spMkLst>
        </pc:spChg>
      </pc:sldChg>
      <pc:sldChg chg="addSp delSp modSp">
        <pc:chgData name="KOUPIL Jan" userId="e926d9f2-b86a-408f-b8de-77ef0706564a" providerId="ADAL" clId="{C390417D-CAE0-4CE5-A346-A6EACA082EEB}" dt="2017-12-19T08:15:30.998" v="127" actId="20577"/>
        <pc:sldMkLst>
          <pc:docMk/>
          <pc:sldMk cId="1936925155" sldId="258"/>
        </pc:sldMkLst>
        <pc:spChg chg="mod">
          <ac:chgData name="KOUPIL Jan" userId="e926d9f2-b86a-408f-b8de-77ef0706564a" providerId="ADAL" clId="{C390417D-CAE0-4CE5-A346-A6EACA082EEB}" dt="2017-12-19T08:15:30.998" v="127" actId="20577"/>
          <ac:spMkLst>
            <pc:docMk/>
            <pc:sldMk cId="1936925155" sldId="258"/>
            <ac:spMk id="2" creationId="{00000000-0000-0000-0000-000000000000}"/>
          </ac:spMkLst>
        </pc:spChg>
        <pc:spChg chg="mod">
          <ac:chgData name="KOUPIL Jan" userId="e926d9f2-b86a-408f-b8de-77ef0706564a" providerId="ADAL" clId="{C390417D-CAE0-4CE5-A346-A6EACA082EEB}" dt="2017-12-19T08:15:15.663" v="109" actId="14100"/>
          <ac:spMkLst>
            <pc:docMk/>
            <pc:sldMk cId="1936925155" sldId="258"/>
            <ac:spMk id="3" creationId="{00000000-0000-0000-0000-000000000000}"/>
          </ac:spMkLst>
        </pc:spChg>
        <pc:spChg chg="add mod">
          <ac:chgData name="KOUPIL Jan" userId="e926d9f2-b86a-408f-b8de-77ef0706564a" providerId="ADAL" clId="{C390417D-CAE0-4CE5-A346-A6EACA082EEB}" dt="2017-12-19T08:15:21.233" v="110" actId="1076"/>
          <ac:spMkLst>
            <pc:docMk/>
            <pc:sldMk cId="1936925155" sldId="258"/>
            <ac:spMk id="6" creationId="{AC700067-7A0A-4F42-9445-B6BF6D9D9322}"/>
          </ac:spMkLst>
        </pc:spChg>
        <pc:picChg chg="add del mod">
          <ac:chgData name="KOUPIL Jan" userId="e926d9f2-b86a-408f-b8de-77ef0706564a" providerId="ADAL" clId="{C390417D-CAE0-4CE5-A346-A6EACA082EEB}" dt="2017-12-19T08:15:26.934" v="112" actId="478"/>
          <ac:picMkLst>
            <pc:docMk/>
            <pc:sldMk cId="1936925155" sldId="258"/>
            <ac:picMk id="5" creationId="{B1373E9D-5014-4045-AEAF-0CDDBDE60B29}"/>
          </ac:picMkLst>
        </pc:picChg>
        <pc:picChg chg="add mod">
          <ac:chgData name="KOUPIL Jan" userId="e926d9f2-b86a-408f-b8de-77ef0706564a" providerId="ADAL" clId="{C390417D-CAE0-4CE5-A346-A6EACA082EEB}" dt="2017-12-19T08:15:24.381" v="111" actId="571"/>
          <ac:picMkLst>
            <pc:docMk/>
            <pc:sldMk cId="1936925155" sldId="258"/>
            <ac:picMk id="7" creationId="{B25A5037-215E-4969-A42C-3656904AC632}"/>
          </ac:picMkLst>
        </pc:picChg>
        <pc:picChg chg="add del mod">
          <ac:chgData name="KOUPIL Jan" userId="e926d9f2-b86a-408f-b8de-77ef0706564a" providerId="ADAL" clId="{C390417D-CAE0-4CE5-A346-A6EACA082EEB}" dt="2017-12-19T08:14:33.426" v="98" actId="478"/>
          <ac:picMkLst>
            <pc:docMk/>
            <pc:sldMk cId="1936925155" sldId="258"/>
            <ac:picMk id="1026" creationId="{9D067D34-9E02-4423-9C48-EAA56ED25C6E}"/>
          </ac:picMkLst>
        </pc:picChg>
      </pc:sldChg>
      <pc:sldChg chg="del">
        <pc:chgData name="KOUPIL Jan" userId="e926d9f2-b86a-408f-b8de-77ef0706564a" providerId="ADAL" clId="{C390417D-CAE0-4CE5-A346-A6EACA082EEB}" dt="2017-12-19T08:13:31.537" v="82" actId="2696"/>
        <pc:sldMkLst>
          <pc:docMk/>
          <pc:sldMk cId="2125130383" sldId="259"/>
        </pc:sldMkLst>
      </pc:sldChg>
      <pc:sldChg chg="modSp add">
        <pc:chgData name="KOUPIL Jan" userId="e926d9f2-b86a-408f-b8de-77ef0706564a" providerId="ADAL" clId="{C390417D-CAE0-4CE5-A346-A6EACA082EEB}" dt="2017-12-19T08:16:29.363" v="191" actId="20577"/>
        <pc:sldMkLst>
          <pc:docMk/>
          <pc:sldMk cId="3447711548" sldId="259"/>
        </pc:sldMkLst>
        <pc:spChg chg="mod">
          <ac:chgData name="KOUPIL Jan" userId="e926d9f2-b86a-408f-b8de-77ef0706564a" providerId="ADAL" clId="{C390417D-CAE0-4CE5-A346-A6EACA082EEB}" dt="2017-12-19T08:15:57.903" v="129"/>
          <ac:spMkLst>
            <pc:docMk/>
            <pc:sldMk cId="3447711548" sldId="259"/>
            <ac:spMk id="2" creationId="{1244E055-4705-4F46-BC2A-320427CC7A02}"/>
          </ac:spMkLst>
        </pc:spChg>
        <pc:spChg chg="mod">
          <ac:chgData name="KOUPIL Jan" userId="e926d9f2-b86a-408f-b8de-77ef0706564a" providerId="ADAL" clId="{C390417D-CAE0-4CE5-A346-A6EACA082EEB}" dt="2017-12-19T08:16:29.363" v="191" actId="20577"/>
          <ac:spMkLst>
            <pc:docMk/>
            <pc:sldMk cId="3447711548" sldId="259"/>
            <ac:spMk id="3" creationId="{33147BAB-1323-4C01-A991-D8EBF71F97DA}"/>
          </ac:spMkLst>
        </pc:spChg>
      </pc:sldChg>
      <pc:sldChg chg="modSp add">
        <pc:chgData name="KOUPIL Jan" userId="e926d9f2-b86a-408f-b8de-77ef0706564a" providerId="ADAL" clId="{C390417D-CAE0-4CE5-A346-A6EACA082EEB}" dt="2017-12-19T08:19:04.342" v="503" actId="5793"/>
        <pc:sldMkLst>
          <pc:docMk/>
          <pc:sldMk cId="1902958955" sldId="260"/>
        </pc:sldMkLst>
        <pc:spChg chg="mod">
          <ac:chgData name="KOUPIL Jan" userId="e926d9f2-b86a-408f-b8de-77ef0706564a" providerId="ADAL" clId="{C390417D-CAE0-4CE5-A346-A6EACA082EEB}" dt="2017-12-19T08:16:46.063" v="193"/>
          <ac:spMkLst>
            <pc:docMk/>
            <pc:sldMk cId="1902958955" sldId="260"/>
            <ac:spMk id="2" creationId="{DE78BFC2-3AE9-4A1F-98DE-6C879D7166E2}"/>
          </ac:spMkLst>
        </pc:spChg>
        <pc:spChg chg="mod">
          <ac:chgData name="KOUPIL Jan" userId="e926d9f2-b86a-408f-b8de-77ef0706564a" providerId="ADAL" clId="{C390417D-CAE0-4CE5-A346-A6EACA082EEB}" dt="2017-12-19T08:19:04.342" v="503" actId="5793"/>
          <ac:spMkLst>
            <pc:docMk/>
            <pc:sldMk cId="1902958955" sldId="260"/>
            <ac:spMk id="3" creationId="{B9488F62-9794-48EF-B999-2A92A096B5D0}"/>
          </ac:spMkLst>
        </pc:spChg>
      </pc:sldChg>
      <pc:sldChg chg="del">
        <pc:chgData name="KOUPIL Jan" userId="e926d9f2-b86a-408f-b8de-77ef0706564a" providerId="ADAL" clId="{C390417D-CAE0-4CE5-A346-A6EACA082EEB}" dt="2017-12-19T08:13:31.549" v="83" actId="2696"/>
        <pc:sldMkLst>
          <pc:docMk/>
          <pc:sldMk cId="2022229115" sldId="260"/>
        </pc:sldMkLst>
      </pc:sldChg>
      <pc:sldChg chg="modSp add">
        <pc:chgData name="KOUPIL Jan" userId="e926d9f2-b86a-408f-b8de-77ef0706564a" providerId="ADAL" clId="{C390417D-CAE0-4CE5-A346-A6EACA082EEB}" dt="2017-12-19T08:19:45.539" v="580" actId="27636"/>
        <pc:sldMkLst>
          <pc:docMk/>
          <pc:sldMk cId="115033272" sldId="261"/>
        </pc:sldMkLst>
        <pc:spChg chg="mod">
          <ac:chgData name="KOUPIL Jan" userId="e926d9f2-b86a-408f-b8de-77ef0706564a" providerId="ADAL" clId="{C390417D-CAE0-4CE5-A346-A6EACA082EEB}" dt="2017-12-19T08:19:14.090" v="505"/>
          <ac:spMkLst>
            <pc:docMk/>
            <pc:sldMk cId="115033272" sldId="261"/>
            <ac:spMk id="2" creationId="{6FF324CE-6BFF-4F6B-B6D2-46AFFAFAA3F3}"/>
          </ac:spMkLst>
        </pc:spChg>
        <pc:spChg chg="mod">
          <ac:chgData name="KOUPIL Jan" userId="e926d9f2-b86a-408f-b8de-77ef0706564a" providerId="ADAL" clId="{C390417D-CAE0-4CE5-A346-A6EACA082EEB}" dt="2017-12-19T08:19:45.539" v="580" actId="27636"/>
          <ac:spMkLst>
            <pc:docMk/>
            <pc:sldMk cId="115033272" sldId="261"/>
            <ac:spMk id="3" creationId="{CC5811EC-6AEF-4B3E-B013-6C3F09E5D128}"/>
          </ac:spMkLst>
        </pc:spChg>
      </pc:sldChg>
      <pc:sldChg chg="del">
        <pc:chgData name="KOUPIL Jan" userId="e926d9f2-b86a-408f-b8de-77ef0706564a" providerId="ADAL" clId="{C390417D-CAE0-4CE5-A346-A6EACA082EEB}" dt="2017-12-19T08:13:31.567" v="84" actId="2696"/>
        <pc:sldMkLst>
          <pc:docMk/>
          <pc:sldMk cId="2763098732" sldId="261"/>
        </pc:sldMkLst>
      </pc:sldChg>
      <pc:sldChg chg="modSp add">
        <pc:chgData name="KOUPIL Jan" userId="e926d9f2-b86a-408f-b8de-77ef0706564a" providerId="ADAL" clId="{C390417D-CAE0-4CE5-A346-A6EACA082EEB}" dt="2017-12-19T08:21:56.875" v="791" actId="20577"/>
        <pc:sldMkLst>
          <pc:docMk/>
          <pc:sldMk cId="1493511099" sldId="262"/>
        </pc:sldMkLst>
        <pc:spChg chg="mod">
          <ac:chgData name="KOUPIL Jan" userId="e926d9f2-b86a-408f-b8de-77ef0706564a" providerId="ADAL" clId="{C390417D-CAE0-4CE5-A346-A6EACA082EEB}" dt="2017-12-19T08:20:00.715" v="583" actId="20577"/>
          <ac:spMkLst>
            <pc:docMk/>
            <pc:sldMk cId="1493511099" sldId="262"/>
            <ac:spMk id="2" creationId="{F370E467-28C6-4916-A0D3-2B067A6BB5DF}"/>
          </ac:spMkLst>
        </pc:spChg>
        <pc:spChg chg="mod">
          <ac:chgData name="KOUPIL Jan" userId="e926d9f2-b86a-408f-b8de-77ef0706564a" providerId="ADAL" clId="{C390417D-CAE0-4CE5-A346-A6EACA082EEB}" dt="2017-12-19T08:21:56.875" v="791" actId="20577"/>
          <ac:spMkLst>
            <pc:docMk/>
            <pc:sldMk cId="1493511099" sldId="262"/>
            <ac:spMk id="3" creationId="{FD73A490-A9B5-427C-95F2-0ED83B249726}"/>
          </ac:spMkLst>
        </pc:spChg>
      </pc:sldChg>
      <pc:sldChg chg="del">
        <pc:chgData name="KOUPIL Jan" userId="e926d9f2-b86a-408f-b8de-77ef0706564a" providerId="ADAL" clId="{C390417D-CAE0-4CE5-A346-A6EACA082EEB}" dt="2017-12-19T08:13:31.617" v="86" actId="2696"/>
        <pc:sldMkLst>
          <pc:docMk/>
          <pc:sldMk cId="2612049539" sldId="262"/>
        </pc:sldMkLst>
      </pc:sldChg>
      <pc:sldChg chg="del">
        <pc:chgData name="KOUPIL Jan" userId="e926d9f2-b86a-408f-b8de-77ef0706564a" providerId="ADAL" clId="{C390417D-CAE0-4CE5-A346-A6EACA082EEB}" dt="2017-12-19T08:13:31.634" v="87" actId="2696"/>
        <pc:sldMkLst>
          <pc:docMk/>
          <pc:sldMk cId="575156603" sldId="263"/>
        </pc:sldMkLst>
      </pc:sldChg>
      <pc:sldChg chg="modSp add">
        <pc:chgData name="KOUPIL Jan" userId="e926d9f2-b86a-408f-b8de-77ef0706564a" providerId="ADAL" clId="{C390417D-CAE0-4CE5-A346-A6EACA082EEB}" dt="2017-12-19T08:22:55.443" v="894"/>
        <pc:sldMkLst>
          <pc:docMk/>
          <pc:sldMk cId="3166483750" sldId="263"/>
        </pc:sldMkLst>
        <pc:spChg chg="mod">
          <ac:chgData name="KOUPIL Jan" userId="e926d9f2-b86a-408f-b8de-77ef0706564a" providerId="ADAL" clId="{C390417D-CAE0-4CE5-A346-A6EACA082EEB}" dt="2017-12-19T08:22:08.124" v="793"/>
          <ac:spMkLst>
            <pc:docMk/>
            <pc:sldMk cId="3166483750" sldId="263"/>
            <ac:spMk id="2" creationId="{9516B2CD-A9DA-45A2-B5EF-201EE5C56142}"/>
          </ac:spMkLst>
        </pc:spChg>
        <pc:spChg chg="mod">
          <ac:chgData name="KOUPIL Jan" userId="e926d9f2-b86a-408f-b8de-77ef0706564a" providerId="ADAL" clId="{C390417D-CAE0-4CE5-A346-A6EACA082EEB}" dt="2017-12-19T08:22:55.443" v="894"/>
          <ac:spMkLst>
            <pc:docMk/>
            <pc:sldMk cId="3166483750" sldId="263"/>
            <ac:spMk id="3" creationId="{89924CE1-8C76-48AD-A748-1E27B30E1C47}"/>
          </ac:spMkLst>
        </pc:spChg>
      </pc:sldChg>
      <pc:sldChg chg="modSp add">
        <pc:chgData name="KOUPIL Jan" userId="e926d9f2-b86a-408f-b8de-77ef0706564a" providerId="ADAL" clId="{C390417D-CAE0-4CE5-A346-A6EACA082EEB}" dt="2017-12-19T08:25:14.614" v="1098"/>
        <pc:sldMkLst>
          <pc:docMk/>
          <pc:sldMk cId="1050317278" sldId="264"/>
        </pc:sldMkLst>
        <pc:spChg chg="mod">
          <ac:chgData name="KOUPIL Jan" userId="e926d9f2-b86a-408f-b8de-77ef0706564a" providerId="ADAL" clId="{C390417D-CAE0-4CE5-A346-A6EACA082EEB}" dt="2017-12-19T08:23:08.573" v="896"/>
          <ac:spMkLst>
            <pc:docMk/>
            <pc:sldMk cId="1050317278" sldId="264"/>
            <ac:spMk id="2" creationId="{31EDA54A-4C6D-4ED6-AB57-027346A8E29A}"/>
          </ac:spMkLst>
        </pc:spChg>
        <pc:spChg chg="mod">
          <ac:chgData name="KOUPIL Jan" userId="e926d9f2-b86a-408f-b8de-77ef0706564a" providerId="ADAL" clId="{C390417D-CAE0-4CE5-A346-A6EACA082EEB}" dt="2017-12-19T08:25:14.614" v="1098"/>
          <ac:spMkLst>
            <pc:docMk/>
            <pc:sldMk cId="1050317278" sldId="264"/>
            <ac:spMk id="3" creationId="{0996BD53-023D-41F0-AEAB-599C56C0B51D}"/>
          </ac:spMkLst>
        </pc:spChg>
      </pc:sldChg>
      <pc:sldChg chg="del">
        <pc:chgData name="KOUPIL Jan" userId="e926d9f2-b86a-408f-b8de-77ef0706564a" providerId="ADAL" clId="{C390417D-CAE0-4CE5-A346-A6EACA082EEB}" dt="2017-12-19T08:13:31.585" v="85" actId="2696"/>
        <pc:sldMkLst>
          <pc:docMk/>
          <pc:sldMk cId="2418890915" sldId="264"/>
        </pc:sldMkLst>
      </pc:sldChg>
      <pc:sldChg chg="modSp add">
        <pc:chgData name="KOUPIL Jan" userId="e926d9f2-b86a-408f-b8de-77ef0706564a" providerId="ADAL" clId="{C390417D-CAE0-4CE5-A346-A6EACA082EEB}" dt="2017-12-19T08:26:53.514" v="1229" actId="20577"/>
        <pc:sldMkLst>
          <pc:docMk/>
          <pc:sldMk cId="2485409687" sldId="265"/>
        </pc:sldMkLst>
        <pc:spChg chg="mod">
          <ac:chgData name="KOUPIL Jan" userId="e926d9f2-b86a-408f-b8de-77ef0706564a" providerId="ADAL" clId="{C390417D-CAE0-4CE5-A346-A6EACA082EEB}" dt="2017-12-19T08:25:39.238" v="1102" actId="6549"/>
          <ac:spMkLst>
            <pc:docMk/>
            <pc:sldMk cId="2485409687" sldId="265"/>
            <ac:spMk id="2" creationId="{BF771188-6E22-4889-80C6-9738E8E1DCDA}"/>
          </ac:spMkLst>
        </pc:spChg>
        <pc:spChg chg="mod">
          <ac:chgData name="KOUPIL Jan" userId="e926d9f2-b86a-408f-b8de-77ef0706564a" providerId="ADAL" clId="{C390417D-CAE0-4CE5-A346-A6EACA082EEB}" dt="2017-12-19T08:26:53.514" v="1229" actId="20577"/>
          <ac:spMkLst>
            <pc:docMk/>
            <pc:sldMk cId="2485409687" sldId="265"/>
            <ac:spMk id="3" creationId="{D19E8621-5534-430E-8DA6-62B35968CD2B}"/>
          </ac:spMkLst>
        </pc:spChg>
      </pc:sldChg>
      <pc:sldChg chg="modSp add">
        <pc:chgData name="KOUPIL Jan" userId="e926d9f2-b86a-408f-b8de-77ef0706564a" providerId="ADAL" clId="{C390417D-CAE0-4CE5-A346-A6EACA082EEB}" dt="2017-12-19T08:29:22.535" v="1476" actId="12"/>
        <pc:sldMkLst>
          <pc:docMk/>
          <pc:sldMk cId="2302136935" sldId="266"/>
        </pc:sldMkLst>
        <pc:spChg chg="mod">
          <ac:chgData name="KOUPIL Jan" userId="e926d9f2-b86a-408f-b8de-77ef0706564a" providerId="ADAL" clId="{C390417D-CAE0-4CE5-A346-A6EACA082EEB}" dt="2017-12-19T08:27:28.987" v="1231"/>
          <ac:spMkLst>
            <pc:docMk/>
            <pc:sldMk cId="2302136935" sldId="266"/>
            <ac:spMk id="2" creationId="{32DC57F5-71B5-4CAF-B1EA-D3BC073AD641}"/>
          </ac:spMkLst>
        </pc:spChg>
        <pc:spChg chg="mod">
          <ac:chgData name="KOUPIL Jan" userId="e926d9f2-b86a-408f-b8de-77ef0706564a" providerId="ADAL" clId="{C390417D-CAE0-4CE5-A346-A6EACA082EEB}" dt="2017-12-19T08:29:22.535" v="1476" actId="12"/>
          <ac:spMkLst>
            <pc:docMk/>
            <pc:sldMk cId="2302136935" sldId="266"/>
            <ac:spMk id="3" creationId="{313C0E1F-0B41-4E4D-AB67-8ECB582E5C66}"/>
          </ac:spMkLst>
        </pc:spChg>
      </pc:sldChg>
      <pc:sldChg chg="modSp add">
        <pc:chgData name="KOUPIL Jan" userId="e926d9f2-b86a-408f-b8de-77ef0706564a" providerId="ADAL" clId="{C390417D-CAE0-4CE5-A346-A6EACA082EEB}" dt="2017-12-19T08:30:25.858" v="1561" actId="20577"/>
        <pc:sldMkLst>
          <pc:docMk/>
          <pc:sldMk cId="1826427592" sldId="267"/>
        </pc:sldMkLst>
        <pc:spChg chg="mod">
          <ac:chgData name="KOUPIL Jan" userId="e926d9f2-b86a-408f-b8de-77ef0706564a" providerId="ADAL" clId="{C390417D-CAE0-4CE5-A346-A6EACA082EEB}" dt="2017-12-19T08:29:47.423" v="1478"/>
          <ac:spMkLst>
            <pc:docMk/>
            <pc:sldMk cId="1826427592" sldId="267"/>
            <ac:spMk id="2" creationId="{F998C469-FC56-48C6-A269-7DD66FC2F820}"/>
          </ac:spMkLst>
        </pc:spChg>
        <pc:spChg chg="mod">
          <ac:chgData name="KOUPIL Jan" userId="e926d9f2-b86a-408f-b8de-77ef0706564a" providerId="ADAL" clId="{C390417D-CAE0-4CE5-A346-A6EACA082EEB}" dt="2017-12-19T08:30:25.858" v="1561" actId="20577"/>
          <ac:spMkLst>
            <pc:docMk/>
            <pc:sldMk cId="1826427592" sldId="267"/>
            <ac:spMk id="3" creationId="{780B5D20-88B6-412B-A9B7-019EF54D1DF6}"/>
          </ac:spMkLst>
        </pc:spChg>
      </pc:sldChg>
      <pc:sldChg chg="modSp add">
        <pc:chgData name="KOUPIL Jan" userId="e926d9f2-b86a-408f-b8de-77ef0706564a" providerId="ADAL" clId="{C390417D-CAE0-4CE5-A346-A6EACA082EEB}" dt="2017-12-19T08:34:07.773" v="1950"/>
        <pc:sldMkLst>
          <pc:docMk/>
          <pc:sldMk cId="2226490541" sldId="268"/>
        </pc:sldMkLst>
        <pc:spChg chg="mod">
          <ac:chgData name="KOUPIL Jan" userId="e926d9f2-b86a-408f-b8de-77ef0706564a" providerId="ADAL" clId="{C390417D-CAE0-4CE5-A346-A6EACA082EEB}" dt="2017-12-19T08:30:37.945" v="1563"/>
          <ac:spMkLst>
            <pc:docMk/>
            <pc:sldMk cId="2226490541" sldId="268"/>
            <ac:spMk id="2" creationId="{7D8E8917-85A7-44C0-B355-3D8BB358FCB8}"/>
          </ac:spMkLst>
        </pc:spChg>
        <pc:spChg chg="mod">
          <ac:chgData name="KOUPIL Jan" userId="e926d9f2-b86a-408f-b8de-77ef0706564a" providerId="ADAL" clId="{C390417D-CAE0-4CE5-A346-A6EACA082EEB}" dt="2017-12-19T08:34:07.773" v="1950"/>
          <ac:spMkLst>
            <pc:docMk/>
            <pc:sldMk cId="2226490541" sldId="268"/>
            <ac:spMk id="3" creationId="{FD567EB2-51A7-4E60-9EDD-CAF32773F995}"/>
          </ac:spMkLst>
        </pc:spChg>
      </pc:sldChg>
      <pc:sldChg chg="modSp add">
        <pc:chgData name="KOUPIL Jan" userId="e926d9f2-b86a-408f-b8de-77ef0706564a" providerId="ADAL" clId="{C390417D-CAE0-4CE5-A346-A6EACA082EEB}" dt="2017-12-19T08:34:15.828" v="1958" actId="5793"/>
        <pc:sldMkLst>
          <pc:docMk/>
          <pc:sldMk cId="2623232586" sldId="269"/>
        </pc:sldMkLst>
        <pc:spChg chg="mod">
          <ac:chgData name="KOUPIL Jan" userId="e926d9f2-b86a-408f-b8de-77ef0706564a" providerId="ADAL" clId="{C390417D-CAE0-4CE5-A346-A6EACA082EEB}" dt="2017-12-19T08:33:08.908" v="1838"/>
          <ac:spMkLst>
            <pc:docMk/>
            <pc:sldMk cId="2623232586" sldId="269"/>
            <ac:spMk id="2" creationId="{6E12D336-DB3E-424D-8E17-816E9CE36F72}"/>
          </ac:spMkLst>
        </pc:spChg>
        <pc:spChg chg="mod">
          <ac:chgData name="KOUPIL Jan" userId="e926d9f2-b86a-408f-b8de-77ef0706564a" providerId="ADAL" clId="{C390417D-CAE0-4CE5-A346-A6EACA082EEB}" dt="2017-12-19T08:34:15.828" v="1958" actId="5793"/>
          <ac:spMkLst>
            <pc:docMk/>
            <pc:sldMk cId="2623232586" sldId="269"/>
            <ac:spMk id="3" creationId="{77E4F5ED-35F7-4EF0-BAD2-DE5D26F389F3}"/>
          </ac:spMkLst>
        </pc:spChg>
      </pc:sldChg>
      <pc:sldChg chg="modSp add">
        <pc:chgData name="KOUPIL Jan" userId="e926d9f2-b86a-408f-b8de-77ef0706564a" providerId="ADAL" clId="{C390417D-CAE0-4CE5-A346-A6EACA082EEB}" dt="2017-12-19T08:37:28.806" v="2298" actId="20577"/>
        <pc:sldMkLst>
          <pc:docMk/>
          <pc:sldMk cId="2486710046" sldId="270"/>
        </pc:sldMkLst>
        <pc:spChg chg="mod">
          <ac:chgData name="KOUPIL Jan" userId="e926d9f2-b86a-408f-b8de-77ef0706564a" providerId="ADAL" clId="{C390417D-CAE0-4CE5-A346-A6EACA082EEB}" dt="2017-12-19T08:34:33.732" v="1960"/>
          <ac:spMkLst>
            <pc:docMk/>
            <pc:sldMk cId="2486710046" sldId="270"/>
            <ac:spMk id="2" creationId="{FEB84952-5F61-4D05-A2B7-39E44C61A308}"/>
          </ac:spMkLst>
        </pc:spChg>
        <pc:spChg chg="mod">
          <ac:chgData name="KOUPIL Jan" userId="e926d9f2-b86a-408f-b8de-77ef0706564a" providerId="ADAL" clId="{C390417D-CAE0-4CE5-A346-A6EACA082EEB}" dt="2017-12-19T08:37:28.806" v="2298" actId="20577"/>
          <ac:spMkLst>
            <pc:docMk/>
            <pc:sldMk cId="2486710046" sldId="270"/>
            <ac:spMk id="3" creationId="{C2E62E87-BBC3-4C4E-A0E5-0D59FDD62834}"/>
          </ac:spMkLst>
        </pc:spChg>
      </pc:sldChg>
    </pc:docChg>
  </pc:docChgLst>
  <pc:docChgLst>
    <pc:chgData name="KOUPIL Jan" userId="e926d9f2-b86a-408f-b8de-77ef0706564a" providerId="ADAL" clId="{F0D3B440-DE63-44D0-A4AF-A09010718B4C}"/>
    <pc:docChg chg="modSld">
      <pc:chgData name="KOUPIL Jan" userId="e926d9f2-b86a-408f-b8de-77ef0706564a" providerId="ADAL" clId="{F0D3B440-DE63-44D0-A4AF-A09010718B4C}" dt="2017-12-18T14:13:07.482" v="62" actId="20577"/>
      <pc:docMkLst>
        <pc:docMk/>
      </pc:docMkLst>
      <pc:sldChg chg="modSp">
        <pc:chgData name="KOUPIL Jan" userId="e926d9f2-b86a-408f-b8de-77ef0706564a" providerId="ADAL" clId="{F0D3B440-DE63-44D0-A4AF-A09010718B4C}" dt="2017-12-12T08:13:16.788" v="3" actId="20577"/>
        <pc:sldMkLst>
          <pc:docMk/>
          <pc:sldMk cId="2763098732" sldId="261"/>
        </pc:sldMkLst>
        <pc:spChg chg="mod">
          <ac:chgData name="KOUPIL Jan" userId="e926d9f2-b86a-408f-b8de-77ef0706564a" providerId="ADAL" clId="{F0D3B440-DE63-44D0-A4AF-A09010718B4C}" dt="2017-12-12T08:13:16.788" v="3" actId="20577"/>
          <ac:spMkLst>
            <pc:docMk/>
            <pc:sldMk cId="2763098732" sldId="261"/>
            <ac:spMk id="5" creationId="{00000000-0000-0000-0000-000000000000}"/>
          </ac:spMkLst>
        </pc:spChg>
      </pc:sldChg>
      <pc:sldChg chg="modSp">
        <pc:chgData name="KOUPIL Jan" userId="e926d9f2-b86a-408f-b8de-77ef0706564a" providerId="ADAL" clId="{F0D3B440-DE63-44D0-A4AF-A09010718B4C}" dt="2017-12-18T14:13:07.482" v="62" actId="20577"/>
        <pc:sldMkLst>
          <pc:docMk/>
          <pc:sldMk cId="2612049539" sldId="262"/>
        </pc:sldMkLst>
        <pc:spChg chg="mod">
          <ac:chgData name="KOUPIL Jan" userId="e926d9f2-b86a-408f-b8de-77ef0706564a" providerId="ADAL" clId="{F0D3B440-DE63-44D0-A4AF-A09010718B4C}" dt="2017-12-18T14:13:07.482" v="62" actId="20577"/>
          <ac:spMkLst>
            <pc:docMk/>
            <pc:sldMk cId="2612049539" sldId="262"/>
            <ac:spMk id="3" creationId="{00000000-0000-0000-0000-000000000000}"/>
          </ac:spMkLst>
        </pc:spChg>
      </pc:sldChg>
      <pc:sldChg chg="modSp">
        <pc:chgData name="KOUPIL Jan" userId="e926d9f2-b86a-408f-b8de-77ef0706564a" providerId="ADAL" clId="{F0D3B440-DE63-44D0-A4AF-A09010718B4C}" dt="2017-12-12T08:13:20.272" v="5" actId="20577"/>
        <pc:sldMkLst>
          <pc:docMk/>
          <pc:sldMk cId="2418890915" sldId="264"/>
        </pc:sldMkLst>
        <pc:spChg chg="mod">
          <ac:chgData name="KOUPIL Jan" userId="e926d9f2-b86a-408f-b8de-77ef0706564a" providerId="ADAL" clId="{F0D3B440-DE63-44D0-A4AF-A09010718B4C}" dt="2017-12-12T08:13:20.272" v="5" actId="20577"/>
          <ac:spMkLst>
            <pc:docMk/>
            <pc:sldMk cId="2418890915" sldId="264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4EA071-4238-4B66-A98D-261649AA5140}" type="datetimeFigureOut">
              <a:rPr lang="cs-CZ" smtClean="0"/>
              <a:t>19.12.2017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CF4E4C-77D6-4A31-ADE7-1131768132C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35786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lze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E290B-2998-4E0F-A0AB-BB9A0BCDD482}" type="datetimeFigureOut">
              <a:rPr lang="cs-CZ" smtClean="0"/>
              <a:t>19.12.2017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68F65-6ECF-468D-8CCD-4A91FB70BAC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24143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E290B-2998-4E0F-A0AB-BB9A0BCDD482}" type="datetimeFigureOut">
              <a:rPr lang="cs-CZ" smtClean="0"/>
              <a:t>19.12.2017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68F65-6ECF-468D-8CCD-4A91FB70BAC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69997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E290B-2998-4E0F-A0AB-BB9A0BCDD482}" type="datetimeFigureOut">
              <a:rPr lang="cs-CZ" smtClean="0"/>
              <a:t>19.12.2017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68F65-6ECF-468D-8CCD-4A91FB70BAC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8996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E290B-2998-4E0F-A0AB-BB9A0BCDD482}" type="datetimeFigureOut">
              <a:rPr lang="cs-CZ" smtClean="0"/>
              <a:t>19.12.2017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68F65-6ECF-468D-8CCD-4A91FB70BAC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1804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E290B-2998-4E0F-A0AB-BB9A0BCDD482}" type="datetimeFigureOut">
              <a:rPr lang="cs-CZ" smtClean="0"/>
              <a:t>19.12.2017</a:t>
            </a:fld>
            <a:endParaRPr lang="cs-C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68F65-6ECF-468D-8CCD-4A91FB70BAC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48128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E290B-2998-4E0F-A0AB-BB9A0BCDD482}" type="datetimeFigureOut">
              <a:rPr lang="cs-CZ" smtClean="0"/>
              <a:t>19.12.2017</a:t>
            </a:fld>
            <a:endParaRPr lang="cs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68F65-6ECF-468D-8CCD-4A91FB70BAC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548733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E290B-2998-4E0F-A0AB-BB9A0BCDD482}" type="datetimeFigureOut">
              <a:rPr lang="cs-CZ" smtClean="0"/>
              <a:t>19.12.2017</a:t>
            </a:fld>
            <a:endParaRPr lang="cs-C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68F65-6ECF-468D-8CCD-4A91FB70BAC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071875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E290B-2998-4E0F-A0AB-BB9A0BCDD482}" type="datetimeFigureOut">
              <a:rPr lang="cs-CZ" smtClean="0"/>
              <a:t>19.12.2017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68F65-6ECF-468D-8CCD-4A91FB70BAC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86692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E290B-2998-4E0F-A0AB-BB9A0BCDD482}" type="datetimeFigureOut">
              <a:rPr lang="cs-CZ" smtClean="0"/>
              <a:t>19.12.2017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68F65-6ECF-468D-8CCD-4A91FB70BAC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87103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ázev a popis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E290B-2998-4E0F-A0AB-BB9A0BCDD482}" type="datetimeFigureOut">
              <a:rPr lang="cs-CZ" smtClean="0"/>
              <a:t>19.12.2017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68F65-6ECF-468D-8CCD-4A91FB70BAC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240832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ce s popis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E290B-2998-4E0F-A0AB-BB9A0BCDD482}" type="datetimeFigureOut">
              <a:rPr lang="cs-CZ" smtClean="0"/>
              <a:t>19.12.2017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68F65-6ECF-468D-8CCD-4A91FB70BACC}" type="slidenum">
              <a:rPr lang="cs-CZ" smtClean="0"/>
              <a:t>‹#›</a:t>
            </a:fld>
            <a:endParaRPr lang="cs-CZ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517259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menov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E290B-2998-4E0F-A0AB-BB9A0BCDD482}" type="datetimeFigureOut">
              <a:rPr lang="cs-CZ" smtClean="0"/>
              <a:t>19.12.2017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68F65-6ECF-468D-8CCD-4A91FB70BAC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106295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menovka s citac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E290B-2998-4E0F-A0AB-BB9A0BCDD482}" type="datetimeFigureOut">
              <a:rPr lang="cs-CZ" smtClean="0"/>
              <a:t>19.12.2017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68F65-6ECF-468D-8CCD-4A91FB70BACC}" type="slidenum">
              <a:rPr lang="cs-CZ" smtClean="0"/>
              <a:t>‹#›</a:t>
            </a:fld>
            <a:endParaRPr lang="cs-CZ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905606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avda nebo neprav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E290B-2998-4E0F-A0AB-BB9A0BCDD482}" type="datetimeFigureOut">
              <a:rPr lang="cs-CZ" smtClean="0"/>
              <a:t>19.12.2017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68F65-6ECF-468D-8CCD-4A91FB70BAC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12690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E290B-2998-4E0F-A0AB-BB9A0BCDD482}" type="datetimeFigureOut">
              <a:rPr lang="cs-CZ" smtClean="0"/>
              <a:t>19.12.2017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68F65-6ECF-468D-8CCD-4A91FB70BAC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575794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E290B-2998-4E0F-A0AB-BB9A0BCDD482}" type="datetimeFigureOut">
              <a:rPr lang="cs-CZ" smtClean="0"/>
              <a:t>19.12.2017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68F65-6ECF-468D-8CCD-4A91FB70BAC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90385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CE290B-2998-4E0F-A0AB-BB9A0BCDD482}" type="datetimeFigureOut">
              <a:rPr lang="cs-CZ" smtClean="0"/>
              <a:t>19.12.2017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2B68F65-6ECF-468D-8CCD-4A91FB70BAC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18180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  <p:sldLayoutId id="2147483750" r:id="rId12"/>
    <p:sldLayoutId id="2147483751" r:id="rId13"/>
    <p:sldLayoutId id="2147483752" r:id="rId14"/>
    <p:sldLayoutId id="2147483753" r:id="rId15"/>
    <p:sldLayoutId id="214748375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html/html5_semantic_elements.asp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html/tryit.asp?filename=tryhtml5_figcaption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tags/tag_main.asp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tags/tryit.asp?filename=tryhtml5_mark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tags/tryit.asp?filename=tryhtml5_details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242392" y="2404534"/>
            <a:ext cx="8478078" cy="1646302"/>
          </a:xfrm>
        </p:spPr>
        <p:txBody>
          <a:bodyPr/>
          <a:lstStyle/>
          <a:p>
            <a:r>
              <a:rPr lang="cs-CZ" dirty="0"/>
              <a:t>Sémantické elementy HTML 5</a:t>
            </a:r>
          </a:p>
        </p:txBody>
      </p:sp>
      <p:sp>
        <p:nvSpPr>
          <p:cNvPr id="5" name="Podnadpis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CZ" dirty="0"/>
              <a:t>Zpracováno s velkou dopomocí </a:t>
            </a:r>
            <a:r>
              <a:rPr lang="cs-CZ" dirty="0">
                <a:hlinkClick r:id="rId2"/>
              </a:rPr>
              <a:t>https://www.w3schools.com/html/html5_semantic_elements.asp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8279655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Seznam elementů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677334" y="1910073"/>
            <a:ext cx="1713441" cy="41312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&lt;article&gt;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&lt;aside&gt;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&lt;details&gt;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&lt;</a:t>
            </a:r>
            <a:r>
              <a:rPr lang="en-US" dirty="0" err="1">
                <a:latin typeface="Consolas" panose="020B0609020204030204" pitchFamily="49" charset="0"/>
              </a:rPr>
              <a:t>figcaption</a:t>
            </a:r>
            <a:r>
              <a:rPr lang="en-US" dirty="0"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&lt;figure&gt;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&lt;footer&gt;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&lt;header&gt;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6" name="Zástupný symbol pro obsah 2">
            <a:extLst>
              <a:ext uri="{FF2B5EF4-FFF2-40B4-BE49-F238E27FC236}">
                <a16:creationId xmlns:a16="http://schemas.microsoft.com/office/drawing/2014/main" id="{AC700067-7A0A-4F42-9445-B6BF6D9D9322}"/>
              </a:ext>
            </a:extLst>
          </p:cNvPr>
          <p:cNvSpPr txBox="1">
            <a:spLocks/>
          </p:cNvSpPr>
          <p:nvPr/>
        </p:nvSpPr>
        <p:spPr>
          <a:xfrm>
            <a:off x="2917998" y="1910072"/>
            <a:ext cx="1446741" cy="41312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US" dirty="0">
                <a:latin typeface="Consolas" panose="020B0609020204030204" pitchFamily="49" charset="0"/>
              </a:rPr>
              <a:t>&lt;main&gt;</a:t>
            </a:r>
          </a:p>
          <a:p>
            <a:pPr marL="0" indent="0">
              <a:buFont typeface="Wingdings 3" charset="2"/>
              <a:buNone/>
            </a:pPr>
            <a:r>
              <a:rPr lang="en-US" dirty="0">
                <a:latin typeface="Consolas" panose="020B0609020204030204" pitchFamily="49" charset="0"/>
              </a:rPr>
              <a:t>&lt;mark&gt;</a:t>
            </a:r>
          </a:p>
          <a:p>
            <a:pPr marL="0" indent="0">
              <a:buFont typeface="Wingdings 3" charset="2"/>
              <a:buNone/>
            </a:pPr>
            <a:r>
              <a:rPr lang="en-US" dirty="0">
                <a:latin typeface="Consolas" panose="020B0609020204030204" pitchFamily="49" charset="0"/>
              </a:rPr>
              <a:t>&lt;</a:t>
            </a:r>
            <a:r>
              <a:rPr lang="en-US" dirty="0" err="1">
                <a:latin typeface="Consolas" panose="020B0609020204030204" pitchFamily="49" charset="0"/>
              </a:rPr>
              <a:t>nav</a:t>
            </a:r>
            <a:r>
              <a:rPr lang="en-US" dirty="0">
                <a:latin typeface="Consolas" panose="020B0609020204030204" pitchFamily="49" charset="0"/>
              </a:rPr>
              <a:t>&gt;</a:t>
            </a:r>
          </a:p>
          <a:p>
            <a:pPr marL="0" indent="0">
              <a:buFont typeface="Wingdings 3" charset="2"/>
              <a:buNone/>
            </a:pPr>
            <a:r>
              <a:rPr lang="en-US" dirty="0">
                <a:latin typeface="Consolas" panose="020B0609020204030204" pitchFamily="49" charset="0"/>
              </a:rPr>
              <a:t>&lt;section&gt;</a:t>
            </a:r>
          </a:p>
          <a:p>
            <a:pPr marL="0" indent="0">
              <a:buFont typeface="Wingdings 3" charset="2"/>
              <a:buNone/>
            </a:pPr>
            <a:r>
              <a:rPr lang="en-US" dirty="0">
                <a:latin typeface="Consolas" panose="020B0609020204030204" pitchFamily="49" charset="0"/>
              </a:rPr>
              <a:t>&lt;summary&gt;</a:t>
            </a:r>
          </a:p>
          <a:p>
            <a:pPr marL="0" indent="0">
              <a:buFont typeface="Wingdings 3" charset="2"/>
              <a:buNone/>
            </a:pPr>
            <a:r>
              <a:rPr lang="en-US" dirty="0">
                <a:latin typeface="Consolas" panose="020B0609020204030204" pitchFamily="49" charset="0"/>
              </a:rPr>
              <a:t>&lt;time&gt;</a:t>
            </a:r>
          </a:p>
        </p:txBody>
      </p:sp>
      <p:pic>
        <p:nvPicPr>
          <p:cNvPr id="7" name="Picture 2" descr="HTML5 Semantic Elements">
            <a:extLst>
              <a:ext uri="{FF2B5EF4-FFF2-40B4-BE49-F238E27FC236}">
                <a16:creationId xmlns:a16="http://schemas.microsoft.com/office/drawing/2014/main" id="{B25A5037-215E-4969-A42C-3656904AC6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4641" y="1910073"/>
            <a:ext cx="3682533" cy="4338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69251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244E055-4705-4F46-BC2A-320427CC7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&lt;</a:t>
            </a:r>
            <a:r>
              <a:rPr lang="cs-CZ" dirty="0" err="1"/>
              <a:t>section</a:t>
            </a:r>
            <a:r>
              <a:rPr lang="cs-CZ" dirty="0"/>
              <a:t>&gt;</a:t>
            </a:r>
            <a:br>
              <a:rPr lang="cs-CZ" dirty="0"/>
            </a:br>
            <a:endParaRPr lang="cs-CZ" dirty="0"/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33147BAB-1323-4C01-A991-D8EBF71F97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Oddíl dokumentu, obvykle obsahuje nadpis a vlastní obsah</a:t>
            </a:r>
          </a:p>
        </p:txBody>
      </p:sp>
    </p:spTree>
    <p:extLst>
      <p:ext uri="{BB962C8B-B14F-4D97-AF65-F5344CB8AC3E}">
        <p14:creationId xmlns:p14="http://schemas.microsoft.com/office/powerpoint/2010/main" val="34477115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E78BFC2-3AE9-4A1F-98DE-6C879D716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&lt;</a:t>
            </a:r>
            <a:r>
              <a:rPr lang="cs-CZ" dirty="0" err="1"/>
              <a:t>article</a:t>
            </a:r>
            <a:r>
              <a:rPr lang="cs-CZ" dirty="0"/>
              <a:t>&gt;</a:t>
            </a:r>
            <a:br>
              <a:rPr lang="cs-CZ" dirty="0"/>
            </a:br>
            <a:endParaRPr lang="cs-CZ" dirty="0"/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B9488F62-9794-48EF-B999-2A92A096B5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Nezávislý obsah, který by měl dávat smysl sám o sobě, nezávisle na ostatním obsahu stránky</a:t>
            </a:r>
          </a:p>
          <a:p>
            <a:pPr lvl="1"/>
            <a:r>
              <a:rPr lang="cs-CZ" dirty="0"/>
              <a:t>Post na fóru</a:t>
            </a:r>
          </a:p>
          <a:p>
            <a:pPr lvl="1"/>
            <a:r>
              <a:rPr lang="cs-CZ" dirty="0"/>
              <a:t>Blog post</a:t>
            </a:r>
          </a:p>
          <a:p>
            <a:pPr lvl="1"/>
            <a:r>
              <a:rPr lang="cs-CZ" dirty="0"/>
              <a:t>Novinový článek</a:t>
            </a:r>
          </a:p>
          <a:p>
            <a:endParaRPr lang="cs-CZ" dirty="0"/>
          </a:p>
          <a:p>
            <a:r>
              <a:rPr lang="cs-CZ" dirty="0"/>
              <a:t>Zanoření &lt;</a:t>
            </a:r>
            <a:r>
              <a:rPr lang="cs-CZ" dirty="0" err="1"/>
              <a:t>section</a:t>
            </a:r>
            <a:r>
              <a:rPr lang="cs-CZ" dirty="0"/>
              <a:t>&gt; a &lt;</a:t>
            </a:r>
            <a:r>
              <a:rPr lang="cs-CZ" dirty="0" err="1"/>
              <a:t>article</a:t>
            </a:r>
            <a:r>
              <a:rPr lang="cs-CZ" dirty="0"/>
              <a:t>&gt;</a:t>
            </a:r>
          </a:p>
          <a:p>
            <a:pPr lvl="1"/>
            <a:r>
              <a:rPr lang="cs-CZ" dirty="0"/>
              <a:t>Jedno může obsahovat druhé a naopak</a:t>
            </a:r>
          </a:p>
          <a:p>
            <a:pPr lvl="1"/>
            <a:r>
              <a:rPr lang="cs-CZ" dirty="0"/>
              <a:t>Sportovní články ve sportovní sekci mohou obsahovat </a:t>
            </a:r>
            <a:r>
              <a:rPr lang="cs-CZ" dirty="0" err="1"/>
              <a:t>několik´sekcí</a:t>
            </a:r>
            <a:r>
              <a:rPr lang="cs-CZ" dirty="0"/>
              <a:t> v každém článku…</a:t>
            </a:r>
          </a:p>
        </p:txBody>
      </p:sp>
    </p:spTree>
    <p:extLst>
      <p:ext uri="{BB962C8B-B14F-4D97-AF65-F5344CB8AC3E}">
        <p14:creationId xmlns:p14="http://schemas.microsoft.com/office/powerpoint/2010/main" val="19029589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FF324CE-6BFF-4F6B-B6D2-46AFFAFAA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&lt;</a:t>
            </a:r>
            <a:r>
              <a:rPr lang="cs-CZ" dirty="0" err="1"/>
              <a:t>header</a:t>
            </a:r>
            <a:r>
              <a:rPr lang="cs-CZ" dirty="0"/>
              <a:t>&gt;</a:t>
            </a:r>
            <a:br>
              <a:rPr lang="cs-CZ" dirty="0"/>
            </a:br>
            <a:endParaRPr lang="cs-CZ" dirty="0"/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CC5811EC-6AEF-4B3E-B013-6C3F09E5D1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cs-CZ" dirty="0"/>
              <a:t>Záhlaví dokumentu nebo sekce</a:t>
            </a:r>
          </a:p>
          <a:p>
            <a:r>
              <a:rPr lang="cs-CZ" dirty="0"/>
              <a:t>Může jich být na stránce několik</a:t>
            </a:r>
          </a:p>
          <a:p>
            <a:endParaRPr lang="cs-CZ" dirty="0"/>
          </a:p>
          <a:p>
            <a:pPr marL="0" indent="0">
              <a:buNone/>
            </a:pP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article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header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h1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What Does WWF Do?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/h1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p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WWF's mission: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/p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/header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p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WWF's mission is to stop the degradation of our planet's natural environment,</a:t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and build a future in which humans live in harmony with nature.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/p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br>
              <a:rPr lang="en-US" dirty="0"/>
            </a:b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/article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150332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370E467-28C6-4916-A0D3-2B067A6BB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&lt;</a:t>
            </a:r>
            <a:r>
              <a:rPr lang="cs-CZ" dirty="0" err="1"/>
              <a:t>footer</a:t>
            </a:r>
            <a:r>
              <a:rPr lang="cs-CZ" dirty="0"/>
              <a:t>&gt;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FD73A490-A9B5-427C-95F2-0ED83B2497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&lt;footer&gt; </a:t>
            </a:r>
            <a:r>
              <a:rPr lang="cs-CZ" dirty="0"/>
              <a:t>určuje zápatí dokumentu nebo sekce</a:t>
            </a:r>
            <a:endParaRPr lang="en-US" dirty="0"/>
          </a:p>
          <a:p>
            <a:r>
              <a:rPr lang="cs-CZ" dirty="0"/>
              <a:t>Měl by obsahovat informace o nadřazeném elementu</a:t>
            </a:r>
            <a:endParaRPr lang="en-US" dirty="0"/>
          </a:p>
          <a:p>
            <a:pPr lvl="1"/>
            <a:r>
              <a:rPr lang="cs-CZ" dirty="0"/>
              <a:t>Typicky o autorovi dokumentu</a:t>
            </a:r>
            <a:r>
              <a:rPr lang="en-US" dirty="0"/>
              <a:t>, copyright, </a:t>
            </a:r>
            <a:r>
              <a:rPr lang="cs-CZ" dirty="0"/>
              <a:t>podmínky použití</a:t>
            </a:r>
            <a:r>
              <a:rPr lang="en-US" dirty="0"/>
              <a:t>, </a:t>
            </a:r>
            <a:r>
              <a:rPr lang="cs-CZ" dirty="0"/>
              <a:t>kontaktní </a:t>
            </a:r>
            <a:r>
              <a:rPr lang="cs-CZ" dirty="0" err="1"/>
              <a:t>info</a:t>
            </a:r>
            <a:r>
              <a:rPr lang="cs-CZ" dirty="0"/>
              <a:t> </a:t>
            </a:r>
            <a:r>
              <a:rPr lang="cs-CZ" dirty="0" err="1"/>
              <a:t>apod</a:t>
            </a:r>
            <a:r>
              <a:rPr lang="en-US" dirty="0"/>
              <a:t>.</a:t>
            </a:r>
          </a:p>
          <a:p>
            <a:r>
              <a:rPr lang="cs-CZ" dirty="0"/>
              <a:t>V dokumentu může být několik elementů</a:t>
            </a:r>
            <a:r>
              <a:rPr lang="en-US" dirty="0"/>
              <a:t> &lt;footer&gt;</a:t>
            </a:r>
            <a:endParaRPr lang="cs-CZ" dirty="0"/>
          </a:p>
          <a:p>
            <a:endParaRPr lang="cs-CZ" dirty="0"/>
          </a:p>
          <a:p>
            <a:pPr marL="0" indent="0">
              <a:buNone/>
            </a:pP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footer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p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Posted by: Hege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Refsnes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/p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p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Contact information: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a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href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="mailto:someone@example.com"&gt;</a:t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someone@example.com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/a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/p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br>
              <a:rPr lang="en-US" dirty="0"/>
            </a:b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/footer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4935110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516B2CD-A9DA-45A2-B5EF-201EE5C56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&lt;nav&gt;</a:t>
            </a:r>
            <a:br>
              <a:rPr lang="cs-CZ" dirty="0"/>
            </a:br>
            <a:endParaRPr lang="cs-CZ" dirty="0"/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89924CE1-8C76-48AD-A748-1E27B30E1C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Definuje sadu navigačních odkazů</a:t>
            </a:r>
          </a:p>
          <a:p>
            <a:r>
              <a:rPr lang="cs-CZ" dirty="0">
                <a:solidFill>
                  <a:srgbClr val="FF0000"/>
                </a:solidFill>
              </a:rPr>
              <a:t>Ne každý odkaz patří do &lt;nav&gt;, jen významný navigační blok!</a:t>
            </a:r>
          </a:p>
          <a:p>
            <a:endParaRPr lang="cs-CZ" dirty="0"/>
          </a:p>
          <a:p>
            <a:pPr marL="0" indent="0">
              <a:buNone/>
            </a:pPr>
            <a:r>
              <a:rPr lang="cs-CZ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cs-CZ" dirty="0">
                <a:solidFill>
                  <a:srgbClr val="A52A2A"/>
                </a:solidFill>
                <a:latin typeface="Consolas" panose="020B0609020204030204" pitchFamily="49" charset="0"/>
              </a:rPr>
              <a:t>nav</a:t>
            </a:r>
            <a:r>
              <a:rPr lang="cs-CZ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br>
              <a:rPr lang="cs-CZ" dirty="0"/>
            </a:br>
            <a:r>
              <a:rPr lang="cs-CZ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cs-CZ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cs-CZ" dirty="0">
                <a:solidFill>
                  <a:srgbClr val="A52A2A"/>
                </a:solidFill>
                <a:latin typeface="Consolas" panose="020B0609020204030204" pitchFamily="49" charset="0"/>
              </a:rPr>
              <a:t>a</a:t>
            </a:r>
            <a:r>
              <a:rPr lang="cs-CZ" dirty="0">
                <a:solidFill>
                  <a:srgbClr val="FF0000"/>
                </a:solidFill>
                <a:latin typeface="Consolas" panose="020B0609020204030204" pitchFamily="49" charset="0"/>
              </a:rPr>
              <a:t> </a:t>
            </a:r>
            <a:r>
              <a:rPr lang="cs-CZ" dirty="0" err="1">
                <a:solidFill>
                  <a:srgbClr val="FF0000"/>
                </a:solidFill>
                <a:latin typeface="Consolas" panose="020B0609020204030204" pitchFamily="49" charset="0"/>
              </a:rPr>
              <a:t>href</a:t>
            </a:r>
            <a:r>
              <a:rPr lang="cs-CZ" dirty="0">
                <a:solidFill>
                  <a:srgbClr val="0000CD"/>
                </a:solidFill>
                <a:latin typeface="Consolas" panose="020B0609020204030204" pitchFamily="49" charset="0"/>
              </a:rPr>
              <a:t>="/</a:t>
            </a:r>
            <a:r>
              <a:rPr lang="cs-CZ" dirty="0" err="1">
                <a:solidFill>
                  <a:srgbClr val="0000CD"/>
                </a:solidFill>
                <a:latin typeface="Consolas" panose="020B0609020204030204" pitchFamily="49" charset="0"/>
              </a:rPr>
              <a:t>html</a:t>
            </a:r>
            <a:r>
              <a:rPr lang="cs-CZ" dirty="0">
                <a:solidFill>
                  <a:srgbClr val="0000CD"/>
                </a:solidFill>
                <a:latin typeface="Consolas" panose="020B0609020204030204" pitchFamily="49" charset="0"/>
              </a:rPr>
              <a:t>/"&gt;</a:t>
            </a:r>
            <a:r>
              <a:rPr lang="cs-CZ" dirty="0">
                <a:solidFill>
                  <a:srgbClr val="000000"/>
                </a:solidFill>
                <a:latin typeface="Consolas" panose="020B0609020204030204" pitchFamily="49" charset="0"/>
              </a:rPr>
              <a:t>HTML</a:t>
            </a:r>
            <a:r>
              <a:rPr lang="cs-CZ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cs-CZ" dirty="0">
                <a:solidFill>
                  <a:srgbClr val="A52A2A"/>
                </a:solidFill>
                <a:latin typeface="Consolas" panose="020B0609020204030204" pitchFamily="49" charset="0"/>
              </a:rPr>
              <a:t>/a</a:t>
            </a:r>
            <a:r>
              <a:rPr lang="cs-CZ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r>
              <a:rPr lang="cs-CZ" dirty="0">
                <a:solidFill>
                  <a:srgbClr val="000000"/>
                </a:solidFill>
                <a:latin typeface="Consolas" panose="020B0609020204030204" pitchFamily="49" charset="0"/>
              </a:rPr>
              <a:t> |</a:t>
            </a:r>
            <a:br>
              <a:rPr lang="cs-CZ" dirty="0"/>
            </a:br>
            <a:r>
              <a:rPr lang="cs-CZ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cs-CZ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cs-CZ" dirty="0">
                <a:solidFill>
                  <a:srgbClr val="A52A2A"/>
                </a:solidFill>
                <a:latin typeface="Consolas" panose="020B0609020204030204" pitchFamily="49" charset="0"/>
              </a:rPr>
              <a:t>a</a:t>
            </a:r>
            <a:r>
              <a:rPr lang="cs-CZ" dirty="0">
                <a:solidFill>
                  <a:srgbClr val="FF0000"/>
                </a:solidFill>
                <a:latin typeface="Consolas" panose="020B0609020204030204" pitchFamily="49" charset="0"/>
              </a:rPr>
              <a:t> </a:t>
            </a:r>
            <a:r>
              <a:rPr lang="cs-CZ" dirty="0" err="1">
                <a:solidFill>
                  <a:srgbClr val="FF0000"/>
                </a:solidFill>
                <a:latin typeface="Consolas" panose="020B0609020204030204" pitchFamily="49" charset="0"/>
              </a:rPr>
              <a:t>href</a:t>
            </a:r>
            <a:r>
              <a:rPr lang="cs-CZ" dirty="0">
                <a:solidFill>
                  <a:srgbClr val="0000CD"/>
                </a:solidFill>
                <a:latin typeface="Consolas" panose="020B0609020204030204" pitchFamily="49" charset="0"/>
              </a:rPr>
              <a:t>="/</a:t>
            </a:r>
            <a:r>
              <a:rPr lang="cs-CZ" dirty="0" err="1">
                <a:solidFill>
                  <a:srgbClr val="0000CD"/>
                </a:solidFill>
                <a:latin typeface="Consolas" panose="020B0609020204030204" pitchFamily="49" charset="0"/>
              </a:rPr>
              <a:t>css</a:t>
            </a:r>
            <a:r>
              <a:rPr lang="cs-CZ" dirty="0">
                <a:solidFill>
                  <a:srgbClr val="0000CD"/>
                </a:solidFill>
                <a:latin typeface="Consolas" panose="020B0609020204030204" pitchFamily="49" charset="0"/>
              </a:rPr>
              <a:t>/"&gt;</a:t>
            </a:r>
            <a:r>
              <a:rPr lang="cs-CZ" dirty="0">
                <a:solidFill>
                  <a:srgbClr val="000000"/>
                </a:solidFill>
                <a:latin typeface="Consolas" panose="020B0609020204030204" pitchFamily="49" charset="0"/>
              </a:rPr>
              <a:t>CSS</a:t>
            </a:r>
            <a:r>
              <a:rPr lang="cs-CZ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cs-CZ" dirty="0">
                <a:solidFill>
                  <a:srgbClr val="A52A2A"/>
                </a:solidFill>
                <a:latin typeface="Consolas" panose="020B0609020204030204" pitchFamily="49" charset="0"/>
              </a:rPr>
              <a:t>/a</a:t>
            </a:r>
            <a:r>
              <a:rPr lang="cs-CZ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r>
              <a:rPr lang="cs-CZ" dirty="0">
                <a:solidFill>
                  <a:srgbClr val="000000"/>
                </a:solidFill>
                <a:latin typeface="Consolas" panose="020B0609020204030204" pitchFamily="49" charset="0"/>
              </a:rPr>
              <a:t> |</a:t>
            </a:r>
            <a:br>
              <a:rPr lang="cs-CZ" dirty="0"/>
            </a:br>
            <a:r>
              <a:rPr lang="cs-CZ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cs-CZ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cs-CZ" dirty="0">
                <a:solidFill>
                  <a:srgbClr val="A52A2A"/>
                </a:solidFill>
                <a:latin typeface="Consolas" panose="020B0609020204030204" pitchFamily="49" charset="0"/>
              </a:rPr>
              <a:t>a</a:t>
            </a:r>
            <a:r>
              <a:rPr lang="cs-CZ" dirty="0">
                <a:solidFill>
                  <a:srgbClr val="FF0000"/>
                </a:solidFill>
                <a:latin typeface="Consolas" panose="020B0609020204030204" pitchFamily="49" charset="0"/>
              </a:rPr>
              <a:t> </a:t>
            </a:r>
            <a:r>
              <a:rPr lang="cs-CZ" dirty="0" err="1">
                <a:solidFill>
                  <a:srgbClr val="FF0000"/>
                </a:solidFill>
                <a:latin typeface="Consolas" panose="020B0609020204030204" pitchFamily="49" charset="0"/>
              </a:rPr>
              <a:t>href</a:t>
            </a:r>
            <a:r>
              <a:rPr lang="cs-CZ" dirty="0">
                <a:solidFill>
                  <a:srgbClr val="0000CD"/>
                </a:solidFill>
                <a:latin typeface="Consolas" panose="020B0609020204030204" pitchFamily="49" charset="0"/>
              </a:rPr>
              <a:t>="/</a:t>
            </a:r>
            <a:r>
              <a:rPr lang="cs-CZ" dirty="0" err="1">
                <a:solidFill>
                  <a:srgbClr val="0000CD"/>
                </a:solidFill>
                <a:latin typeface="Consolas" panose="020B0609020204030204" pitchFamily="49" charset="0"/>
              </a:rPr>
              <a:t>js</a:t>
            </a:r>
            <a:r>
              <a:rPr lang="cs-CZ" dirty="0">
                <a:solidFill>
                  <a:srgbClr val="0000CD"/>
                </a:solidFill>
                <a:latin typeface="Consolas" panose="020B0609020204030204" pitchFamily="49" charset="0"/>
              </a:rPr>
              <a:t>/"&gt;</a:t>
            </a:r>
            <a:r>
              <a:rPr lang="cs-CZ" dirty="0" err="1">
                <a:solidFill>
                  <a:srgbClr val="000000"/>
                </a:solidFill>
                <a:latin typeface="Consolas" panose="020B0609020204030204" pitchFamily="49" charset="0"/>
              </a:rPr>
              <a:t>JavaScript</a:t>
            </a:r>
            <a:r>
              <a:rPr lang="cs-CZ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cs-CZ" dirty="0">
                <a:solidFill>
                  <a:srgbClr val="A52A2A"/>
                </a:solidFill>
                <a:latin typeface="Consolas" panose="020B0609020204030204" pitchFamily="49" charset="0"/>
              </a:rPr>
              <a:t>/a</a:t>
            </a:r>
            <a:r>
              <a:rPr lang="cs-CZ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r>
              <a:rPr lang="cs-CZ" dirty="0">
                <a:solidFill>
                  <a:srgbClr val="000000"/>
                </a:solidFill>
                <a:latin typeface="Consolas" panose="020B0609020204030204" pitchFamily="49" charset="0"/>
              </a:rPr>
              <a:t> |</a:t>
            </a:r>
            <a:br>
              <a:rPr lang="cs-CZ" dirty="0"/>
            </a:br>
            <a:r>
              <a:rPr lang="cs-CZ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cs-CZ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cs-CZ" dirty="0">
                <a:solidFill>
                  <a:srgbClr val="A52A2A"/>
                </a:solidFill>
                <a:latin typeface="Consolas" panose="020B0609020204030204" pitchFamily="49" charset="0"/>
              </a:rPr>
              <a:t>a</a:t>
            </a:r>
            <a:r>
              <a:rPr lang="cs-CZ" dirty="0">
                <a:solidFill>
                  <a:srgbClr val="FF0000"/>
                </a:solidFill>
                <a:latin typeface="Consolas" panose="020B0609020204030204" pitchFamily="49" charset="0"/>
              </a:rPr>
              <a:t> </a:t>
            </a:r>
            <a:r>
              <a:rPr lang="cs-CZ" dirty="0" err="1">
                <a:solidFill>
                  <a:srgbClr val="FF0000"/>
                </a:solidFill>
                <a:latin typeface="Consolas" panose="020B0609020204030204" pitchFamily="49" charset="0"/>
              </a:rPr>
              <a:t>href</a:t>
            </a:r>
            <a:r>
              <a:rPr lang="cs-CZ" dirty="0">
                <a:solidFill>
                  <a:srgbClr val="0000CD"/>
                </a:solidFill>
                <a:latin typeface="Consolas" panose="020B0609020204030204" pitchFamily="49" charset="0"/>
              </a:rPr>
              <a:t>="/</a:t>
            </a:r>
            <a:r>
              <a:rPr lang="cs-CZ" dirty="0" err="1">
                <a:solidFill>
                  <a:srgbClr val="0000CD"/>
                </a:solidFill>
                <a:latin typeface="Consolas" panose="020B0609020204030204" pitchFamily="49" charset="0"/>
              </a:rPr>
              <a:t>jquery</a:t>
            </a:r>
            <a:r>
              <a:rPr lang="cs-CZ" dirty="0">
                <a:solidFill>
                  <a:srgbClr val="0000CD"/>
                </a:solidFill>
                <a:latin typeface="Consolas" panose="020B0609020204030204" pitchFamily="49" charset="0"/>
              </a:rPr>
              <a:t>/"&gt;</a:t>
            </a:r>
            <a:r>
              <a:rPr lang="cs-CZ" dirty="0" err="1">
                <a:solidFill>
                  <a:srgbClr val="000000"/>
                </a:solidFill>
                <a:latin typeface="Consolas" panose="020B0609020204030204" pitchFamily="49" charset="0"/>
              </a:rPr>
              <a:t>jQuery</a:t>
            </a:r>
            <a:r>
              <a:rPr lang="cs-CZ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cs-CZ" dirty="0">
                <a:solidFill>
                  <a:srgbClr val="A52A2A"/>
                </a:solidFill>
                <a:latin typeface="Consolas" panose="020B0609020204030204" pitchFamily="49" charset="0"/>
              </a:rPr>
              <a:t>/a</a:t>
            </a:r>
            <a:r>
              <a:rPr lang="cs-CZ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br>
              <a:rPr lang="cs-CZ" dirty="0"/>
            </a:br>
            <a:r>
              <a:rPr lang="cs-CZ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cs-CZ" dirty="0">
                <a:solidFill>
                  <a:srgbClr val="A52A2A"/>
                </a:solidFill>
                <a:latin typeface="Consolas" panose="020B0609020204030204" pitchFamily="49" charset="0"/>
              </a:rPr>
              <a:t>/nav</a:t>
            </a:r>
            <a:r>
              <a:rPr lang="cs-CZ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1664837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1EDA54A-4C6D-4ED6-AB57-027346A8E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&lt;</a:t>
            </a:r>
            <a:r>
              <a:rPr lang="cs-CZ" dirty="0" err="1"/>
              <a:t>aside</a:t>
            </a:r>
            <a:r>
              <a:rPr lang="cs-CZ" dirty="0"/>
              <a:t>&gt;</a:t>
            </a:r>
            <a:br>
              <a:rPr lang="cs-CZ" dirty="0"/>
            </a:br>
            <a:endParaRPr lang="cs-CZ" dirty="0"/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0996BD53-023D-41F0-AEAB-599C56C0B5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Prvek</a:t>
            </a:r>
            <a:r>
              <a:rPr lang="en-US" dirty="0"/>
              <a:t> &lt;aside&gt; </a:t>
            </a:r>
            <a:r>
              <a:rPr lang="cs-CZ" dirty="0"/>
              <a:t>označuje obsah umístěný mimo vlastní prvek, ve kterém je umístěn</a:t>
            </a:r>
            <a:r>
              <a:rPr lang="en-US" dirty="0"/>
              <a:t> (</a:t>
            </a:r>
            <a:r>
              <a:rPr lang="cs-CZ" dirty="0"/>
              <a:t>např. </a:t>
            </a:r>
            <a:r>
              <a:rPr lang="en-US" dirty="0"/>
              <a:t>sidebar</a:t>
            </a:r>
            <a:r>
              <a:rPr lang="cs-CZ" dirty="0"/>
              <a:t>, v běžné knize poznámka pod čarou apod.</a:t>
            </a:r>
            <a:r>
              <a:rPr lang="en-US" dirty="0"/>
              <a:t>).</a:t>
            </a:r>
          </a:p>
          <a:p>
            <a:r>
              <a:rPr lang="cs-CZ" dirty="0"/>
              <a:t>Jeho obsah by měl mít vazbu na okolní obsah stránky</a:t>
            </a:r>
            <a:endParaRPr lang="en-US" dirty="0"/>
          </a:p>
          <a:p>
            <a:endParaRPr lang="cs-CZ" dirty="0"/>
          </a:p>
          <a:p>
            <a:pPr marL="0" indent="0">
              <a:buNone/>
            </a:pP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p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My family and I visited The Epcot center this summer.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/p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br>
              <a:rPr lang="en-US" dirty="0"/>
            </a:br>
            <a:br>
              <a:rPr lang="en-US" dirty="0"/>
            </a:b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aside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h4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Epcot Center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/h4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p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The Epcot Center is a theme park in Disney World, Florida.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/p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br>
              <a:rPr lang="en-US" dirty="0"/>
            </a:b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/aside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0503172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F771188-6E22-4889-80C6-9738E8E1D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&lt;</a:t>
            </a:r>
            <a:r>
              <a:rPr lang="cs-CZ" dirty="0" err="1"/>
              <a:t>figure</a:t>
            </a:r>
            <a:r>
              <a:rPr lang="cs-CZ" dirty="0"/>
              <a:t>&gt; a &lt;</a:t>
            </a:r>
            <a:r>
              <a:rPr lang="cs-CZ" dirty="0" err="1"/>
              <a:t>figcaption</a:t>
            </a:r>
            <a:r>
              <a:rPr lang="cs-CZ" dirty="0"/>
              <a:t>&gt;</a:t>
            </a:r>
            <a:br>
              <a:rPr lang="cs-CZ" dirty="0"/>
            </a:br>
            <a:endParaRPr lang="cs-CZ" dirty="0"/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D19E8621-5534-430E-8DA6-62B35968CD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Smyslem nadpisu obrázku je podávat o něm textové informace</a:t>
            </a:r>
            <a:endParaRPr lang="en-US" dirty="0"/>
          </a:p>
          <a:p>
            <a:r>
              <a:rPr lang="cs-CZ" dirty="0"/>
              <a:t>V</a:t>
            </a:r>
            <a:r>
              <a:rPr lang="en-US" dirty="0"/>
              <a:t> HTML5, </a:t>
            </a:r>
            <a:r>
              <a:rPr lang="cs-CZ" dirty="0"/>
              <a:t>lze obrázek a jeho nadpis spojit dohromady v elementu </a:t>
            </a:r>
            <a:r>
              <a:rPr lang="en-US" b="1" dirty="0"/>
              <a:t>&lt;figure&gt;</a:t>
            </a:r>
            <a:endParaRPr lang="cs-CZ" b="1" dirty="0"/>
          </a:p>
          <a:p>
            <a:endParaRPr lang="cs-CZ" b="1" dirty="0"/>
          </a:p>
          <a:p>
            <a:pPr marL="0" indent="0">
              <a:buNone/>
            </a:pP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figure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 err="1">
                <a:solidFill>
                  <a:srgbClr val="A52A2A"/>
                </a:solidFill>
                <a:latin typeface="Consolas" panose="020B0609020204030204" pitchFamily="49" charset="0"/>
              </a:rPr>
              <a:t>img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src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="pic_mountain.jpg"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 alt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="The Pulpit Rock"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 width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="304"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 height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="228"&gt;</a:t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 err="1">
                <a:solidFill>
                  <a:srgbClr val="A52A2A"/>
                </a:solidFill>
                <a:latin typeface="Consolas" panose="020B0609020204030204" pitchFamily="49" charset="0"/>
              </a:rPr>
              <a:t>figcaption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Fig1. - The Pulpit Rock, Norway.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/</a:t>
            </a:r>
            <a:r>
              <a:rPr lang="en-US" dirty="0" err="1">
                <a:solidFill>
                  <a:srgbClr val="A52A2A"/>
                </a:solidFill>
                <a:latin typeface="Consolas" panose="020B0609020204030204" pitchFamily="49" charset="0"/>
              </a:rPr>
              <a:t>figcaption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br>
              <a:rPr lang="en-US" dirty="0"/>
            </a:b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/figure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endParaRPr lang="cs-CZ" dirty="0">
              <a:solidFill>
                <a:srgbClr val="0000CD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cs-CZ" dirty="0"/>
          </a:p>
          <a:p>
            <a:pPr marL="0" indent="0">
              <a:buNone/>
            </a:pPr>
            <a:r>
              <a:rPr lang="cs-CZ" dirty="0">
                <a:hlinkClick r:id="rId2"/>
              </a:rPr>
              <a:t>https://www.w3schools.com/html/tryit.asp?filename=tryhtml5_figcaption</a:t>
            </a:r>
            <a:r>
              <a:rPr lang="cs-CZ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854096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2DC57F5-71B5-4CAF-B1EA-D3BC073AD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&lt;</a:t>
            </a:r>
            <a:r>
              <a:rPr lang="cs-CZ" dirty="0" err="1"/>
              <a:t>main</a:t>
            </a:r>
            <a:r>
              <a:rPr lang="cs-CZ" dirty="0"/>
              <a:t>&gt;</a:t>
            </a:r>
            <a:br>
              <a:rPr lang="cs-CZ" dirty="0"/>
            </a:br>
            <a:endParaRPr lang="cs-CZ" dirty="0"/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313C0E1F-0B41-4E4D-AB67-8ECB582E5C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Tag </a:t>
            </a:r>
            <a:r>
              <a:rPr lang="en-US" dirty="0"/>
              <a:t>&lt;main&gt; </a:t>
            </a:r>
            <a:r>
              <a:rPr lang="cs-CZ" dirty="0"/>
              <a:t>označuje hlavní obsah dokumentu</a:t>
            </a:r>
            <a:endParaRPr lang="en-US" dirty="0"/>
          </a:p>
          <a:p>
            <a:r>
              <a:rPr lang="cs-CZ" dirty="0"/>
              <a:t>Obsah uvnitř</a:t>
            </a:r>
            <a:r>
              <a:rPr lang="en-US" dirty="0"/>
              <a:t> &lt;main&gt; </a:t>
            </a:r>
            <a:r>
              <a:rPr lang="cs-CZ" dirty="0"/>
              <a:t>má být jedinečný</a:t>
            </a:r>
            <a:r>
              <a:rPr lang="en-US" dirty="0"/>
              <a:t>. </a:t>
            </a:r>
            <a:r>
              <a:rPr lang="cs-CZ" dirty="0"/>
              <a:t>Nemá obsahovat prvky, které se kolem dokumentů opakují, tedy postranní lišty, navigační menu, informace o copyrightu, loga, vyhledávací a kontaktní formuláře apod.</a:t>
            </a:r>
          </a:p>
          <a:p>
            <a:endParaRPr lang="cs-CZ" dirty="0"/>
          </a:p>
          <a:p>
            <a:r>
              <a:rPr lang="cs-CZ" dirty="0">
                <a:hlinkClick r:id="rId2"/>
              </a:rPr>
              <a:t>https://www.w3schools.com/tags/tag_main.asp</a:t>
            </a:r>
            <a:r>
              <a:rPr lang="cs-CZ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021369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998C469-FC56-48C6-A269-7DD66FC2F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&lt;</a:t>
            </a:r>
            <a:r>
              <a:rPr lang="cs-CZ" dirty="0" err="1"/>
              <a:t>mark</a:t>
            </a:r>
            <a:r>
              <a:rPr lang="cs-CZ" dirty="0"/>
              <a:t>&gt;</a:t>
            </a:r>
            <a:br>
              <a:rPr lang="cs-CZ" dirty="0"/>
            </a:br>
            <a:endParaRPr lang="cs-CZ" dirty="0"/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780B5D20-88B6-412B-A9B7-019EF54D1D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Označuje zvýrazněný text (vizuálně ve výchozím nastavení jako zvýrazňovačem)</a:t>
            </a:r>
          </a:p>
          <a:p>
            <a:endParaRPr lang="cs-CZ" dirty="0"/>
          </a:p>
          <a:p>
            <a:pPr marL="0" indent="0">
              <a:buNone/>
            </a:pPr>
            <a:r>
              <a:rPr lang="cs-CZ" dirty="0">
                <a:hlinkClick r:id="rId2"/>
              </a:rPr>
              <a:t>https://www.w3schools.com/tags/tryit.asp?filename=tryhtml5_mark</a:t>
            </a:r>
            <a:r>
              <a:rPr lang="cs-CZ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264275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D8E8917-85A7-44C0-B355-3D8BB358F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&lt;</a:t>
            </a:r>
            <a:r>
              <a:rPr lang="cs-CZ" dirty="0" err="1"/>
              <a:t>details</a:t>
            </a:r>
            <a:r>
              <a:rPr lang="cs-CZ" dirty="0"/>
              <a:t>&gt;</a:t>
            </a:r>
            <a:br>
              <a:rPr lang="cs-CZ" dirty="0"/>
            </a:br>
            <a:endParaRPr lang="cs-CZ" dirty="0"/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FD567EB2-51A7-4E60-9EDD-CAF32773F9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Tag</a:t>
            </a:r>
            <a:r>
              <a:rPr lang="en-US" dirty="0"/>
              <a:t> &lt;details&gt; </a:t>
            </a:r>
            <a:r>
              <a:rPr lang="cs-CZ" dirty="0"/>
              <a:t>udává dodatečné detaily, které může uživatel na požádání skrýt či zobrazit</a:t>
            </a:r>
            <a:endParaRPr lang="en-US" dirty="0"/>
          </a:p>
          <a:p>
            <a:r>
              <a:rPr lang="cs-CZ" dirty="0"/>
              <a:t>Užívá se</a:t>
            </a:r>
            <a:r>
              <a:rPr lang="en-US" dirty="0"/>
              <a:t> </a:t>
            </a:r>
            <a:r>
              <a:rPr lang="cs-CZ" dirty="0"/>
              <a:t>také</a:t>
            </a:r>
            <a:r>
              <a:rPr lang="en-US" dirty="0"/>
              <a:t> </a:t>
            </a:r>
            <a:r>
              <a:rPr lang="cs-CZ" dirty="0"/>
              <a:t>pro interaktivní prvky, které může uživatel "otevřít" a "zavřít"</a:t>
            </a:r>
          </a:p>
          <a:p>
            <a:r>
              <a:rPr lang="cs-CZ" dirty="0"/>
              <a:t>Může obsahovat jakýkoli typ obsahu</a:t>
            </a:r>
            <a:endParaRPr lang="en-US" dirty="0"/>
          </a:p>
          <a:p>
            <a:r>
              <a:rPr lang="cs-CZ" dirty="0"/>
              <a:t>Obsah elementu </a:t>
            </a:r>
            <a:r>
              <a:rPr lang="en-US" dirty="0"/>
              <a:t>&lt;details&gt; </a:t>
            </a:r>
            <a:r>
              <a:rPr lang="cs-CZ" dirty="0"/>
              <a:t>by neměl být zobrazen, není-li nastaven atribut </a:t>
            </a:r>
            <a:r>
              <a:rPr lang="cs-CZ" b="1" dirty="0">
                <a:latin typeface="Consolas" panose="020B0609020204030204" pitchFamily="49" charset="0"/>
              </a:rPr>
              <a:t>open</a:t>
            </a:r>
            <a:r>
              <a:rPr lang="en-US" dirty="0"/>
              <a:t>.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2264905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E12D336-DB3E-424D-8E17-816E9CE36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&lt;</a:t>
            </a:r>
            <a:r>
              <a:rPr lang="cs-CZ" dirty="0" err="1"/>
              <a:t>summary</a:t>
            </a:r>
            <a:r>
              <a:rPr lang="cs-CZ" dirty="0"/>
              <a:t>&gt;</a:t>
            </a:r>
            <a:br>
              <a:rPr lang="cs-CZ" dirty="0"/>
            </a:br>
            <a:endParaRPr lang="cs-CZ" dirty="0"/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77E4F5ED-35F7-4EF0-BAD2-DE5D26F389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&lt;summary&gt; </a:t>
            </a:r>
            <a:r>
              <a:rPr lang="cs-CZ" dirty="0"/>
              <a:t>deklaruje viditelné záhlaví pro element &lt;</a:t>
            </a:r>
            <a:r>
              <a:rPr lang="cs-CZ" dirty="0" err="1"/>
              <a:t>details</a:t>
            </a:r>
            <a:r>
              <a:rPr lang="cs-CZ" dirty="0"/>
              <a:t>&gt;. Na záhlaví lze kliknout pro zobrazení obsahu &lt;</a:t>
            </a:r>
            <a:r>
              <a:rPr lang="cs-CZ" dirty="0" err="1"/>
              <a:t>details</a:t>
            </a:r>
            <a:r>
              <a:rPr lang="cs-CZ" dirty="0"/>
              <a:t>&gt;</a:t>
            </a:r>
          </a:p>
          <a:p>
            <a:endParaRPr lang="cs-CZ" dirty="0"/>
          </a:p>
          <a:p>
            <a:r>
              <a:rPr lang="cs-CZ" dirty="0">
                <a:hlinkClick r:id="rId2"/>
              </a:rPr>
              <a:t>https://www.w3schools.com/tags/tryit.asp?filename=tryhtml5_details</a:t>
            </a:r>
            <a:r>
              <a:rPr lang="cs-CZ" dirty="0"/>
              <a:t> </a:t>
            </a:r>
          </a:p>
          <a:p>
            <a:pPr marL="0" indent="0">
              <a:buNone/>
            </a:pPr>
            <a:br>
              <a:rPr lang="en-US" dirty="0"/>
            </a:b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6232325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EB84952-5F61-4D05-A2B7-39E44C61A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&lt;</a:t>
            </a:r>
            <a:r>
              <a:rPr lang="cs-CZ" dirty="0" err="1"/>
              <a:t>time</a:t>
            </a:r>
            <a:r>
              <a:rPr lang="cs-CZ" dirty="0"/>
              <a:t>&gt;</a:t>
            </a:r>
            <a:br>
              <a:rPr lang="cs-CZ" dirty="0"/>
            </a:br>
            <a:endParaRPr lang="cs-CZ" dirty="0"/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C2E62E87-BBC3-4C4E-A0E5-0D59FDD628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</a:t>
            </a:r>
            <a:r>
              <a:rPr lang="cs-CZ" dirty="0" err="1"/>
              <a:t>ag</a:t>
            </a:r>
            <a:r>
              <a:rPr lang="en-US" dirty="0"/>
              <a:t> &lt;time&gt; </a:t>
            </a:r>
            <a:r>
              <a:rPr lang="cs-CZ" dirty="0"/>
              <a:t>udává datum/čas v čitelné formě pro člověka</a:t>
            </a:r>
            <a:endParaRPr lang="en-US" dirty="0"/>
          </a:p>
          <a:p>
            <a:r>
              <a:rPr lang="cs-CZ" dirty="0"/>
              <a:t>Také jej lze použít pro zápis dat a časů v strojově-čitelném formátu tak, aby strojový agent mohl nabízet například přidání připomínky narozenin nebo naplánovaných událostí, nebo vyhledavač indexoval věci správně</a:t>
            </a:r>
          </a:p>
          <a:p>
            <a:r>
              <a:rPr lang="cs-CZ" dirty="0"/>
              <a:t>Ve většině prohlížečů nemá specifický styl zobrazení</a:t>
            </a:r>
          </a:p>
          <a:p>
            <a:endParaRPr lang="cs-CZ" dirty="0"/>
          </a:p>
          <a:p>
            <a:pPr marL="0" indent="0">
              <a:buNone/>
            </a:pP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p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We open at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time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10:00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/time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every morning.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/p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br>
              <a:rPr lang="en-US" dirty="0"/>
            </a:br>
            <a:br>
              <a:rPr lang="en-US" dirty="0"/>
            </a:b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p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I have a date on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time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 datetime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="2008-02-14 20:00"&gt;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Valentines day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/time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/p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486710046"/>
      </p:ext>
    </p:extLst>
  </p:cSld>
  <p:clrMapOvr>
    <a:masterClrMapping/>
  </p:clrMapOvr>
</p:sld>
</file>

<file path=ppt/theme/theme1.xml><?xml version="1.0" encoding="utf-8"?>
<a:theme xmlns:a="http://schemas.openxmlformats.org/drawingml/2006/main" name="Faseta">
  <a:themeElements>
    <a:clrScheme name="Modrá, teplá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Fas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s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Motiv Office">
  <a:themeElements>
    <a:clrScheme name="Kancelář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celář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11049</TotalTime>
  <Words>566</Words>
  <Application>Microsoft Office PowerPoint</Application>
  <PresentationFormat>Širokoúhlá obrazovka</PresentationFormat>
  <Paragraphs>81</Paragraphs>
  <Slides>14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5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14</vt:i4>
      </vt:variant>
    </vt:vector>
  </HeadingPairs>
  <TitlesOfParts>
    <vt:vector size="20" baseType="lpstr">
      <vt:lpstr>Arial</vt:lpstr>
      <vt:lpstr>Calibri</vt:lpstr>
      <vt:lpstr>Consolas</vt:lpstr>
      <vt:lpstr>Trebuchet MS</vt:lpstr>
      <vt:lpstr>Wingdings 3</vt:lpstr>
      <vt:lpstr>Faseta</vt:lpstr>
      <vt:lpstr>Sémantické elementy HTML 5</vt:lpstr>
      <vt:lpstr>Seznam elementů</vt:lpstr>
      <vt:lpstr>&lt;section&gt; </vt:lpstr>
      <vt:lpstr>&lt;article&gt; </vt:lpstr>
      <vt:lpstr>&lt;header&gt; </vt:lpstr>
      <vt:lpstr>&lt;footer&gt;</vt:lpstr>
      <vt:lpstr>&lt;nav&gt; </vt:lpstr>
      <vt:lpstr>&lt;aside&gt; </vt:lpstr>
      <vt:lpstr>&lt;figure&gt; a &lt;figcaption&gt; </vt:lpstr>
      <vt:lpstr>&lt;main&gt; </vt:lpstr>
      <vt:lpstr>&lt;mark&gt; </vt:lpstr>
      <vt:lpstr>&lt;details&gt; </vt:lpstr>
      <vt:lpstr>&lt;summary&gt; </vt:lpstr>
      <vt:lpstr>&lt;time&gt; </vt:lpstr>
    </vt:vector>
  </TitlesOfParts>
  <Company>ÚTEF ČVUT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Základy elektrotechniky 2</dc:title>
  <dc:creator>Jan Koupil</dc:creator>
  <cp:lastModifiedBy>KOUPIL Jan</cp:lastModifiedBy>
  <cp:revision>147</cp:revision>
  <dcterms:created xsi:type="dcterms:W3CDTF">2015-09-02T07:07:00Z</dcterms:created>
  <dcterms:modified xsi:type="dcterms:W3CDTF">2017-12-19T08:37:38Z</dcterms:modified>
</cp:coreProperties>
</file>