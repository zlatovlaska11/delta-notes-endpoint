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22.01.2024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0711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</a:t>
            </a: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6" name="Obrázek 5" descr="Obsah obrázku snímek obrazovky, Barevnost, Obdélník, čtverec&#10;&#10;Popis byl vytvořen automaticky">
            <a:extLst>
              <a:ext uri="{FF2B5EF4-FFF2-40B4-BE49-F238E27FC236}">
                <a16:creationId xmlns:a16="http://schemas.microsoft.com/office/drawing/2014/main" id="{E6918A92-3B49-59B4-6AFB-0EE81A6C1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67" y="2069073"/>
            <a:ext cx="10666666" cy="457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layout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jednoduše přeloženo jako „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mřížka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Obsah webu se do této mřížky dělí.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Hodí se pro rozdělení obsah do různorodých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containerů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kteří však tvoří jeden obsah. Typicky galerie.</a:t>
            </a:r>
          </a:p>
          <a:p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8FB8F23-4743-2EF6-69E6-176689FF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1" y="3923077"/>
            <a:ext cx="11669754" cy="303889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BC4C186-7A2D-5290-A40D-D90AF120F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415" y="365125"/>
            <a:ext cx="3935460" cy="155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VS Inline-grid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9D7BE33-F69E-8F92-A28E-65DA2496E1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88"/>
          <a:stretch/>
        </p:blipFill>
        <p:spPr>
          <a:xfrm>
            <a:off x="7619465" y="1690688"/>
            <a:ext cx="4489591" cy="4263512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AE04DF03-5C13-3DBA-C7CB-33D10E119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53" y="1857413"/>
            <a:ext cx="6872037" cy="39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0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Řádky a sloupce</a:t>
            </a:r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F607F92B-D2C3-84C6-BDD6-778B4701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6" y="1581952"/>
            <a:ext cx="5130896" cy="5019657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A2E5C2E6-B9EC-2155-C1CD-9189F535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752" y="1690688"/>
            <a:ext cx="637778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5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gaps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Jednotlivé mezery v mřížce.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-gap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-gap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gap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BED174E-274E-D7FA-7C9C-1DF92EC04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892" y="1004310"/>
            <a:ext cx="6951436" cy="55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8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Lines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Jednotlivé linky v rámci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mřížky.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 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itemů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mřížce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říct na linii začne daný box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 které skončí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-start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-end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-start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-end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C7CD87A-DFD4-274C-E864-D5BC48C4A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133" y="953721"/>
            <a:ext cx="6853403" cy="553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– grid-template-columns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 definovat v rámci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šablonu, dle které se budou prvky v mřížce zobrazovat.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CFF16CD-E781-2D1F-AFBD-538C189DA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69" y="4243948"/>
            <a:ext cx="8973802" cy="2467319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EC3A0C01-8884-5D89-7895-000878AE7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078" y="2906088"/>
            <a:ext cx="8013844" cy="120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1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– grid-template-rows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je to i pro řádky!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C61716A-21A2-7A80-C7D2-0CF066631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1" y="2913294"/>
            <a:ext cx="8840434" cy="3686689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D5CFE54F-673E-34EC-17AF-AF0A7EDA5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178" y="1775810"/>
            <a:ext cx="5131314" cy="113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– Zarovnání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zarovnání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horizontále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používá, jako 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justify-content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jako 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start, center, end,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spac-between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space-around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zarovnání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vertikále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používá, jako 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align-content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Hodnoty jako u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start, center, end,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spac-between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space-around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265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Item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Vlastnosti, kterými můžeme také ovlivnit jednotlivé prvky.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grid-column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 / 5;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80DA893-6AAB-5035-DD57-DE6BB3239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2" y="2992424"/>
            <a:ext cx="8926171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Item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grid-row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 / 4;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BE65B5D-AC92-CA43-2C66-8F0B0B55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2" y="2652069"/>
            <a:ext cx="892617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8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Item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rid-area: 1 / 2 / 5 / 6;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3E94C8A-7FAD-2135-8B7D-C3FEBC279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907" y="1825625"/>
            <a:ext cx="7646377" cy="483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5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Grid Items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Jednotlivé rozdělení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jde v rámci šablony usnadnit, pomocí pojmenování jednotlivých částí.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AB61E70-0BF3-96FE-D534-905E2A3666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124"/>
          <a:stretch/>
        </p:blipFill>
        <p:spPr>
          <a:xfrm>
            <a:off x="5823436" y="2349186"/>
            <a:ext cx="6278197" cy="1545807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50F0F21A-DEBB-0BC9-9916-C54145446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982" y="4206194"/>
            <a:ext cx="8830907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43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929DBC80-109E-1C71-3FFC-C146A0D64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301" y="255233"/>
            <a:ext cx="4885397" cy="2897271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BE863125-DEE0-7C7F-A5E0-793B9489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524" y="3244207"/>
            <a:ext cx="8648951" cy="361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6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the Items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83DFD6B-9819-2410-D3A9-BEF86DD4F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49" y="1722952"/>
            <a:ext cx="5367826" cy="2028458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FDE57A51-BDD4-42A3-1C29-269292FAB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82" y="4120819"/>
            <a:ext cx="8849960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5572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3175</TotalTime>
  <Words>247</Words>
  <Application>Microsoft Office PowerPoint</Application>
  <PresentationFormat>Širokoúhlá obrazovka</PresentationFormat>
  <Paragraphs>43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Motiv Office</vt:lpstr>
      <vt:lpstr>CSS Grid layout</vt:lpstr>
      <vt:lpstr>Grid layout</vt:lpstr>
      <vt:lpstr>Grid VS Inline-grid</vt:lpstr>
      <vt:lpstr>Řádky a sloupce</vt:lpstr>
      <vt:lpstr>Grid gaps</vt:lpstr>
      <vt:lpstr>Grid Lines</vt:lpstr>
      <vt:lpstr>Grid – grid-template-columns</vt:lpstr>
      <vt:lpstr>Grid – grid-template-rows</vt:lpstr>
      <vt:lpstr>Grid – Zarovnání</vt:lpstr>
      <vt:lpstr>Grid Item</vt:lpstr>
      <vt:lpstr>Grid Item</vt:lpstr>
      <vt:lpstr>Grid Item</vt:lpstr>
      <vt:lpstr>Naming Grid Items</vt:lpstr>
      <vt:lpstr>Prezentace aplikace PowerPoint</vt:lpstr>
      <vt:lpstr>The Order of the Items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215</cp:revision>
  <dcterms:created xsi:type="dcterms:W3CDTF">2020-09-17T19:44:13Z</dcterms:created>
  <dcterms:modified xsi:type="dcterms:W3CDTF">2024-01-22T10:18:55Z</dcterms:modified>
</cp:coreProperties>
</file>