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06.01.2025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geeksforgeeks.org/how-to-add-tailwind-css-to-html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docs/customizing-color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0711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Tailwind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1026" name="Picture 2" descr="The first alpha of Tailwind CSS v3 is now released - Laravel News">
            <a:extLst>
              <a:ext uri="{FF2B5EF4-FFF2-40B4-BE49-F238E27FC236}">
                <a16:creationId xmlns:a16="http://schemas.microsoft.com/office/drawing/2014/main" id="{190BCFAC-B0E3-E1C9-9A79-E1159B0FA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536" y="2173224"/>
            <a:ext cx="8644128" cy="4322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informace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více postavený na jednotlivé díly (komponenty) ze kterých se staví web.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Tailwind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utility-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každá třída je k jednomu účelu s jednou hodnotou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konfigurovat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tailwind.config.js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(lze nastavit)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Tailwind CSS vs Bootstrap">
            <a:extLst>
              <a:ext uri="{FF2B5EF4-FFF2-40B4-BE49-F238E27FC236}">
                <a16:creationId xmlns:a16="http://schemas.microsoft.com/office/drawing/2014/main" id="{7750670E-4DE1-5CAF-7578-95235C2D8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7287" y="4182285"/>
            <a:ext cx="4497421" cy="252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79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0E411-B24F-1D57-A7FD-344544EFB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5C8E83-CC8A-6A44-0473-E1497897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Napojení frameworku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11ABF0F2-DF96-82EB-F2F0-AE346136F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5257802" cy="4322256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Přes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npm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(nutné pro konfiguraci)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Nebo přes CDN link</a:t>
            </a:r>
          </a:p>
          <a:p>
            <a:pPr lvl="1"/>
            <a:r>
              <a:rPr lang="cs-CZ" b="0" i="0" dirty="0">
                <a:effectLst/>
                <a:latin typeface="Fira Code VF"/>
              </a:rPr>
              <a:t>&lt;script </a:t>
            </a:r>
            <a:r>
              <a:rPr lang="cs-CZ" b="0" i="0" dirty="0" err="1">
                <a:effectLst/>
                <a:latin typeface="Fira Code VF"/>
              </a:rPr>
              <a:t>src</a:t>
            </a:r>
            <a:r>
              <a:rPr lang="cs-CZ" b="0" i="0" dirty="0">
                <a:effectLst/>
                <a:latin typeface="Fira Code VF"/>
              </a:rPr>
              <a:t>="https://cdn.tailwindcss.com"&gt;&lt;/script&gt;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poté, také konfigurovat.</a:t>
            </a:r>
            <a:b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70F0F36-8CBE-E875-8672-936CBDE35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249" y="1299218"/>
            <a:ext cx="4854102" cy="537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0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2AF5C-9F78-EBD4-BACF-2CF02601D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11DB60-81E2-09F9-696C-165CDA8E5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2A7595B9-6CD4-2F63-F6D2-C577AC161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Buď přímo velikost dle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Univerzální hodnota pro vystředění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mx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-auto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Případně velikost elementu lze navolit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Kde X je hodnota v pixelech.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B2FE97F-ED9B-B25D-9D65-D35714B28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444614"/>
            <a:ext cx="3343654" cy="473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4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6EA7-4998-72DC-A2A3-15F20B15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6AB45E-66A8-BE2D-1547-A95C078D8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Sizing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481EC84E-9152-1F62-54BB-133E719FC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 nastavování velikosti prvku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Dvě třídy: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(default nastavení) – velikost prvku i pro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velikost prvku pouze na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CF4AA376-0B73-CB66-22EB-654FF9A02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59" y="3864103"/>
            <a:ext cx="3934374" cy="504895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856BAE26-A7DD-B618-7036-1A7F0D623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50" y="4558506"/>
            <a:ext cx="1733792" cy="1428949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B9A35FE4-19F2-9E1C-ACAA-29770BD8B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730" y="3892681"/>
            <a:ext cx="4029637" cy="447737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9124B7F8-848E-ECB5-65AC-A0378E1EC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2125" y="4725216"/>
            <a:ext cx="2114845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45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FE2D0-1F4D-FCC0-DB03-299C7EAB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A1F7F3-F88D-796C-9A6C-20FCF3EBE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F8BA69AE-7160-3381-4AED-538D4C003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358" y="0"/>
            <a:ext cx="5313642" cy="685800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44043EE2-F03E-8FF6-40FB-3DCB4D28C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5811061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0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A6465-0796-3D49-A4DB-A677E7F6B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3A6A18-8C7C-2976-D4D4-FE16DAD6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a Clear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9E9F85A0-B406-B0A2-1F0F-6C0E517B1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Obtékání (třídy):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float-right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float-left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float-none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 ukončení obtékání) (třídy):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clear-left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clear-right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clear-both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clear-none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475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9CD2F-93D0-A758-BEA7-C3A342C8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866EFB-963D-CE2A-3D9C-CF97AA8D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B8B163D1-FF07-71AB-DAF9-51093E00D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2453642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sticky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6F083A-6EE9-A066-1517-958AA553811D}"/>
              </a:ext>
            </a:extLst>
          </p:cNvPr>
          <p:cNvSpPr txBox="1">
            <a:spLocks/>
          </p:cNvSpPr>
          <p:nvPr/>
        </p:nvSpPr>
        <p:spPr>
          <a:xfrm>
            <a:off x="3477766" y="1825625"/>
            <a:ext cx="79430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Posuny (číslo ukazuje posun, lze nahradit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.inset-0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.inset-y-0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.inset-x-0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.top-0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.right-0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.bottom-0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.left-0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49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F0C2-BA6B-C026-6FEF-17EEADDDB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F8C7B3-4A96-5AB2-10A5-5F0E7779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928B2EE8-F361-0194-8A7A-779EA3A8D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přes třídu „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Podporuje základní směry: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flex-row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-reverse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-col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-col-reverse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Flex-wrap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Flex-grow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flex-shrink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Order-0 (číslo určuje pořadí)</a:t>
            </a:r>
          </a:p>
        </p:txBody>
      </p:sp>
    </p:spTree>
    <p:extLst>
      <p:ext uri="{BB962C8B-B14F-4D97-AF65-F5344CB8AC3E}">
        <p14:creationId xmlns:p14="http://schemas.microsoft.com/office/powerpoint/2010/main" val="3144805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84E4-8E55-FB96-B41F-75BA5ECF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C2A0AE-34BA-EBCF-020B-41882137C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Zarovnání obsahu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236A2BD2-8319-378D-D880-ED9ED7651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2755394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justify-start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justify-end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justify-center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justify-between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justify-around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justify-evenly 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97FAD65D-4E9A-B155-6316-447085A779EC}"/>
              </a:ext>
            </a:extLst>
          </p:cNvPr>
          <p:cNvSpPr txBox="1">
            <a:spLocks/>
          </p:cNvSpPr>
          <p:nvPr/>
        </p:nvSpPr>
        <p:spPr>
          <a:xfrm>
            <a:off x="3593592" y="1828546"/>
            <a:ext cx="27553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content-center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content-start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content-end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content-between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content-around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content-evenly 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ástupný obsah 2">
            <a:extLst>
              <a:ext uri="{FF2B5EF4-FFF2-40B4-BE49-F238E27FC236}">
                <a16:creationId xmlns:a16="http://schemas.microsoft.com/office/drawing/2014/main" id="{C262B9FB-F051-C6E8-B377-1004BEF5861C}"/>
              </a:ext>
            </a:extLst>
          </p:cNvPr>
          <p:cNvSpPr txBox="1">
            <a:spLocks/>
          </p:cNvSpPr>
          <p:nvPr/>
        </p:nvSpPr>
        <p:spPr>
          <a:xfrm>
            <a:off x="6348986" y="1825625"/>
            <a:ext cx="27553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items-start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items-end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items-center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items-baseline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items-stretch 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911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4E557-7696-C5EA-8DDE-EB97F349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F3EF46-757D-CE8D-D821-E2D05E5A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a padding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957C23C8-9025-B44E-C317-A5D2FD19B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Jako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p-0; py-0; pt-0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m-0; mx-0; mb-0</a:t>
            </a:r>
          </a:p>
        </p:txBody>
      </p:sp>
    </p:spTree>
    <p:extLst>
      <p:ext uri="{BB962C8B-B14F-4D97-AF65-F5344CB8AC3E}">
        <p14:creationId xmlns:p14="http://schemas.microsoft.com/office/powerpoint/2010/main" val="1858369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10F0-10B4-CAB6-D53F-C184046CB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A66C0D-64C9-863B-475E-1805CC3D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 a Height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465C3A15-3756-8ACF-F8CE-ABC0F80E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Určuje se w/h-0, případně w/h-auto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užívat jednotky vůči velikosti okna: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-1/2: This class means the width is set to half of the window.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-1/3: This class means the width is set to one-third of the window.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-1/4: This class means the width is set to one-fourth of the window.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Až 1/12…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-full: This class means the width is set to full.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-screen: This class means the width is set to the screen size.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945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5FAA7-6CF8-1508-21BE-855480FD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F1B8E4-161D-C737-F705-A5644A018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Typografie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FDACFA6-6879-E906-A7E3-70692128C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Font-rodina (obecné)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až text-9xl (základní velikost dle fontu text-base)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Barva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Obecné skupiny barev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zinc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indigo,…)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Přidáním čísla za barvu se mění její sytost</a:t>
            </a:r>
          </a:p>
        </p:txBody>
      </p:sp>
    </p:spTree>
    <p:extLst>
      <p:ext uri="{BB962C8B-B14F-4D97-AF65-F5344CB8AC3E}">
        <p14:creationId xmlns:p14="http://schemas.microsoft.com/office/powerpoint/2010/main" val="64222138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3294</TotalTime>
  <Words>398</Words>
  <Application>Microsoft Office PowerPoint</Application>
  <PresentationFormat>Širokoúhlá obrazovka</PresentationFormat>
  <Paragraphs>92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Fira Code VF</vt:lpstr>
      <vt:lpstr>Times New Roman</vt:lpstr>
      <vt:lpstr>Motiv Office</vt:lpstr>
      <vt:lpstr>CSS Tailwind</vt:lpstr>
      <vt:lpstr>Základní informace</vt:lpstr>
      <vt:lpstr>Napojení frameworku</vt:lpstr>
      <vt:lpstr>Container</vt:lpstr>
      <vt:lpstr>Box Sizing</vt:lpstr>
      <vt:lpstr>Display</vt:lpstr>
      <vt:lpstr>Float a Clear</vt:lpstr>
      <vt:lpstr>Position</vt:lpstr>
      <vt:lpstr>Flex</vt:lpstr>
      <vt:lpstr>Zarovnání obsahu</vt:lpstr>
      <vt:lpstr>Margin a padding</vt:lpstr>
      <vt:lpstr>Width a Height</vt:lpstr>
      <vt:lpstr>Typografie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225</cp:revision>
  <dcterms:created xsi:type="dcterms:W3CDTF">2020-09-17T19:44:13Z</dcterms:created>
  <dcterms:modified xsi:type="dcterms:W3CDTF">2025-01-06T18:07:53Z</dcterms:modified>
</cp:coreProperties>
</file>