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08.01.2024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0711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B3D13590-68AC-900E-CCFE-F8462AF89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003" y="2069073"/>
            <a:ext cx="10495993" cy="478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Queries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5588979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 konkrétní velikosti displeje se mění jednotlivé elementy.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Nejčastěji pro změnu velikosti elementů (prvků). 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rázek 12" descr="Obsah obrázku text, budova, okno, Obdélník&#10;&#10;Popis byl vytvořen automaticky">
            <a:extLst>
              <a:ext uri="{FF2B5EF4-FFF2-40B4-BE49-F238E27FC236}">
                <a16:creationId xmlns:a16="http://schemas.microsoft.com/office/drawing/2014/main" id="{70FE1615-73AE-95A4-0033-E8CFB6B1E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674" y="2101362"/>
            <a:ext cx="6184326" cy="4756638"/>
          </a:xfrm>
          <a:prstGeom prst="rect">
            <a:avLst/>
          </a:prstGeom>
        </p:spPr>
      </p:pic>
      <p:sp>
        <p:nvSpPr>
          <p:cNvPr id="15" name="TextovéPole 14">
            <a:extLst>
              <a:ext uri="{FF2B5EF4-FFF2-40B4-BE49-F238E27FC236}">
                <a16:creationId xmlns:a16="http://schemas.microsoft.com/office/drawing/2014/main" id="{B5A81C68-ED52-3170-5CA4-8E1C51114B65}"/>
              </a:ext>
            </a:extLst>
          </p:cNvPr>
          <p:cNvSpPr txBox="1"/>
          <p:nvPr/>
        </p:nvSpPr>
        <p:spPr>
          <a:xfrm>
            <a:off x="6350977" y="289242"/>
            <a:ext cx="55098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  <a:effectLst/>
              </a:rPr>
              <a:t>@media only screen and (max-width: 600px)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A52A2A"/>
                </a:solidFill>
                <a:effectLst/>
              </a:rPr>
            </a:br>
            <a:r>
              <a:rPr lang="en-US" dirty="0">
                <a:solidFill>
                  <a:srgbClr val="A52A2A"/>
                </a:solidFill>
                <a:effectLst/>
              </a:rPr>
              <a:t>  body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   background-color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0000CD"/>
                </a:solidFill>
                <a:effectLst/>
              </a:rPr>
              <a:t> </a:t>
            </a:r>
            <a:r>
              <a:rPr lang="en-US" dirty="0" err="1">
                <a:solidFill>
                  <a:srgbClr val="0000CD"/>
                </a:solidFill>
                <a:effectLst/>
              </a:rPr>
              <a:t>lightblue</a:t>
            </a:r>
            <a:r>
              <a:rPr lang="en-US" dirty="0">
                <a:solidFill>
                  <a:srgbClr val="000000"/>
                </a:solidFill>
                <a:effectLst/>
              </a:rPr>
              <a:t>;</a:t>
            </a:r>
            <a:br>
              <a:rPr lang="en-US" dirty="0">
                <a:solidFill>
                  <a:srgbClr val="FF0000"/>
                </a:solidFill>
                <a:effectLst/>
              </a:rPr>
            </a:br>
            <a:r>
              <a:rPr lang="en-US" dirty="0">
                <a:solidFill>
                  <a:srgbClr val="FF0000"/>
                </a:solidFill>
                <a:effectLst/>
              </a:rPr>
              <a:t>  </a:t>
            </a: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A52A2A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cs-CZ" dirty="0"/>
          </a:p>
        </p:txBody>
      </p:sp>
      <p:pic>
        <p:nvPicPr>
          <p:cNvPr id="17" name="Obrázek 16" descr="Obsah obrázku text, Písmo, snímek obrazovky, řada/pruh&#10;&#10;Popis byl vytvořen automaticky">
            <a:extLst>
              <a:ext uri="{FF2B5EF4-FFF2-40B4-BE49-F238E27FC236}">
                <a16:creationId xmlns:a16="http://schemas.microsoft.com/office/drawing/2014/main" id="{21C5C278-1E60-6016-DACC-AF8A655DD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37" y="3914177"/>
            <a:ext cx="4850423" cy="272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9843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</TotalTime>
  <Words>50</Words>
  <Application>Microsoft Office PowerPoint</Application>
  <PresentationFormat>Širokoúhlá obrazovka</PresentationFormat>
  <Paragraphs>5</Paragraphs>
  <Slides>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Motiv Office</vt:lpstr>
      <vt:lpstr>CSS Media Queries</vt:lpstr>
      <vt:lpstr>Media 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209</cp:revision>
  <dcterms:created xsi:type="dcterms:W3CDTF">2020-09-17T19:44:13Z</dcterms:created>
  <dcterms:modified xsi:type="dcterms:W3CDTF">2024-01-08T10:20:10Z</dcterms:modified>
</cp:coreProperties>
</file>