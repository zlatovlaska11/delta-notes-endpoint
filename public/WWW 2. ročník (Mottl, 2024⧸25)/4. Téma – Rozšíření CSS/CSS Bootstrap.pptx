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21" r:id="rId6"/>
    <p:sldId id="314" r:id="rId7"/>
    <p:sldId id="315" r:id="rId8"/>
    <p:sldId id="316" r:id="rId9"/>
    <p:sldId id="317" r:id="rId10"/>
    <p:sldId id="318" r:id="rId11"/>
    <p:sldId id="319" r:id="rId12"/>
    <p:sldId id="320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  <p14:sldId id="312"/>
            <p14:sldId id="313"/>
            <p14:sldId id="321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29.01.2024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0711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9" name="Obrázek 8" descr="Obsah obrázku snímek obrazovky, symbol, logo, kruh&#10;&#10;Popis byl vytvořen automaticky">
            <a:extLst>
              <a:ext uri="{FF2B5EF4-FFF2-40B4-BE49-F238E27FC236}">
                <a16:creationId xmlns:a16="http://schemas.microsoft.com/office/drawing/2014/main" id="{AFF2F154-E6A1-6A6B-94EA-9A3D64CE4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621" y="2069073"/>
            <a:ext cx="5671557" cy="476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se napojuje framework?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Dříve externí soubory (stažení a připojení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Dnes propojení skrz odkaz:</a:t>
            </a:r>
          </a:p>
          <a:p>
            <a:pPr lvl="1"/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="https://cdn.jsdelivr.net/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/bootstrap@5.3.2/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/bootstrap.min.css" 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integrity="sha384-T3c6CoIi6uLrA9TneNEoa7RxnatzjcDSCmG1MXxSR1GAsXEV/Dwwykc2MPK8M2HN" 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crossorigin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anonymous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i skrz JS script</a:t>
            </a:r>
          </a:p>
          <a:p>
            <a:pPr lvl="1"/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 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="https://cdn.jsdelivr.net/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/bootstrap@5.3.2/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/bootstrap.bundle.min.js" integrity="sha384-C6RzsynM9kWDrMNeT87bh95OGNyZPhcTNXj1NW7RuBCsyN/o0jlpcV8Qyq46cDfL" 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crossorigin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cs-CZ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anonymous</a:t>
            </a:r>
            <a:r>
              <a:rPr 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"&gt;&lt;/script&gt;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.container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provides a responsive fixed width container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container-fluid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provides a full width container, spanning the entire width of the viewport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4BA8680-D97E-4773-FC25-9685B751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429000"/>
            <a:ext cx="12192000" cy="315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2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Až 12 sloupců napříč stránkou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A68BA3C-1A07-7C10-1B3B-2E39261C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61" y="0"/>
            <a:ext cx="9378540" cy="2145323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7C2447EE-E2CF-A548-BA98-D2256B70A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0" y="3378935"/>
            <a:ext cx="6020640" cy="1667108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80746BFA-1C2F-0500-B989-EA41C8D26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28935"/>
            <a:ext cx="12192000" cy="109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7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a Padding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property is one of: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sides is one of: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margin-top or padding-top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margin-bottom or padding-bottom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margin-left or padding-left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margin-right or padding-right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*-left and *-right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- for classes that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*-top and *-bottom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- for classes that set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on all 4 sides of the element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size is one of: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0 - for classes that eliminate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by setting it to 0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(by default) for classes that set the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 or padding to $spacer * .25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2 - (by default) for classes that set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to $spacer * .5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3 - (by default) for classes that set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to $spacer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4 - (by default) for classes that set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to $spacer * 1.5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5 - (by default) for classes that set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or padding to $spacer * 3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- for classes that set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to auto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05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.table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.table-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striped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.table-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bordered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8EC6F9A-C9B9-749F-3442-AEAB0194F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454" y="1690688"/>
            <a:ext cx="8728618" cy="892029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7E13F9BB-8F28-B1C4-DD88-56954CB48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454" y="3016251"/>
            <a:ext cx="8310975" cy="843862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41F4B9AB-22BC-D871-20D4-23AACE8E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454" y="4565259"/>
            <a:ext cx="8463434" cy="101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7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rounded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rounded-circle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img-thumbnail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-start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-end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-fluid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7224F22-D489-22AD-45B5-AFFBED97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52" y="681037"/>
            <a:ext cx="7461738" cy="218408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42895BF0-E1D1-0409-6BE6-6668BCE6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6" y="3429000"/>
            <a:ext cx="8031887" cy="235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2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.alert-success, .alert-info, .alert-warning, .alert-danger, .alert-primary, .alert-secondary, .alert-light or .alert-dark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DF732E1-5FBE-DA3A-1C45-D540ED1B7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64" y="3339660"/>
            <a:ext cx="1106006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4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btn-sm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-lg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C010CA9-5EE7-92A1-D4FB-AB64C15E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566" y="1690688"/>
            <a:ext cx="9666142" cy="718586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65169512-15E5-1C1F-E235-5987023BD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387" y="2409274"/>
            <a:ext cx="7859222" cy="924054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68B12E3B-D0EF-7AFC-3C93-2D73AECD0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390" y="3340485"/>
            <a:ext cx="3515216" cy="952633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087277E2-A95D-EA63-DB9C-B8A917FA7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27" y="5516359"/>
            <a:ext cx="10145541" cy="1009791"/>
          </a:xfrm>
          <a:prstGeom prst="rect">
            <a:avLst/>
          </a:prstGeom>
        </p:spPr>
      </p:pic>
      <p:pic>
        <p:nvPicPr>
          <p:cNvPr id="18" name="Obrázek 17">
            <a:extLst>
              <a:ext uri="{FF2B5EF4-FFF2-40B4-BE49-F238E27FC236}">
                <a16:creationId xmlns:a16="http://schemas.microsoft.com/office/drawing/2014/main" id="{1E93409F-F961-527F-E709-E0734655E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00" y="4546330"/>
            <a:ext cx="10431794" cy="7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Groups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btn-group-vertical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1A53D66-C14D-8D14-D7AC-6F00B5F2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535" y="2030911"/>
            <a:ext cx="7678222" cy="1600423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A4F412D6-B22B-0644-6A86-DC5D9E15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747" y="1082571"/>
            <a:ext cx="3238952" cy="743054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3536006F-5DF8-4133-DD93-2914D2148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22" y="4291799"/>
            <a:ext cx="6708335" cy="1885163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B2A22195-83DB-C332-9A87-76207931FF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2208"/>
          <a:stretch/>
        </p:blipFill>
        <p:spPr>
          <a:xfrm>
            <a:off x="252239" y="4220364"/>
            <a:ext cx="4593981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07AE249-F7E5-56E7-9D93-4ED5524F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6726"/>
            <a:ext cx="7585051" cy="5085334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89CE39AA-2EEE-BD65-538C-D0580DC4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059" y="774607"/>
            <a:ext cx="7991142" cy="6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49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F0A2952-27FE-350A-7D0A-80B950471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38" y="2180736"/>
            <a:ext cx="7037298" cy="3758467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9A295DC5-8186-EEF8-C4A2-C505EDF5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236" y="2784194"/>
            <a:ext cx="4648715" cy="25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3994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3234</TotalTime>
  <Words>443</Words>
  <Application>Microsoft Office PowerPoint</Application>
  <PresentationFormat>Širokoúhlá obrazovka</PresentationFormat>
  <Paragraphs>65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Motiv Office</vt:lpstr>
      <vt:lpstr>CSS Bootstrap</vt:lpstr>
      <vt:lpstr>Jak se napojuje framework?</vt:lpstr>
      <vt:lpstr>Container</vt:lpstr>
      <vt:lpstr>Grid</vt:lpstr>
      <vt:lpstr>Margin a Padding</vt:lpstr>
      <vt:lpstr>Table</vt:lpstr>
      <vt:lpstr>Img</vt:lpstr>
      <vt:lpstr>Alert</vt:lpstr>
      <vt:lpstr>Buttons</vt:lpstr>
      <vt:lpstr>Button Groups</vt:lpstr>
      <vt:lpstr>NavBar</vt:lpstr>
      <vt:lpstr>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223</cp:revision>
  <dcterms:created xsi:type="dcterms:W3CDTF">2020-09-17T19:44:13Z</dcterms:created>
  <dcterms:modified xsi:type="dcterms:W3CDTF">2024-01-29T11:48:08Z</dcterms:modified>
</cp:coreProperties>
</file>