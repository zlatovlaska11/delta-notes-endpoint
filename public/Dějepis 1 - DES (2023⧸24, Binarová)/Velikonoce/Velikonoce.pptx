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256" r:id="rId5"/>
    <p:sldId id="257" r:id="rId6"/>
  </p:sldIdLst>
  <p:sldSz cx="12188825" cy="6858000"/>
  <p:notesSz cx="6858000" cy="9144000"/>
  <p:defaultTextStyle>
    <a:defPPr rtl="0">
      <a:defRPr lang="cs-cz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598" autoAdjust="0"/>
  </p:normalViewPr>
  <p:slideViewPr>
    <p:cSldViewPr showGuides="1">
      <p:cViewPr varScale="1">
        <p:scale>
          <a:sx n="81" d="100"/>
          <a:sy n="81" d="100"/>
        </p:scale>
        <p:origin x="528" y="6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8" d="100"/>
          <a:sy n="68" d="100"/>
        </p:scale>
        <p:origin x="2802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cs-CZ" dirty="0">
              <a:solidFill>
                <a:schemeClr val="tx2"/>
              </a:solidFill>
            </a:endParaRP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2C34602F-3339-4A0E-AA0D-AA2DA921D5A0}" type="datetime1">
              <a:rPr lang="cs-CZ" smtClean="0">
                <a:solidFill>
                  <a:schemeClr val="tx2"/>
                </a:solidFill>
              </a:rPr>
              <a:t>03.04.2023</a:t>
            </a:fld>
            <a:endParaRPr lang="cs-CZ" dirty="0">
              <a:solidFill>
                <a:schemeClr val="tx2"/>
              </a:solidFill>
            </a:endParaRP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cs-CZ" dirty="0">
              <a:solidFill>
                <a:schemeClr val="tx2"/>
              </a:solidFill>
            </a:endParaRP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CFD77566-CD65-4859-9FA1-43956DC85B8C}" type="slidenum">
              <a:rPr lang="cs-CZ" smtClean="0">
                <a:solidFill>
                  <a:schemeClr val="tx2"/>
                </a:solidFill>
              </a:rPr>
              <a:pPr algn="r" rtl="0"/>
              <a:t>‹#›</a:t>
            </a:fld>
            <a:endParaRPr lang="cs-CZ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solidFill>
                  <a:schemeClr val="tx2"/>
                </a:solidFill>
              </a:defRPr>
            </a:lvl1pPr>
          </a:lstStyle>
          <a:p>
            <a:pPr rtl="0"/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solidFill>
                  <a:schemeClr val="tx2"/>
                </a:solidFill>
              </a:defRPr>
            </a:lvl1pPr>
          </a:lstStyle>
          <a:p>
            <a:fld id="{CD88E919-D898-4855-B8B4-A49ACED4EA41}" type="datetime1">
              <a:rPr lang="cs-CZ" smtClean="0"/>
              <a:pPr/>
              <a:t>03.04.2023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solidFill>
                  <a:schemeClr val="tx2"/>
                </a:solidFill>
              </a:defRPr>
            </a:lvl1pPr>
          </a:lstStyle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96F01-7154-41E0-B48B-A6921757531A}" type="slidenum">
              <a:rPr lang="cs-CZ" smtClean="0"/>
              <a:pPr/>
              <a:t>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98309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 rtlCol="0">
            <a:normAutofit/>
          </a:bodyPr>
          <a:lstStyle>
            <a:lvl1pPr algn="l" rtl="0">
              <a:lnSpc>
                <a:spcPct val="90000"/>
              </a:lnSpc>
              <a:defRPr sz="5400" cap="none" baseline="0"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 rtl="0">
              <a:defRPr/>
            </a:lvl1pPr>
            <a:lvl5pPr algn="l" rtl="0">
              <a:defRPr/>
            </a:lvl5pPr>
            <a:lvl6pPr algn="l" rtl="0">
              <a:defRPr/>
            </a:lvl6pPr>
            <a:lvl7pPr algn="l" rtl="0">
              <a:defRPr baseline="0"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67340E1-BF88-4310-8568-E9F8381A48D4}" type="datetime1">
              <a:rPr lang="cs-CZ" smtClean="0"/>
              <a:pPr/>
              <a:t>03.04.2023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A60BA0E-20D0-4E7C-B286-26C960A6788F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rtlCol="0" anchor="t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812589" y="3124200"/>
            <a:ext cx="7008574" cy="1296987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dirty="0"/>
              <a:t>Kliknutím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D437D4F-ECE9-4981-A371-4B910D36769F}" type="datetime1">
              <a:rPr lang="cs-CZ" smtClean="0"/>
              <a:pPr/>
              <a:t>03.04.2023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1121372" y="1608836"/>
            <a:ext cx="4973041" cy="512064"/>
          </a:xfrm>
        </p:spPr>
        <p:txBody>
          <a:bodyPr rtlCol="0" anchor="b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1"/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cs-CZ" dirty="0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301622" y="1608836"/>
            <a:ext cx="4973041" cy="512064"/>
          </a:xfrm>
        </p:spPr>
        <p:txBody>
          <a:bodyPr rtlCol="0" anchor="b">
            <a:noAutofit/>
          </a:bodyPr>
          <a:lstStyle>
            <a:lvl1pPr marL="0" indent="0" algn="l" rtl="0">
              <a:spcBef>
                <a:spcPts val="0"/>
              </a:spcBef>
              <a:buNone/>
              <a:defRPr sz="2400" b="1"/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cs-CZ" dirty="0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26A3AEE-21EA-49A5-9BC0-4C051EBE3D81}" type="datetime1">
              <a:rPr lang="cs-CZ" smtClean="0"/>
              <a:pPr/>
              <a:t>03.04.2023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2493FBA-751B-49DB-B5B3-1B2194725DD1}" type="datetime1">
              <a:rPr lang="cs-CZ" smtClean="0"/>
              <a:pPr/>
              <a:t>03.04.2023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33B2AB9-7695-4EE9-A8FD-AAA80E361985}" type="datetime1">
              <a:rPr lang="cs-CZ" smtClean="0"/>
              <a:pPr/>
              <a:t>03.04.2023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rtlCol="0" anchor="b">
            <a:normAutofit/>
          </a:bodyPr>
          <a:lstStyle>
            <a:lvl1pPr algn="l" rtl="0">
              <a:defRPr sz="2000" b="1"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algn="l" rtl="0">
              <a:defRPr sz="1800"/>
            </a:lvl5pPr>
            <a:lvl6pPr algn="l" rtl="0">
              <a:defRPr sz="1800"/>
            </a:lvl6pPr>
            <a:lvl7pPr algn="l" rtl="0">
              <a:defRPr sz="1800"/>
            </a:lvl7pPr>
            <a:lvl8pPr algn="l" rtl="0">
              <a:defRPr sz="1800"/>
            </a:lvl8pPr>
            <a:lvl9pPr algn="l" rtl="0">
              <a:defRPr sz="1800"/>
            </a:lvl9pPr>
          </a:lstStyle>
          <a:p>
            <a:pPr lvl="0" rt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304721" y="4648200"/>
            <a:ext cx="3351927" cy="1727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6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cs-CZ" dirty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0A0AD96-6B5A-4186-B341-9B348C9EB365}" type="datetime1">
              <a:rPr lang="cs-CZ" smtClean="0"/>
              <a:pPr/>
              <a:t>03.04.2023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DFBB78A-01B4-41F2-96B0-677A4A2828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cs-CZ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rtlCol="0" anchor="b">
            <a:normAutofit/>
          </a:bodyPr>
          <a:lstStyle>
            <a:lvl1pPr algn="l" rtl="0">
              <a:defRPr sz="2000" b="1"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obrázku 2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 hasCustomPrompt="1"/>
          </p:nvPr>
        </p:nvSpPr>
        <p:spPr>
          <a:xfrm>
            <a:off x="2437765" y="5562600"/>
            <a:ext cx="7313295" cy="812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cs-CZ" dirty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1F1ECE-AD0B-4298-833C-44A399FA79BB}" type="datetime1">
              <a:rPr lang="cs-CZ" smtClean="0"/>
              <a:pPr/>
              <a:t>03.04.2023</a:t>
            </a:fld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DFBB78A-01B4-41F2-96B0-677A4A2828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 rtl="0">
              <a:defRPr/>
            </a:lvl1pPr>
          </a:lstStyle>
          <a:p>
            <a:pPr lvl="0" rt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D34C125-697B-4DD5-8970-E335CEB95B3E}" type="datetime1">
              <a:rPr lang="cs-CZ" smtClean="0"/>
              <a:pPr/>
              <a:t>03.04.2023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 rtlCol="0"/>
          <a:lstStyle>
            <a:lvl1pPr rtl="0">
              <a:defRPr/>
            </a:lvl1pPr>
          </a:lstStyle>
          <a:p>
            <a:pPr lvl="0" rt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462C969-A9D3-4701-9D6C-99CE49BBA082}" type="datetime1">
              <a:rPr lang="cs-CZ" smtClean="0"/>
              <a:pPr/>
              <a:t>03.04.2023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cs-CZ" dirty="0"/>
          </a:p>
        </p:txBody>
      </p: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cs-CZ" dirty="0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cs-CZ" dirty="0"/>
              <a:t>Kliknutím lze upravit styly předlohy textu.</a:t>
            </a:r>
          </a:p>
          <a:p>
            <a:pPr lvl="1" rtl="0"/>
            <a:r>
              <a:rPr lang="cs-CZ" dirty="0"/>
              <a:t>Druhá úroveň</a:t>
            </a:r>
          </a:p>
          <a:p>
            <a:pPr lvl="2" rtl="0"/>
            <a:r>
              <a:rPr lang="cs-CZ" dirty="0"/>
              <a:t>Třetí úroveň</a:t>
            </a:r>
          </a:p>
          <a:p>
            <a:pPr lvl="3" rtl="0"/>
            <a:r>
              <a:rPr lang="cs-CZ" dirty="0"/>
              <a:t>Čtvrtá úroveň</a:t>
            </a:r>
          </a:p>
          <a:p>
            <a:pPr lvl="4" rtl="0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AE899414-34D5-487B-96CB-3C45BC7F1C1F}" type="datetime1">
              <a:rPr lang="cs-CZ" smtClean="0"/>
              <a:pPr/>
              <a:t>03.04.2023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EB37DED6-D4C7-42EE-AB49-D2E39E64FDE4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avne-dny.cz/episode/10024211/velky-patek-den-ukrizovani-jezise-krista" TargetMode="External"/><Relationship Id="rId2" Type="http://schemas.openxmlformats.org/officeDocument/2006/relationships/hyperlink" Target="https://www.slavne-dny.cz/episode/10020446/den-kdy-zapadni-svet-slavi-narozeni-jezise-krista-25-prosine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eskatelevize.cz/porady/10000000085-univerzita-karlova-on-line/21425100075001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1AD6390-E384-66AE-E787-BD11D2C7A09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726260" y="3212976"/>
            <a:ext cx="6954696" cy="3312368"/>
          </a:xfrm>
        </p:spPr>
        <p:txBody>
          <a:bodyPr>
            <a:normAutofit/>
          </a:bodyPr>
          <a:lstStyle/>
          <a:p>
            <a:r>
              <a:rPr lang="cs-CZ" b="1" dirty="0"/>
              <a:t>VELIKONOCE</a:t>
            </a:r>
            <a:br>
              <a:rPr lang="cs-CZ" b="1" dirty="0">
                <a:effectLst/>
              </a:rPr>
            </a:br>
            <a:endParaRPr lang="cs-CZ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B40A4D-D8C0-C86C-8E44-E3C516F2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Velikonoce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77DDC4-680F-29EB-4ECF-1FC7CDAC9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b="1" dirty="0"/>
              <a:t>Vánoce – narození Krista: </a:t>
            </a:r>
          </a:p>
          <a:p>
            <a:r>
              <a:rPr lang="cs-CZ" dirty="0">
                <a:hlinkClick r:id="rId2"/>
              </a:rPr>
              <a:t>https://www.slavne-dny.cz/episode/10020446/den-kdy-zapadni-svet-slavi-narozeni-jezise-krista-25-prosinec</a:t>
            </a:r>
            <a:endParaRPr lang="cs-CZ" dirty="0"/>
          </a:p>
          <a:p>
            <a:pPr marL="0" indent="0">
              <a:buNone/>
            </a:pPr>
            <a:r>
              <a:rPr lang="cs-CZ" b="1" dirty="0"/>
              <a:t>Velký pátek: </a:t>
            </a:r>
          </a:p>
          <a:p>
            <a:r>
              <a:rPr lang="cs-CZ" dirty="0">
                <a:hlinkClick r:id="rId3"/>
              </a:rPr>
              <a:t>https://www.slavne-dny.cz/episode/10024211/velky-patek-den-ukrizovani-jezise-krista</a:t>
            </a: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b="1" dirty="0"/>
              <a:t>Velikonoce v tradiční lidové kultuře - Štěpánová:</a:t>
            </a:r>
          </a:p>
          <a:p>
            <a:r>
              <a:rPr lang="cs-CZ" dirty="0">
                <a:hlinkClick r:id="rId4"/>
              </a:rPr>
              <a:t>https://www.ceskatelevize.cz/porady/10000000085-univerzita-karlova-on-line/214251000750014/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2472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nihy 16: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993_TF02787940_TF02787940.potx" id="{797243EA-CA29-42BD-A803-C2ABD6CA0C6F}" vid="{0EF93BC0-5E53-47B3-A615-5E299545B8EC}"/>
    </a:ext>
  </a:extLst>
</a:theme>
</file>

<file path=ppt/theme/theme2.xml><?xml version="1.0" encoding="utf-8"?>
<a:theme xmlns:a="http://schemas.openxmlformats.org/drawingml/2006/main" name="Motiv Offic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Offic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 xsi:nil="true"/>
    <MarketSpecific xmlns="4873beb7-5857-4685-be1f-d57550cc96cc" xsi:nil="true"/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 xsi:nil="true"/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 xsi:nil="true"/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 xsi:nil="true"/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/>
    <Providers xmlns="4873beb7-5857-4685-be1f-d57550cc96cc" xsi:nil="true"/>
    <MachineTranslated xmlns="4873beb7-5857-4685-be1f-d57550cc96cc" xsi:nil="true"/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 xsi:nil="true"/>
    <TimesCloned xmlns="4873beb7-5857-4685-be1f-d57550cc96cc" xsi:nil="true"/>
    <AssetStart xmlns="4873beb7-5857-4685-be1f-d57550cc96cc" xsi:nil="true"/>
    <Provider xmlns="4873beb7-5857-4685-be1f-d57550cc96cc" xsi:nil="true"/>
    <AcquiredFrom xmlns="4873beb7-5857-4685-be1f-d57550cc96cc" xsi:nil="true"/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 xsi:nil="true"/>
    <Downloads xmlns="4873beb7-5857-4685-be1f-d57550cc96cc" xsi:nil="true"/>
    <OOCacheId xmlns="4873beb7-5857-4685-be1f-d57550cc96cc" xsi:nil="true"/>
    <IsDeleted xmlns="4873beb7-5857-4685-be1f-d57550cc96cc" xsi:nil="true"/>
    <LocPublishedDependentAssetsLookup xmlns="4873beb7-5857-4685-be1f-d57550cc96cc" xsi:nil="true"/>
    <AssetExpire xmlns="4873beb7-5857-4685-be1f-d57550cc96cc" xsi:nil="true"/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 xsi:nil="true"/>
    <BugNumber xmlns="4873beb7-5857-4685-be1f-d57550cc96cc" xsi:nil="true"/>
    <CSXSubmissionDate xmlns="4873beb7-5857-4685-be1f-d57550cc96cc" xsi:nil="true"/>
    <CSXUpdate xmlns="4873beb7-5857-4685-be1f-d57550cc96cc" xsi:nil="true"/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 xsi:nil="true"/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 xsi:nil="true"/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 xsi:nil="true"/>
    <LocLastLocAttemptVersionLookup xmlns="4873beb7-5857-4685-be1f-d57550cc96cc" xsi:nil="true"/>
    <LocProcessedForHandoffsLookup xmlns="4873beb7-5857-4685-be1f-d57550cc96cc" xsi:nil="true"/>
    <IsSearchable xmlns="4873beb7-5857-4685-be1f-d57550cc96cc" xsi:nil="true"/>
    <TemplateTemplateType xmlns="4873beb7-5857-4685-be1f-d57550cc96cc" xsi:nil="true"/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 xsi:nil="true"/>
    <AverageRating xmlns="4873beb7-5857-4685-be1f-d57550cc96cc" xsi:nil="true"/>
    <APAuthor xmlns="4873beb7-5857-4685-be1f-d57550cc96cc">
      <UserInfo>
        <DisplayName/>
        <AccountId xsi:nil="true"/>
        <AccountType/>
      </UserInfo>
    </APAuthor>
    <LocManualTestRequired xmlns="4873beb7-5857-4685-be1f-d57550cc96cc" xsi:nil="true"/>
    <TPCommandLine xmlns="4873beb7-5857-4685-be1f-d57550cc96cc" xsi:nil="true"/>
    <TPAppVersion xmlns="4873beb7-5857-4685-be1f-d57550cc96cc" xsi:nil="true"/>
    <EditorialStatus xmlns="4873beb7-5857-4685-be1f-d57550cc96cc" xsi:nil="true"/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 xsi:nil="true"/>
    <OriginalRelease xmlns="4873beb7-5857-4685-be1f-d57550cc96cc" xsi:nil="true"/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 xsi:nil="true"/>
    <Manager xmlns="4873beb7-5857-4685-be1f-d57550cc96cc" xsi:nil="true"/>
    <LocOverallHandbackStatusLookup xmlns="4873beb7-5857-4685-be1f-d57550cc96cc" xsi:nil="true"/>
    <ShowIn xmlns="4873beb7-5857-4685-be1f-d57550cc96cc" xsi:nil="true"/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301D382-32B0-43EE-932C-28906AF37617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12264</TotalTime>
  <Words>60</Words>
  <Application>Microsoft Office PowerPoint</Application>
  <PresentationFormat>Vlastní</PresentationFormat>
  <Paragraphs>10</Paragraphs>
  <Slides>2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</vt:i4>
      </vt:variant>
    </vt:vector>
  </HeadingPairs>
  <TitlesOfParts>
    <vt:vector size="5" baseType="lpstr">
      <vt:lpstr>Arial</vt:lpstr>
      <vt:lpstr>Century Gothic</vt:lpstr>
      <vt:lpstr>Knihy 16:9</vt:lpstr>
      <vt:lpstr>VELIKONOCE </vt:lpstr>
      <vt:lpstr>Velikonoce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Člověk a společnost</dc:title>
  <dc:creator>Remešová Olga</dc:creator>
  <cp:lastModifiedBy>Olga Binarová</cp:lastModifiedBy>
  <cp:revision>328</cp:revision>
  <dcterms:created xsi:type="dcterms:W3CDTF">2022-06-08T06:48:33Z</dcterms:created>
  <dcterms:modified xsi:type="dcterms:W3CDTF">2023-04-03T11:55:56Z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